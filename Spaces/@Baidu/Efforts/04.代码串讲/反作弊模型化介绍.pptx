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738" r:id="rId2"/>
  </p:sldMasterIdLst>
  <p:notesMasterIdLst>
    <p:notesMasterId r:id="rId7"/>
  </p:notesMasterIdLst>
  <p:sldIdLst>
    <p:sldId id="371" r:id="rId3"/>
    <p:sldId id="374" r:id="rId4"/>
    <p:sldId id="375" r:id="rId5"/>
    <p:sldId id="37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75" autoAdjust="0"/>
    <p:restoredTop sz="76910" autoAdjust="0"/>
  </p:normalViewPr>
  <p:slideViewPr>
    <p:cSldViewPr snapToGrid="0">
      <p:cViewPr>
        <p:scale>
          <a:sx n="69" d="100"/>
          <a:sy n="69" d="100"/>
        </p:scale>
        <p:origin x="840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2CB50-5DE4-4F24-9C82-07B95FBDB936}" type="datetimeFigureOut">
              <a:rPr lang="zh-CN" altLang="en-US" smtClean="0"/>
              <a:pPr/>
              <a:t>15/10/20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C8EBC-E065-4C99-87F1-518BFBFCACF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51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C8EBC-E065-4C99-87F1-518BFBFCACF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66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692" y="2130456"/>
            <a:ext cx="10364619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159" y="3886200"/>
            <a:ext cx="8533691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63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32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69" y="4406931"/>
            <a:ext cx="1036284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69" y="2906713"/>
            <a:ext cx="10362843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4424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311" y="1714501"/>
            <a:ext cx="540053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1160" y="1714501"/>
            <a:ext cx="540053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155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314" y="274638"/>
            <a:ext cx="1097138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309" y="1535113"/>
            <a:ext cx="538633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309" y="2174875"/>
            <a:ext cx="538633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01" y="1535113"/>
            <a:ext cx="538811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01" y="2174875"/>
            <a:ext cx="538811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4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0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47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309" y="273050"/>
            <a:ext cx="400959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163" y="273081"/>
            <a:ext cx="681453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309" y="1435103"/>
            <a:ext cx="400959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393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09" y="4800600"/>
            <a:ext cx="731484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09" y="612775"/>
            <a:ext cx="731484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09" y="5367338"/>
            <a:ext cx="731484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9918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4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847" y="571531"/>
            <a:ext cx="2742845" cy="56689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314" y="571531"/>
            <a:ext cx="8058217" cy="56689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182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693" y="2130467"/>
            <a:ext cx="10364619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161" y="3886200"/>
            <a:ext cx="8533691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415" indent="0" algn="ctr">
              <a:buNone/>
              <a:defRPr/>
            </a:lvl2pPr>
            <a:lvl3pPr marL="1218832" indent="0" algn="ctr">
              <a:buNone/>
              <a:defRPr/>
            </a:lvl3pPr>
            <a:lvl4pPr marL="1828248" indent="0" algn="ctr">
              <a:buNone/>
              <a:defRPr/>
            </a:lvl4pPr>
            <a:lvl5pPr marL="2437662" indent="0" algn="ctr">
              <a:buNone/>
              <a:defRPr/>
            </a:lvl5pPr>
            <a:lvl6pPr marL="3047077" indent="0" algn="ctr">
              <a:buNone/>
              <a:defRPr/>
            </a:lvl6pPr>
            <a:lvl7pPr marL="3656491" indent="0" algn="ctr">
              <a:buNone/>
              <a:defRPr/>
            </a:lvl7pPr>
            <a:lvl8pPr marL="4265905" indent="0" algn="ctr">
              <a:buNone/>
              <a:defRPr/>
            </a:lvl8pPr>
            <a:lvl9pPr marL="487532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2590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98620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75" y="4406935"/>
            <a:ext cx="10362844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75" y="2906713"/>
            <a:ext cx="10362844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415" indent="0">
              <a:buNone/>
              <a:defRPr sz="2400"/>
            </a:lvl2pPr>
            <a:lvl3pPr marL="1218832" indent="0">
              <a:buNone/>
              <a:defRPr sz="2133"/>
            </a:lvl3pPr>
            <a:lvl4pPr marL="1828248" indent="0">
              <a:buNone/>
              <a:defRPr sz="1867"/>
            </a:lvl4pPr>
            <a:lvl5pPr marL="2437662" indent="0">
              <a:buNone/>
              <a:defRPr sz="1867"/>
            </a:lvl5pPr>
            <a:lvl6pPr marL="3047077" indent="0">
              <a:buNone/>
              <a:defRPr sz="1867"/>
            </a:lvl6pPr>
            <a:lvl7pPr marL="3656491" indent="0">
              <a:buNone/>
              <a:defRPr sz="1867"/>
            </a:lvl7pPr>
            <a:lvl8pPr marL="4265905" indent="0">
              <a:buNone/>
              <a:defRPr sz="1867"/>
            </a:lvl8pPr>
            <a:lvl9pPr marL="4875321" indent="0">
              <a:buNone/>
              <a:defRPr sz="18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1468220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309" y="1714501"/>
            <a:ext cx="5400531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1161" y="1714501"/>
            <a:ext cx="5400531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829347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316" y="274637"/>
            <a:ext cx="10971381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314" y="1535115"/>
            <a:ext cx="538633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15" indent="0">
              <a:buNone/>
              <a:defRPr sz="2667" b="1"/>
            </a:lvl2pPr>
            <a:lvl3pPr marL="1218832" indent="0">
              <a:buNone/>
              <a:defRPr sz="2400" b="1"/>
            </a:lvl3pPr>
            <a:lvl4pPr marL="1828248" indent="0">
              <a:buNone/>
              <a:defRPr sz="2133" b="1"/>
            </a:lvl4pPr>
            <a:lvl5pPr marL="2437662" indent="0">
              <a:buNone/>
              <a:defRPr sz="2133" b="1"/>
            </a:lvl5pPr>
            <a:lvl6pPr marL="3047077" indent="0">
              <a:buNone/>
              <a:defRPr sz="2133" b="1"/>
            </a:lvl6pPr>
            <a:lvl7pPr marL="3656491" indent="0">
              <a:buNone/>
              <a:defRPr sz="2133" b="1"/>
            </a:lvl7pPr>
            <a:lvl8pPr marL="4265905" indent="0">
              <a:buNone/>
              <a:defRPr sz="2133" b="1"/>
            </a:lvl8pPr>
            <a:lvl9pPr marL="4875321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314" y="2174875"/>
            <a:ext cx="538633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10" y="1535115"/>
            <a:ext cx="5388111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15" indent="0">
              <a:buNone/>
              <a:defRPr sz="2667" b="1"/>
            </a:lvl2pPr>
            <a:lvl3pPr marL="1218832" indent="0">
              <a:buNone/>
              <a:defRPr sz="2400" b="1"/>
            </a:lvl3pPr>
            <a:lvl4pPr marL="1828248" indent="0">
              <a:buNone/>
              <a:defRPr sz="2133" b="1"/>
            </a:lvl4pPr>
            <a:lvl5pPr marL="2437662" indent="0">
              <a:buNone/>
              <a:defRPr sz="2133" b="1"/>
            </a:lvl5pPr>
            <a:lvl6pPr marL="3047077" indent="0">
              <a:buNone/>
              <a:defRPr sz="2133" b="1"/>
            </a:lvl6pPr>
            <a:lvl7pPr marL="3656491" indent="0">
              <a:buNone/>
              <a:defRPr sz="2133" b="1"/>
            </a:lvl7pPr>
            <a:lvl8pPr marL="4265905" indent="0">
              <a:buNone/>
              <a:defRPr sz="2133" b="1"/>
            </a:lvl8pPr>
            <a:lvl9pPr marL="4875321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10" y="2174875"/>
            <a:ext cx="5388111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082566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248322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997040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309" y="273051"/>
            <a:ext cx="4009592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163" y="273086"/>
            <a:ext cx="6814532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309" y="1435104"/>
            <a:ext cx="4009592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415" indent="0">
              <a:buNone/>
              <a:defRPr sz="1600"/>
            </a:lvl2pPr>
            <a:lvl3pPr marL="1218832" indent="0">
              <a:buNone/>
              <a:defRPr sz="1333"/>
            </a:lvl3pPr>
            <a:lvl4pPr marL="1828248" indent="0">
              <a:buNone/>
              <a:defRPr sz="1200"/>
            </a:lvl4pPr>
            <a:lvl5pPr marL="2437662" indent="0">
              <a:buNone/>
              <a:defRPr sz="1200"/>
            </a:lvl5pPr>
            <a:lvl6pPr marL="3047077" indent="0">
              <a:buNone/>
              <a:defRPr sz="1200"/>
            </a:lvl6pPr>
            <a:lvl7pPr marL="3656491" indent="0">
              <a:buNone/>
              <a:defRPr sz="1200"/>
            </a:lvl7pPr>
            <a:lvl8pPr marL="4265905" indent="0">
              <a:buNone/>
              <a:defRPr sz="1200"/>
            </a:lvl8pPr>
            <a:lvl9pPr marL="4875321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35614582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15" y="4800603"/>
            <a:ext cx="7314844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15" y="612775"/>
            <a:ext cx="7314844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415" indent="0">
              <a:buNone/>
              <a:defRPr sz="3733"/>
            </a:lvl2pPr>
            <a:lvl3pPr marL="1218832" indent="0">
              <a:buNone/>
              <a:defRPr sz="3200"/>
            </a:lvl3pPr>
            <a:lvl4pPr marL="1828248" indent="0">
              <a:buNone/>
              <a:defRPr sz="2667"/>
            </a:lvl4pPr>
            <a:lvl5pPr marL="2437662" indent="0">
              <a:buNone/>
              <a:defRPr sz="2667"/>
            </a:lvl5pPr>
            <a:lvl6pPr marL="3047077" indent="0">
              <a:buNone/>
              <a:defRPr sz="2667"/>
            </a:lvl6pPr>
            <a:lvl7pPr marL="3656491" indent="0">
              <a:buNone/>
              <a:defRPr sz="2667"/>
            </a:lvl7pPr>
            <a:lvl8pPr marL="4265905" indent="0">
              <a:buNone/>
              <a:defRPr sz="2667"/>
            </a:lvl8pPr>
            <a:lvl9pPr marL="4875321" indent="0">
              <a:buNone/>
              <a:defRPr sz="2667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15" y="5367345"/>
            <a:ext cx="7314844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415" indent="0">
              <a:buNone/>
              <a:defRPr sz="1600"/>
            </a:lvl2pPr>
            <a:lvl3pPr marL="1218832" indent="0">
              <a:buNone/>
              <a:defRPr sz="1333"/>
            </a:lvl3pPr>
            <a:lvl4pPr marL="1828248" indent="0">
              <a:buNone/>
              <a:defRPr sz="1200"/>
            </a:lvl4pPr>
            <a:lvl5pPr marL="2437662" indent="0">
              <a:buNone/>
              <a:defRPr sz="1200"/>
            </a:lvl5pPr>
            <a:lvl6pPr marL="3047077" indent="0">
              <a:buNone/>
              <a:defRPr sz="1200"/>
            </a:lvl6pPr>
            <a:lvl7pPr marL="3656491" indent="0">
              <a:buNone/>
              <a:defRPr sz="1200"/>
            </a:lvl7pPr>
            <a:lvl8pPr marL="4265905" indent="0">
              <a:buNone/>
              <a:defRPr sz="1200"/>
            </a:lvl8pPr>
            <a:lvl9pPr marL="4875321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17574552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134070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848" y="571531"/>
            <a:ext cx="2742845" cy="56689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313" y="571531"/>
            <a:ext cx="8058216" cy="56689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478743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NULL"/><Relationship Id="rId14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NUL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36443" y="-17463"/>
            <a:ext cx="10971383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314" y="1341444"/>
            <a:ext cx="10971383" cy="489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pic>
        <p:nvPicPr>
          <p:cNvPr id="7" name="图片 9" descr="line2.pn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1587" y="6800850"/>
            <a:ext cx="12213587" cy="48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1"/>
          <p:cNvSpPr/>
          <p:nvPr userDrawn="1"/>
        </p:nvSpPr>
        <p:spPr>
          <a:xfrm flipH="1">
            <a:off x="1776" y="5"/>
            <a:ext cx="120643" cy="1014413"/>
          </a:xfrm>
          <a:prstGeom prst="rect">
            <a:avLst/>
          </a:prstGeom>
          <a:solidFill>
            <a:srgbClr val="BC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6067" tIns="58037" rIns="116067" bIns="58037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prstClr val="white"/>
              </a:solidFill>
            </a:endParaRPr>
          </a:p>
        </p:txBody>
      </p:sp>
      <p:pic>
        <p:nvPicPr>
          <p:cNvPr id="9" name="Picture 7" descr="图片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361154" y="6240472"/>
            <a:ext cx="1703191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308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微软雅黑" pitchFamily="34" charset="-122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微软雅黑" pitchFamily="34" charset="-122"/>
        </a:defRPr>
      </a:lvl6pPr>
      <a:lvl7pPr marL="914377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微软雅黑" pitchFamily="34" charset="-122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微软雅黑" pitchFamily="34" charset="-122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36444" y="-17461"/>
            <a:ext cx="10971381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4" tIns="45701" rIns="91404" bIns="4570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316" y="1341452"/>
            <a:ext cx="10971381" cy="489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4" tIns="45701" rIns="91404" bIns="457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pic>
        <p:nvPicPr>
          <p:cNvPr id="7" name="图片 9" descr="line2.pn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1587" y="6800851"/>
            <a:ext cx="12213587" cy="48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1"/>
          <p:cNvSpPr/>
          <p:nvPr userDrawn="1"/>
        </p:nvSpPr>
        <p:spPr>
          <a:xfrm flipH="1">
            <a:off x="1777" y="6"/>
            <a:ext cx="120643" cy="1014413"/>
          </a:xfrm>
          <a:prstGeom prst="rect">
            <a:avLst/>
          </a:prstGeom>
          <a:solidFill>
            <a:srgbClr val="BC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4715" tIns="77363" rIns="154715" bIns="77363" anchor="ctr"/>
          <a:lstStyle/>
          <a:p>
            <a:pPr algn="ctr" defTabSz="1218832">
              <a:defRPr/>
            </a:pPr>
            <a:endParaRPr lang="zh-CN" altLang="en-US" sz="2400">
              <a:solidFill>
                <a:prstClr val="white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0608133" y="6194403"/>
            <a:ext cx="1523387" cy="55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4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ransition spd="slow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  <a:ea typeface="微软雅黑" pitchFamily="34" charset="-122"/>
        </a:defRPr>
      </a:lvl5pPr>
      <a:lvl6pPr marL="60941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微软雅黑" pitchFamily="34" charset="-122"/>
        </a:defRPr>
      </a:lvl6pPr>
      <a:lvl7pPr marL="1218832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微软雅黑" pitchFamily="34" charset="-122"/>
        </a:defRPr>
      </a:lvl7pPr>
      <a:lvl8pPr marL="1828248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微软雅黑" pitchFamily="34" charset="-122"/>
        </a:defRPr>
      </a:lvl8pPr>
      <a:lvl9pPr marL="2437662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457059" indent="-457059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90302" indent="-380885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  <a:ea typeface="+mn-ea"/>
        </a:defRPr>
      </a:lvl2pPr>
      <a:lvl3pPr marL="1523539" indent="-304707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2132953" indent="-304707" algn="l" rtl="0" eaLnBrk="0" fontAlgn="base" hangingPunct="0">
        <a:spcBef>
          <a:spcPct val="20000"/>
        </a:spcBef>
        <a:spcAft>
          <a:spcPct val="0"/>
        </a:spcAft>
        <a:buChar char="–"/>
        <a:defRPr sz="2133">
          <a:solidFill>
            <a:schemeClr val="tx1"/>
          </a:solidFill>
          <a:latin typeface="+mn-lt"/>
          <a:ea typeface="+mn-ea"/>
        </a:defRPr>
      </a:lvl4pPr>
      <a:lvl5pPr marL="2742370" indent="-304707" algn="l" rtl="0" eaLnBrk="0" fontAlgn="base" hangingPunct="0">
        <a:spcBef>
          <a:spcPct val="2000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  <a:ea typeface="+mn-ea"/>
        </a:defRPr>
      </a:lvl5pPr>
      <a:lvl6pPr marL="3351783" indent="-304707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6pPr>
      <a:lvl7pPr marL="3961200" indent="-304707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7pPr>
      <a:lvl8pPr marL="4570616" indent="-304707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8pPr>
      <a:lvl9pPr marL="5180029" indent="-304707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15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32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248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662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077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491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905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321" algn="l" defTabSz="121883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536" y="1772816"/>
            <a:ext cx="8391525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7" tIns="45713" rIns="91427" bIns="45713" numCol="1" anchor="ctr" anchorCtr="0" compatLnSpc="1">
            <a:prstTxWarp prst="textNoShape">
              <a:avLst/>
            </a:prstTxWarp>
            <a:normAutofit/>
          </a:bodyPr>
          <a:lstStyle/>
          <a:p>
            <a:pPr defTabSz="914377" eaLnBrk="0" fontAlgn="ctr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4000" b="1" kern="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265" y="3918858"/>
            <a:ext cx="380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</a:rPr>
              <a:t>侯瑞杰</a:t>
            </a:r>
            <a:r>
              <a:rPr lang="en-US" altLang="zh-CN" b="1" dirty="0">
                <a:latin typeface="+mn-ea"/>
              </a:rPr>
              <a:t> | Anti</a:t>
            </a:r>
          </a:p>
          <a:p>
            <a:r>
              <a:rPr lang="en-US" altLang="zh-CN" dirty="0" err="1"/>
              <a:t>houruijie@baidu.com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1"/>
    </mc:Choice>
    <mc:Fallback xmlns="">
      <p:transition spd="slow" advTm="465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smtClean="0"/>
              <a:t>模型化</a:t>
            </a:r>
            <a:r>
              <a:rPr kumimoji="1" lang="zh-CN" altLang="en-US" b="1" smtClean="0"/>
              <a:t>思路</a:t>
            </a:r>
            <a:endParaRPr kumimoji="1"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4" y="1125538"/>
            <a:ext cx="11932286" cy="463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7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smtClean="0"/>
              <a:t>模型技术架构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62037" y="1528058"/>
            <a:ext cx="6947482" cy="3305200"/>
          </a:xfrm>
        </p:spPr>
        <p:txBody>
          <a:bodyPr/>
          <a:lstStyle/>
          <a:p>
            <a:r>
              <a:rPr kumimoji="1" lang="zh-CN" altLang="en-US" dirty="0" smtClean="0"/>
              <a:t>数据源头：不置信、量少、数据分布不均</a:t>
            </a:r>
          </a:p>
          <a:p>
            <a:r>
              <a:rPr kumimoji="1" lang="zh-CN" altLang="en-US" dirty="0" smtClean="0"/>
              <a:t>模型效果：实时监控、及时修正</a:t>
            </a:r>
          </a:p>
          <a:p>
            <a:r>
              <a:rPr kumimoji="1" lang="zh-CN" altLang="en-US" dirty="0" smtClean="0"/>
              <a:t>多产品线：迁移学习</a:t>
            </a:r>
          </a:p>
          <a:p>
            <a:endParaRPr kumimoji="1"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89" y="881435"/>
            <a:ext cx="11857206" cy="54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 smtClean="0"/>
              <a:t>模型架构（删除）</a:t>
            </a:r>
            <a:endParaRPr kumimoji="1"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86" y="808523"/>
            <a:ext cx="10517696" cy="576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 lIns="83558" tIns="41779" rIns="83558" bIns="41779">
        <a:spAutoFit/>
      </a:bodyPr>
      <a:lstStyle>
        <a:defPPr eaLnBrk="0" fontAlgn="ctr" hangingPunct="0">
          <a:buClr>
            <a:srgbClr val="FF0000"/>
          </a:buClr>
          <a:buSzPct val="70000"/>
          <a:defRPr sz="1600" dirty="0" smtClean="0"/>
        </a:defPPr>
      </a:lstStyle>
    </a:sp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19094</TotalTime>
  <Words>41</Words>
  <Application>Microsoft Macintosh PowerPoint</Application>
  <PresentationFormat>宽屏</PresentationFormat>
  <Paragraphs>9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Calibri</vt:lpstr>
      <vt:lpstr>宋体</vt:lpstr>
      <vt:lpstr>微软雅黑</vt:lpstr>
      <vt:lpstr>Arial</vt:lpstr>
      <vt:lpstr>1_默认设计模板</vt:lpstr>
      <vt:lpstr>4_默认设计模板</vt:lpstr>
      <vt:lpstr>PowerPoint 演示文稿</vt:lpstr>
      <vt:lpstr>模型化思路</vt:lpstr>
      <vt:lpstr>模型技术架构</vt:lpstr>
      <vt:lpstr>模型架构（删除）</vt:lpstr>
    </vt:vector>
  </TitlesOfParts>
  <Company>Windows 用户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taojing01@baidu.com</dc:creator>
  <cp:lastModifiedBy>侯瑞杰</cp:lastModifiedBy>
  <cp:revision>2396</cp:revision>
  <dcterms:created xsi:type="dcterms:W3CDTF">2014-11-03T18:54:21Z</dcterms:created>
  <dcterms:modified xsi:type="dcterms:W3CDTF">2015-10-20T03:04:29Z</dcterms:modified>
</cp:coreProperties>
</file>