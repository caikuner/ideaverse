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6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7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8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9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theme/theme10.xml" ContentType="application/vnd.openxmlformats-officedocument.theme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theme/theme11.xml" ContentType="application/vnd.openxmlformats-officedocument.theme+xml"/>
  <Override PartName="/ppt/theme/themeOverride1.xml" ContentType="application/vnd.openxmlformats-officedocument.themeOverride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theme/theme12.xml" ContentType="application/vnd.openxmlformats-officedocument.theme+xml"/>
  <Override PartName="/ppt/theme/themeOverride2.xml" ContentType="application/vnd.openxmlformats-officedocument.themeOverride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theme/theme13.xml" ContentType="application/vnd.openxmlformats-officedocument.theme+xml"/>
  <Override PartName="/ppt/theme/themeOverride3.xml" ContentType="application/vnd.openxmlformats-officedocument.themeOverride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theme/theme14.xml" ContentType="application/vnd.openxmlformats-officedocument.theme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theme/theme15.xml" ContentType="application/vnd.openxmlformats-officedocument.theme+xml"/>
  <Override PartName="/ppt/theme/themeOverride4.xml" ContentType="application/vnd.openxmlformats-officedocument.themeOverride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theme/theme16.xml" ContentType="application/vnd.openxmlformats-officedocument.theme+xml"/>
  <Override PartName="/ppt/theme/themeOverride5.xml" ContentType="application/vnd.openxmlformats-officedocument.themeOverride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theme/theme17.xml" ContentType="application/vnd.openxmlformats-officedocument.theme+xml"/>
  <Override PartName="/ppt/theme/themeOverride6.xml" ContentType="application/vnd.openxmlformats-officedocument.themeOverride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theme/theme18.xml" ContentType="application/vnd.openxmlformats-officedocument.theme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theme/theme19.xml" ContentType="application/vnd.openxmlformats-officedocument.theme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theme/theme20.xml" ContentType="application/vnd.openxmlformats-officedocument.theme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theme/theme21.xml" ContentType="application/vnd.openxmlformats-officedocument.theme+xml"/>
  <Override PartName="/ppt/theme/themeOverride7.xml" ContentType="application/vnd.openxmlformats-officedocument.themeOverride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theme/theme22.xml" ContentType="application/vnd.openxmlformats-officedocument.theme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theme/theme23.xml" ContentType="application/vnd.openxmlformats-officedocument.theme+xml"/>
  <Override PartName="/ppt/slideLayouts/slideLayout819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theme/theme24.xml" ContentType="application/vnd.openxmlformats-officedocument.theme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0.xml" ContentType="application/vnd.openxmlformats-officedocument.presentationml.slideLayout+xml"/>
  <Override PartName="/ppt/theme/theme25.xml" ContentType="application/vnd.openxmlformats-officedocument.theme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theme/theme26.xml" ContentType="application/vnd.openxmlformats-officedocument.theme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theme/theme27.xml" ContentType="application/vnd.openxmlformats-officedocument.theme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theme/theme28.xml" ContentType="application/vnd.openxmlformats-officedocument.theme+xml"/>
  <Override PartName="/ppt/slideLayouts/slideLayout849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theme/theme29.xml" ContentType="application/vnd.openxmlformats-officedocument.theme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theme/theme30.xml" ContentType="application/vnd.openxmlformats-officedocument.theme+xml"/>
  <Override PartName="/ppt/theme/themeOverride8.xml" ContentType="application/vnd.openxmlformats-officedocument.themeOverride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theme/theme31.xml" ContentType="application/vnd.openxmlformats-officedocument.theme+xml"/>
  <Override PartName="/ppt/theme/themeOverride9.xml" ContentType="application/vnd.openxmlformats-officedocument.themeOverride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theme/theme32.xml" ContentType="application/vnd.openxmlformats-officedocument.theme+xml"/>
  <Override PartName="/ppt/theme/themeOverride10.xml" ContentType="application/vnd.openxmlformats-officedocument.themeOverride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theme/theme33.xml" ContentType="application/vnd.openxmlformats-officedocument.theme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theme/theme34.xml" ContentType="application/vnd.openxmlformats-officedocument.theme+xml"/>
  <Override PartName="/ppt/theme/themeOverride11.xml" ContentType="application/vnd.openxmlformats-officedocument.themeOverride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0.xml" ContentType="application/vnd.openxmlformats-officedocument.presentationml.slideLayout+xml"/>
  <Override PartName="/ppt/theme/theme35.xml" ContentType="application/vnd.openxmlformats-officedocument.theme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theme/theme36.xml" ContentType="application/vnd.openxmlformats-officedocument.theme+xml"/>
  <Override PartName="/ppt/theme/themeOverride12.xml" ContentType="application/vnd.openxmlformats-officedocument.themeOverride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theme/theme37.xml" ContentType="application/vnd.openxmlformats-officedocument.theme+xml"/>
  <Override PartName="/ppt/theme/themeOverride13.xml" ContentType="application/vnd.openxmlformats-officedocument.themeOverride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theme/theme38.xml" ContentType="application/vnd.openxmlformats-officedocument.theme+xml"/>
  <Override PartName="/ppt/theme/themeOverride14.xml" ContentType="application/vnd.openxmlformats-officedocument.themeOverride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theme/theme39.xml" ContentType="application/vnd.openxmlformats-officedocument.theme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theme/theme40.xml" ContentType="application/vnd.openxmlformats-officedocument.theme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theme/theme41.xml" ContentType="application/vnd.openxmlformats-officedocument.theme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theme/theme42.xml" ContentType="application/vnd.openxmlformats-officedocument.theme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theme/theme43.xml" ContentType="application/vnd.openxmlformats-officedocument.theme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theme/theme44.xml" ContentType="application/vnd.openxmlformats-officedocument.theme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theme/theme45.xml" ContentType="application/vnd.openxmlformats-officedocument.theme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0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10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1015.xml" ContentType="application/vnd.openxmlformats-officedocument.presentationml.slideLayout+xml"/>
  <Override PartName="/ppt/slideLayouts/slideLayout1016.xml" ContentType="application/vnd.openxmlformats-officedocument.presentationml.slideLayout+xml"/>
  <Override PartName="/ppt/theme/theme46.xml" ContentType="application/vnd.openxmlformats-officedocument.theme+xml"/>
  <Override PartName="/ppt/slideLayouts/slideLayout10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020.xml" ContentType="application/vnd.openxmlformats-officedocument.presentationml.slideLayout+xml"/>
  <Override PartName="/ppt/slideLayouts/slideLayout1021.xml" ContentType="application/vnd.openxmlformats-officedocument.presentationml.slideLayout+xml"/>
  <Override PartName="/ppt/slideLayouts/slideLayout1022.xml" ContentType="application/vnd.openxmlformats-officedocument.presentationml.slideLayout+xml"/>
  <Override PartName="/ppt/slideLayouts/slideLayout1023.xml" ContentType="application/vnd.openxmlformats-officedocument.presentationml.slideLayout+xml"/>
  <Override PartName="/ppt/slideLayouts/slideLayout1024.xml" ContentType="application/vnd.openxmlformats-officedocument.presentationml.slideLayout+xml"/>
  <Override PartName="/ppt/slideLayouts/slideLayout1025.xml" ContentType="application/vnd.openxmlformats-officedocument.presentationml.slideLayout+xml"/>
  <Override PartName="/ppt/slideLayouts/slideLayout1026.xml" ContentType="application/vnd.openxmlformats-officedocument.presentationml.slideLayout+xml"/>
  <Override PartName="/ppt/slideLayouts/slideLayout1027.xml" ContentType="application/vnd.openxmlformats-officedocument.presentationml.slideLayout+xml"/>
  <Override PartName="/ppt/slideLayouts/slideLayout1028.xml" ContentType="application/vnd.openxmlformats-officedocument.presentationml.slideLayout+xml"/>
  <Override PartName="/ppt/slideLayouts/slideLayout1029.xml" ContentType="application/vnd.openxmlformats-officedocument.presentationml.slideLayout+xml"/>
  <Override PartName="/ppt/slideLayouts/slideLayout1030.xml" ContentType="application/vnd.openxmlformats-officedocument.presentationml.slideLayout+xml"/>
  <Override PartName="/ppt/slideLayouts/slideLayout1031.xml" ContentType="application/vnd.openxmlformats-officedocument.presentationml.slideLayout+xml"/>
  <Override PartName="/ppt/slideLayouts/slideLayout1032.xml" ContentType="application/vnd.openxmlformats-officedocument.presentationml.slideLayout+xml"/>
  <Override PartName="/ppt/slideLayouts/slideLayout1033.xml" ContentType="application/vnd.openxmlformats-officedocument.presentationml.slideLayout+xml"/>
  <Override PartName="/ppt/slideLayouts/slideLayout1034.xml" ContentType="application/vnd.openxmlformats-officedocument.presentationml.slideLayout+xml"/>
  <Override PartName="/ppt/slideLayouts/slideLayout1035.xml" ContentType="application/vnd.openxmlformats-officedocument.presentationml.slideLayout+xml"/>
  <Override PartName="/ppt/slideLayouts/slideLayout1036.xml" ContentType="application/vnd.openxmlformats-officedocument.presentationml.slideLayout+xml"/>
  <Override PartName="/ppt/slideLayouts/slideLayout1037.xml" ContentType="application/vnd.openxmlformats-officedocument.presentationml.slideLayout+xml"/>
  <Override PartName="/ppt/slideLayouts/slideLayout1038.xml" ContentType="application/vnd.openxmlformats-officedocument.presentationml.slideLayout+xml"/>
  <Override PartName="/ppt/slideLayouts/slideLayout1039.xml" ContentType="application/vnd.openxmlformats-officedocument.presentationml.slideLayout+xml"/>
  <Override PartName="/ppt/slideLayouts/slideLayout1040.xml" ContentType="application/vnd.openxmlformats-officedocument.presentationml.slideLayout+xml"/>
  <Override PartName="/ppt/theme/theme47.xml" ContentType="application/vnd.openxmlformats-officedocument.theme+xml"/>
  <Override PartName="/ppt/slideLayouts/slideLayout1041.xml" ContentType="application/vnd.openxmlformats-officedocument.presentationml.slideLayout+xml"/>
  <Override PartName="/ppt/slideLayouts/slideLayout1042.xml" ContentType="application/vnd.openxmlformats-officedocument.presentationml.slideLayout+xml"/>
  <Override PartName="/ppt/slideLayouts/slideLayout1043.xml" ContentType="application/vnd.openxmlformats-officedocument.presentationml.slideLayout+xml"/>
  <Override PartName="/ppt/slideLayouts/slideLayout1044.xml" ContentType="application/vnd.openxmlformats-officedocument.presentationml.slideLayout+xml"/>
  <Override PartName="/ppt/slideLayouts/slideLayout1045.xml" ContentType="application/vnd.openxmlformats-officedocument.presentationml.slideLayout+xml"/>
  <Override PartName="/ppt/slideLayouts/slideLayout1046.xml" ContentType="application/vnd.openxmlformats-officedocument.presentationml.slideLayout+xml"/>
  <Override PartName="/ppt/theme/theme48.xml" ContentType="application/vnd.openxmlformats-officedocument.theme+xml"/>
  <Override PartName="/ppt/slideLayouts/slideLayout1047.xml" ContentType="application/vnd.openxmlformats-officedocument.presentationml.slideLayout+xml"/>
  <Override PartName="/ppt/slideLayouts/slideLayout1048.xml" ContentType="application/vnd.openxmlformats-officedocument.presentationml.slideLayout+xml"/>
  <Override PartName="/ppt/slideLayouts/slideLayout1049.xml" ContentType="application/vnd.openxmlformats-officedocument.presentationml.slideLayout+xml"/>
  <Override PartName="/ppt/slideLayouts/slideLayout1050.xml" ContentType="application/vnd.openxmlformats-officedocument.presentationml.slideLayout+xml"/>
  <Override PartName="/ppt/slideLayouts/slideLayout1051.xml" ContentType="application/vnd.openxmlformats-officedocument.presentationml.slideLayout+xml"/>
  <Override PartName="/ppt/slideLayouts/slideLayout1052.xml" ContentType="application/vnd.openxmlformats-officedocument.presentationml.slideLayout+xml"/>
  <Override PartName="/ppt/theme/theme49.xml" ContentType="application/vnd.openxmlformats-officedocument.theme+xml"/>
  <Override PartName="/ppt/slideLayouts/slideLayout1053.xml" ContentType="application/vnd.openxmlformats-officedocument.presentationml.slideLayout+xml"/>
  <Override PartName="/ppt/slideLayouts/slideLayout1054.xml" ContentType="application/vnd.openxmlformats-officedocument.presentationml.slideLayout+xml"/>
  <Override PartName="/ppt/slideLayouts/slideLayout1055.xml" ContentType="application/vnd.openxmlformats-officedocument.presentationml.slideLayout+xml"/>
  <Override PartName="/ppt/slideLayouts/slideLayout1056.xml" ContentType="application/vnd.openxmlformats-officedocument.presentationml.slideLayout+xml"/>
  <Override PartName="/ppt/slideLayouts/slideLayout1057.xml" ContentType="application/vnd.openxmlformats-officedocument.presentationml.slideLayout+xml"/>
  <Override PartName="/ppt/slideLayouts/slideLayout1058.xml" ContentType="application/vnd.openxmlformats-officedocument.presentationml.slideLayout+xml"/>
  <Override PartName="/ppt/theme/theme50.xml" ContentType="application/vnd.openxmlformats-officedocument.theme+xml"/>
  <Override PartName="/ppt/slideLayouts/slideLayout1059.xml" ContentType="application/vnd.openxmlformats-officedocument.presentationml.slideLayout+xml"/>
  <Override PartName="/ppt/slideLayouts/slideLayout1060.xml" ContentType="application/vnd.openxmlformats-officedocument.presentationml.slideLayout+xml"/>
  <Override PartName="/ppt/slideLayouts/slideLayout1061.xml" ContentType="application/vnd.openxmlformats-officedocument.presentationml.slideLayout+xml"/>
  <Override PartName="/ppt/slideLayouts/slideLayout1062.xml" ContentType="application/vnd.openxmlformats-officedocument.presentationml.slideLayout+xml"/>
  <Override PartName="/ppt/slideLayouts/slideLayout1063.xml" ContentType="application/vnd.openxmlformats-officedocument.presentationml.slideLayout+xml"/>
  <Override PartName="/ppt/slideLayouts/slideLayout1064.xml" ContentType="application/vnd.openxmlformats-officedocument.presentationml.slideLayout+xml"/>
  <Override PartName="/ppt/slideLayouts/slideLayout1065.xml" ContentType="application/vnd.openxmlformats-officedocument.presentationml.slideLayout+xml"/>
  <Override PartName="/ppt/slideLayouts/slideLayout1066.xml" ContentType="application/vnd.openxmlformats-officedocument.presentationml.slideLayout+xml"/>
  <Override PartName="/ppt/slideLayouts/slideLayout1067.xml" ContentType="application/vnd.openxmlformats-officedocument.presentationml.slideLayout+xml"/>
  <Override PartName="/ppt/theme/theme51.xml" ContentType="application/vnd.openxmlformats-officedocument.theme+xml"/>
  <Override PartName="/ppt/slideLayouts/slideLayout1068.xml" ContentType="application/vnd.openxmlformats-officedocument.presentationml.slideLayout+xml"/>
  <Override PartName="/ppt/slideLayouts/slideLayout1069.xml" ContentType="application/vnd.openxmlformats-officedocument.presentationml.slideLayout+xml"/>
  <Override PartName="/ppt/slideLayouts/slideLayout1070.xml" ContentType="application/vnd.openxmlformats-officedocument.presentationml.slideLayout+xml"/>
  <Override PartName="/ppt/slideLayouts/slideLayout1071.xml" ContentType="application/vnd.openxmlformats-officedocument.presentationml.slideLayout+xml"/>
  <Override PartName="/ppt/slideLayouts/slideLayout1072.xml" ContentType="application/vnd.openxmlformats-officedocument.presentationml.slideLayout+xml"/>
  <Override PartName="/ppt/slideLayouts/slideLayout1073.xml" ContentType="application/vnd.openxmlformats-officedocument.presentationml.slideLayout+xml"/>
  <Override PartName="/ppt/slideLayouts/slideLayout1074.xml" ContentType="application/vnd.openxmlformats-officedocument.presentationml.slideLayout+xml"/>
  <Override PartName="/ppt/slideLayouts/slideLayout1075.xml" ContentType="application/vnd.openxmlformats-officedocument.presentationml.slideLayout+xml"/>
  <Override PartName="/ppt/slideLayouts/slideLayout1076.xml" ContentType="application/vnd.openxmlformats-officedocument.presentationml.slideLayout+xml"/>
  <Override PartName="/ppt/theme/theme52.xml" ContentType="application/vnd.openxmlformats-officedocument.theme+xml"/>
  <Override PartName="/ppt/slideLayouts/slideLayout1077.xml" ContentType="application/vnd.openxmlformats-officedocument.presentationml.slideLayout+xml"/>
  <Override PartName="/ppt/slideLayouts/slideLayout1078.xml" ContentType="application/vnd.openxmlformats-officedocument.presentationml.slideLayout+xml"/>
  <Override PartName="/ppt/slideLayouts/slideLayout1079.xml" ContentType="application/vnd.openxmlformats-officedocument.presentationml.slideLayout+xml"/>
  <Override PartName="/ppt/slideLayouts/slideLayout1080.xml" ContentType="application/vnd.openxmlformats-officedocument.presentationml.slideLayout+xml"/>
  <Override PartName="/ppt/slideLayouts/slideLayout1081.xml" ContentType="application/vnd.openxmlformats-officedocument.presentationml.slideLayout+xml"/>
  <Override PartName="/ppt/slideLayouts/slideLayout1082.xml" ContentType="application/vnd.openxmlformats-officedocument.presentationml.slideLayout+xml"/>
  <Override PartName="/ppt/slideLayouts/slideLayout1083.xml" ContentType="application/vnd.openxmlformats-officedocument.presentationml.slideLayout+xml"/>
  <Override PartName="/ppt/slideLayouts/slideLayout1084.xml" ContentType="application/vnd.openxmlformats-officedocument.presentationml.slideLayout+xml"/>
  <Override PartName="/ppt/slideLayouts/slideLayout1085.xml" ContentType="application/vnd.openxmlformats-officedocument.presentationml.slideLayout+xml"/>
  <Override PartName="/ppt/theme/theme53.xml" ContentType="application/vnd.openxmlformats-officedocument.theme+xml"/>
  <Override PartName="/ppt/slideLayouts/slideLayout1086.xml" ContentType="application/vnd.openxmlformats-officedocument.presentationml.slideLayout+xml"/>
  <Override PartName="/ppt/slideLayouts/slideLayout1087.xml" ContentType="application/vnd.openxmlformats-officedocument.presentationml.slideLayout+xml"/>
  <Override PartName="/ppt/slideLayouts/slideLayout1088.xml" ContentType="application/vnd.openxmlformats-officedocument.presentationml.slideLayout+xml"/>
  <Override PartName="/ppt/slideLayouts/slideLayout1089.xml" ContentType="application/vnd.openxmlformats-officedocument.presentationml.slideLayout+xml"/>
  <Override PartName="/ppt/slideLayouts/slideLayout1090.xml" ContentType="application/vnd.openxmlformats-officedocument.presentationml.slideLayout+xml"/>
  <Override PartName="/ppt/slideLayouts/slideLayout1091.xml" ContentType="application/vnd.openxmlformats-officedocument.presentationml.slideLayout+xml"/>
  <Override PartName="/ppt/slideLayouts/slideLayout1092.xml" ContentType="application/vnd.openxmlformats-officedocument.presentationml.slideLayout+xml"/>
  <Override PartName="/ppt/slideLayouts/slideLayout1093.xml" ContentType="application/vnd.openxmlformats-officedocument.presentationml.slideLayout+xml"/>
  <Override PartName="/ppt/theme/theme54.xml" ContentType="application/vnd.openxmlformats-officedocument.theme+xml"/>
  <Override PartName="/ppt/slideLayouts/slideLayout1094.xml" ContentType="application/vnd.openxmlformats-officedocument.presentationml.slideLayout+xml"/>
  <Override PartName="/ppt/slideLayouts/slideLayout1095.xml" ContentType="application/vnd.openxmlformats-officedocument.presentationml.slideLayout+xml"/>
  <Override PartName="/ppt/slideLayouts/slideLayout1096.xml" ContentType="application/vnd.openxmlformats-officedocument.presentationml.slideLayout+xml"/>
  <Override PartName="/ppt/slideLayouts/slideLayout1097.xml" ContentType="application/vnd.openxmlformats-officedocument.presentationml.slideLayout+xml"/>
  <Override PartName="/ppt/slideLayouts/slideLayout1098.xml" ContentType="application/vnd.openxmlformats-officedocument.presentationml.slideLayout+xml"/>
  <Override PartName="/ppt/slideLayouts/slideLayout1099.xml" ContentType="application/vnd.openxmlformats-officedocument.presentationml.slideLayout+xml"/>
  <Override PartName="/ppt/theme/theme55.xml" ContentType="application/vnd.openxmlformats-officedocument.theme+xml"/>
  <Override PartName="/ppt/slideLayouts/slideLayout1100.xml" ContentType="application/vnd.openxmlformats-officedocument.presentationml.slideLayout+xml"/>
  <Override PartName="/ppt/slideLayouts/slideLayout1101.xml" ContentType="application/vnd.openxmlformats-officedocument.presentationml.slideLayout+xml"/>
  <Override PartName="/ppt/slideLayouts/slideLayout1102.xml" ContentType="application/vnd.openxmlformats-officedocument.presentationml.slideLayout+xml"/>
  <Override PartName="/ppt/slideLayouts/slideLayout1103.xml" ContentType="application/vnd.openxmlformats-officedocument.presentationml.slideLayout+xml"/>
  <Override PartName="/ppt/slideLayouts/slideLayout1104.xml" ContentType="application/vnd.openxmlformats-officedocument.presentationml.slideLayout+xml"/>
  <Override PartName="/ppt/slideLayouts/slideLayout1105.xml" ContentType="application/vnd.openxmlformats-officedocument.presentationml.slideLayout+xml"/>
  <Override PartName="/ppt/slideLayouts/slideLayout1106.xml" ContentType="application/vnd.openxmlformats-officedocument.presentationml.slideLayout+xml"/>
  <Override PartName="/ppt/slideLayouts/slideLayout1107.xml" ContentType="application/vnd.openxmlformats-officedocument.presentationml.slideLayout+xml"/>
  <Override PartName="/ppt/theme/theme56.xml" ContentType="application/vnd.openxmlformats-officedocument.theme+xml"/>
  <Override PartName="/ppt/slideLayouts/slideLayout1108.xml" ContentType="application/vnd.openxmlformats-officedocument.presentationml.slideLayout+xml"/>
  <Override PartName="/ppt/slideLayouts/slideLayout110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1111.xml" ContentType="application/vnd.openxmlformats-officedocument.presentationml.slideLayout+xml"/>
  <Override PartName="/ppt/slideLayouts/slideLayout1112.xml" ContentType="application/vnd.openxmlformats-officedocument.presentationml.slideLayout+xml"/>
  <Override PartName="/ppt/slideLayouts/slideLayout1113.xml" ContentType="application/vnd.openxmlformats-officedocument.presentationml.slideLayout+xml"/>
  <Override PartName="/ppt/slideLayouts/slideLayout11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theme/theme57.xml" ContentType="application/vnd.openxmlformats-officedocument.theme+xml"/>
  <Override PartName="/ppt/slideLayouts/slideLayout1116.xml" ContentType="application/vnd.openxmlformats-officedocument.presentationml.slideLayout+xml"/>
  <Override PartName="/ppt/slideLayouts/slideLayout1117.xml" ContentType="application/vnd.openxmlformats-officedocument.presentationml.slideLayout+xml"/>
  <Override PartName="/ppt/slideLayouts/slideLayout1118.xml" ContentType="application/vnd.openxmlformats-officedocument.presentationml.slideLayout+xml"/>
  <Override PartName="/ppt/slideLayouts/slideLayout1119.xml" ContentType="application/vnd.openxmlformats-officedocument.presentationml.slideLayout+xml"/>
  <Override PartName="/ppt/slideLayouts/slideLayout1120.xml" ContentType="application/vnd.openxmlformats-officedocument.presentationml.slideLayout+xml"/>
  <Override PartName="/ppt/slideLayouts/slideLayout1121.xml" ContentType="application/vnd.openxmlformats-officedocument.presentationml.slideLayout+xml"/>
  <Override PartName="/ppt/slideLayouts/slideLayout1122.xml" ContentType="application/vnd.openxmlformats-officedocument.presentationml.slideLayout+xml"/>
  <Override PartName="/ppt/slideLayouts/slideLayout1123.xml" ContentType="application/vnd.openxmlformats-officedocument.presentationml.slideLayout+xml"/>
  <Override PartName="/ppt/slideLayouts/slideLayout1124.xml" ContentType="application/vnd.openxmlformats-officedocument.presentationml.slideLayout+xml"/>
  <Override PartName="/ppt/theme/theme58.xml" ContentType="application/vnd.openxmlformats-officedocument.theme+xml"/>
  <Override PartName="/ppt/slideLayouts/slideLayout1125.xml" ContentType="application/vnd.openxmlformats-officedocument.presentationml.slideLayout+xml"/>
  <Override PartName="/ppt/slideLayouts/slideLayout1126.xml" ContentType="application/vnd.openxmlformats-officedocument.presentationml.slideLayout+xml"/>
  <Override PartName="/ppt/slideLayouts/slideLayout1127.xml" ContentType="application/vnd.openxmlformats-officedocument.presentationml.slideLayout+xml"/>
  <Override PartName="/ppt/slideLayouts/slideLayout1128.xml" ContentType="application/vnd.openxmlformats-officedocument.presentationml.slideLayout+xml"/>
  <Override PartName="/ppt/slideLayouts/slideLayout1129.xml" ContentType="application/vnd.openxmlformats-officedocument.presentationml.slideLayout+xml"/>
  <Override PartName="/ppt/slideLayouts/slideLayout1130.xml" ContentType="application/vnd.openxmlformats-officedocument.presentationml.slideLayout+xml"/>
  <Override PartName="/ppt/slideLayouts/slideLayout1131.xml" ContentType="application/vnd.openxmlformats-officedocument.presentationml.slideLayout+xml"/>
  <Override PartName="/ppt/slideLayouts/slideLayout1132.xml" ContentType="application/vnd.openxmlformats-officedocument.presentationml.slideLayout+xml"/>
  <Override PartName="/ppt/theme/theme59.xml" ContentType="application/vnd.openxmlformats-officedocument.theme+xml"/>
  <Override PartName="/ppt/slideLayouts/slideLayout1133.xml" ContentType="application/vnd.openxmlformats-officedocument.presentationml.slideLayout+xml"/>
  <Override PartName="/ppt/slideLayouts/slideLayout1134.xml" ContentType="application/vnd.openxmlformats-officedocument.presentationml.slideLayout+xml"/>
  <Override PartName="/ppt/slideLayouts/slideLayout1135.xml" ContentType="application/vnd.openxmlformats-officedocument.presentationml.slideLayout+xml"/>
  <Override PartName="/ppt/slideLayouts/slideLayout1136.xml" ContentType="application/vnd.openxmlformats-officedocument.presentationml.slideLayout+xml"/>
  <Override PartName="/ppt/slideLayouts/slideLayout1137.xml" ContentType="application/vnd.openxmlformats-officedocument.presentationml.slideLayout+xml"/>
  <Override PartName="/ppt/slideLayouts/slideLayout1138.xml" ContentType="application/vnd.openxmlformats-officedocument.presentationml.slideLayout+xml"/>
  <Override PartName="/ppt/slideLayouts/slideLayout1139.xml" ContentType="application/vnd.openxmlformats-officedocument.presentationml.slideLayout+xml"/>
  <Override PartName="/ppt/slideLayouts/slideLayout1140.xml" ContentType="application/vnd.openxmlformats-officedocument.presentationml.slideLayout+xml"/>
  <Override PartName="/ppt/slideLayouts/slideLayout1141.xml" ContentType="application/vnd.openxmlformats-officedocument.presentationml.slideLayout+xml"/>
  <Override PartName="/ppt/slideLayouts/slideLayout1142.xml" ContentType="application/vnd.openxmlformats-officedocument.presentationml.slideLayout+xml"/>
  <Override PartName="/ppt/slideLayouts/slideLayout1143.xml" ContentType="application/vnd.openxmlformats-officedocument.presentationml.slideLayout+xml"/>
  <Override PartName="/ppt/slideLayouts/slideLayout1144.xml" ContentType="application/vnd.openxmlformats-officedocument.presentationml.slideLayout+xml"/>
  <Override PartName="/ppt/slideLayouts/slideLayout1145.xml" ContentType="application/vnd.openxmlformats-officedocument.presentationml.slideLayout+xml"/>
  <Override PartName="/ppt/theme/theme60.xml" ContentType="application/vnd.openxmlformats-officedocument.theme+xml"/>
  <Override PartName="/ppt/theme/theme6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9" r:id="rId3"/>
    <p:sldMasterId id="2147483667" r:id="rId4"/>
    <p:sldMasterId id="2147483682" r:id="rId5"/>
    <p:sldMasterId id="2147483713" r:id="rId6"/>
    <p:sldMasterId id="2147483819" r:id="rId7"/>
    <p:sldMasterId id="2147483827" r:id="rId8"/>
    <p:sldMasterId id="2147483933" r:id="rId9"/>
    <p:sldMasterId id="2147484039" r:id="rId10"/>
    <p:sldMasterId id="2147484047" r:id="rId11"/>
    <p:sldMasterId id="2147484062" r:id="rId12"/>
    <p:sldMasterId id="2147484077" r:id="rId13"/>
    <p:sldMasterId id="2147484092" r:id="rId14"/>
    <p:sldMasterId id="2147484107" r:id="rId15"/>
    <p:sldMasterId id="2147484122" r:id="rId16"/>
    <p:sldMasterId id="2147484137" r:id="rId17"/>
    <p:sldMasterId id="2147484159" r:id="rId18"/>
    <p:sldMasterId id="2147484265" r:id="rId19"/>
    <p:sldMasterId id="2147484371" r:id="rId20"/>
    <p:sldMasterId id="2147484477" r:id="rId21"/>
    <p:sldMasterId id="2147484488" r:id="rId22"/>
    <p:sldMasterId id="2147484522" r:id="rId23"/>
    <p:sldMasterId id="2147484530" r:id="rId24"/>
    <p:sldMasterId id="2147484537" r:id="rId25"/>
    <p:sldMasterId id="2147484544" r:id="rId26"/>
    <p:sldMasterId id="2147484557" r:id="rId27"/>
    <p:sldMasterId id="2147484570" r:id="rId28"/>
    <p:sldMasterId id="2147484578" r:id="rId29"/>
    <p:sldMasterId id="2147484599" r:id="rId30"/>
    <p:sldMasterId id="2147484612" r:id="rId31"/>
    <p:sldMasterId id="2147484625" r:id="rId32"/>
    <p:sldMasterId id="2147484638" r:id="rId33"/>
    <p:sldMasterId id="2147484646" r:id="rId34"/>
    <p:sldMasterId id="2147484659" r:id="rId35"/>
    <p:sldMasterId id="2147484672" r:id="rId36"/>
    <p:sldMasterId id="2147484685" r:id="rId37"/>
    <p:sldMasterId id="2147484698" r:id="rId38"/>
    <p:sldMasterId id="2147484711" r:id="rId39"/>
    <p:sldMasterId id="2147484721" r:id="rId40"/>
    <p:sldMasterId id="2147484731" r:id="rId41"/>
    <p:sldMasterId id="2147484739" r:id="rId42"/>
    <p:sldMasterId id="2147484749" r:id="rId43"/>
    <p:sldMasterId id="2147484760" r:id="rId44"/>
    <p:sldMasterId id="2147484770" r:id="rId45"/>
    <p:sldMasterId id="2147484780" r:id="rId46"/>
    <p:sldMasterId id="2147484790" r:id="rId47"/>
    <p:sldMasterId id="2147484816" r:id="rId48"/>
    <p:sldMasterId id="2147484823" r:id="rId49"/>
    <p:sldMasterId id="2147484830" r:id="rId50"/>
    <p:sldMasterId id="2147484843" r:id="rId51"/>
    <p:sldMasterId id="2147484853" r:id="rId52"/>
    <p:sldMasterId id="2147484863" r:id="rId53"/>
    <p:sldMasterId id="2147484873" r:id="rId54"/>
    <p:sldMasterId id="2147484883" r:id="rId55"/>
    <p:sldMasterId id="2147484891" r:id="rId56"/>
    <p:sldMasterId id="2147484901" r:id="rId57"/>
    <p:sldMasterId id="2147484911" r:id="rId58"/>
    <p:sldMasterId id="2147484921" r:id="rId59"/>
    <p:sldMasterId id="2147484934" r:id="rId60"/>
  </p:sldMasterIdLst>
  <p:notesMasterIdLst>
    <p:notesMasterId r:id="rId80"/>
  </p:notesMasterIdLst>
  <p:sldIdLst>
    <p:sldId id="256" r:id="rId61"/>
    <p:sldId id="1064" r:id="rId62"/>
    <p:sldId id="1065" r:id="rId63"/>
    <p:sldId id="1067" r:id="rId64"/>
    <p:sldId id="1066" r:id="rId65"/>
    <p:sldId id="1061" r:id="rId66"/>
    <p:sldId id="1068" r:id="rId67"/>
    <p:sldId id="1069" r:id="rId68"/>
    <p:sldId id="1084" r:id="rId69"/>
    <p:sldId id="1085" r:id="rId70"/>
    <p:sldId id="1071" r:id="rId71"/>
    <p:sldId id="1072" r:id="rId72"/>
    <p:sldId id="1073" r:id="rId73"/>
    <p:sldId id="1077" r:id="rId74"/>
    <p:sldId id="1078" r:id="rId75"/>
    <p:sldId id="1080" r:id="rId76"/>
    <p:sldId id="1081" r:id="rId77"/>
    <p:sldId id="1082" r:id="rId78"/>
    <p:sldId id="1086" r:id="rId79"/>
  </p:sldIdLst>
  <p:sldSz cx="12241213" cy="7200900"/>
  <p:notesSz cx="6858000" cy="9144000"/>
  <p:defaultTextStyle>
    <a:defPPr>
      <a:defRPr lang="zh-CN"/>
    </a:defPPr>
    <a:lvl1pPr marL="0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55038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10063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65100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20130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75166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30196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85230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440268" algn="l" defTabSz="111006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9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xiaomei" initials="l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E82B4"/>
    <a:srgbClr val="237DAE"/>
    <a:srgbClr val="CCFF99"/>
    <a:srgbClr val="3C78B4"/>
    <a:srgbClr val="FFFF00"/>
    <a:srgbClr val="CC3300"/>
    <a:srgbClr val="FFCC66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5" autoAdjust="0"/>
    <p:restoredTop sz="93324" autoAdjust="0"/>
  </p:normalViewPr>
  <p:slideViewPr>
    <p:cSldViewPr>
      <p:cViewPr varScale="1">
        <p:scale>
          <a:sx n="49" d="100"/>
          <a:sy n="49" d="100"/>
        </p:scale>
        <p:origin x="907" y="19"/>
      </p:cViewPr>
      <p:guideLst>
        <p:guide orient="horz" pos="2269"/>
        <p:guide pos="3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" Target="slides/slide3.xml"/><Relationship Id="rId68" Type="http://schemas.openxmlformats.org/officeDocument/2006/relationships/slide" Target="slides/slide8.xml"/><Relationship Id="rId84" Type="http://schemas.openxmlformats.org/officeDocument/2006/relationships/theme" Target="theme/theme1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14.xml"/><Relationship Id="rId79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Master" Target="slideMasters/slideMaster56.xml"/><Relationship Id="rId64" Type="http://schemas.openxmlformats.org/officeDocument/2006/relationships/slide" Target="slides/slide4.xml"/><Relationship Id="rId69" Type="http://schemas.openxmlformats.org/officeDocument/2006/relationships/slide" Target="slides/slide9.xml"/><Relationship Id="rId77" Type="http://schemas.openxmlformats.org/officeDocument/2006/relationships/slide" Target="slides/slide17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12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" Target="slides/slide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" Target="slides/slide2.xml"/><Relationship Id="rId70" Type="http://schemas.openxmlformats.org/officeDocument/2006/relationships/slide" Target="slides/slide10.xml"/><Relationship Id="rId75" Type="http://schemas.openxmlformats.org/officeDocument/2006/relationships/slide" Target="slides/slide15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" Target="slides/slide5.xml"/><Relationship Id="rId73" Type="http://schemas.openxmlformats.org/officeDocument/2006/relationships/slide" Target="slides/slide13.xml"/><Relationship Id="rId78" Type="http://schemas.openxmlformats.org/officeDocument/2006/relationships/slide" Target="slides/slide18.xml"/><Relationship Id="rId8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1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6.xml"/><Relationship Id="rId61" Type="http://schemas.openxmlformats.org/officeDocument/2006/relationships/slide" Target="slides/slide1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AF16F-E175-4AE0-9B90-9D4FB4FF913E}" type="datetimeFigureOut">
              <a:rPr lang="zh-CN" altLang="en-US" smtClean="0"/>
              <a:pPr/>
              <a:t>2015/9/1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15938" y="685800"/>
            <a:ext cx="5826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D7ADD-A65F-4384-B80E-AA60144582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47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55038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10063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665100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20130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775166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0196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85230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40268" algn="l" defTabSz="111006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D7ADD-A65F-4384-B80E-AA601445822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43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D7ADD-A65F-4384-B80E-AA601445822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01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hemeOverride" Target="../theme/themeOverride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themeOverride" Target="../theme/themeOverride2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themeOverride" Target="../theme/themeOverride3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4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5.xml"/><Relationship Id="rId1" Type="http://schemas.openxmlformats.org/officeDocument/2006/relationships/themeOverride" Target="../theme/themeOverride4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6.xml"/><Relationship Id="rId1" Type="http://schemas.openxmlformats.org/officeDocument/2006/relationships/themeOverride" Target="../theme/themeOverride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hemeOverride" Target="../theme/themeOverride6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8.xml"/></Relationships>
</file>

<file path=ppt/slideLayouts/_rels/slideLayout4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4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9.xml"/></Relationships>
</file>

<file path=ppt/slideLayouts/_rels/slideLayout5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5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6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0.xml"/></Relationships>
</file>

<file path=ppt/slideLayouts/_rels/slideLayout6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6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0.xml"/></Relationships>
</file>

<file path=ppt/slideLayouts/_rels/slideLayout7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1.xml"/></Relationships>
</file>

<file path=ppt/slideLayouts/_rels/slideLayout7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21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7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1.xml"/><Relationship Id="rId1" Type="http://schemas.openxmlformats.org/officeDocument/2006/relationships/themeOverride" Target="../theme/themeOverride7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7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2.xml"/></Relationships>
</file>

<file path=ppt/slideLayouts/_rels/slideLayout7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2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8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9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9.xml"/></Relationships>
</file>

<file path=ppt/slideLayouts/_rels/slideLayout8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9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29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0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0.xml"/><Relationship Id="rId1" Type="http://schemas.openxmlformats.org/officeDocument/2006/relationships/themeOverride" Target="../theme/themeOverride8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1.xml"/></Relationships>
</file>

<file path=ppt/slideLayouts/_rels/slideLayout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1.xml"/><Relationship Id="rId1" Type="http://schemas.openxmlformats.org/officeDocument/2006/relationships/themeOverride" Target="../theme/themeOverride9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2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2.xml"/><Relationship Id="rId1" Type="http://schemas.openxmlformats.org/officeDocument/2006/relationships/themeOverride" Target="../theme/themeOverride10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4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4.xml"/><Relationship Id="rId1" Type="http://schemas.openxmlformats.org/officeDocument/2006/relationships/themeOverride" Target="../theme/themeOverride11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5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6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6.xml"/><Relationship Id="rId1" Type="http://schemas.openxmlformats.org/officeDocument/2006/relationships/themeOverride" Target="../theme/themeOverride12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7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7.xml"/><Relationship Id="rId1" Type="http://schemas.openxmlformats.org/officeDocument/2006/relationships/themeOverride" Target="../theme/themeOverride13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8.xml"/></Relationships>
</file>

<file path=ppt/slideLayouts/_rels/slideLayout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8.xml"/><Relationship Id="rId1" Type="http://schemas.openxmlformats.org/officeDocument/2006/relationships/themeOverride" Target="../theme/themeOverride14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9.xml"/></Relationships>
</file>

<file path=ppt/slideLayouts/_rels/slideLayout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0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9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2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3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9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4.xml"/></Relationships>
</file>

<file path=ppt/slideLayouts/_rels/slideLayout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5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6.xml"/></Relationships>
</file>

<file path=ppt/slideLayouts/_rels/slideLayout1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0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7.xml"/></Relationships>
</file>

<file path=ppt/slideLayouts/_rels/slideLayout10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7.xml"/></Relationships>
</file>

<file path=ppt/slideLayouts/_rels/slideLayout1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1.xml"/></Relationships>
</file>

<file path=ppt/slideLayouts/_rels/slideLayout1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2.xml"/></Relationships>
</file>

<file path=ppt/slideLayouts/_rels/slideLayout1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3.xml"/></Relationships>
</file>

<file path=ppt/slideLayouts/_rels/slideLayout1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4.xml"/></Relationships>
</file>

<file path=ppt/slideLayouts/_rels/slideLayout1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6.xml"/></Relationships>
</file>

<file path=ppt/slideLayouts/_rels/slideLayout1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7.xml"/></Relationships>
</file>

<file path=ppt/slideLayouts/_rels/slideLayout1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8.xml"/></Relationships>
</file>

<file path=ppt/slideLayouts/_rels/slideLayout1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9.xml"/></Relationships>
</file>

<file path=ppt/slideLayouts/_rels/slideLayout1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0.xml"/></Relationships>
</file>

<file path=ppt/slideLayouts/_rels/slideLayout1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0.xml"/></Relationships>
</file>

<file path=ppt/slideLayouts/_rels/slideLayout1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0.xml"/></Relationships>
</file>

<file path=ppt/slideLayouts/_rels/slideLayout1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60.xml"/></Relationships>
</file>

<file path=ppt/slideLayouts/_rels/slideLayout1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55"/>
            <a:ext cx="10405031" cy="154352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5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5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5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0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0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5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0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89D1-064B-4861-BA3C-39A6A2C92F84}" type="datetimeFigureOut">
              <a:rPr lang="zh-CN" altLang="en-US" smtClean="0"/>
              <a:pPr/>
              <a:t>2015/9/1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CBF0-93DD-42BF-BAD8-8A8EDC47FA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:\2011工作\周报\xianghailong\img\bg_cnt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5667" y="1582648"/>
            <a:ext cx="12640802" cy="5618279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863" y="825084"/>
            <a:ext cx="11571852" cy="600079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555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5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0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0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5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0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:\2011工作\周报\xianghailong\img\bg_cnt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5667" y="1582648"/>
            <a:ext cx="12640802" cy="5618279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863" y="825084"/>
            <a:ext cx="11571852" cy="600079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555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5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0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0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5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0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063" y="6674176"/>
            <a:ext cx="2856284" cy="383381"/>
          </a:xfrm>
          <a:prstGeom prst="rect">
            <a:avLst/>
          </a:prstGeom>
        </p:spPr>
        <p:txBody>
          <a:bodyPr lIns="111008" tIns="55507" rIns="111008" bIns="55507"/>
          <a:lstStyle/>
          <a:p>
            <a:fld id="{270E79FD-C402-4CC3-9A82-BAE1DCDFB089}" type="datetimeFigureOut">
              <a:rPr lang="zh-CN" altLang="en-US" smtClean="0"/>
              <a:pPr/>
              <a:t>2015/9/1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82424" y="6674176"/>
            <a:ext cx="3876384" cy="383381"/>
          </a:xfrm>
          <a:prstGeom prst="rect">
            <a:avLst/>
          </a:prstGeom>
        </p:spPr>
        <p:txBody>
          <a:bodyPr lIns="111008" tIns="55507" rIns="111008" bIns="55507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72878" y="6674176"/>
            <a:ext cx="2856284" cy="383381"/>
          </a:xfrm>
          <a:prstGeom prst="rect">
            <a:avLst/>
          </a:prstGeom>
        </p:spPr>
        <p:txBody>
          <a:bodyPr lIns="111008" tIns="55507" rIns="111008" bIns="55507"/>
          <a:lstStyle/>
          <a:p>
            <a:fld id="{9C3BABE4-52A5-4B0F-907F-4727857335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247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1767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96688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1706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98659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85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4592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0669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16778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45259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30712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107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983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449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30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349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2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3626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07289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6927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474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5910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1988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83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54744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23897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879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26472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9480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4482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1851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399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9248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5990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1205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64698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5447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tx2"/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buClr>
                <a:schemeClr val="tx2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Clr>
                <a:schemeClr val="tx2"/>
              </a:buCl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1"/>
            <a:r>
              <a:rPr lang="zh-CN" altLang="en-US" sz="1600" dirty="0" smtClean="0"/>
              <a:t>标题</a:t>
            </a:r>
            <a:r>
              <a:rPr lang="en-US" altLang="zh-CN" sz="1600" dirty="0" smtClean="0"/>
              <a:t>2</a:t>
            </a:r>
          </a:p>
          <a:p>
            <a:pPr lvl="2"/>
            <a:r>
              <a:rPr lang="zh-CN" altLang="en-US" sz="1400" dirty="0" smtClean="0"/>
              <a:t>标题</a:t>
            </a:r>
            <a:r>
              <a:rPr lang="en-US" altLang="zh-CN" sz="1400" dirty="0" smtClean="0"/>
              <a:t>3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1518906" y="6725597"/>
            <a:ext cx="578325" cy="310303"/>
          </a:xfrm>
          <a:prstGeom prst="rect">
            <a:avLst/>
          </a:prstGeom>
          <a:noFill/>
        </p:spPr>
        <p:txBody>
          <a:bodyPr wrap="square" lIns="124422" tIns="62211" rIns="124422" bIns="62211" rtlCol="0">
            <a:spAutoFit/>
          </a:bodyPr>
          <a:lstStyle/>
          <a:p>
            <a:pPr algn="ctr"/>
            <a:fld id="{E65BD3C2-92F2-40F1-861F-DD5FA7B60D63}" type="slidenum">
              <a:rPr lang="zh-CN" altLang="en-US" sz="1200" smtClean="0">
                <a:solidFill>
                  <a:prstClr val="black"/>
                </a:solidFill>
                <a:latin typeface="微软雅黑" pitchFamily="34" charset="-122"/>
              </a:rPr>
              <a:pPr algn="ctr"/>
              <a:t>‹#›</a:t>
            </a:fld>
            <a:endParaRPr lang="zh-CN" altLang="en-US" sz="12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1994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0465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2791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9994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95924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63073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71104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5526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8119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322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409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61834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1006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6625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04934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554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58812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03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8131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85535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38816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86485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1246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28931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32986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32051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6854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17044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21355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93404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3358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49075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04374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49037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2427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27162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73309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45834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26968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83668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0570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85658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79274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09033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3848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1777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21212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49881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03548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798758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2481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218258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84833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5422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039297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3235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54416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1561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683382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63280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434013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4126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534840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285087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602784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04142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63315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41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40276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919343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575953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585509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92670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48779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2921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25704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34038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736626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71977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066281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90018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35355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1689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72465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98325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748958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911761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4859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87136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72852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183686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09984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494570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20289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85310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80431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34336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93034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727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42018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94501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58127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2723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850029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15147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94363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33485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37924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88902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947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665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611239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3363" y="900113"/>
            <a:ext cx="5773737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9500" y="900113"/>
            <a:ext cx="5773738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757918-9D6D-47DC-9591-A312431D4620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B9054D-2468-42EB-BFB8-CBB2E606FA7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34978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620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6925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8542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98540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92985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576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673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1555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2522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4653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93671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72656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057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27615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75998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7477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974805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7726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367920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683704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431789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08618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483949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61194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94032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93819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479149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179651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88473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17732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816047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28732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15002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9571255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937156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668696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765721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14706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561254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7050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036735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781533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223202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617186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200544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796244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92501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9873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17440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41577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42725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2442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46863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2183502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85545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3093985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532448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40837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816610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706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101106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34120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67668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815143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78750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499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39038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885042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127903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86704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1857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70802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197782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382387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642283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076366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884670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93522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037185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964671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995601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283225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322667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031730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93440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633301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156673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67826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819316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253635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98704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593344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56199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275211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739741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166719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745760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1700725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2949571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053016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051271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974808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375866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0408690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2192976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550942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70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99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1100423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3363" y="900113"/>
            <a:ext cx="5773737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9500" y="900113"/>
            <a:ext cx="5773738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757918-9D6D-47DC-9591-A312431D4620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B9054D-2468-42EB-BFB8-CBB2E606FA7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398580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823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3909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6097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9564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1170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65553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724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00530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69258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894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2030458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764044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207513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4631678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9788414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527085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1708890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966163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074673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311490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914214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852256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4333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3610413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845515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3613145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860563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27527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3513678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9894918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488099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9090963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269952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7034234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711636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9548006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213535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0474231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816373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3137033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91257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720303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805703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2791937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103712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5876443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932885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5486642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8760386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168958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5308851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0520157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8849608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1137023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553330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3257071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1760283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347507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811531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9019345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071368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2111688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573893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5610914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285299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269203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2818552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0933629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060265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7978962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6127504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7658728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0006598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485041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669652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958363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4608923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054508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574523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4364513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0435439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195628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034523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351188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326653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8786661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568706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397568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2885521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8754273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0815245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9921765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4099952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14152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7206697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725772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4420428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099743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495789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944587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03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504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54851002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3363" y="900113"/>
            <a:ext cx="5773737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9500" y="900113"/>
            <a:ext cx="5773738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757918-9D6D-47DC-9591-A312431D4620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B9054D-2468-42EB-BFB8-CBB2E606FA7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23180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705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5299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11743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38741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590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639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7575" y="2236788"/>
            <a:ext cx="10406063" cy="15430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738" y="4079875"/>
            <a:ext cx="8567737" cy="1841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0BB292-98C5-F246-B0E4-048F6A90E1F7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A8794D-B484-8E40-AEEF-47E5AC3B3E2B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912143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111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87499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269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6726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74003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862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3994899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555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055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254231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530464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205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62" y="540365"/>
            <a:ext cx="11017092" cy="644258"/>
          </a:xfrm>
        </p:spPr>
        <p:txBody>
          <a:bodyPr anchor="t"/>
          <a:lstStyle>
            <a:lvl1pPr algn="l"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4109" y="1324220"/>
            <a:ext cx="11228361" cy="5429728"/>
          </a:xfrm>
        </p:spPr>
        <p:txBody>
          <a:bodyPr/>
          <a:lstStyle>
            <a:lvl1pPr marL="235453" indent="-235453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•"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87172" indent="-470904">
              <a:buClr>
                <a:schemeClr val="tx1">
                  <a:lumMod val="75000"/>
                  <a:lumOff val="25000"/>
                </a:schemeClr>
              </a:buClr>
              <a:buFont typeface="微软雅黑" pitchFamily="34" charset="-122"/>
              <a:buChar char="−"/>
              <a:defRPr sz="19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2pPr>
            <a:lvl3pPr marL="1458076" indent="-470904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buNone/>
              <a:defRPr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62" y="540365"/>
            <a:ext cx="11017092" cy="644258"/>
          </a:xfrm>
        </p:spPr>
        <p:txBody>
          <a:bodyPr anchor="t"/>
          <a:lstStyle>
            <a:lvl1pPr algn="l"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4109" y="1324220"/>
            <a:ext cx="11228361" cy="5429728"/>
          </a:xfrm>
        </p:spPr>
        <p:txBody>
          <a:bodyPr/>
          <a:lstStyle>
            <a:lvl1pPr marL="235453" indent="-235453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•"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87172" indent="-470904">
              <a:buClr>
                <a:schemeClr val="tx1">
                  <a:lumMod val="75000"/>
                  <a:lumOff val="25000"/>
                </a:schemeClr>
              </a:buClr>
              <a:buFont typeface="微软雅黑" pitchFamily="34" charset="-122"/>
              <a:buChar char="−"/>
              <a:defRPr sz="19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2pPr>
            <a:lvl3pPr marL="1458076" indent="-470904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buNone/>
              <a:defRPr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62" y="540365"/>
            <a:ext cx="11017092" cy="644258"/>
          </a:xfrm>
        </p:spPr>
        <p:txBody>
          <a:bodyPr anchor="t"/>
          <a:lstStyle>
            <a:lvl1pPr algn="l"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4109" y="1324220"/>
            <a:ext cx="11228361" cy="5429728"/>
          </a:xfrm>
        </p:spPr>
        <p:txBody>
          <a:bodyPr/>
          <a:lstStyle>
            <a:lvl1pPr marL="235453" indent="-235453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•"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87172" indent="-470904">
              <a:buClr>
                <a:schemeClr val="tx1">
                  <a:lumMod val="75000"/>
                  <a:lumOff val="25000"/>
                </a:schemeClr>
              </a:buClr>
              <a:buFont typeface="微软雅黑" pitchFamily="34" charset="-122"/>
              <a:buChar char="−"/>
              <a:defRPr sz="19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2pPr>
            <a:lvl3pPr marL="1458076" indent="-470904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3pPr>
            <a:lvl4pPr>
              <a:buNone/>
              <a:defRPr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109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7803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47533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44038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3058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401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6946770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112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5900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8152911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490271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8338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94900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5391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52583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74161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7382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52265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541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31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956851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601927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929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568453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06025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385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181839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49704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67535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19462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5869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502016"/>
      </p:ext>
    </p:extLst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636370"/>
      </p:ext>
    </p:extLst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0870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77411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34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912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3875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78857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17452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259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421956"/>
      </p:ext>
    </p:extLst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617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9490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3383028"/>
      </p:ext>
    </p:extLst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631456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937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99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3875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7587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2746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77854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80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3383041"/>
      </p:ext>
    </p:extLst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348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0419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524552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7233969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820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760095"/>
      </p:ext>
    </p:extLst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439765"/>
      </p:ext>
    </p:extLst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591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5821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631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51463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09578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2169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79328"/>
      </p:ext>
    </p:extLst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89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747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298164"/>
      </p:ext>
    </p:extLst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74753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0"/>
            <a:ext cx="12241213" cy="72009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012" tIns="48006" rIns="96012" bIns="48006" numCol="1" rtlCol="0" anchor="t" anchorCtr="0" compatLnSpc="1">
            <a:prstTxWarp prst="textNoShape">
              <a:avLst/>
            </a:prstTxWarp>
          </a:bodyPr>
          <a:lstStyle/>
          <a:p>
            <a:pPr algn="ctr" defTabSz="960120" fontAlgn="base">
              <a:spcBef>
                <a:spcPct val="0"/>
              </a:spcBef>
              <a:spcAft>
                <a:spcPct val="0"/>
              </a:spcAft>
            </a:pPr>
            <a:endParaRPr lang="zh-CN" altLang="en-US" sz="1890" smtClean="0">
              <a:solidFill>
                <a:prstClr val="black"/>
              </a:solidFill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13337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001159"/>
      </p:ext>
    </p:extLst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94923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928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36968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4416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11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90937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44408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885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22826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362535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533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1669411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2219158"/>
      </p:ext>
    </p:extLst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5663330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593991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8880"/>
      </p:ext>
    </p:extLst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022683"/>
      </p:ext>
    </p:extLst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2182749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468680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673205"/>
      </p:ext>
    </p:extLst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456260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5765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669194"/>
      </p:ext>
    </p:extLst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2467613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8991897"/>
      </p:ext>
    </p:extLst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148260"/>
      </p:ext>
    </p:extLst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025048"/>
      </p:ext>
    </p:extLst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347036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333190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2696788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6334024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4656848"/>
      </p:ext>
    </p:extLst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156746"/>
      </p:ext>
    </p:extLst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383114"/>
      </p:ext>
    </p:extLst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402406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549273"/>
      </p:ext>
    </p:extLst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21697"/>
      </p:ext>
    </p:extLst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8402090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252902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9557494"/>
      </p:ext>
    </p:extLst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2541009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6186225"/>
      </p:ext>
    </p:extLst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359083"/>
      </p:ext>
    </p:extLst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054670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991752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747424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391064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195139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0167945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6938081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4783596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891657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6635274"/>
      </p:ext>
    </p:extLst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520567"/>
      </p:ext>
    </p:extLst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946646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5300467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3025170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944572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5162612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9489118"/>
      </p:ext>
    </p:extLst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6667108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953739"/>
      </p:ext>
    </p:extLst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550928"/>
      </p:ext>
    </p:extLst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3760434"/>
      </p:ext>
    </p:extLst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3051866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9004595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5925949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0304560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3593396"/>
      </p:ext>
    </p:extLst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919568"/>
      </p:ext>
    </p:extLst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590413"/>
      </p:ext>
    </p:extLst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1391386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2514184"/>
      </p:ext>
    </p:extLst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9441395"/>
      </p:ext>
    </p:extLst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607315"/>
      </p:ext>
    </p:extLst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3122208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2555650"/>
      </p:ext>
    </p:extLst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8409995"/>
      </p:ext>
    </p:extLst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0580610"/>
      </p:ext>
    </p:extLst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4592085"/>
      </p:ext>
    </p:extLst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818205"/>
      </p:ext>
    </p:extLst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1856117"/>
      </p:ext>
    </p:extLst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9830737"/>
      </p:ext>
    </p:extLst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441288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178619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294054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311531"/>
      </p:ext>
    </p:extLst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8307434"/>
      </p:ext>
    </p:extLst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6039621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5233660"/>
      </p:ext>
    </p:extLst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691409"/>
      </p:ext>
    </p:extLst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1991662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38012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917720"/>
      </p:ext>
    </p:extLst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5420769"/>
      </p:ext>
    </p:extLst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5013655"/>
      </p:ext>
    </p:extLst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03036"/>
      </p:ext>
    </p:extLst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914177"/>
      </p:ext>
    </p:extLst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730170"/>
      </p:ext>
    </p:extLst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2789909"/>
      </p:ext>
    </p:extLst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6551199"/>
      </p:ext>
    </p:extLst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027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75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3821563"/>
      </p:ext>
    </p:extLst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3363" y="900113"/>
            <a:ext cx="5773737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9500" y="900113"/>
            <a:ext cx="5773738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757918-9D6D-47DC-9591-A312431D4620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B9054D-2468-42EB-BFB8-CBB2E606FA7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822618"/>
      </p:ext>
    </p:extLst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454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24692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8897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89678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01981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37139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073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1595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7526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990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8694982"/>
      </p:ext>
    </p:extLst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1750"/>
      </p:ext>
    </p:extLst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654593"/>
      </p:ext>
    </p:extLst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83003"/>
      </p:ext>
    </p:extLst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4858734"/>
      </p:ext>
    </p:extLst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182697"/>
      </p:ext>
    </p:extLst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7537555"/>
      </p:ext>
    </p:extLst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407997"/>
      </p:ext>
    </p:extLst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9676908"/>
      </p:ext>
    </p:extLst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80404"/>
      </p:ext>
    </p:extLst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4265834"/>
      </p:ext>
    </p:extLst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3870518"/>
      </p:ext>
    </p:extLst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423581"/>
      </p:ext>
    </p:extLst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5254720"/>
      </p:ext>
    </p:extLst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636466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649612"/>
      </p:ext>
    </p:extLst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891408"/>
      </p:ext>
    </p:extLst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47618"/>
      </p:ext>
    </p:extLst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6012649"/>
      </p:ext>
    </p:extLst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099762"/>
      </p:ext>
    </p:extLst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6263639"/>
      </p:ext>
    </p:extLst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162650"/>
      </p:ext>
    </p:extLst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3078447"/>
      </p:ext>
    </p:extLst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6464443"/>
      </p:ext>
    </p:extLst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2087198"/>
      </p:ext>
    </p:extLst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9928926"/>
      </p:ext>
    </p:extLst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3593603"/>
      </p:ext>
    </p:extLst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641397"/>
      </p:ext>
    </p:extLst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795050"/>
      </p:ext>
    </p:extLst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0912917"/>
      </p:ext>
    </p:extLst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293639"/>
      </p:ext>
    </p:extLst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8594749"/>
      </p:ext>
    </p:extLst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881945"/>
      </p:ext>
    </p:extLst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822571"/>
      </p:ext>
    </p:extLst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868031"/>
      </p:ext>
    </p:extLst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4204862"/>
      </p:ext>
    </p:extLst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046183"/>
      </p:ext>
    </p:extLst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988335"/>
      </p:ext>
    </p:extLst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7741981"/>
      </p:ext>
    </p:extLst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607194"/>
      </p:ext>
    </p:extLst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9161795"/>
      </p:ext>
    </p:extLst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818606"/>
      </p:ext>
    </p:extLst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664131"/>
      </p:ext>
    </p:extLst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1814053"/>
      </p:ext>
    </p:extLst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9514503"/>
      </p:ext>
    </p:extLst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552560"/>
      </p:ext>
    </p:extLst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6294683"/>
      </p:ext>
    </p:extLst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9865621"/>
      </p:ext>
    </p:extLst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561222"/>
      </p:ext>
    </p:extLst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907029"/>
      </p:ext>
    </p:extLst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372509"/>
      </p:ext>
    </p:extLst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9767932"/>
      </p:ext>
    </p:extLst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00677"/>
      </p:ext>
    </p:extLst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337254"/>
      </p:ext>
    </p:extLst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98219"/>
      </p:ext>
    </p:extLst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498472"/>
      </p:ext>
    </p:extLst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5933098"/>
      </p:ext>
    </p:extLst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7518868"/>
      </p:ext>
    </p:extLst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445771"/>
      </p:ext>
    </p:extLst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1080490"/>
      </p:ext>
    </p:extLst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3055"/>
      </p:ext>
    </p:extLst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900305"/>
      </p:ext>
    </p:extLst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0523279"/>
      </p:ext>
    </p:extLst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9926632"/>
      </p:ext>
    </p:extLst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7465149"/>
      </p:ext>
    </p:extLst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891356"/>
      </p:ext>
    </p:extLst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039755"/>
      </p:ext>
    </p:extLst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495920"/>
      </p:ext>
    </p:extLst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516783"/>
      </p:ext>
    </p:extLst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047813"/>
      </p:ext>
    </p:extLst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8375077"/>
      </p:ext>
    </p:extLst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278283"/>
      </p:ext>
    </p:extLst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817975"/>
      </p:ext>
    </p:extLst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7588166"/>
      </p:ext>
    </p:extLst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2407470"/>
      </p:ext>
    </p:extLst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0518129"/>
      </p:ext>
    </p:extLst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302969"/>
      </p:ext>
    </p:extLst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0054380"/>
      </p:ext>
    </p:extLst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5704284"/>
      </p:ext>
    </p:extLst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262040"/>
      </p:ext>
    </p:extLst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6755575"/>
      </p:ext>
    </p:extLst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841172"/>
      </p:ext>
    </p:extLst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252282"/>
      </p:ext>
    </p:extLst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4121642"/>
      </p:ext>
    </p:extLst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7225294"/>
      </p:ext>
    </p:extLst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941855"/>
      </p:ext>
    </p:extLst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473203"/>
      </p:ext>
    </p:extLst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431277"/>
      </p:ext>
    </p:extLst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672014"/>
      </p:ext>
    </p:extLst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1403105"/>
      </p:ext>
    </p:extLst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016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609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3794771"/>
      </p:ext>
    </p:extLst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3363" y="900113"/>
            <a:ext cx="5773737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9500" y="900113"/>
            <a:ext cx="5773738" cy="5532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757918-9D6D-47DC-9591-A312431D4620}" type="datetime1">
              <a:rPr lang="zh-CN" altLang="en-US">
                <a:solidFill>
                  <a:prstClr val="black"/>
                </a:solidFill>
              </a:rPr>
              <a:pPr>
                <a:defRPr/>
              </a:pPr>
              <a:t>2015/9/1</a:t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B9054D-2468-42EB-BFB8-CBB2E606FA7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60432"/>
      </p:ext>
    </p:extLst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28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0671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57611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40799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81599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7917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47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413515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11436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443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59553365"/>
      </p:ext>
    </p:extLst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4704027"/>
      </p:ext>
    </p:extLst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2229184"/>
      </p:ext>
    </p:extLst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155914"/>
      </p:ext>
    </p:extLst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074014"/>
      </p:ext>
    </p:extLst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436930"/>
      </p:ext>
    </p:extLst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7466004"/>
      </p:ext>
    </p:extLst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4986"/>
      </p:ext>
    </p:extLst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0972399"/>
      </p:ext>
    </p:extLst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939398"/>
      </p:ext>
    </p:extLst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274575"/>
      </p:ext>
    </p:extLst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183787"/>
      </p:ext>
    </p:extLst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7088752"/>
      </p:ext>
    </p:extLst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206565"/>
      </p:ext>
    </p:extLst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39412"/>
      </p:ext>
    </p:extLst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1076530"/>
      </p:ext>
    </p:extLst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991075"/>
      </p:ext>
    </p:extLst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904457"/>
      </p:ext>
    </p:extLst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992954"/>
      </p:ext>
    </p:extLst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2722495"/>
      </p:ext>
    </p:extLst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9158737"/>
      </p:ext>
    </p:extLst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5923266"/>
      </p:ext>
    </p:extLst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1616914"/>
      </p:ext>
    </p:extLst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599733"/>
      </p:ext>
    </p:extLst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198184"/>
      </p:ext>
    </p:extLst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941171"/>
      </p:ext>
    </p:extLst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5981682"/>
      </p:ext>
    </p:extLst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993882"/>
      </p:ext>
    </p:extLst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1148751"/>
      </p:ext>
    </p:extLst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960450"/>
      </p:ext>
    </p:extLst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808675"/>
      </p:ext>
    </p:extLst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4703291"/>
      </p:ext>
    </p:extLst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6891802"/>
      </p:ext>
    </p:extLst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039207"/>
      </p:ext>
    </p:extLst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6545045"/>
      </p:ext>
    </p:extLst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433586"/>
      </p:ext>
    </p:extLst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676076"/>
      </p:ext>
    </p:extLst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1654721"/>
      </p:ext>
    </p:extLst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9609897"/>
      </p:ext>
    </p:extLst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4082522"/>
      </p:ext>
    </p:extLst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69850"/>
      </p:ext>
    </p:extLst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4109120"/>
      </p:ext>
    </p:extLst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7066113"/>
      </p:ext>
    </p:extLst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7812738"/>
      </p:ext>
    </p:extLst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101331"/>
      </p:ext>
    </p:extLst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9611902"/>
      </p:ext>
    </p:extLst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8720502"/>
      </p:ext>
    </p:extLst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4924969"/>
      </p:ext>
    </p:extLst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2842336"/>
      </p:ext>
    </p:extLst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961681"/>
      </p:ext>
    </p:extLst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3146692"/>
      </p:ext>
    </p:extLst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5539211"/>
      </p:ext>
    </p:extLst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464689"/>
      </p:ext>
    </p:extLst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062067"/>
      </p:ext>
    </p:extLst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884245"/>
      </p:ext>
    </p:extLst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5292778"/>
      </p:ext>
    </p:extLst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8012307"/>
      </p:ext>
    </p:extLst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941709"/>
      </p:ext>
    </p:extLst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7533057"/>
      </p:ext>
    </p:extLst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7980449"/>
      </p:ext>
    </p:extLst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838361"/>
      </p:ext>
    </p:extLst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444099"/>
      </p:ext>
    </p:extLst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650602"/>
      </p:ext>
    </p:extLst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6729370"/>
      </p:ext>
    </p:extLst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389187"/>
      </p:ext>
    </p:extLst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6722647"/>
      </p:ext>
    </p:extLst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730207"/>
      </p:ext>
    </p:extLst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573010"/>
      </p:ext>
    </p:extLst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483681"/>
      </p:ext>
    </p:extLst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426028"/>
      </p:ext>
    </p:extLst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785708"/>
      </p:ext>
    </p:extLst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213048"/>
      </p:ext>
    </p:extLst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2040916"/>
      </p:ext>
    </p:extLst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697004"/>
      </p:ext>
    </p:extLst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0542510"/>
      </p:ext>
    </p:extLst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1239401"/>
      </p:ext>
    </p:extLst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8116694"/>
      </p:ext>
    </p:extLst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316639"/>
      </p:ext>
    </p:extLst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154387"/>
      </p:ext>
    </p:extLst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5562293"/>
      </p:ext>
    </p:extLst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7018111"/>
      </p:ext>
    </p:extLst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1224801"/>
      </p:ext>
    </p:extLst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7666150"/>
      </p:ext>
    </p:extLst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5650602"/>
      </p:ext>
    </p:extLst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6153425"/>
      </p:ext>
    </p:extLst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243189"/>
      </p:ext>
    </p:extLst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116090"/>
      </p:ext>
    </p:extLst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4626259"/>
      </p:ext>
    </p:extLst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232230"/>
      </p:ext>
    </p:extLst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974616"/>
      </p:ext>
    </p:extLst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94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6033" tIns="53017" rIns="106033" bIns="53017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60328" latinLnBrk="1">
              <a:defRPr/>
            </a:pPr>
            <a:fld id="{5B1A3F58-9469-4AB1-8AD0-F870221318E7}" type="slidenum">
              <a:rPr lang="ko-KR" altLang="en-US" sz="1400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60328" latinLnBrk="1">
                <a:defRPr/>
              </a:pPr>
              <a:t>‹#›</a:t>
            </a:fld>
            <a:r>
              <a:rPr lang="ko-KR" altLang="en-US" sz="1400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100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895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8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475303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3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内容标题一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内容标题二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内容标题三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39432918"/>
      </p:ext>
    </p:extLst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39161"/>
      </p:ext>
    </p:extLst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4335311"/>
      </p:ext>
    </p:extLst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6" cy="431292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6" cy="762635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>
            <a:normAutofit/>
          </a:bodyPr>
          <a:lstStyle>
            <a:lvl1pPr>
              <a:buClr>
                <a:srgbClr val="237DAE"/>
              </a:buClr>
              <a:defRPr sz="174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4"/>
            <a:ext cx="10403176" cy="47275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>
              <a:buNone/>
              <a:defRPr sz="2008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7590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3362" y="25401"/>
            <a:ext cx="10507662" cy="55562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73F6D5E-3E8C-4F98-A647-629983E0D131}" type="datetime1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2015/9/1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endParaRPr lang="zh-CN" altLang="zh-CN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9A03A73-0C1A-414F-874C-0CB118AE07E2}" type="slidenum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‹#›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470267"/>
      </p:ext>
    </p:extLst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3" y="2468879"/>
            <a:ext cx="5810821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4" y="2468879"/>
            <a:ext cx="5813108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4" y="818833"/>
            <a:ext cx="5788596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9" y="818833"/>
            <a:ext cx="5745162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4" y="1341121"/>
            <a:ext cx="5788596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9" y="1341121"/>
            <a:ext cx="5745162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9142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6"/>
          <p:cNvSpPr>
            <a:spLocks noGrp="1"/>
          </p:cNvSpPr>
          <p:nvPr>
            <p:ph type="title"/>
          </p:nvPr>
        </p:nvSpPr>
        <p:spPr>
          <a:xfrm>
            <a:off x="420792" y="375026"/>
            <a:ext cx="9333952" cy="536714"/>
          </a:xfrm>
          <a:prstGeom prst="rect">
            <a:avLst/>
          </a:prstGeom>
        </p:spPr>
        <p:txBody>
          <a:bodyPr lIns="67190" tIns="33595" rIns="67190" bIns="33595" rtlCol="0">
            <a:noAutofit/>
          </a:bodyPr>
          <a:lstStyle>
            <a:lvl1pPr>
              <a:defRPr sz="2945" i="0"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382501" y="1425165"/>
            <a:ext cx="11476216" cy="3900512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lnSpc>
                <a:spcPct val="150000"/>
              </a:lnSpc>
              <a:buFontTx/>
              <a:buBlip>
                <a:blip r:embed="rId2"/>
              </a:buBlip>
              <a:defRPr lang="en-US" altLang="zh-CN" sz="2276" dirty="0" smtClean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>
              <a:lnSpc>
                <a:spcPct val="150000"/>
              </a:lnSpc>
              <a:buClr>
                <a:schemeClr val="accent6"/>
              </a:buClr>
              <a:buSzPct val="80000"/>
              <a:buFont typeface="Wingdings" pitchFamily="2" charset="2"/>
              <a:buChar char="n"/>
              <a:defRPr sz="2008"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1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2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2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3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3</a:t>
            </a:r>
          </a:p>
          <a:p>
            <a:pPr lvl="0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15558034"/>
      </p:ext>
    </p:extLst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963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2" y="1249681"/>
            <a:ext cx="10463133" cy="519811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1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70793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72" y="288371"/>
            <a:ext cx="11017090" cy="1200150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7739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032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848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2586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5060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84749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9683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0913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3989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4485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7722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523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3460940"/>
      </p:ext>
    </p:extLst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7613744"/>
      </p:ext>
    </p:extLst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6999765"/>
      </p:ext>
    </p:extLst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1097262"/>
      </p:ext>
    </p:extLst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2632737"/>
      </p:ext>
    </p:extLst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6144478"/>
      </p:ext>
    </p:extLst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929984"/>
      </p:ext>
    </p:extLst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2752844"/>
      </p:ext>
    </p:extLst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84151"/>
      </p:ext>
    </p:extLst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083538"/>
      </p:ext>
    </p:extLst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63897"/>
      </p:ext>
    </p:extLst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285922"/>
      </p:ext>
    </p:extLst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1407186"/>
      </p:ext>
    </p:extLst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66039"/>
      </p:ext>
    </p:extLst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857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7624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9686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8253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4659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16647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535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693A2-86C6-4C3C-99F3-7506CBF4C26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AF40F-653D-4C02-856B-60D831ED02C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373165"/>
      </p:ext>
    </p:extLst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DCA25-ACD5-4863-9D53-8491F944FA0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311248A-43C9-4D3F-98F4-178D3A7F6B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865652"/>
      </p:ext>
    </p:extLst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DD01C-4AFD-4C37-AA9C-7A22392C5CA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29B5B968-A2F9-451E-BE54-984BD9C3910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01725"/>
      </p:ext>
    </p:extLst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A5588-DFA1-44DC-89C0-E6B0E0B05D8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7C0AA6CF-C942-4280-92FB-E6CE9D75EC4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587589"/>
      </p:ext>
    </p:extLst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0DDE3-7162-4134-9B37-172A9F728A5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5153205A-EED0-4638-8F9B-8CFE2EBB1B3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298777"/>
      </p:ext>
    </p:extLst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37986-F419-4A81-8DA2-3DE0ED98A7F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82901-2238-4A24-BEED-27FA74ED56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056735"/>
      </p:ext>
    </p:extLst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731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60713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6624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07981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36618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5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D9BB3-5ABD-45C4-B97C-1880761D5D1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A12F2-4C1F-4F8F-9C50-77F9D2FE92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686957"/>
      </p:ext>
    </p:extLst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B05FD-1A7E-4FBF-B9D9-B0C8F5E4C49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7BDD7E2-2C70-4335-8A89-0A06B0126C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383074"/>
      </p:ext>
    </p:extLst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E5B3F-FC1A-4B63-AA45-4461329C86C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75711CE6-BD28-41C8-A5C5-5162C9BD23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023386"/>
      </p:ext>
    </p:extLst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D02C1-1D78-4E30-A4C8-10A33DFC298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5B6C9541-CF92-438F-BC70-0FC4450C1AE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26853"/>
      </p:ext>
    </p:extLst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F8D6C-A91F-4974-9E81-EE1B7932EEF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B17BB61A-DAB9-48D5-B80F-B56661189FE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88899"/>
      </p:ext>
    </p:extLst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FC8DF-30E2-4539-A69F-AFA53E29ED9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53398-040D-4DAD-9DF3-4DE43FBE3B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81824"/>
      </p:ext>
    </p:extLst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722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3985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5571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86668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78622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79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D9BB3-5ABD-45C4-B97C-1880761D5D1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A12F2-4C1F-4F8F-9C50-77F9D2FE92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01326"/>
      </p:ext>
    </p:extLst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B05FD-1A7E-4FBF-B9D9-B0C8F5E4C49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7BDD7E2-2C70-4335-8A89-0A06B0126C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17657"/>
      </p:ext>
    </p:extLst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E5B3F-FC1A-4B63-AA45-4461329C86C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75711CE6-BD28-41C8-A5C5-5162C9BD23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79064"/>
      </p:ext>
    </p:extLst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D02C1-1D78-4E30-A4C8-10A33DFC298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5B6C9541-CF92-438F-BC70-0FC4450C1AE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227831"/>
      </p:ext>
    </p:extLst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F8D6C-A91F-4974-9E81-EE1B7932EEF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B17BB61A-DAB9-48D5-B80F-B56661189FE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79520"/>
      </p:ext>
    </p:extLst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FC8DF-30E2-4539-A69F-AFA53E29ED9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53398-040D-4DAD-9DF3-4DE43FBE3B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103324"/>
      </p:ext>
    </p:extLst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153962"/>
      </p:ext>
    </p:extLst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61" y="288369"/>
            <a:ext cx="11017092" cy="12001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2061" y="1648539"/>
            <a:ext cx="5406536" cy="4752261"/>
          </a:xfrm>
          <a:prstGeom prst="rect">
            <a:avLst/>
          </a:prstGeo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7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2616" y="1648539"/>
            <a:ext cx="5406536" cy="4752261"/>
          </a:xfrm>
          <a:prstGeom prst="rect">
            <a:avLst/>
          </a:prstGeo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7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00807"/>
      </p:ext>
    </p:extLst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54"/>
            <a:ext cx="10405031" cy="15435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9"/>
            <a:ext cx="8568849" cy="1840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88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6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65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53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42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30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18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0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061" y="6674174"/>
            <a:ext cx="2856283" cy="383384"/>
          </a:xfrm>
          <a:prstGeom prst="rect">
            <a:avLst/>
          </a:prstGeom>
        </p:spPr>
        <p:txBody>
          <a:bodyPr/>
          <a:lstStyle/>
          <a:p>
            <a:pPr defTabSz="1224107"/>
            <a:fld id="{58AEE441-1643-4D66-B081-81EAA4DC71A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2415" y="6674174"/>
            <a:ext cx="3876384" cy="383384"/>
          </a:xfrm>
          <a:prstGeom prst="rect">
            <a:avLst/>
          </a:prstGeom>
        </p:spPr>
        <p:txBody>
          <a:bodyPr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869" y="6674174"/>
            <a:ext cx="2856283" cy="383384"/>
          </a:xfrm>
          <a:prstGeom prst="rect">
            <a:avLst/>
          </a:prstGeom>
        </p:spPr>
        <p:txBody>
          <a:bodyPr/>
          <a:lstStyle/>
          <a:p>
            <a:pPr defTabSz="1224107"/>
            <a:fld id="{4BCFCB56-572F-4CE1-9AE8-B35A717EEE4E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pic>
        <p:nvPicPr>
          <p:cNvPr id="7" name="图片 6" descr="图片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"/>
            <a:ext cx="12241213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27303"/>
      </p:ext>
    </p:extLst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951066"/>
      </p:ext>
    </p:extLst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6" cy="431292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6" cy="762635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>
            <a:normAutofit/>
          </a:bodyPr>
          <a:lstStyle>
            <a:lvl1pPr>
              <a:buClr>
                <a:srgbClr val="237DAE"/>
              </a:buClr>
              <a:defRPr sz="174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4"/>
            <a:ext cx="10403176" cy="47275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>
              <a:buNone/>
              <a:defRPr sz="2008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08636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3362" y="25401"/>
            <a:ext cx="10507662" cy="55562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73F6D5E-3E8C-4F98-A647-629983E0D131}" type="datetime1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2015/9/1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endParaRPr lang="zh-CN" altLang="zh-CN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9A03A73-0C1A-414F-874C-0CB118AE07E2}" type="slidenum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‹#›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46006"/>
      </p:ext>
    </p:extLst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3" y="2468879"/>
            <a:ext cx="5810821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4" y="2468879"/>
            <a:ext cx="5813108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4" y="818833"/>
            <a:ext cx="5788596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9" y="818833"/>
            <a:ext cx="5745162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4" y="1341121"/>
            <a:ext cx="5788596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9" y="1341121"/>
            <a:ext cx="5745162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4735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6"/>
          <p:cNvSpPr>
            <a:spLocks noGrp="1"/>
          </p:cNvSpPr>
          <p:nvPr>
            <p:ph type="title"/>
          </p:nvPr>
        </p:nvSpPr>
        <p:spPr>
          <a:xfrm>
            <a:off x="420792" y="375026"/>
            <a:ext cx="9333952" cy="536714"/>
          </a:xfrm>
          <a:prstGeom prst="rect">
            <a:avLst/>
          </a:prstGeom>
        </p:spPr>
        <p:txBody>
          <a:bodyPr lIns="67190" tIns="33595" rIns="67190" bIns="33595" rtlCol="0">
            <a:noAutofit/>
          </a:bodyPr>
          <a:lstStyle>
            <a:lvl1pPr>
              <a:defRPr sz="2945" i="0"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382501" y="1425165"/>
            <a:ext cx="11476216" cy="3900512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lnSpc>
                <a:spcPct val="150000"/>
              </a:lnSpc>
              <a:buFontTx/>
              <a:buBlip>
                <a:blip r:embed="rId2"/>
              </a:buBlip>
              <a:defRPr lang="en-US" altLang="zh-CN" sz="2276" dirty="0" smtClean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>
              <a:lnSpc>
                <a:spcPct val="150000"/>
              </a:lnSpc>
              <a:buClr>
                <a:schemeClr val="accent6"/>
              </a:buClr>
              <a:buSzPct val="80000"/>
              <a:buFont typeface="Wingdings" pitchFamily="2" charset="2"/>
              <a:buChar char="n"/>
              <a:defRPr sz="2008"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1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2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2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3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3</a:t>
            </a:r>
          </a:p>
          <a:p>
            <a:pPr lvl="0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862560"/>
      </p:ext>
    </p:extLst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61" y="288371"/>
            <a:ext cx="11017092" cy="120015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061" y="1680210"/>
            <a:ext cx="11017092" cy="4752261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061" y="6674169"/>
            <a:ext cx="2856283" cy="383382"/>
          </a:xfrm>
          <a:prstGeom prst="rect">
            <a:avLst/>
          </a:prstGeom>
        </p:spPr>
        <p:txBody>
          <a:bodyPr/>
          <a:lstStyle/>
          <a:p>
            <a:pPr defTabSz="1224107"/>
            <a:fld id="{9550C9E3-9BD3-9945-819D-69D17D98E1DA}" type="datetimeFigureOut">
              <a:rPr kumimoji="1"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kumimoji="1"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2415" y="6674169"/>
            <a:ext cx="3876384" cy="383382"/>
          </a:xfrm>
          <a:prstGeom prst="rect">
            <a:avLst/>
          </a:prstGeom>
        </p:spPr>
        <p:txBody>
          <a:bodyPr/>
          <a:lstStyle/>
          <a:p>
            <a:pPr defTabSz="1224107"/>
            <a:endParaRPr kumimoji="1"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869" y="6674169"/>
            <a:ext cx="2856283" cy="383382"/>
          </a:xfrm>
          <a:prstGeom prst="rect">
            <a:avLst/>
          </a:prstGeom>
        </p:spPr>
        <p:txBody>
          <a:bodyPr/>
          <a:lstStyle/>
          <a:p>
            <a:pPr defTabSz="1224107"/>
            <a:fld id="{DC871872-4D84-FE46-9051-B79704AC698F}" type="slidenum">
              <a:rPr kumimoji="1"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kumimoji="1" lang="zh-CN" altLang="en-US" sz="241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26136"/>
      </p:ext>
    </p:extLst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503676" y="3140394"/>
            <a:ext cx="193393" cy="100012"/>
            <a:chOff x="30629" y="483517"/>
            <a:chExt cx="144000" cy="72000"/>
          </a:xfrm>
        </p:grpSpPr>
        <p:sp>
          <p:nvSpPr>
            <p:cNvPr id="4" name="矩形 3"/>
            <p:cNvSpPr/>
            <p:nvPr userDrawn="1"/>
          </p:nvSpPr>
          <p:spPr>
            <a:xfrm>
              <a:off x="30629" y="483517"/>
              <a:ext cx="72791" cy="72000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03420" y="483517"/>
              <a:ext cx="71209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</p:grp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40380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defTabSz="1043185" latinLnBrk="1">
              <a:defRPr/>
            </a:pPr>
            <a:fld id="{DD8014F5-E498-4081-BF9E-854CA666B2DE}" type="slidenum">
              <a:rPr lang="ko-KR" altLang="en-US" sz="1339" b="1" smtClean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</a:rPr>
              <a:pPr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rgbClr val="3399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1108060"/>
      </p:ext>
    </p:extLst>
  </p:cSld>
  <p:clrMapOvr>
    <a:masterClrMapping/>
  </p:clrMapOvr>
  <p:transition spd="slow">
    <p:fade/>
  </p:transition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</p:grp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B904F876-8466-4DCA-BAF6-D3955B5EBCCB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2680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25485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3" y="1249681"/>
            <a:ext cx="11700127" cy="519811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4" y="773113"/>
            <a:ext cx="5788596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7220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72" y="288371"/>
            <a:ext cx="11017090" cy="1200150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878" y="6674176"/>
            <a:ext cx="2856284" cy="383382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709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895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74112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75923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1919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82601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474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299231"/>
      </p:ext>
    </p:extLst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65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972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431687"/>
      </p:ext>
    </p:extLst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906654"/>
      </p:ext>
    </p:extLst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6873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38371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1033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16540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1596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267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67991"/>
      </p:ext>
    </p:extLst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774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1280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249801"/>
      </p:ext>
    </p:extLst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46033"/>
      </p:ext>
    </p:extLst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517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011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184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746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6205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117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0484171"/>
      </p:ext>
    </p:extLst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731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9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88702"/>
      </p:ext>
    </p:extLst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16424"/>
      </p:ext>
    </p:extLst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183708"/>
      </p:ext>
    </p:extLst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583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301150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56629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08139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41437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678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437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2273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4236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22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3663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33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0914261"/>
      </p:ext>
    </p:extLst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957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4316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913588"/>
      </p:ext>
    </p:extLst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342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508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26176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16578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76442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544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88059"/>
      </p:ext>
    </p:extLst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9799565"/>
      </p:ext>
    </p:extLst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97677"/>
      </p:ext>
    </p:extLst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388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1079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6544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5340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09964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8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6719225"/>
      </p:ext>
    </p:extLst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38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914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9786444"/>
      </p:ext>
    </p:extLst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22219"/>
      </p:ext>
    </p:extLst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356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33255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8811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1314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7859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20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181584"/>
      </p:ext>
    </p:extLst>
  </p:cSld>
  <p:clrMapOvr>
    <a:masterClrMapping/>
  </p:clrMapOvr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41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839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2844152"/>
      </p:ext>
    </p:extLst>
  </p:cSld>
  <p:clrMapOvr>
    <a:masterClrMapping/>
  </p:clrMapOvr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754278"/>
      </p:ext>
    </p:extLst>
  </p:cSld>
  <p:clrMapOvr>
    <a:masterClrMapping/>
  </p:clrMapOvr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29321"/>
      </p:ext>
    </p:extLst>
  </p:cSld>
  <p:clrMapOvr>
    <a:masterClrMapping/>
  </p:clrMapOvr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0719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32967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859086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0238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1710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47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145058"/>
      </p:ext>
    </p:extLst>
  </p:cSld>
  <p:clrMapOvr>
    <a:masterClrMapping/>
  </p:clrMapOvr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请输入章节标题</a:t>
            </a:r>
            <a:endParaRPr lang="zh-CN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14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945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5B1A3F58-9469-4AB1-8AD0-F870221318E7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35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0427" y="1"/>
            <a:ext cx="10405031" cy="600054"/>
          </a:xfrm>
        </p:spPr>
        <p:txBody>
          <a:bodyPr>
            <a:noAutofit/>
          </a:bodyPr>
          <a:lstStyle>
            <a:lvl1pPr algn="l">
              <a:defRPr sz="3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3607367"/>
      </p:ext>
    </p:extLst>
  </p:cSld>
  <p:clrMapOvr>
    <a:masterClrMapping/>
  </p:clrMapOvr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430959"/>
      </p:ext>
    </p:extLst>
  </p:cSld>
  <p:clrMapOvr>
    <a:masterClrMapping/>
  </p:clrMapOvr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76091"/>
      </p:ext>
    </p:extLst>
  </p:cSld>
  <p:clrMapOvr>
    <a:masterClrMapping/>
  </p:clrMapOvr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638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50973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58967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641176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9108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288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7859543"/>
      </p:ext>
    </p:extLst>
  </p:cSld>
  <p:clrMapOvr>
    <a:masterClrMapping/>
  </p:clrMapOvr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71113"/>
      </p:ext>
    </p:extLst>
  </p:cSld>
  <p:clrMapOvr>
    <a:masterClrMapping/>
  </p:clrMapOvr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209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5778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10388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4273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73225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450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187440"/>
      </p:ext>
    </p:extLst>
  </p:cSld>
  <p:clrMapOvr>
    <a:masterClrMapping/>
  </p:clrMapOvr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06578"/>
      </p:ext>
    </p:extLst>
  </p:cSld>
  <p:clrMapOvr>
    <a:masterClrMapping/>
  </p:clrMapOvr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237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611648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30046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2525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2183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193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676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6560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68445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02601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1244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92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30860"/>
      </p:ext>
    </p:extLst>
  </p:cSld>
  <p:clrMapOvr>
    <a:masterClrMapping/>
  </p:clrMapOvr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484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576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218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89354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38316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346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684048"/>
      </p:ext>
    </p:extLst>
  </p:cSld>
  <p:clrMapOvr>
    <a:masterClrMapping/>
  </p:clrMapOvr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3239"/>
      </p:ext>
    </p:extLst>
  </p:cSld>
  <p:clrMapOvr>
    <a:masterClrMapping/>
  </p:clrMapOvr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2101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3126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026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78400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47970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97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732608"/>
      </p:ext>
    </p:extLst>
  </p:cSld>
  <p:clrMapOvr>
    <a:masterClrMapping/>
  </p:clrMapOvr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649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63895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22025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8451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0368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599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8598670"/>
      </p:ext>
    </p:extLst>
  </p:cSld>
  <p:clrMapOvr>
    <a:masterClrMapping/>
  </p:clrMapOvr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906837"/>
      </p:ext>
    </p:extLst>
  </p:cSld>
  <p:clrMapOvr>
    <a:masterClrMapping/>
  </p:clrMapOvr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106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098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31032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60033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30685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4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461214"/>
      </p:ext>
    </p:extLst>
  </p:cSld>
  <p:clrMapOvr>
    <a:masterClrMapping/>
  </p:clrMapOvr>
</p:sldLayout>
</file>

<file path=ppt/slideLayouts/slideLayout10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084588"/>
      </p:ext>
    </p:extLst>
  </p:cSld>
  <p:clrMapOvr>
    <a:masterClrMapping/>
  </p:clrMapOvr>
</p:sldLayout>
</file>

<file path=ppt/slideLayouts/slideLayout10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131667"/>
      </p:ext>
    </p:extLst>
  </p:cSld>
  <p:clrMapOvr>
    <a:masterClrMapping/>
  </p:clrMapOvr>
</p:sldLayout>
</file>

<file path=ppt/slideLayouts/slideLayout10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140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2" y="1249681"/>
            <a:ext cx="11700127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3" y="77311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86270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子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186160" y="838200"/>
            <a:ext cx="731520" cy="559435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eaVert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838200"/>
            <a:ext cx="10698480" cy="5594350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prstClr val="white"/>
                </a:solidFill>
                <a:latin typeface="微软雅黑" pitchFamily="34" charset="-122"/>
                <a:cs typeface="+mj-cs"/>
              </a:rPr>
              <a:t>单击此处编辑母版标题样式</a:t>
            </a:r>
            <a:endParaRPr lang="zh-CN" altLang="en-US" sz="2800" b="1" dirty="0">
              <a:solidFill>
                <a:prstClr val="white"/>
              </a:solidFill>
              <a:latin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712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111525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11152504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02238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551816" y="792480"/>
            <a:ext cx="11152504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551816" y="5684520"/>
            <a:ext cx="5508000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5518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513704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508000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6615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506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864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20788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32792" y="4739004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248032" y="2712719"/>
            <a:ext cx="5207888" cy="19805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5641976" y="104643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5641976" y="68643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>
          <a:xfrm>
            <a:off x="5641976" y="307335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5641976" y="271335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7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5641976" y="5099005"/>
            <a:ext cx="6367144" cy="162056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1"/>
          </p:nvPr>
        </p:nvSpPr>
        <p:spPr>
          <a:xfrm>
            <a:off x="5641976" y="4739005"/>
            <a:ext cx="6367144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5361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版内容+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248032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232792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4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232792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19" name="内容占位符 8"/>
          <p:cNvSpPr>
            <a:spLocks noGrp="1"/>
          </p:cNvSpPr>
          <p:nvPr>
            <p:ph sz="quarter" idx="18"/>
          </p:nvPr>
        </p:nvSpPr>
        <p:spPr>
          <a:xfrm>
            <a:off x="232792" y="3903979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0" name="文本占位符 14"/>
          <p:cNvSpPr>
            <a:spLocks noGrp="1"/>
          </p:cNvSpPr>
          <p:nvPr>
            <p:ph type="body" sz="quarter" idx="19"/>
          </p:nvPr>
        </p:nvSpPr>
        <p:spPr>
          <a:xfrm>
            <a:off x="217552" y="6244544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1" name="文本占位符 14"/>
          <p:cNvSpPr>
            <a:spLocks noGrp="1"/>
          </p:cNvSpPr>
          <p:nvPr>
            <p:ph type="body" sz="quarter" idx="20"/>
          </p:nvPr>
        </p:nvSpPr>
        <p:spPr>
          <a:xfrm>
            <a:off x="217552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2" name="内容占位符 8"/>
          <p:cNvSpPr>
            <a:spLocks noGrp="1"/>
          </p:cNvSpPr>
          <p:nvPr>
            <p:ph sz="quarter" idx="21"/>
          </p:nvPr>
        </p:nvSpPr>
        <p:spPr>
          <a:xfrm>
            <a:off x="6156960" y="686434"/>
            <a:ext cx="568032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3" name="文本占位符 14"/>
          <p:cNvSpPr>
            <a:spLocks noGrp="1"/>
          </p:cNvSpPr>
          <p:nvPr>
            <p:ph type="body" sz="quarter" idx="22"/>
          </p:nvPr>
        </p:nvSpPr>
        <p:spPr>
          <a:xfrm>
            <a:off x="6141720" y="3026999"/>
            <a:ext cx="569556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4" name="文本占位符 14"/>
          <p:cNvSpPr>
            <a:spLocks noGrp="1"/>
          </p:cNvSpPr>
          <p:nvPr>
            <p:ph type="body" sz="quarter" idx="23"/>
          </p:nvPr>
        </p:nvSpPr>
        <p:spPr>
          <a:xfrm>
            <a:off x="6141720" y="2666999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25" name="内容占位符 8"/>
          <p:cNvSpPr>
            <a:spLocks noGrp="1"/>
          </p:cNvSpPr>
          <p:nvPr>
            <p:ph sz="quarter" idx="24"/>
          </p:nvPr>
        </p:nvSpPr>
        <p:spPr>
          <a:xfrm>
            <a:off x="6141720" y="3903979"/>
            <a:ext cx="5695568" cy="198056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6" name="文本占位符 14"/>
          <p:cNvSpPr>
            <a:spLocks noGrp="1"/>
          </p:cNvSpPr>
          <p:nvPr>
            <p:ph type="body" sz="quarter" idx="25"/>
          </p:nvPr>
        </p:nvSpPr>
        <p:spPr>
          <a:xfrm>
            <a:off x="6126480" y="6244544"/>
            <a:ext cx="5710808" cy="752521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27" name="文本占位符 14"/>
          <p:cNvSpPr>
            <a:spLocks noGrp="1"/>
          </p:cNvSpPr>
          <p:nvPr>
            <p:ph type="body" sz="quarter" idx="26"/>
          </p:nvPr>
        </p:nvSpPr>
        <p:spPr>
          <a:xfrm>
            <a:off x="6126480" y="5884544"/>
            <a:ext cx="5695568" cy="3600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0038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复合搜索+PS平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513021" y="0"/>
            <a:ext cx="1728192" cy="396000"/>
          </a:xfrm>
          <a:prstGeom prst="rect">
            <a:avLst/>
          </a:prstGeom>
          <a:solidFill>
            <a:srgbClr val="307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占位符 5"/>
          <p:cNvSpPr txBox="1">
            <a:spLocks/>
          </p:cNvSpPr>
          <p:nvPr userDrawn="1"/>
        </p:nvSpPr>
        <p:spPr>
          <a:xfrm>
            <a:off x="10302577" y="16675"/>
            <a:ext cx="1938635" cy="5041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kern="800" spc="-100" baseline="0">
                <a:solidFill>
                  <a:schemeClr val="bg1"/>
                </a:solidFill>
                <a:latin typeface="方正姚体" pitchFamily="2" charset="-122"/>
                <a:ea typeface="方正姚体" pitchFamily="2" charset="-122"/>
              </a:defRPr>
            </a:lvl1pPr>
          </a:lstStyle>
          <a:p>
            <a:pPr algn="ctr" defTabSz="1110753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复合搜索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+PS</a:t>
            </a:r>
            <a:r>
              <a:rPr lang="zh-CN" altLang="en-US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平台 </a:t>
            </a:r>
            <a:r>
              <a:rPr lang="en-US" altLang="zh-CN" sz="1600" b="1" spc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1" spc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71934" y="72058"/>
            <a:ext cx="10009112" cy="648072"/>
          </a:xfrm>
          <a:prstGeom prst="rect">
            <a:avLst/>
          </a:prstGeom>
        </p:spPr>
        <p:txBody>
          <a:bodyPr lIns="111075" tIns="55538" rIns="111075" bIns="55538" anchor="ctr"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  <p:sp>
        <p:nvSpPr>
          <p:cNvPr id="7" name="灯片编号占位符 3"/>
          <p:cNvSpPr txBox="1">
            <a:spLocks/>
          </p:cNvSpPr>
          <p:nvPr userDrawn="1"/>
        </p:nvSpPr>
        <p:spPr>
          <a:xfrm>
            <a:off x="11549342" y="6877711"/>
            <a:ext cx="603775" cy="26049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B73B928-15E5-4E0B-A8BB-88939401A557}" type="slidenum">
              <a:rPr lang="en-US" altLang="zh-CN" sz="1000" smtClean="0">
                <a:solidFill>
                  <a:prstClr val="black"/>
                </a:solidFill>
                <a:latin typeface="微软雅黑" pitchFamily="34" charset="-122"/>
              </a:rPr>
              <a:pPr algn="r">
                <a:defRPr/>
              </a:pPr>
              <a:t>‹#›</a:t>
            </a:fld>
            <a:endParaRPr lang="en-US" altLang="zh-CN" sz="1000" dirty="0">
              <a:solidFill>
                <a:prstClr val="black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33913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rgbClr val="EEECE1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5013373" y="4320540"/>
            <a:ext cx="1107234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110723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5480" y="1040130"/>
            <a:ext cx="2550253" cy="64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6785932"/>
      </p:ext>
    </p:extLst>
  </p:cSld>
  <p:clrMapOvr>
    <a:masterClrMapping/>
  </p:clrMapOvr>
</p:sldLayout>
</file>

<file path=ppt/slideLayouts/slideLayout10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0575127"/>
      </p:ext>
    </p:extLst>
  </p:cSld>
  <p:clrMapOvr>
    <a:masterClrMapping/>
  </p:clrMapOvr>
</p:sldLayout>
</file>

<file path=ppt/slideLayouts/slideLayout10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098551"/>
      </p:ext>
    </p:extLst>
  </p:cSld>
  <p:clrMapOvr>
    <a:masterClrMapping/>
  </p:clrMapOvr>
</p:sldLayout>
</file>

<file path=ppt/slideLayouts/slideLayout10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994020"/>
      </p:ext>
    </p:extLst>
  </p:cSld>
  <p:clrMapOvr>
    <a:masterClrMapping/>
  </p:clrMapOvr>
</p:sldLayout>
</file>

<file path=ppt/slideLayouts/slideLayout10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231030"/>
      </p:ext>
    </p:extLst>
  </p:cSld>
  <p:clrMapOvr>
    <a:masterClrMapping/>
  </p:clrMapOvr>
</p:sldLayout>
</file>

<file path=ppt/slideLayouts/slideLayout10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418940"/>
      </p:ext>
    </p:extLst>
  </p:cSld>
  <p:clrMapOvr>
    <a:masterClrMapping/>
  </p:clrMapOvr>
</p:sldLayout>
</file>

<file path=ppt/slideLayouts/slideLayout10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233508"/>
      </p:ext>
    </p:extLst>
  </p:cSld>
  <p:clrMapOvr>
    <a:masterClrMapping/>
  </p:clrMapOvr>
</p:sldLayout>
</file>

<file path=ppt/slideLayouts/slideLayout10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310866"/>
      </p:ext>
    </p:extLst>
  </p:cSld>
  <p:clrMapOvr>
    <a:masterClrMapping/>
  </p:clrMapOvr>
</p:sldLayout>
</file>

<file path=ppt/slideLayouts/slideLayout10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471122"/>
      </p:ext>
    </p:extLst>
  </p:cSld>
  <p:clrMapOvr>
    <a:masterClrMapping/>
  </p:clrMapOvr>
</p:sldLayout>
</file>

<file path=ppt/slideLayouts/slideLayout10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588880"/>
      </p:ext>
    </p:extLst>
  </p:cSld>
  <p:clrMapOvr>
    <a:masterClrMapping/>
  </p:clrMapOvr>
</p:sldLayout>
</file>

<file path=ppt/slideLayouts/slideLayout10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6544329"/>
      </p:ext>
    </p:extLst>
  </p:cSld>
  <p:clrMapOvr>
    <a:masterClrMapping/>
  </p:clrMapOvr>
</p:sldLayout>
</file>

<file path=ppt/slideLayouts/slideLayout10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494287"/>
      </p:ext>
    </p:extLst>
  </p:cSld>
  <p:clrMapOvr>
    <a:masterClrMapping/>
  </p:clrMapOvr>
</p:sldLayout>
</file>

<file path=ppt/slideLayouts/slideLayout10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018038"/>
      </p:ext>
    </p:extLst>
  </p:cSld>
  <p:clrMapOvr>
    <a:masterClrMapping/>
  </p:clrMapOvr>
</p:sldLayout>
</file>

<file path=ppt/slideLayouts/slideLayout10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091077"/>
      </p:ext>
    </p:extLst>
  </p:cSld>
  <p:clrMapOvr>
    <a:masterClrMapping/>
  </p:clrMapOvr>
</p:sldLayout>
</file>

<file path=ppt/slideLayouts/slideLayout10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83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34354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93738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78368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25239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71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739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51720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8793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4064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5361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592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388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solidFill>
              <a:srgbClr val="237DAE"/>
            </a:solidFill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3923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1855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1341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62771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691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35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7810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22699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0481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45432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269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450751"/>
      </p:ext>
    </p:extLst>
  </p:cSld>
  <p:clrMapOvr>
    <a:masterClrMapping/>
  </p:clrMapOvr>
</p:sldLayout>
</file>

<file path=ppt/slideLayouts/slideLayout10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748176"/>
      </p:ext>
    </p:extLst>
  </p:cSld>
  <p:clrMapOvr>
    <a:masterClrMapping/>
  </p:clrMapOvr>
</p:sldLayout>
</file>

<file path=ppt/slideLayouts/slideLayout10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03437"/>
      </p:ext>
    </p:extLst>
  </p:cSld>
  <p:clrMapOvr>
    <a:masterClrMapping/>
  </p:clrMapOvr>
</p:sldLayout>
</file>

<file path=ppt/slideLayouts/slideLayout10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323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9089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3154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05770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8702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38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2909768"/>
      </p:ext>
    </p:extLst>
  </p:cSld>
  <p:clrMapOvr>
    <a:masterClrMapping/>
  </p:clrMapOvr>
</p:sldLayout>
</file>

<file path=ppt/slideLayouts/slideLayout10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43249"/>
      </p:ext>
    </p:extLst>
  </p:cSld>
  <p:clrMapOvr>
    <a:masterClrMapping/>
  </p:clrMapOvr>
</p:sldLayout>
</file>

<file path=ppt/slideLayouts/slideLayout10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639058"/>
      </p:ext>
    </p:extLst>
  </p:cSld>
  <p:clrMapOvr>
    <a:masterClrMapping/>
  </p:clrMapOvr>
</p:sldLayout>
</file>

<file path=ppt/slideLayouts/slideLayout10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347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7955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9922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092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179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443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836383"/>
      </p:ext>
    </p:extLst>
  </p:cSld>
  <p:clrMapOvr>
    <a:masterClrMapping/>
  </p:clrMapOvr>
</p:sldLayout>
</file>

<file path=ppt/slideLayouts/slideLayout10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284108"/>
      </p:ext>
    </p:extLst>
  </p:cSld>
  <p:clrMapOvr>
    <a:masterClrMapping/>
  </p:clrMapOvr>
</p:sldLayout>
</file>

<file path=ppt/slideLayouts/slideLayout10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251820"/>
      </p:ext>
    </p:extLst>
  </p:cSld>
  <p:clrMapOvr>
    <a:masterClrMapping/>
  </p:clrMapOvr>
</p:sldLayout>
</file>

<file path=ppt/slideLayouts/slideLayout10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954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610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14117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18212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13161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86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8668502"/>
      </p:ext>
    </p:extLst>
  </p:cSld>
  <p:clrMapOvr>
    <a:masterClrMapping/>
  </p:clrMapOvr>
</p:sldLayout>
</file>

<file path=ppt/slideLayouts/slideLayout10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072356"/>
      </p:ext>
    </p:extLst>
  </p:cSld>
  <p:clrMapOvr>
    <a:masterClrMapping/>
  </p:clrMapOvr>
</p:sldLayout>
</file>

<file path=ppt/slideLayouts/slideLayout10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845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1506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63985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solidFill>
              <a:srgbClr val="237DAE"/>
            </a:solidFill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4164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17055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solidFill>
              <a:srgbClr val="237DAE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356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28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45075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7699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007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7013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1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554992"/>
      </p:ext>
    </p:extLst>
  </p:cSld>
  <p:clrMapOvr>
    <a:masterClrMapping/>
  </p:clrMapOvr>
</p:sldLayout>
</file>

<file path=ppt/slideLayouts/slideLayout1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487583"/>
      </p:ext>
    </p:extLst>
  </p:cSld>
  <p:clrMapOvr>
    <a:masterClrMapping/>
  </p:clrMapOvr>
</p:sldLayout>
</file>

<file path=ppt/slideLayouts/slideLayout1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68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26317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2829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46648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74426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082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4229626"/>
      </p:ext>
    </p:extLst>
  </p:cSld>
  <p:clrMapOvr>
    <a:masterClrMapping/>
  </p:clrMapOvr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20704"/>
      </p:ext>
    </p:extLst>
  </p:cSld>
  <p:clrMapOvr>
    <a:masterClrMapping/>
  </p:clrMapOvr>
</p:sldLayout>
</file>

<file path=ppt/slideLayouts/slideLayout1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404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7595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85095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9517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084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60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6955752"/>
      </p:ext>
    </p:extLst>
  </p:cSld>
  <p:clrMapOvr>
    <a:masterClrMapping/>
  </p:clrMapOvr>
</p:sldLayout>
</file>

<file path=ppt/slideLayouts/slideLayout1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549046"/>
      </p:ext>
    </p:extLst>
  </p:cSld>
  <p:clrMapOvr>
    <a:masterClrMapping/>
  </p:clrMapOvr>
</p:sldLayout>
</file>

<file path=ppt/slideLayouts/slideLayout1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47"/>
            <a:ext cx="10405031" cy="1543526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0"/>
            <a:ext cx="8568849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4C6F-D982-D04F-BDC2-CCC6E19614D7}" type="datetimeFigureOut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2BF38-FF29-8E40-96E6-498FE26CF909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291920"/>
      </p:ext>
    </p:extLst>
  </p:cSld>
  <p:clrMapOvr>
    <a:masterClrMapping/>
  </p:clrMapOvr>
</p:sldLayout>
</file>

<file path=ppt/slideLayouts/slideLayout1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735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430" y="1249681"/>
            <a:ext cx="10463133" cy="519811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862557" y="773113"/>
            <a:ext cx="547362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56493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5" cy="762634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3"/>
            <a:ext cx="10403175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3343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单内容&amp;底部双子标题+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54438" y="792480"/>
            <a:ext cx="10418165" cy="4312920"/>
          </a:xfrm>
          <a:ln>
            <a:noFill/>
          </a:ln>
        </p:spPr>
        <p:txBody>
          <a:bodyPr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54438" y="5684520"/>
            <a:ext cx="5205378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54438" y="5181283"/>
            <a:ext cx="5205378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  <p:sp>
        <p:nvSpPr>
          <p:cNvPr id="9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190616" y="5684520"/>
            <a:ext cx="5081987" cy="762634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buClr>
                <a:srgbClr val="237DAE"/>
              </a:buClr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14"/>
          <p:cNvSpPr>
            <a:spLocks noGrp="1"/>
          </p:cNvSpPr>
          <p:nvPr>
            <p:ph type="body" sz="quarter" idx="17"/>
          </p:nvPr>
        </p:nvSpPr>
        <p:spPr>
          <a:xfrm>
            <a:off x="6190616" y="5181283"/>
            <a:ext cx="5081987" cy="47275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>
              <a:buNone/>
              <a:defRPr sz="20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65714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2" y="2468879"/>
            <a:ext cx="5810821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3" y="2468879"/>
            <a:ext cx="5813107" cy="3963671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3" y="818833"/>
            <a:ext cx="5788596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44608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3" y="1341120"/>
            <a:ext cx="5788596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8" y="1341120"/>
            <a:ext cx="5745162" cy="1034733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80172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顶部双子标题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3" y="818833"/>
            <a:ext cx="5788596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2793" y="1568133"/>
            <a:ext cx="5788596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8" y="818833"/>
            <a:ext cx="5745162" cy="6731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8238" y="1568133"/>
            <a:ext cx="5745162" cy="4925377"/>
          </a:xfrm>
          <a:ln>
            <a:noFill/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03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3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121370"/>
      </p:ext>
    </p:extLst>
  </p:cSld>
  <p:clrMapOvr>
    <a:masterClrMapping/>
  </p:clrMapOvr>
</p:sldLayout>
</file>

<file path=ppt/slideLayouts/slideLayout1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68534"/>
      </p:ext>
    </p:extLst>
  </p:cSld>
  <p:clrMapOvr>
    <a:masterClrMapping/>
  </p:clrMapOvr>
</p:sldLayout>
</file>

<file path=ppt/slideLayouts/slideLayout1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709042"/>
      </p:ext>
    </p:extLst>
  </p:cSld>
  <p:clrMapOvr>
    <a:masterClrMapping/>
  </p:clrMapOvr>
</p:sldLayout>
</file>

<file path=ppt/slideLayouts/slideLayout1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61" y="288369"/>
            <a:ext cx="11017092" cy="12001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2061" y="1648539"/>
            <a:ext cx="5406536" cy="4752261"/>
          </a:xfrm>
          <a:prstGeom prst="rect">
            <a:avLst/>
          </a:prstGeo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7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2616" y="1648539"/>
            <a:ext cx="5406536" cy="4752261"/>
          </a:xfrm>
          <a:prstGeom prst="rect">
            <a:avLst/>
          </a:prstGeo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7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693615"/>
      </p:ext>
    </p:extLst>
  </p:cSld>
  <p:clrMapOvr>
    <a:masterClrMapping/>
  </p:clrMapOvr>
</p:sldLayout>
</file>

<file path=ppt/slideLayouts/slideLayout1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236954"/>
            <a:ext cx="10405031" cy="15435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182" y="4080519"/>
            <a:ext cx="8568849" cy="1840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88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68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65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53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42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30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18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0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061" y="6674174"/>
            <a:ext cx="2856283" cy="383384"/>
          </a:xfrm>
          <a:prstGeom prst="rect">
            <a:avLst/>
          </a:prstGeom>
        </p:spPr>
        <p:txBody>
          <a:bodyPr/>
          <a:lstStyle/>
          <a:p>
            <a:pPr defTabSz="1224107"/>
            <a:fld id="{58AEE441-1643-4D66-B081-81EAA4DC71A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2415" y="6674174"/>
            <a:ext cx="3876384" cy="383384"/>
          </a:xfrm>
          <a:prstGeom prst="rect">
            <a:avLst/>
          </a:prstGeom>
        </p:spPr>
        <p:txBody>
          <a:bodyPr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869" y="6674174"/>
            <a:ext cx="2856283" cy="383384"/>
          </a:xfrm>
          <a:prstGeom prst="rect">
            <a:avLst/>
          </a:prstGeom>
        </p:spPr>
        <p:txBody>
          <a:bodyPr/>
          <a:lstStyle/>
          <a:p>
            <a:pPr defTabSz="1224107"/>
            <a:fld id="{4BCFCB56-572F-4CE1-9AE8-B35A717EEE4E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pic>
        <p:nvPicPr>
          <p:cNvPr id="7" name="图片 6" descr="图片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"/>
            <a:ext cx="12241213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3049"/>
      </p:ext>
    </p:extLst>
  </p:cSld>
  <p:clrMapOvr>
    <a:masterClrMapping/>
  </p:clrMapOvr>
</p:sldLayout>
</file>

<file path=ppt/slideLayouts/slideLayout1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6714" y="172869"/>
            <a:ext cx="11017092" cy="705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1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这里是标题区域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801432"/>
      </p:ext>
    </p:extLst>
  </p:cSld>
  <p:clrMapOvr>
    <a:masterClrMapping/>
  </p:clrMapOvr>
</p:sldLayout>
</file>

<file path=ppt/slideLayouts/slideLayout1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单内容&amp;底部单子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869428" y="792480"/>
            <a:ext cx="10403176" cy="431292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>
            <a:lvl1pPr>
              <a:buClr>
                <a:srgbClr val="237DAE"/>
              </a:buClr>
              <a:defRPr/>
            </a:lvl1pPr>
            <a:lvl2pPr>
              <a:buClr>
                <a:srgbClr val="237DAE"/>
              </a:buClr>
              <a:defRPr/>
            </a:lvl2pPr>
            <a:lvl3pPr>
              <a:buClr>
                <a:srgbClr val="237DAE"/>
              </a:buClr>
              <a:defRPr/>
            </a:lvl3pPr>
            <a:lvl4pPr>
              <a:buClr>
                <a:srgbClr val="237DAE"/>
              </a:buClr>
              <a:defRPr/>
            </a:lvl4pPr>
            <a:lvl5pPr>
              <a:buClr>
                <a:srgbClr val="237DAE"/>
              </a:buCl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869428" y="5684520"/>
            <a:ext cx="10403176" cy="762635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>
            <a:normAutofit/>
          </a:bodyPr>
          <a:lstStyle>
            <a:lvl1pPr>
              <a:buClr>
                <a:srgbClr val="237DAE"/>
              </a:buClr>
              <a:defRPr sz="174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869428" y="5181284"/>
            <a:ext cx="10403176" cy="47275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>
              <a:buNone/>
              <a:defRPr sz="2008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9018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3362" y="25401"/>
            <a:ext cx="10507662" cy="55562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73F6D5E-3E8C-4F98-A647-629983E0D131}" type="datetime1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2015/9/1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endParaRPr lang="zh-CN" altLang="zh-CN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 smtClean="0"/>
            </a:lvl1pPr>
          </a:lstStyle>
          <a:p>
            <a:pPr defTabSz="1224107">
              <a:defRPr/>
            </a:pPr>
            <a:fld id="{49A03A73-0C1A-414F-874C-0CB118AE07E2}" type="slidenum">
              <a:rPr lang="zh-CN" altLang="en-US" sz="2410" smtClean="0">
                <a:solidFill>
                  <a:prstClr val="black"/>
                </a:solidFill>
              </a:rPr>
              <a:pPr defTabSz="1224107">
                <a:defRPr/>
              </a:pPr>
              <a:t>‹#›</a:t>
            </a:fld>
            <a:endParaRPr lang="zh-CN" altLang="en-US" sz="174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261028"/>
      </p:ext>
    </p:extLst>
  </p:cSld>
  <p:clrMapOvr>
    <a:masterClrMapping/>
  </p:clrMapOvr>
</p:sldLayout>
</file>

<file path=ppt/slideLayouts/slideLayout1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顶部双子标题+文本&amp;底部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70456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793" y="2468879"/>
            <a:ext cx="5810821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014" y="2468879"/>
            <a:ext cx="5813108" cy="3963672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>
            <a:normAutofit/>
          </a:bodyPr>
          <a:lstStyle>
            <a:lvl1pPr>
              <a:defRPr sz="2008"/>
            </a:lvl1pPr>
            <a:lvl2pPr>
              <a:defRPr sz="1740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idx="13"/>
          </p:nvPr>
        </p:nvSpPr>
        <p:spPr>
          <a:xfrm>
            <a:off x="232794" y="818833"/>
            <a:ext cx="5788596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8239" y="818833"/>
            <a:ext cx="5745162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4"/>
          </p:nvPr>
        </p:nvSpPr>
        <p:spPr>
          <a:xfrm>
            <a:off x="232794" y="1341121"/>
            <a:ext cx="5788596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6218239" y="1341121"/>
            <a:ext cx="5745162" cy="1034733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lIns="67190" tIns="33595" rIns="67190" bIns="33595" anchor="t">
            <a:normAutofit/>
          </a:bodyPr>
          <a:lstStyle>
            <a:lvl1pPr marL="0" indent="0">
              <a:buNone/>
              <a:defRPr sz="1740" b="0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50681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6"/>
          <p:cNvSpPr>
            <a:spLocks noGrp="1"/>
          </p:cNvSpPr>
          <p:nvPr>
            <p:ph type="title"/>
          </p:nvPr>
        </p:nvSpPr>
        <p:spPr>
          <a:xfrm>
            <a:off x="420792" y="375026"/>
            <a:ext cx="9333952" cy="536714"/>
          </a:xfrm>
          <a:prstGeom prst="rect">
            <a:avLst/>
          </a:prstGeom>
        </p:spPr>
        <p:txBody>
          <a:bodyPr lIns="67190" tIns="33595" rIns="67190" bIns="33595" rtlCol="0">
            <a:noAutofit/>
          </a:bodyPr>
          <a:lstStyle>
            <a:lvl1pPr>
              <a:defRPr sz="2945" i="0"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382501" y="1425165"/>
            <a:ext cx="11476216" cy="3900512"/>
          </a:xfrm>
          <a:prstGeom prst="rect">
            <a:avLst/>
          </a:prstGeom>
        </p:spPr>
        <p:txBody>
          <a:bodyPr lIns="67190" tIns="33595" rIns="67190" bIns="33595"/>
          <a:lstStyle>
            <a:lvl1pPr>
              <a:lnSpc>
                <a:spcPct val="150000"/>
              </a:lnSpc>
              <a:buFontTx/>
              <a:buBlip>
                <a:blip r:embed="rId2"/>
              </a:buBlip>
              <a:defRPr lang="en-US" altLang="zh-CN" sz="2276" dirty="0" smtClean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>
              <a:lnSpc>
                <a:spcPct val="150000"/>
              </a:lnSpc>
              <a:buClr>
                <a:schemeClr val="accent6"/>
              </a:buClr>
              <a:buSzPct val="80000"/>
              <a:buFont typeface="Wingdings" pitchFamily="2" charset="2"/>
              <a:buChar char="n"/>
              <a:defRPr sz="2008"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1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2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2</a:t>
            </a:r>
          </a:p>
          <a:p>
            <a:pPr lvl="0"/>
            <a:r>
              <a:rPr lang="zh-CN" altLang="en-US" dirty="0" smtClean="0"/>
              <a:t>一级标题</a:t>
            </a:r>
            <a:r>
              <a:rPr lang="en-US" altLang="zh-CN" dirty="0" smtClean="0"/>
              <a:t>3</a:t>
            </a:r>
          </a:p>
          <a:p>
            <a:pPr lvl="1"/>
            <a:r>
              <a:rPr lang="zh-CN" altLang="en-US" dirty="0" smtClean="0"/>
              <a:t>二级标题</a:t>
            </a:r>
            <a:r>
              <a:rPr lang="en-US" altLang="zh-CN" dirty="0" smtClean="0"/>
              <a:t>3</a:t>
            </a:r>
          </a:p>
          <a:p>
            <a:pPr lvl="0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31731849"/>
      </p:ext>
    </p:extLst>
  </p:cSld>
  <p:clrMapOvr>
    <a:masterClrMapping/>
  </p:clrMapOvr>
</p:sldLayout>
</file>

<file path=ppt/slideLayouts/slideLayout1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61" y="288371"/>
            <a:ext cx="11017092" cy="120015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061" y="1680210"/>
            <a:ext cx="11017092" cy="4752261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061" y="6674169"/>
            <a:ext cx="2856283" cy="383382"/>
          </a:xfrm>
          <a:prstGeom prst="rect">
            <a:avLst/>
          </a:prstGeom>
        </p:spPr>
        <p:txBody>
          <a:bodyPr/>
          <a:lstStyle/>
          <a:p>
            <a:pPr defTabSz="1224107"/>
            <a:fld id="{9550C9E3-9BD3-9945-819D-69D17D98E1DA}" type="datetimeFigureOut">
              <a:rPr kumimoji="1"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kumimoji="1"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2415" y="6674169"/>
            <a:ext cx="3876384" cy="383382"/>
          </a:xfrm>
          <a:prstGeom prst="rect">
            <a:avLst/>
          </a:prstGeom>
        </p:spPr>
        <p:txBody>
          <a:bodyPr/>
          <a:lstStyle/>
          <a:p>
            <a:pPr defTabSz="1224107"/>
            <a:endParaRPr kumimoji="1"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869" y="6674169"/>
            <a:ext cx="2856283" cy="383382"/>
          </a:xfrm>
          <a:prstGeom prst="rect">
            <a:avLst/>
          </a:prstGeom>
        </p:spPr>
        <p:txBody>
          <a:bodyPr/>
          <a:lstStyle/>
          <a:p>
            <a:pPr defTabSz="1224107"/>
            <a:fld id="{DC871872-4D84-FE46-9051-B79704AC698F}" type="slidenum">
              <a:rPr kumimoji="1"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kumimoji="1" lang="zh-CN" altLang="en-US" sz="241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449547"/>
      </p:ext>
    </p:extLst>
  </p:cSld>
  <p:clrMapOvr>
    <a:masterClrMapping/>
  </p:clrMapOvr>
</p:sldLayout>
</file>

<file path=ppt/slideLayouts/slideLayout1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503676" y="3140394"/>
            <a:ext cx="193393" cy="100012"/>
            <a:chOff x="30629" y="483517"/>
            <a:chExt cx="144000" cy="72000"/>
          </a:xfrm>
        </p:grpSpPr>
        <p:sp>
          <p:nvSpPr>
            <p:cNvPr id="4" name="矩形 3"/>
            <p:cNvSpPr/>
            <p:nvPr userDrawn="1"/>
          </p:nvSpPr>
          <p:spPr>
            <a:xfrm>
              <a:off x="30629" y="483517"/>
              <a:ext cx="72791" cy="72000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03420" y="483517"/>
              <a:ext cx="71209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</p:grp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40380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defTabSz="1043185" latinLnBrk="1">
              <a:defRPr/>
            </a:pPr>
            <a:fld id="{DD8014F5-E498-4081-BF9E-854CA666B2DE}" type="slidenum">
              <a:rPr lang="ko-KR" altLang="en-US" sz="1339" b="1" smtClean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</a:rPr>
              <a:pPr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22306" y="2793960"/>
            <a:ext cx="10796070" cy="805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8">
                <a:solidFill>
                  <a:srgbClr val="3399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35862372"/>
      </p:ext>
    </p:extLst>
  </p:cSld>
  <p:clrMapOvr>
    <a:masterClrMapping/>
  </p:clrMapOvr>
  <p:transition spd="slow">
    <p:fade/>
  </p:transition>
</p:sldLayout>
</file>

<file path=ppt/slideLayouts/slideLayout1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 userDrawn="1"/>
        </p:nvGrpSpPr>
        <p:grpSpPr bwMode="auto">
          <a:xfrm>
            <a:off x="144515" y="233364"/>
            <a:ext cx="125388" cy="64452"/>
            <a:chOff x="30629" y="483518"/>
            <a:chExt cx="93600" cy="45719"/>
          </a:xfrm>
        </p:grpSpPr>
        <p:sp>
          <p:nvSpPr>
            <p:cNvPr id="5" name="矩形 4"/>
            <p:cNvSpPr/>
            <p:nvPr userDrawn="1"/>
          </p:nvSpPr>
          <p:spPr>
            <a:xfrm>
              <a:off x="30629" y="483518"/>
              <a:ext cx="47593" cy="45719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78222" y="483518"/>
              <a:ext cx="46007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24107">
                <a:defRPr/>
              </a:pPr>
              <a:endParaRPr lang="zh-CN" altLang="en-US" sz="2410">
                <a:solidFill>
                  <a:prstClr val="white"/>
                </a:solidFill>
              </a:endParaRPr>
            </a:p>
          </p:txBody>
        </p:sp>
      </p:grp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9920483" y="6911976"/>
            <a:ext cx="2320730" cy="217805"/>
          </a:xfrm>
          <a:prstGeom prst="rect">
            <a:avLst/>
          </a:prstGeom>
        </p:spPr>
        <p:txBody>
          <a:bodyPr lIns="104319" tIns="52160" rIns="104319" bIns="5216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defTabSz="1043185" latinLnBrk="1">
              <a:defRPr/>
            </a:pPr>
            <a:fld id="{B904F876-8466-4DCA-BAF6-D3955B5EBCCB}" type="slidenum">
              <a:rPr lang="ko-KR" altLang="en-US" sz="1339" b="1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pPr algn="r" defTabSz="1043185" latinLnBrk="1">
                <a:defRPr/>
              </a:pPr>
              <a:t>‹#›</a:t>
            </a:fld>
            <a:r>
              <a:rPr lang="ko-KR" altLang="en-US" sz="1339" b="1" dirty="0" smtClean="0">
                <a:solidFill>
                  <a:prstClr val="white">
                    <a:lumMod val="75000"/>
                  </a:prstClr>
                </a:solidFill>
                <a:latin typeface="微软雅黑" pitchFamily="34" charset="-122"/>
              </a:rPr>
              <a:t> </a:t>
            </a:r>
            <a:endParaRPr lang="en-US" altLang="ko-KR" sz="1071" b="1" dirty="0" smtClean="0">
              <a:solidFill>
                <a:prstClr val="white">
                  <a:lumMod val="7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40318" y="777738"/>
            <a:ext cx="11760583" cy="574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/>
          </p:nvPr>
        </p:nvSpPr>
        <p:spPr>
          <a:xfrm>
            <a:off x="329107" y="-24"/>
            <a:ext cx="12007784" cy="51210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77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8950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1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单子标题单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93" y="25485"/>
            <a:ext cx="10507374" cy="555085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793" y="1249681"/>
            <a:ext cx="11700127" cy="5198110"/>
          </a:xfrm>
          <a:prstGeom prst="rect">
            <a:avLst/>
          </a:prstGeom>
          <a:ln>
            <a:solidFill>
              <a:srgbClr val="237DAE"/>
            </a:solidFill>
          </a:ln>
        </p:spPr>
        <p:txBody>
          <a:bodyPr lIns="67190" tIns="33595" rIns="67190" bIns="33595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252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idx="13"/>
          </p:nvPr>
        </p:nvSpPr>
        <p:spPr>
          <a:xfrm>
            <a:off x="232794" y="773113"/>
            <a:ext cx="5788596" cy="4460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lIns="67190" tIns="33595" rIns="67190" bIns="33595" anchor="ctr">
            <a:normAutofit/>
          </a:bodyPr>
          <a:lstStyle>
            <a:lvl1pPr marL="0" indent="0">
              <a:buNone/>
              <a:defRPr sz="2008" b="1"/>
            </a:lvl1pPr>
            <a:lvl2pPr marL="449738" indent="0">
              <a:buNone/>
              <a:defRPr sz="2008" b="1"/>
            </a:lvl2pPr>
            <a:lvl3pPr marL="899474" indent="0">
              <a:buNone/>
              <a:defRPr sz="1740" b="1"/>
            </a:lvl3pPr>
            <a:lvl4pPr marL="1349211" indent="0">
              <a:buNone/>
              <a:defRPr sz="1606" b="1"/>
            </a:lvl4pPr>
            <a:lvl5pPr marL="1798948" indent="0">
              <a:buNone/>
              <a:defRPr sz="1606" b="1"/>
            </a:lvl5pPr>
            <a:lvl6pPr marL="2248685" indent="0">
              <a:buNone/>
              <a:defRPr sz="1606" b="1"/>
            </a:lvl6pPr>
            <a:lvl7pPr marL="2698422" indent="0">
              <a:buNone/>
              <a:defRPr sz="1606" b="1"/>
            </a:lvl7pPr>
            <a:lvl8pPr marL="3148159" indent="0">
              <a:buNone/>
              <a:defRPr sz="1606" b="1"/>
            </a:lvl8pPr>
            <a:lvl9pPr marL="3597895" indent="0">
              <a:buNone/>
              <a:defRPr sz="1606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33889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72" y="288371"/>
            <a:ext cx="11017090" cy="1200150"/>
          </a:xfrm>
          <a:prstGeom prst="rect">
            <a:avLst/>
          </a:prstGeom>
        </p:spPr>
        <p:txBody>
          <a:bodyPr lIns="67190" tIns="33595" rIns="67190" bIns="3359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673851"/>
            <a:ext cx="2855914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B8CBA3BE-3236-4ADB-A207-F386C99C43FF}" type="datetimeFigureOut">
              <a:rPr lang="zh-CN" altLang="en-US" sz="2410" smtClean="0">
                <a:solidFill>
                  <a:prstClr val="black"/>
                </a:solidFill>
              </a:rPr>
              <a:pPr defTabSz="1224107"/>
              <a:t>2015/9/1</a:t>
            </a:fld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83064" y="6673851"/>
            <a:ext cx="3875087" cy="384175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endParaRPr lang="zh-CN" altLang="en-US" sz="241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2878" y="6674176"/>
            <a:ext cx="2856284" cy="383382"/>
          </a:xfrm>
          <a:prstGeom prst="rect">
            <a:avLst/>
          </a:prstGeom>
        </p:spPr>
        <p:txBody>
          <a:bodyPr lIns="67190" tIns="33595" rIns="67190" bIns="33595"/>
          <a:lstStyle/>
          <a:p>
            <a:pPr defTabSz="1224107"/>
            <a:fld id="{0FB7EC70-51C2-4279-8B7A-78ABF2C09015}" type="slidenum">
              <a:rPr lang="zh-CN" altLang="en-US" sz="2410" smtClean="0">
                <a:solidFill>
                  <a:prstClr val="black"/>
                </a:solidFill>
              </a:rPr>
              <a:pPr defTabSz="1224107"/>
              <a:t>‹#›</a:t>
            </a:fld>
            <a:endParaRPr lang="zh-CN" altLang="en-US" sz="241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358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32" Type="http://schemas.openxmlformats.org/officeDocument/2006/relationships/image" Target="../media/image5.jpeg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31" Type="http://schemas.openxmlformats.org/officeDocument/2006/relationships/image" Target="../media/image3.jpe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30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84" Type="http://schemas.openxmlformats.org/officeDocument/2006/relationships/slideLayout" Target="../slideLayouts/slideLayout134.xml"/><Relationship Id="rId89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66.xml"/><Relationship Id="rId107" Type="http://schemas.openxmlformats.org/officeDocument/2006/relationships/image" Target="../media/image5.jpeg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102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55.xml"/><Relationship Id="rId90" Type="http://schemas.openxmlformats.org/officeDocument/2006/relationships/slideLayout" Target="../slideLayouts/slideLayout140.xml"/><Relationship Id="rId95" Type="http://schemas.openxmlformats.org/officeDocument/2006/relationships/slideLayout" Target="../slideLayouts/slideLayout145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80" Type="http://schemas.openxmlformats.org/officeDocument/2006/relationships/slideLayout" Target="../slideLayouts/slideLayout130.xml"/><Relationship Id="rId85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59" Type="http://schemas.openxmlformats.org/officeDocument/2006/relationships/slideLayout" Target="../slideLayouts/slideLayout109.xml"/><Relationship Id="rId103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83" Type="http://schemas.openxmlformats.org/officeDocument/2006/relationships/slideLayout" Target="../slideLayouts/slideLayout133.xml"/><Relationship Id="rId88" Type="http://schemas.openxmlformats.org/officeDocument/2006/relationships/slideLayout" Target="../slideLayouts/slideLayout138.xml"/><Relationship Id="rId91" Type="http://schemas.openxmlformats.org/officeDocument/2006/relationships/slideLayout" Target="../slideLayouts/slideLayout141.xml"/><Relationship Id="rId96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6" Type="http://schemas.openxmlformats.org/officeDocument/2006/relationships/image" Target="../media/image3.jpeg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slideLayout" Target="../slideLayouts/slideLayout131.xml"/><Relationship Id="rId86" Type="http://schemas.openxmlformats.org/officeDocument/2006/relationships/slideLayout" Target="../slideLayouts/slideLayout136.xml"/><Relationship Id="rId94" Type="http://schemas.openxmlformats.org/officeDocument/2006/relationships/slideLayout" Target="../slideLayouts/slideLayout144.xml"/><Relationship Id="rId99" Type="http://schemas.openxmlformats.org/officeDocument/2006/relationships/slideLayout" Target="../slideLayouts/slideLayout149.xml"/><Relationship Id="rId101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97" Type="http://schemas.openxmlformats.org/officeDocument/2006/relationships/slideLayout" Target="../slideLayouts/slideLayout147.xml"/><Relationship Id="rId104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9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Relationship Id="rId87" Type="http://schemas.openxmlformats.org/officeDocument/2006/relationships/slideLayout" Target="../slideLayouts/slideLayout137.xml"/><Relationship Id="rId61" Type="http://schemas.openxmlformats.org/officeDocument/2006/relationships/slideLayout" Target="../slideLayouts/slideLayout111.xml"/><Relationship Id="rId82" Type="http://schemas.openxmlformats.org/officeDocument/2006/relationships/slideLayout" Target="../slideLayouts/slideLayout132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56" Type="http://schemas.openxmlformats.org/officeDocument/2006/relationships/slideLayout" Target="../slideLayouts/slideLayout106.xml"/><Relationship Id="rId77" Type="http://schemas.openxmlformats.org/officeDocument/2006/relationships/slideLayout" Target="../slideLayouts/slideLayout127.xml"/><Relationship Id="rId100" Type="http://schemas.openxmlformats.org/officeDocument/2006/relationships/slideLayout" Target="../slideLayouts/slideLayout150.xml"/><Relationship Id="rId105" Type="http://schemas.openxmlformats.org/officeDocument/2006/relationships/theme" Target="../theme/theme6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93" Type="http://schemas.openxmlformats.org/officeDocument/2006/relationships/slideLayout" Target="../slideLayouts/slideLayout143.xml"/><Relationship Id="rId98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75.xml"/><Relationship Id="rId46" Type="http://schemas.openxmlformats.org/officeDocument/2006/relationships/slideLayout" Target="../slideLayouts/slideLayout96.xml"/><Relationship Id="rId67" Type="http://schemas.openxmlformats.org/officeDocument/2006/relationships/slideLayout" Target="../slideLayouts/slideLayout11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15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9" Type="http://schemas.openxmlformats.org/officeDocument/2006/relationships/image" Target="../media/image5.jpeg"/></Relationships>
</file>

<file path=ppt/slideMasters/_rels/slideMaster8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86.xml"/><Relationship Id="rId21" Type="http://schemas.openxmlformats.org/officeDocument/2006/relationships/slideLayout" Target="../slideLayouts/slideLayout181.xml"/><Relationship Id="rId42" Type="http://schemas.openxmlformats.org/officeDocument/2006/relationships/slideLayout" Target="../slideLayouts/slideLayout202.xml"/><Relationship Id="rId47" Type="http://schemas.openxmlformats.org/officeDocument/2006/relationships/slideLayout" Target="../slideLayouts/slideLayout207.xml"/><Relationship Id="rId63" Type="http://schemas.openxmlformats.org/officeDocument/2006/relationships/slideLayout" Target="../slideLayouts/slideLayout223.xml"/><Relationship Id="rId68" Type="http://schemas.openxmlformats.org/officeDocument/2006/relationships/slideLayout" Target="../slideLayouts/slideLayout228.xml"/><Relationship Id="rId84" Type="http://schemas.openxmlformats.org/officeDocument/2006/relationships/slideLayout" Target="../slideLayouts/slideLayout244.xml"/><Relationship Id="rId89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176.xml"/><Relationship Id="rId107" Type="http://schemas.openxmlformats.org/officeDocument/2006/relationships/image" Target="../media/image5.jpeg"/><Relationship Id="rId11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92.xml"/><Relationship Id="rId37" Type="http://schemas.openxmlformats.org/officeDocument/2006/relationships/slideLayout" Target="../slideLayouts/slideLayout197.xml"/><Relationship Id="rId53" Type="http://schemas.openxmlformats.org/officeDocument/2006/relationships/slideLayout" Target="../slideLayouts/slideLayout213.xml"/><Relationship Id="rId58" Type="http://schemas.openxmlformats.org/officeDocument/2006/relationships/slideLayout" Target="../slideLayouts/slideLayout218.xml"/><Relationship Id="rId74" Type="http://schemas.openxmlformats.org/officeDocument/2006/relationships/slideLayout" Target="../slideLayouts/slideLayout234.xml"/><Relationship Id="rId79" Type="http://schemas.openxmlformats.org/officeDocument/2006/relationships/slideLayout" Target="../slideLayouts/slideLayout239.xml"/><Relationship Id="rId102" Type="http://schemas.openxmlformats.org/officeDocument/2006/relationships/slideLayout" Target="../slideLayouts/slideLayout262.xml"/><Relationship Id="rId5" Type="http://schemas.openxmlformats.org/officeDocument/2006/relationships/slideLayout" Target="../slideLayouts/slideLayout165.xml"/><Relationship Id="rId90" Type="http://schemas.openxmlformats.org/officeDocument/2006/relationships/slideLayout" Target="../slideLayouts/slideLayout250.xml"/><Relationship Id="rId95" Type="http://schemas.openxmlformats.org/officeDocument/2006/relationships/slideLayout" Target="../slideLayouts/slideLayout255.xml"/><Relationship Id="rId22" Type="http://schemas.openxmlformats.org/officeDocument/2006/relationships/slideLayout" Target="../slideLayouts/slideLayout182.xml"/><Relationship Id="rId27" Type="http://schemas.openxmlformats.org/officeDocument/2006/relationships/slideLayout" Target="../slideLayouts/slideLayout187.xml"/><Relationship Id="rId43" Type="http://schemas.openxmlformats.org/officeDocument/2006/relationships/slideLayout" Target="../slideLayouts/slideLayout203.xml"/><Relationship Id="rId48" Type="http://schemas.openxmlformats.org/officeDocument/2006/relationships/slideLayout" Target="../slideLayouts/slideLayout208.xml"/><Relationship Id="rId64" Type="http://schemas.openxmlformats.org/officeDocument/2006/relationships/slideLayout" Target="../slideLayouts/slideLayout224.xml"/><Relationship Id="rId69" Type="http://schemas.openxmlformats.org/officeDocument/2006/relationships/slideLayout" Target="../slideLayouts/slideLayout229.xml"/><Relationship Id="rId80" Type="http://schemas.openxmlformats.org/officeDocument/2006/relationships/slideLayout" Target="../slideLayouts/slideLayout240.xml"/><Relationship Id="rId85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172.xml"/><Relationship Id="rId17" Type="http://schemas.openxmlformats.org/officeDocument/2006/relationships/slideLayout" Target="../slideLayouts/slideLayout177.xml"/><Relationship Id="rId33" Type="http://schemas.openxmlformats.org/officeDocument/2006/relationships/slideLayout" Target="../slideLayouts/slideLayout193.xml"/><Relationship Id="rId38" Type="http://schemas.openxmlformats.org/officeDocument/2006/relationships/slideLayout" Target="../slideLayouts/slideLayout198.xml"/><Relationship Id="rId59" Type="http://schemas.openxmlformats.org/officeDocument/2006/relationships/slideLayout" Target="../slideLayouts/slideLayout219.xml"/><Relationship Id="rId103" Type="http://schemas.openxmlformats.org/officeDocument/2006/relationships/slideLayout" Target="../slideLayouts/slideLayout263.xml"/><Relationship Id="rId20" Type="http://schemas.openxmlformats.org/officeDocument/2006/relationships/slideLayout" Target="../slideLayouts/slideLayout180.xml"/><Relationship Id="rId41" Type="http://schemas.openxmlformats.org/officeDocument/2006/relationships/slideLayout" Target="../slideLayouts/slideLayout201.xml"/><Relationship Id="rId54" Type="http://schemas.openxmlformats.org/officeDocument/2006/relationships/slideLayout" Target="../slideLayouts/slideLayout214.xml"/><Relationship Id="rId62" Type="http://schemas.openxmlformats.org/officeDocument/2006/relationships/slideLayout" Target="../slideLayouts/slideLayout222.xml"/><Relationship Id="rId70" Type="http://schemas.openxmlformats.org/officeDocument/2006/relationships/slideLayout" Target="../slideLayouts/slideLayout230.xml"/><Relationship Id="rId75" Type="http://schemas.openxmlformats.org/officeDocument/2006/relationships/slideLayout" Target="../slideLayouts/slideLayout235.xml"/><Relationship Id="rId83" Type="http://schemas.openxmlformats.org/officeDocument/2006/relationships/slideLayout" Target="../slideLayouts/slideLayout243.xml"/><Relationship Id="rId88" Type="http://schemas.openxmlformats.org/officeDocument/2006/relationships/slideLayout" Target="../slideLayouts/slideLayout248.xml"/><Relationship Id="rId91" Type="http://schemas.openxmlformats.org/officeDocument/2006/relationships/slideLayout" Target="../slideLayouts/slideLayout251.xml"/><Relationship Id="rId96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5.xml"/><Relationship Id="rId23" Type="http://schemas.openxmlformats.org/officeDocument/2006/relationships/slideLayout" Target="../slideLayouts/slideLayout183.xml"/><Relationship Id="rId28" Type="http://schemas.openxmlformats.org/officeDocument/2006/relationships/slideLayout" Target="../slideLayouts/slideLayout188.xml"/><Relationship Id="rId36" Type="http://schemas.openxmlformats.org/officeDocument/2006/relationships/slideLayout" Target="../slideLayouts/slideLayout196.xml"/><Relationship Id="rId49" Type="http://schemas.openxmlformats.org/officeDocument/2006/relationships/slideLayout" Target="../slideLayouts/slideLayout209.xml"/><Relationship Id="rId57" Type="http://schemas.openxmlformats.org/officeDocument/2006/relationships/slideLayout" Target="../slideLayouts/slideLayout217.xml"/><Relationship Id="rId106" Type="http://schemas.openxmlformats.org/officeDocument/2006/relationships/image" Target="../media/image3.jpeg"/><Relationship Id="rId10" Type="http://schemas.openxmlformats.org/officeDocument/2006/relationships/slideLayout" Target="../slideLayouts/slideLayout170.xml"/><Relationship Id="rId31" Type="http://schemas.openxmlformats.org/officeDocument/2006/relationships/slideLayout" Target="../slideLayouts/slideLayout191.xml"/><Relationship Id="rId44" Type="http://schemas.openxmlformats.org/officeDocument/2006/relationships/slideLayout" Target="../slideLayouts/slideLayout204.xml"/><Relationship Id="rId52" Type="http://schemas.openxmlformats.org/officeDocument/2006/relationships/slideLayout" Target="../slideLayouts/slideLayout212.xml"/><Relationship Id="rId60" Type="http://schemas.openxmlformats.org/officeDocument/2006/relationships/slideLayout" Target="../slideLayouts/slideLayout220.xml"/><Relationship Id="rId65" Type="http://schemas.openxmlformats.org/officeDocument/2006/relationships/slideLayout" Target="../slideLayouts/slideLayout225.xml"/><Relationship Id="rId73" Type="http://schemas.openxmlformats.org/officeDocument/2006/relationships/slideLayout" Target="../slideLayouts/slideLayout233.xml"/><Relationship Id="rId78" Type="http://schemas.openxmlformats.org/officeDocument/2006/relationships/slideLayout" Target="../slideLayouts/slideLayout238.xml"/><Relationship Id="rId81" Type="http://schemas.openxmlformats.org/officeDocument/2006/relationships/slideLayout" Target="../slideLayouts/slideLayout241.xml"/><Relationship Id="rId86" Type="http://schemas.openxmlformats.org/officeDocument/2006/relationships/slideLayout" Target="../slideLayouts/slideLayout246.xml"/><Relationship Id="rId94" Type="http://schemas.openxmlformats.org/officeDocument/2006/relationships/slideLayout" Target="../slideLayouts/slideLayout254.xml"/><Relationship Id="rId99" Type="http://schemas.openxmlformats.org/officeDocument/2006/relationships/slideLayout" Target="../slideLayouts/slideLayout259.xml"/><Relationship Id="rId101" Type="http://schemas.openxmlformats.org/officeDocument/2006/relationships/slideLayout" Target="../slideLayouts/slideLayout261.xml"/><Relationship Id="rId4" Type="http://schemas.openxmlformats.org/officeDocument/2006/relationships/slideLayout" Target="../slideLayouts/slideLayout164.xml"/><Relationship Id="rId9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3.xml"/><Relationship Id="rId18" Type="http://schemas.openxmlformats.org/officeDocument/2006/relationships/slideLayout" Target="../slideLayouts/slideLayout178.xml"/><Relationship Id="rId39" Type="http://schemas.openxmlformats.org/officeDocument/2006/relationships/slideLayout" Target="../slideLayouts/slideLayout199.xml"/><Relationship Id="rId34" Type="http://schemas.openxmlformats.org/officeDocument/2006/relationships/slideLayout" Target="../slideLayouts/slideLayout194.xml"/><Relationship Id="rId50" Type="http://schemas.openxmlformats.org/officeDocument/2006/relationships/slideLayout" Target="../slideLayouts/slideLayout210.xml"/><Relationship Id="rId55" Type="http://schemas.openxmlformats.org/officeDocument/2006/relationships/slideLayout" Target="../slideLayouts/slideLayout215.xml"/><Relationship Id="rId76" Type="http://schemas.openxmlformats.org/officeDocument/2006/relationships/slideLayout" Target="../slideLayouts/slideLayout236.xml"/><Relationship Id="rId97" Type="http://schemas.openxmlformats.org/officeDocument/2006/relationships/slideLayout" Target="../slideLayouts/slideLayout257.xml"/><Relationship Id="rId104" Type="http://schemas.openxmlformats.org/officeDocument/2006/relationships/slideLayout" Target="../slideLayouts/slideLayout264.xml"/><Relationship Id="rId7" Type="http://schemas.openxmlformats.org/officeDocument/2006/relationships/slideLayout" Target="../slideLayouts/slideLayout167.xml"/><Relationship Id="rId71" Type="http://schemas.openxmlformats.org/officeDocument/2006/relationships/slideLayout" Target="../slideLayouts/slideLayout231.xml"/><Relationship Id="rId92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162.xml"/><Relationship Id="rId29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84.xml"/><Relationship Id="rId40" Type="http://schemas.openxmlformats.org/officeDocument/2006/relationships/slideLayout" Target="../slideLayouts/slideLayout200.xml"/><Relationship Id="rId45" Type="http://schemas.openxmlformats.org/officeDocument/2006/relationships/slideLayout" Target="../slideLayouts/slideLayout205.xml"/><Relationship Id="rId66" Type="http://schemas.openxmlformats.org/officeDocument/2006/relationships/slideLayout" Target="../slideLayouts/slideLayout226.xml"/><Relationship Id="rId87" Type="http://schemas.openxmlformats.org/officeDocument/2006/relationships/slideLayout" Target="../slideLayouts/slideLayout247.xml"/><Relationship Id="rId61" Type="http://schemas.openxmlformats.org/officeDocument/2006/relationships/slideLayout" Target="../slideLayouts/slideLayout221.xml"/><Relationship Id="rId82" Type="http://schemas.openxmlformats.org/officeDocument/2006/relationships/slideLayout" Target="../slideLayouts/slideLayout242.xml"/><Relationship Id="rId1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74.xml"/><Relationship Id="rId30" Type="http://schemas.openxmlformats.org/officeDocument/2006/relationships/slideLayout" Target="../slideLayouts/slideLayout190.xml"/><Relationship Id="rId35" Type="http://schemas.openxmlformats.org/officeDocument/2006/relationships/slideLayout" Target="../slideLayouts/slideLayout195.xml"/><Relationship Id="rId56" Type="http://schemas.openxmlformats.org/officeDocument/2006/relationships/slideLayout" Target="../slideLayouts/slideLayout216.xml"/><Relationship Id="rId77" Type="http://schemas.openxmlformats.org/officeDocument/2006/relationships/slideLayout" Target="../slideLayouts/slideLayout237.xml"/><Relationship Id="rId100" Type="http://schemas.openxmlformats.org/officeDocument/2006/relationships/slideLayout" Target="../slideLayouts/slideLayout260.xml"/><Relationship Id="rId105" Type="http://schemas.openxmlformats.org/officeDocument/2006/relationships/theme" Target="../theme/theme8.xml"/><Relationship Id="rId8" Type="http://schemas.openxmlformats.org/officeDocument/2006/relationships/slideLayout" Target="../slideLayouts/slideLayout168.xml"/><Relationship Id="rId51" Type="http://schemas.openxmlformats.org/officeDocument/2006/relationships/slideLayout" Target="../slideLayouts/slideLayout211.xml"/><Relationship Id="rId72" Type="http://schemas.openxmlformats.org/officeDocument/2006/relationships/slideLayout" Target="../slideLayouts/slideLayout232.xml"/><Relationship Id="rId93" Type="http://schemas.openxmlformats.org/officeDocument/2006/relationships/slideLayout" Target="../slideLayouts/slideLayout253.xml"/><Relationship Id="rId98" Type="http://schemas.openxmlformats.org/officeDocument/2006/relationships/slideLayout" Target="../slideLayouts/slideLayout258.xml"/><Relationship Id="rId3" Type="http://schemas.openxmlformats.org/officeDocument/2006/relationships/slideLayout" Target="../slideLayouts/slideLayout163.xml"/><Relationship Id="rId25" Type="http://schemas.openxmlformats.org/officeDocument/2006/relationships/slideLayout" Target="../slideLayouts/slideLayout185.xml"/><Relationship Id="rId46" Type="http://schemas.openxmlformats.org/officeDocument/2006/relationships/slideLayout" Target="../slideLayouts/slideLayout206.xml"/><Relationship Id="rId67" Type="http://schemas.openxmlformats.org/officeDocument/2006/relationships/slideLayout" Target="../slideLayouts/slideLayout227.xml"/></Relationships>
</file>

<file path=ppt/slideMasters/_rels/slideMaster9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90.xml"/><Relationship Id="rId21" Type="http://schemas.openxmlformats.org/officeDocument/2006/relationships/slideLayout" Target="../slideLayouts/slideLayout285.xml"/><Relationship Id="rId42" Type="http://schemas.openxmlformats.org/officeDocument/2006/relationships/slideLayout" Target="../slideLayouts/slideLayout306.xml"/><Relationship Id="rId47" Type="http://schemas.openxmlformats.org/officeDocument/2006/relationships/slideLayout" Target="../slideLayouts/slideLayout311.xml"/><Relationship Id="rId63" Type="http://schemas.openxmlformats.org/officeDocument/2006/relationships/slideLayout" Target="../slideLayouts/slideLayout327.xml"/><Relationship Id="rId68" Type="http://schemas.openxmlformats.org/officeDocument/2006/relationships/slideLayout" Target="../slideLayouts/slideLayout332.xml"/><Relationship Id="rId84" Type="http://schemas.openxmlformats.org/officeDocument/2006/relationships/slideLayout" Target="../slideLayouts/slideLayout348.xml"/><Relationship Id="rId89" Type="http://schemas.openxmlformats.org/officeDocument/2006/relationships/slideLayout" Target="../slideLayouts/slideLayout353.xml"/><Relationship Id="rId16" Type="http://schemas.openxmlformats.org/officeDocument/2006/relationships/slideLayout" Target="../slideLayouts/slideLayout280.xml"/><Relationship Id="rId107" Type="http://schemas.openxmlformats.org/officeDocument/2006/relationships/image" Target="../media/image5.jpeg"/><Relationship Id="rId11" Type="http://schemas.openxmlformats.org/officeDocument/2006/relationships/slideLayout" Target="../slideLayouts/slideLayout275.xml"/><Relationship Id="rId32" Type="http://schemas.openxmlformats.org/officeDocument/2006/relationships/slideLayout" Target="../slideLayouts/slideLayout296.xml"/><Relationship Id="rId37" Type="http://schemas.openxmlformats.org/officeDocument/2006/relationships/slideLayout" Target="../slideLayouts/slideLayout301.xml"/><Relationship Id="rId53" Type="http://schemas.openxmlformats.org/officeDocument/2006/relationships/slideLayout" Target="../slideLayouts/slideLayout317.xml"/><Relationship Id="rId58" Type="http://schemas.openxmlformats.org/officeDocument/2006/relationships/slideLayout" Target="../slideLayouts/slideLayout322.xml"/><Relationship Id="rId74" Type="http://schemas.openxmlformats.org/officeDocument/2006/relationships/slideLayout" Target="../slideLayouts/slideLayout338.xml"/><Relationship Id="rId79" Type="http://schemas.openxmlformats.org/officeDocument/2006/relationships/slideLayout" Target="../slideLayouts/slideLayout343.xml"/><Relationship Id="rId102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269.xml"/><Relationship Id="rId90" Type="http://schemas.openxmlformats.org/officeDocument/2006/relationships/slideLayout" Target="../slideLayouts/slideLayout354.xml"/><Relationship Id="rId95" Type="http://schemas.openxmlformats.org/officeDocument/2006/relationships/slideLayout" Target="../slideLayouts/slideLayout359.xml"/><Relationship Id="rId22" Type="http://schemas.openxmlformats.org/officeDocument/2006/relationships/slideLayout" Target="../slideLayouts/slideLayout286.xml"/><Relationship Id="rId27" Type="http://schemas.openxmlformats.org/officeDocument/2006/relationships/slideLayout" Target="../slideLayouts/slideLayout291.xml"/><Relationship Id="rId43" Type="http://schemas.openxmlformats.org/officeDocument/2006/relationships/slideLayout" Target="../slideLayouts/slideLayout307.xml"/><Relationship Id="rId48" Type="http://schemas.openxmlformats.org/officeDocument/2006/relationships/slideLayout" Target="../slideLayouts/slideLayout312.xml"/><Relationship Id="rId64" Type="http://schemas.openxmlformats.org/officeDocument/2006/relationships/slideLayout" Target="../slideLayouts/slideLayout328.xml"/><Relationship Id="rId69" Type="http://schemas.openxmlformats.org/officeDocument/2006/relationships/slideLayout" Target="../slideLayouts/slideLayout333.xml"/><Relationship Id="rId80" Type="http://schemas.openxmlformats.org/officeDocument/2006/relationships/slideLayout" Target="../slideLayouts/slideLayout344.xml"/><Relationship Id="rId85" Type="http://schemas.openxmlformats.org/officeDocument/2006/relationships/slideLayout" Target="../slideLayouts/slideLayout349.xml"/><Relationship Id="rId12" Type="http://schemas.openxmlformats.org/officeDocument/2006/relationships/slideLayout" Target="../slideLayouts/slideLayout276.xml"/><Relationship Id="rId17" Type="http://schemas.openxmlformats.org/officeDocument/2006/relationships/slideLayout" Target="../slideLayouts/slideLayout281.xml"/><Relationship Id="rId33" Type="http://schemas.openxmlformats.org/officeDocument/2006/relationships/slideLayout" Target="../slideLayouts/slideLayout297.xml"/><Relationship Id="rId38" Type="http://schemas.openxmlformats.org/officeDocument/2006/relationships/slideLayout" Target="../slideLayouts/slideLayout302.xml"/><Relationship Id="rId59" Type="http://schemas.openxmlformats.org/officeDocument/2006/relationships/slideLayout" Target="../slideLayouts/slideLayout323.xml"/><Relationship Id="rId103" Type="http://schemas.openxmlformats.org/officeDocument/2006/relationships/slideLayout" Target="../slideLayouts/slideLayout367.xml"/><Relationship Id="rId20" Type="http://schemas.openxmlformats.org/officeDocument/2006/relationships/slideLayout" Target="../slideLayouts/slideLayout284.xml"/><Relationship Id="rId41" Type="http://schemas.openxmlformats.org/officeDocument/2006/relationships/slideLayout" Target="../slideLayouts/slideLayout305.xml"/><Relationship Id="rId54" Type="http://schemas.openxmlformats.org/officeDocument/2006/relationships/slideLayout" Target="../slideLayouts/slideLayout318.xml"/><Relationship Id="rId62" Type="http://schemas.openxmlformats.org/officeDocument/2006/relationships/slideLayout" Target="../slideLayouts/slideLayout326.xml"/><Relationship Id="rId70" Type="http://schemas.openxmlformats.org/officeDocument/2006/relationships/slideLayout" Target="../slideLayouts/slideLayout334.xml"/><Relationship Id="rId75" Type="http://schemas.openxmlformats.org/officeDocument/2006/relationships/slideLayout" Target="../slideLayouts/slideLayout339.xml"/><Relationship Id="rId83" Type="http://schemas.openxmlformats.org/officeDocument/2006/relationships/slideLayout" Target="../slideLayouts/slideLayout347.xml"/><Relationship Id="rId88" Type="http://schemas.openxmlformats.org/officeDocument/2006/relationships/slideLayout" Target="../slideLayouts/slideLayout352.xml"/><Relationship Id="rId91" Type="http://schemas.openxmlformats.org/officeDocument/2006/relationships/slideLayout" Target="../slideLayouts/slideLayout355.xml"/><Relationship Id="rId96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5" Type="http://schemas.openxmlformats.org/officeDocument/2006/relationships/slideLayout" Target="../slideLayouts/slideLayout279.xml"/><Relationship Id="rId23" Type="http://schemas.openxmlformats.org/officeDocument/2006/relationships/slideLayout" Target="../slideLayouts/slideLayout287.xml"/><Relationship Id="rId28" Type="http://schemas.openxmlformats.org/officeDocument/2006/relationships/slideLayout" Target="../slideLayouts/slideLayout292.xml"/><Relationship Id="rId36" Type="http://schemas.openxmlformats.org/officeDocument/2006/relationships/slideLayout" Target="../slideLayouts/slideLayout300.xml"/><Relationship Id="rId49" Type="http://schemas.openxmlformats.org/officeDocument/2006/relationships/slideLayout" Target="../slideLayouts/slideLayout313.xml"/><Relationship Id="rId57" Type="http://schemas.openxmlformats.org/officeDocument/2006/relationships/slideLayout" Target="../slideLayouts/slideLayout321.xml"/><Relationship Id="rId106" Type="http://schemas.openxmlformats.org/officeDocument/2006/relationships/image" Target="../media/image3.jpeg"/><Relationship Id="rId10" Type="http://schemas.openxmlformats.org/officeDocument/2006/relationships/slideLayout" Target="../slideLayouts/slideLayout274.xml"/><Relationship Id="rId31" Type="http://schemas.openxmlformats.org/officeDocument/2006/relationships/slideLayout" Target="../slideLayouts/slideLayout295.xml"/><Relationship Id="rId44" Type="http://schemas.openxmlformats.org/officeDocument/2006/relationships/slideLayout" Target="../slideLayouts/slideLayout308.xml"/><Relationship Id="rId52" Type="http://schemas.openxmlformats.org/officeDocument/2006/relationships/slideLayout" Target="../slideLayouts/slideLayout316.xml"/><Relationship Id="rId60" Type="http://schemas.openxmlformats.org/officeDocument/2006/relationships/slideLayout" Target="../slideLayouts/slideLayout324.xml"/><Relationship Id="rId65" Type="http://schemas.openxmlformats.org/officeDocument/2006/relationships/slideLayout" Target="../slideLayouts/slideLayout329.xml"/><Relationship Id="rId73" Type="http://schemas.openxmlformats.org/officeDocument/2006/relationships/slideLayout" Target="../slideLayouts/slideLayout337.xml"/><Relationship Id="rId78" Type="http://schemas.openxmlformats.org/officeDocument/2006/relationships/slideLayout" Target="../slideLayouts/slideLayout342.xml"/><Relationship Id="rId81" Type="http://schemas.openxmlformats.org/officeDocument/2006/relationships/slideLayout" Target="../slideLayouts/slideLayout345.xml"/><Relationship Id="rId86" Type="http://schemas.openxmlformats.org/officeDocument/2006/relationships/slideLayout" Target="../slideLayouts/slideLayout350.xml"/><Relationship Id="rId94" Type="http://schemas.openxmlformats.org/officeDocument/2006/relationships/slideLayout" Target="../slideLayouts/slideLayout358.xml"/><Relationship Id="rId99" Type="http://schemas.openxmlformats.org/officeDocument/2006/relationships/slideLayout" Target="../slideLayouts/slideLayout363.xml"/><Relationship Id="rId101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3" Type="http://schemas.openxmlformats.org/officeDocument/2006/relationships/slideLayout" Target="../slideLayouts/slideLayout277.xml"/><Relationship Id="rId18" Type="http://schemas.openxmlformats.org/officeDocument/2006/relationships/slideLayout" Target="../slideLayouts/slideLayout282.xml"/><Relationship Id="rId39" Type="http://schemas.openxmlformats.org/officeDocument/2006/relationships/slideLayout" Target="../slideLayouts/slideLayout303.xml"/><Relationship Id="rId34" Type="http://schemas.openxmlformats.org/officeDocument/2006/relationships/slideLayout" Target="../slideLayouts/slideLayout298.xml"/><Relationship Id="rId50" Type="http://schemas.openxmlformats.org/officeDocument/2006/relationships/slideLayout" Target="../slideLayouts/slideLayout314.xml"/><Relationship Id="rId55" Type="http://schemas.openxmlformats.org/officeDocument/2006/relationships/slideLayout" Target="../slideLayouts/slideLayout319.xml"/><Relationship Id="rId76" Type="http://schemas.openxmlformats.org/officeDocument/2006/relationships/slideLayout" Target="../slideLayouts/slideLayout340.xml"/><Relationship Id="rId97" Type="http://schemas.openxmlformats.org/officeDocument/2006/relationships/slideLayout" Target="../slideLayouts/slideLayout361.xml"/><Relationship Id="rId104" Type="http://schemas.openxmlformats.org/officeDocument/2006/relationships/slideLayout" Target="../slideLayouts/slideLayout368.xml"/><Relationship Id="rId7" Type="http://schemas.openxmlformats.org/officeDocument/2006/relationships/slideLayout" Target="../slideLayouts/slideLayout271.xml"/><Relationship Id="rId71" Type="http://schemas.openxmlformats.org/officeDocument/2006/relationships/slideLayout" Target="../slideLayouts/slideLayout335.xml"/><Relationship Id="rId92" Type="http://schemas.openxmlformats.org/officeDocument/2006/relationships/slideLayout" Target="../slideLayouts/slideLayout356.xml"/><Relationship Id="rId2" Type="http://schemas.openxmlformats.org/officeDocument/2006/relationships/slideLayout" Target="../slideLayouts/slideLayout266.xml"/><Relationship Id="rId29" Type="http://schemas.openxmlformats.org/officeDocument/2006/relationships/slideLayout" Target="../slideLayouts/slideLayout293.xml"/><Relationship Id="rId24" Type="http://schemas.openxmlformats.org/officeDocument/2006/relationships/slideLayout" Target="../slideLayouts/slideLayout288.xml"/><Relationship Id="rId40" Type="http://schemas.openxmlformats.org/officeDocument/2006/relationships/slideLayout" Target="../slideLayouts/slideLayout304.xml"/><Relationship Id="rId45" Type="http://schemas.openxmlformats.org/officeDocument/2006/relationships/slideLayout" Target="../slideLayouts/slideLayout309.xml"/><Relationship Id="rId66" Type="http://schemas.openxmlformats.org/officeDocument/2006/relationships/slideLayout" Target="../slideLayouts/slideLayout330.xml"/><Relationship Id="rId87" Type="http://schemas.openxmlformats.org/officeDocument/2006/relationships/slideLayout" Target="../slideLayouts/slideLayout351.xml"/><Relationship Id="rId61" Type="http://schemas.openxmlformats.org/officeDocument/2006/relationships/slideLayout" Target="../slideLayouts/slideLayout325.xml"/><Relationship Id="rId82" Type="http://schemas.openxmlformats.org/officeDocument/2006/relationships/slideLayout" Target="../slideLayouts/slideLayout346.xml"/><Relationship Id="rId19" Type="http://schemas.openxmlformats.org/officeDocument/2006/relationships/slideLayout" Target="../slideLayouts/slideLayout283.xml"/><Relationship Id="rId14" Type="http://schemas.openxmlformats.org/officeDocument/2006/relationships/slideLayout" Target="../slideLayouts/slideLayout278.xml"/><Relationship Id="rId30" Type="http://schemas.openxmlformats.org/officeDocument/2006/relationships/slideLayout" Target="../slideLayouts/slideLayout294.xml"/><Relationship Id="rId35" Type="http://schemas.openxmlformats.org/officeDocument/2006/relationships/slideLayout" Target="../slideLayouts/slideLayout299.xml"/><Relationship Id="rId56" Type="http://schemas.openxmlformats.org/officeDocument/2006/relationships/slideLayout" Target="../slideLayouts/slideLayout320.xml"/><Relationship Id="rId77" Type="http://schemas.openxmlformats.org/officeDocument/2006/relationships/slideLayout" Target="../slideLayouts/slideLayout341.xml"/><Relationship Id="rId100" Type="http://schemas.openxmlformats.org/officeDocument/2006/relationships/slideLayout" Target="../slideLayouts/slideLayout364.xml"/><Relationship Id="rId105" Type="http://schemas.openxmlformats.org/officeDocument/2006/relationships/theme" Target="../theme/theme9.xml"/><Relationship Id="rId8" Type="http://schemas.openxmlformats.org/officeDocument/2006/relationships/slideLayout" Target="../slideLayouts/slideLayout272.xml"/><Relationship Id="rId51" Type="http://schemas.openxmlformats.org/officeDocument/2006/relationships/slideLayout" Target="../slideLayouts/slideLayout315.xml"/><Relationship Id="rId72" Type="http://schemas.openxmlformats.org/officeDocument/2006/relationships/slideLayout" Target="../slideLayouts/slideLayout336.xml"/><Relationship Id="rId93" Type="http://schemas.openxmlformats.org/officeDocument/2006/relationships/slideLayout" Target="../slideLayouts/slideLayout357.xml"/><Relationship Id="rId98" Type="http://schemas.openxmlformats.org/officeDocument/2006/relationships/slideLayout" Target="../slideLayouts/slideLayout362.xml"/><Relationship Id="rId3" Type="http://schemas.openxmlformats.org/officeDocument/2006/relationships/slideLayout" Target="../slideLayouts/slideLayout267.xml"/><Relationship Id="rId25" Type="http://schemas.openxmlformats.org/officeDocument/2006/relationships/slideLayout" Target="../slideLayouts/slideLayout289.xml"/><Relationship Id="rId46" Type="http://schemas.openxmlformats.org/officeDocument/2006/relationships/slideLayout" Target="../slideLayouts/slideLayout310.xml"/><Relationship Id="rId67" Type="http://schemas.openxmlformats.org/officeDocument/2006/relationships/slideLayout" Target="../slideLayouts/slideLayout33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2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10" Type="http://schemas.openxmlformats.org/officeDocument/2006/relationships/image" Target="../media/image5.jpeg"/><Relationship Id="rId4" Type="http://schemas.openxmlformats.org/officeDocument/2006/relationships/slideLayout" Target="../slideLayouts/slideLayout372.xml"/><Relationship Id="rId9" Type="http://schemas.openxmlformats.org/officeDocument/2006/relationships/image" Target="../media/image3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8.xml"/><Relationship Id="rId18" Type="http://schemas.openxmlformats.org/officeDocument/2006/relationships/image" Target="../media/image5.jpeg"/><Relationship Id="rId3" Type="http://schemas.openxmlformats.org/officeDocument/2006/relationships/slideLayout" Target="../slideLayouts/slideLayout378.xml"/><Relationship Id="rId7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7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377.xml"/><Relationship Id="rId16" Type="http://schemas.openxmlformats.org/officeDocument/2006/relationships/theme" Target="../theme/theme11.xml"/><Relationship Id="rId1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6.xml"/><Relationship Id="rId5" Type="http://schemas.openxmlformats.org/officeDocument/2006/relationships/slideLayout" Target="../slideLayouts/slideLayout380.xml"/><Relationship Id="rId15" Type="http://schemas.openxmlformats.org/officeDocument/2006/relationships/slideLayout" Target="../slideLayouts/slideLayout390.xml"/><Relationship Id="rId10" Type="http://schemas.openxmlformats.org/officeDocument/2006/relationships/slideLayout" Target="../slideLayouts/slideLayout385.xml"/><Relationship Id="rId4" Type="http://schemas.openxmlformats.org/officeDocument/2006/relationships/slideLayout" Target="../slideLayouts/slideLayout379.xml"/><Relationship Id="rId9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8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7.xml"/><Relationship Id="rId12" Type="http://schemas.openxmlformats.org/officeDocument/2006/relationships/slideLayout" Target="../slideLayouts/slideLayout402.xml"/><Relationship Id="rId2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91.xml"/><Relationship Id="rId6" Type="http://schemas.openxmlformats.org/officeDocument/2006/relationships/slideLayout" Target="../slideLayouts/slideLayout396.xml"/><Relationship Id="rId11" Type="http://schemas.openxmlformats.org/officeDocument/2006/relationships/slideLayout" Target="../slideLayouts/slideLayout401.xml"/><Relationship Id="rId5" Type="http://schemas.openxmlformats.org/officeDocument/2006/relationships/slideLayout" Target="../slideLayouts/slideLayout395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00.xml"/><Relationship Id="rId4" Type="http://schemas.openxmlformats.org/officeDocument/2006/relationships/slideLayout" Target="../slideLayouts/slideLayout394.xml"/><Relationship Id="rId9" Type="http://schemas.openxmlformats.org/officeDocument/2006/relationships/slideLayout" Target="../slideLayouts/slideLayout399.xml"/><Relationship Id="rId14" Type="http://schemas.openxmlformats.org/officeDocument/2006/relationships/image" Target="../media/image3.jpe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0.xml"/><Relationship Id="rId13" Type="http://schemas.openxmlformats.org/officeDocument/2006/relationships/slideLayout" Target="../slideLayouts/slideLayout415.xml"/><Relationship Id="rId3" Type="http://schemas.openxmlformats.org/officeDocument/2006/relationships/slideLayout" Target="../slideLayouts/slideLayout405.xml"/><Relationship Id="rId7" Type="http://schemas.openxmlformats.org/officeDocument/2006/relationships/slideLayout" Target="../slideLayouts/slideLayout409.xml"/><Relationship Id="rId12" Type="http://schemas.openxmlformats.org/officeDocument/2006/relationships/slideLayout" Target="../slideLayouts/slideLayout414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0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8.xml"/><Relationship Id="rId11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07.xml"/><Relationship Id="rId15" Type="http://schemas.openxmlformats.org/officeDocument/2006/relationships/theme" Target="../theme/theme13.xml"/><Relationship Id="rId10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06.xml"/><Relationship Id="rId9" Type="http://schemas.openxmlformats.org/officeDocument/2006/relationships/slideLayout" Target="../slideLayouts/slideLayout411.xml"/><Relationship Id="rId14" Type="http://schemas.openxmlformats.org/officeDocument/2006/relationships/slideLayout" Target="../slideLayouts/slideLayout41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4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419.xml"/><Relationship Id="rId7" Type="http://schemas.openxmlformats.org/officeDocument/2006/relationships/slideLayout" Target="../slideLayouts/slideLayout423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418.xml"/><Relationship Id="rId1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22.xml"/><Relationship Id="rId11" Type="http://schemas.openxmlformats.org/officeDocument/2006/relationships/theme" Target="../theme/theme14.xml"/><Relationship Id="rId5" Type="http://schemas.openxmlformats.org/officeDocument/2006/relationships/slideLayout" Target="../slideLayouts/slideLayout421.xml"/><Relationship Id="rId10" Type="http://schemas.openxmlformats.org/officeDocument/2006/relationships/slideLayout" Target="../slideLayouts/slideLayout426.xml"/><Relationship Id="rId4" Type="http://schemas.openxmlformats.org/officeDocument/2006/relationships/slideLayout" Target="../slideLayouts/slideLayout420.xml"/><Relationship Id="rId9" Type="http://schemas.openxmlformats.org/officeDocument/2006/relationships/slideLayout" Target="../slideLayouts/slideLayout425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4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429.xml"/><Relationship Id="rId7" Type="http://schemas.openxmlformats.org/officeDocument/2006/relationships/slideLayout" Target="../slideLayouts/slideLayout433.xml"/><Relationship Id="rId12" Type="http://schemas.openxmlformats.org/officeDocument/2006/relationships/slideLayout" Target="../slideLayouts/slideLayout438.xml"/><Relationship Id="rId2" Type="http://schemas.openxmlformats.org/officeDocument/2006/relationships/slideLayout" Target="../slideLayouts/slideLayout428.xml"/><Relationship Id="rId1" Type="http://schemas.openxmlformats.org/officeDocument/2006/relationships/slideLayout" Target="../slideLayouts/slideLayout427.xml"/><Relationship Id="rId6" Type="http://schemas.openxmlformats.org/officeDocument/2006/relationships/slideLayout" Target="../slideLayouts/slideLayout432.xml"/><Relationship Id="rId11" Type="http://schemas.openxmlformats.org/officeDocument/2006/relationships/slideLayout" Target="../slideLayouts/slideLayout437.xml"/><Relationship Id="rId5" Type="http://schemas.openxmlformats.org/officeDocument/2006/relationships/slideLayout" Target="../slideLayouts/slideLayout431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36.xml"/><Relationship Id="rId4" Type="http://schemas.openxmlformats.org/officeDocument/2006/relationships/slideLayout" Target="../slideLayouts/slideLayout430.xml"/><Relationship Id="rId9" Type="http://schemas.openxmlformats.org/officeDocument/2006/relationships/slideLayout" Target="../slideLayouts/slideLayout435.xml"/><Relationship Id="rId14" Type="http://schemas.openxmlformats.org/officeDocument/2006/relationships/image" Target="../media/image3.jpe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6.xml"/><Relationship Id="rId13" Type="http://schemas.openxmlformats.org/officeDocument/2006/relationships/slideLayout" Target="../slideLayouts/slideLayout451.xml"/><Relationship Id="rId3" Type="http://schemas.openxmlformats.org/officeDocument/2006/relationships/slideLayout" Target="../slideLayouts/slideLayout441.xml"/><Relationship Id="rId7" Type="http://schemas.openxmlformats.org/officeDocument/2006/relationships/slideLayout" Target="../slideLayouts/slideLayout445.xml"/><Relationship Id="rId12" Type="http://schemas.openxmlformats.org/officeDocument/2006/relationships/slideLayout" Target="../slideLayouts/slideLayout450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40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39.xml"/><Relationship Id="rId6" Type="http://schemas.openxmlformats.org/officeDocument/2006/relationships/slideLayout" Target="../slideLayouts/slideLayout444.xml"/><Relationship Id="rId11" Type="http://schemas.openxmlformats.org/officeDocument/2006/relationships/slideLayout" Target="../slideLayouts/slideLayout449.xml"/><Relationship Id="rId5" Type="http://schemas.openxmlformats.org/officeDocument/2006/relationships/slideLayout" Target="../slideLayouts/slideLayout443.xml"/><Relationship Id="rId15" Type="http://schemas.openxmlformats.org/officeDocument/2006/relationships/theme" Target="../theme/theme16.xml"/><Relationship Id="rId10" Type="http://schemas.openxmlformats.org/officeDocument/2006/relationships/slideLayout" Target="../slideLayouts/slideLayout448.xml"/><Relationship Id="rId4" Type="http://schemas.openxmlformats.org/officeDocument/2006/relationships/slideLayout" Target="../slideLayouts/slideLayout442.xml"/><Relationship Id="rId9" Type="http://schemas.openxmlformats.org/officeDocument/2006/relationships/slideLayout" Target="../slideLayouts/slideLayout447.xml"/><Relationship Id="rId14" Type="http://schemas.openxmlformats.org/officeDocument/2006/relationships/slideLayout" Target="../slideLayouts/slideLayout452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0.xml"/><Relationship Id="rId13" Type="http://schemas.openxmlformats.org/officeDocument/2006/relationships/slideLayout" Target="../slideLayouts/slideLayout465.xml"/><Relationship Id="rId3" Type="http://schemas.openxmlformats.org/officeDocument/2006/relationships/slideLayout" Target="../slideLayouts/slideLayout455.xml"/><Relationship Id="rId7" Type="http://schemas.openxmlformats.org/officeDocument/2006/relationships/slideLayout" Target="../slideLayouts/slideLayout459.xml"/><Relationship Id="rId12" Type="http://schemas.openxmlformats.org/officeDocument/2006/relationships/slideLayout" Target="../slideLayouts/slideLayout464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5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53.xml"/><Relationship Id="rId6" Type="http://schemas.openxmlformats.org/officeDocument/2006/relationships/slideLayout" Target="../slideLayouts/slideLayout458.xml"/><Relationship Id="rId11" Type="http://schemas.openxmlformats.org/officeDocument/2006/relationships/slideLayout" Target="../slideLayouts/slideLayout463.xml"/><Relationship Id="rId5" Type="http://schemas.openxmlformats.org/officeDocument/2006/relationships/slideLayout" Target="../slideLayouts/slideLayout457.xml"/><Relationship Id="rId15" Type="http://schemas.openxmlformats.org/officeDocument/2006/relationships/theme" Target="../theme/theme17.xml"/><Relationship Id="rId10" Type="http://schemas.openxmlformats.org/officeDocument/2006/relationships/slideLayout" Target="../slideLayouts/slideLayout462.xml"/><Relationship Id="rId4" Type="http://schemas.openxmlformats.org/officeDocument/2006/relationships/slideLayout" Target="../slideLayouts/slideLayout456.xml"/><Relationship Id="rId9" Type="http://schemas.openxmlformats.org/officeDocument/2006/relationships/slideLayout" Target="../slideLayouts/slideLayout461.xml"/><Relationship Id="rId14" Type="http://schemas.openxmlformats.org/officeDocument/2006/relationships/slideLayout" Target="../slideLayouts/slideLayout466.xml"/></Relationships>
</file>

<file path=ppt/slideMasters/_rels/slideMaster18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492.xml"/><Relationship Id="rId21" Type="http://schemas.openxmlformats.org/officeDocument/2006/relationships/slideLayout" Target="../slideLayouts/slideLayout487.xml"/><Relationship Id="rId42" Type="http://schemas.openxmlformats.org/officeDocument/2006/relationships/slideLayout" Target="../slideLayouts/slideLayout508.xml"/><Relationship Id="rId47" Type="http://schemas.openxmlformats.org/officeDocument/2006/relationships/slideLayout" Target="../slideLayouts/slideLayout513.xml"/><Relationship Id="rId63" Type="http://schemas.openxmlformats.org/officeDocument/2006/relationships/slideLayout" Target="../slideLayouts/slideLayout529.xml"/><Relationship Id="rId68" Type="http://schemas.openxmlformats.org/officeDocument/2006/relationships/slideLayout" Target="../slideLayouts/slideLayout534.xml"/><Relationship Id="rId84" Type="http://schemas.openxmlformats.org/officeDocument/2006/relationships/slideLayout" Target="../slideLayouts/slideLayout550.xml"/><Relationship Id="rId89" Type="http://schemas.openxmlformats.org/officeDocument/2006/relationships/slideLayout" Target="../slideLayouts/slideLayout555.xml"/><Relationship Id="rId16" Type="http://schemas.openxmlformats.org/officeDocument/2006/relationships/slideLayout" Target="../slideLayouts/slideLayout482.xml"/><Relationship Id="rId107" Type="http://schemas.openxmlformats.org/officeDocument/2006/relationships/image" Target="../media/image5.jpeg"/><Relationship Id="rId11" Type="http://schemas.openxmlformats.org/officeDocument/2006/relationships/slideLayout" Target="../slideLayouts/slideLayout477.xml"/><Relationship Id="rId32" Type="http://schemas.openxmlformats.org/officeDocument/2006/relationships/slideLayout" Target="../slideLayouts/slideLayout498.xml"/><Relationship Id="rId37" Type="http://schemas.openxmlformats.org/officeDocument/2006/relationships/slideLayout" Target="../slideLayouts/slideLayout503.xml"/><Relationship Id="rId53" Type="http://schemas.openxmlformats.org/officeDocument/2006/relationships/slideLayout" Target="../slideLayouts/slideLayout519.xml"/><Relationship Id="rId58" Type="http://schemas.openxmlformats.org/officeDocument/2006/relationships/slideLayout" Target="../slideLayouts/slideLayout524.xml"/><Relationship Id="rId74" Type="http://schemas.openxmlformats.org/officeDocument/2006/relationships/slideLayout" Target="../slideLayouts/slideLayout540.xml"/><Relationship Id="rId79" Type="http://schemas.openxmlformats.org/officeDocument/2006/relationships/slideLayout" Target="../slideLayouts/slideLayout545.xml"/><Relationship Id="rId102" Type="http://schemas.openxmlformats.org/officeDocument/2006/relationships/slideLayout" Target="../slideLayouts/slideLayout568.xml"/><Relationship Id="rId5" Type="http://schemas.openxmlformats.org/officeDocument/2006/relationships/slideLayout" Target="../slideLayouts/slideLayout471.xml"/><Relationship Id="rId90" Type="http://schemas.openxmlformats.org/officeDocument/2006/relationships/slideLayout" Target="../slideLayouts/slideLayout556.xml"/><Relationship Id="rId95" Type="http://schemas.openxmlformats.org/officeDocument/2006/relationships/slideLayout" Target="../slideLayouts/slideLayout561.xml"/><Relationship Id="rId22" Type="http://schemas.openxmlformats.org/officeDocument/2006/relationships/slideLayout" Target="../slideLayouts/slideLayout488.xml"/><Relationship Id="rId27" Type="http://schemas.openxmlformats.org/officeDocument/2006/relationships/slideLayout" Target="../slideLayouts/slideLayout493.xml"/><Relationship Id="rId43" Type="http://schemas.openxmlformats.org/officeDocument/2006/relationships/slideLayout" Target="../slideLayouts/slideLayout509.xml"/><Relationship Id="rId48" Type="http://schemas.openxmlformats.org/officeDocument/2006/relationships/slideLayout" Target="../slideLayouts/slideLayout514.xml"/><Relationship Id="rId64" Type="http://schemas.openxmlformats.org/officeDocument/2006/relationships/slideLayout" Target="../slideLayouts/slideLayout530.xml"/><Relationship Id="rId69" Type="http://schemas.openxmlformats.org/officeDocument/2006/relationships/slideLayout" Target="../slideLayouts/slideLayout535.xml"/><Relationship Id="rId80" Type="http://schemas.openxmlformats.org/officeDocument/2006/relationships/slideLayout" Target="../slideLayouts/slideLayout546.xml"/><Relationship Id="rId85" Type="http://schemas.openxmlformats.org/officeDocument/2006/relationships/slideLayout" Target="../slideLayouts/slideLayout551.xml"/><Relationship Id="rId12" Type="http://schemas.openxmlformats.org/officeDocument/2006/relationships/slideLayout" Target="../slideLayouts/slideLayout478.xml"/><Relationship Id="rId17" Type="http://schemas.openxmlformats.org/officeDocument/2006/relationships/slideLayout" Target="../slideLayouts/slideLayout483.xml"/><Relationship Id="rId33" Type="http://schemas.openxmlformats.org/officeDocument/2006/relationships/slideLayout" Target="../slideLayouts/slideLayout499.xml"/><Relationship Id="rId38" Type="http://schemas.openxmlformats.org/officeDocument/2006/relationships/slideLayout" Target="../slideLayouts/slideLayout504.xml"/><Relationship Id="rId59" Type="http://schemas.openxmlformats.org/officeDocument/2006/relationships/slideLayout" Target="../slideLayouts/slideLayout525.xml"/><Relationship Id="rId103" Type="http://schemas.openxmlformats.org/officeDocument/2006/relationships/slideLayout" Target="../slideLayouts/slideLayout569.xml"/><Relationship Id="rId20" Type="http://schemas.openxmlformats.org/officeDocument/2006/relationships/slideLayout" Target="../slideLayouts/slideLayout486.xml"/><Relationship Id="rId41" Type="http://schemas.openxmlformats.org/officeDocument/2006/relationships/slideLayout" Target="../slideLayouts/slideLayout507.xml"/><Relationship Id="rId54" Type="http://schemas.openxmlformats.org/officeDocument/2006/relationships/slideLayout" Target="../slideLayouts/slideLayout520.xml"/><Relationship Id="rId62" Type="http://schemas.openxmlformats.org/officeDocument/2006/relationships/slideLayout" Target="../slideLayouts/slideLayout528.xml"/><Relationship Id="rId70" Type="http://schemas.openxmlformats.org/officeDocument/2006/relationships/slideLayout" Target="../slideLayouts/slideLayout536.xml"/><Relationship Id="rId75" Type="http://schemas.openxmlformats.org/officeDocument/2006/relationships/slideLayout" Target="../slideLayouts/slideLayout541.xml"/><Relationship Id="rId83" Type="http://schemas.openxmlformats.org/officeDocument/2006/relationships/slideLayout" Target="../slideLayouts/slideLayout549.xml"/><Relationship Id="rId88" Type="http://schemas.openxmlformats.org/officeDocument/2006/relationships/slideLayout" Target="../slideLayouts/slideLayout554.xml"/><Relationship Id="rId91" Type="http://schemas.openxmlformats.org/officeDocument/2006/relationships/slideLayout" Target="../slideLayouts/slideLayout557.xml"/><Relationship Id="rId96" Type="http://schemas.openxmlformats.org/officeDocument/2006/relationships/slideLayout" Target="../slideLayouts/slideLayout562.xml"/><Relationship Id="rId1" Type="http://schemas.openxmlformats.org/officeDocument/2006/relationships/slideLayout" Target="../slideLayouts/slideLayout467.xml"/><Relationship Id="rId6" Type="http://schemas.openxmlformats.org/officeDocument/2006/relationships/slideLayout" Target="../slideLayouts/slideLayout472.xml"/><Relationship Id="rId15" Type="http://schemas.openxmlformats.org/officeDocument/2006/relationships/slideLayout" Target="../slideLayouts/slideLayout481.xml"/><Relationship Id="rId23" Type="http://schemas.openxmlformats.org/officeDocument/2006/relationships/slideLayout" Target="../slideLayouts/slideLayout489.xml"/><Relationship Id="rId28" Type="http://schemas.openxmlformats.org/officeDocument/2006/relationships/slideLayout" Target="../slideLayouts/slideLayout494.xml"/><Relationship Id="rId36" Type="http://schemas.openxmlformats.org/officeDocument/2006/relationships/slideLayout" Target="../slideLayouts/slideLayout502.xml"/><Relationship Id="rId49" Type="http://schemas.openxmlformats.org/officeDocument/2006/relationships/slideLayout" Target="../slideLayouts/slideLayout515.xml"/><Relationship Id="rId57" Type="http://schemas.openxmlformats.org/officeDocument/2006/relationships/slideLayout" Target="../slideLayouts/slideLayout523.xml"/><Relationship Id="rId106" Type="http://schemas.openxmlformats.org/officeDocument/2006/relationships/image" Target="../media/image3.jpeg"/><Relationship Id="rId10" Type="http://schemas.openxmlformats.org/officeDocument/2006/relationships/slideLayout" Target="../slideLayouts/slideLayout476.xml"/><Relationship Id="rId31" Type="http://schemas.openxmlformats.org/officeDocument/2006/relationships/slideLayout" Target="../slideLayouts/slideLayout497.xml"/><Relationship Id="rId44" Type="http://schemas.openxmlformats.org/officeDocument/2006/relationships/slideLayout" Target="../slideLayouts/slideLayout510.xml"/><Relationship Id="rId52" Type="http://schemas.openxmlformats.org/officeDocument/2006/relationships/slideLayout" Target="../slideLayouts/slideLayout518.xml"/><Relationship Id="rId60" Type="http://schemas.openxmlformats.org/officeDocument/2006/relationships/slideLayout" Target="../slideLayouts/slideLayout526.xml"/><Relationship Id="rId65" Type="http://schemas.openxmlformats.org/officeDocument/2006/relationships/slideLayout" Target="../slideLayouts/slideLayout531.xml"/><Relationship Id="rId73" Type="http://schemas.openxmlformats.org/officeDocument/2006/relationships/slideLayout" Target="../slideLayouts/slideLayout539.xml"/><Relationship Id="rId78" Type="http://schemas.openxmlformats.org/officeDocument/2006/relationships/slideLayout" Target="../slideLayouts/slideLayout544.xml"/><Relationship Id="rId81" Type="http://schemas.openxmlformats.org/officeDocument/2006/relationships/slideLayout" Target="../slideLayouts/slideLayout547.xml"/><Relationship Id="rId86" Type="http://schemas.openxmlformats.org/officeDocument/2006/relationships/slideLayout" Target="../slideLayouts/slideLayout552.xml"/><Relationship Id="rId94" Type="http://schemas.openxmlformats.org/officeDocument/2006/relationships/slideLayout" Target="../slideLayouts/slideLayout560.xml"/><Relationship Id="rId99" Type="http://schemas.openxmlformats.org/officeDocument/2006/relationships/slideLayout" Target="../slideLayouts/slideLayout565.xml"/><Relationship Id="rId101" Type="http://schemas.openxmlformats.org/officeDocument/2006/relationships/slideLayout" Target="../slideLayouts/slideLayout567.xml"/><Relationship Id="rId4" Type="http://schemas.openxmlformats.org/officeDocument/2006/relationships/slideLayout" Target="../slideLayouts/slideLayout470.xml"/><Relationship Id="rId9" Type="http://schemas.openxmlformats.org/officeDocument/2006/relationships/slideLayout" Target="../slideLayouts/slideLayout475.xml"/><Relationship Id="rId13" Type="http://schemas.openxmlformats.org/officeDocument/2006/relationships/slideLayout" Target="../slideLayouts/slideLayout479.xml"/><Relationship Id="rId18" Type="http://schemas.openxmlformats.org/officeDocument/2006/relationships/slideLayout" Target="../slideLayouts/slideLayout484.xml"/><Relationship Id="rId39" Type="http://schemas.openxmlformats.org/officeDocument/2006/relationships/slideLayout" Target="../slideLayouts/slideLayout505.xml"/><Relationship Id="rId34" Type="http://schemas.openxmlformats.org/officeDocument/2006/relationships/slideLayout" Target="../slideLayouts/slideLayout500.xml"/><Relationship Id="rId50" Type="http://schemas.openxmlformats.org/officeDocument/2006/relationships/slideLayout" Target="../slideLayouts/slideLayout516.xml"/><Relationship Id="rId55" Type="http://schemas.openxmlformats.org/officeDocument/2006/relationships/slideLayout" Target="../slideLayouts/slideLayout521.xml"/><Relationship Id="rId76" Type="http://schemas.openxmlformats.org/officeDocument/2006/relationships/slideLayout" Target="../slideLayouts/slideLayout542.xml"/><Relationship Id="rId97" Type="http://schemas.openxmlformats.org/officeDocument/2006/relationships/slideLayout" Target="../slideLayouts/slideLayout563.xml"/><Relationship Id="rId104" Type="http://schemas.openxmlformats.org/officeDocument/2006/relationships/slideLayout" Target="../slideLayouts/slideLayout570.xml"/><Relationship Id="rId7" Type="http://schemas.openxmlformats.org/officeDocument/2006/relationships/slideLayout" Target="../slideLayouts/slideLayout473.xml"/><Relationship Id="rId71" Type="http://schemas.openxmlformats.org/officeDocument/2006/relationships/slideLayout" Target="../slideLayouts/slideLayout537.xml"/><Relationship Id="rId92" Type="http://schemas.openxmlformats.org/officeDocument/2006/relationships/slideLayout" Target="../slideLayouts/slideLayout558.xml"/><Relationship Id="rId2" Type="http://schemas.openxmlformats.org/officeDocument/2006/relationships/slideLayout" Target="../slideLayouts/slideLayout468.xml"/><Relationship Id="rId29" Type="http://schemas.openxmlformats.org/officeDocument/2006/relationships/slideLayout" Target="../slideLayouts/slideLayout495.xml"/><Relationship Id="rId24" Type="http://schemas.openxmlformats.org/officeDocument/2006/relationships/slideLayout" Target="../slideLayouts/slideLayout490.xml"/><Relationship Id="rId40" Type="http://schemas.openxmlformats.org/officeDocument/2006/relationships/slideLayout" Target="../slideLayouts/slideLayout506.xml"/><Relationship Id="rId45" Type="http://schemas.openxmlformats.org/officeDocument/2006/relationships/slideLayout" Target="../slideLayouts/slideLayout511.xml"/><Relationship Id="rId66" Type="http://schemas.openxmlformats.org/officeDocument/2006/relationships/slideLayout" Target="../slideLayouts/slideLayout532.xml"/><Relationship Id="rId87" Type="http://schemas.openxmlformats.org/officeDocument/2006/relationships/slideLayout" Target="../slideLayouts/slideLayout553.xml"/><Relationship Id="rId61" Type="http://schemas.openxmlformats.org/officeDocument/2006/relationships/slideLayout" Target="../slideLayouts/slideLayout527.xml"/><Relationship Id="rId82" Type="http://schemas.openxmlformats.org/officeDocument/2006/relationships/slideLayout" Target="../slideLayouts/slideLayout548.xml"/><Relationship Id="rId19" Type="http://schemas.openxmlformats.org/officeDocument/2006/relationships/slideLayout" Target="../slideLayouts/slideLayout485.xml"/><Relationship Id="rId14" Type="http://schemas.openxmlformats.org/officeDocument/2006/relationships/slideLayout" Target="../slideLayouts/slideLayout480.xml"/><Relationship Id="rId30" Type="http://schemas.openxmlformats.org/officeDocument/2006/relationships/slideLayout" Target="../slideLayouts/slideLayout496.xml"/><Relationship Id="rId35" Type="http://schemas.openxmlformats.org/officeDocument/2006/relationships/slideLayout" Target="../slideLayouts/slideLayout501.xml"/><Relationship Id="rId56" Type="http://schemas.openxmlformats.org/officeDocument/2006/relationships/slideLayout" Target="../slideLayouts/slideLayout522.xml"/><Relationship Id="rId77" Type="http://schemas.openxmlformats.org/officeDocument/2006/relationships/slideLayout" Target="../slideLayouts/slideLayout543.xml"/><Relationship Id="rId100" Type="http://schemas.openxmlformats.org/officeDocument/2006/relationships/slideLayout" Target="../slideLayouts/slideLayout566.xml"/><Relationship Id="rId105" Type="http://schemas.openxmlformats.org/officeDocument/2006/relationships/theme" Target="../theme/theme18.xml"/><Relationship Id="rId8" Type="http://schemas.openxmlformats.org/officeDocument/2006/relationships/slideLayout" Target="../slideLayouts/slideLayout474.xml"/><Relationship Id="rId51" Type="http://schemas.openxmlformats.org/officeDocument/2006/relationships/slideLayout" Target="../slideLayouts/slideLayout517.xml"/><Relationship Id="rId72" Type="http://schemas.openxmlformats.org/officeDocument/2006/relationships/slideLayout" Target="../slideLayouts/slideLayout538.xml"/><Relationship Id="rId93" Type="http://schemas.openxmlformats.org/officeDocument/2006/relationships/slideLayout" Target="../slideLayouts/slideLayout559.xml"/><Relationship Id="rId98" Type="http://schemas.openxmlformats.org/officeDocument/2006/relationships/slideLayout" Target="../slideLayouts/slideLayout564.xml"/><Relationship Id="rId3" Type="http://schemas.openxmlformats.org/officeDocument/2006/relationships/slideLayout" Target="../slideLayouts/slideLayout469.xml"/><Relationship Id="rId25" Type="http://schemas.openxmlformats.org/officeDocument/2006/relationships/slideLayout" Target="../slideLayouts/slideLayout491.xml"/><Relationship Id="rId46" Type="http://schemas.openxmlformats.org/officeDocument/2006/relationships/slideLayout" Target="../slideLayouts/slideLayout512.xml"/><Relationship Id="rId67" Type="http://schemas.openxmlformats.org/officeDocument/2006/relationships/slideLayout" Target="../slideLayouts/slideLayout533.xml"/></Relationships>
</file>

<file path=ppt/slideMasters/_rels/slideMaster19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6.xml"/><Relationship Id="rId21" Type="http://schemas.openxmlformats.org/officeDocument/2006/relationships/slideLayout" Target="../slideLayouts/slideLayout591.xml"/><Relationship Id="rId42" Type="http://schemas.openxmlformats.org/officeDocument/2006/relationships/slideLayout" Target="../slideLayouts/slideLayout612.xml"/><Relationship Id="rId47" Type="http://schemas.openxmlformats.org/officeDocument/2006/relationships/slideLayout" Target="../slideLayouts/slideLayout617.xml"/><Relationship Id="rId63" Type="http://schemas.openxmlformats.org/officeDocument/2006/relationships/slideLayout" Target="../slideLayouts/slideLayout633.xml"/><Relationship Id="rId68" Type="http://schemas.openxmlformats.org/officeDocument/2006/relationships/slideLayout" Target="../slideLayouts/slideLayout638.xml"/><Relationship Id="rId84" Type="http://schemas.openxmlformats.org/officeDocument/2006/relationships/slideLayout" Target="../slideLayouts/slideLayout654.xml"/><Relationship Id="rId89" Type="http://schemas.openxmlformats.org/officeDocument/2006/relationships/slideLayout" Target="../slideLayouts/slideLayout659.xml"/><Relationship Id="rId16" Type="http://schemas.openxmlformats.org/officeDocument/2006/relationships/slideLayout" Target="../slideLayouts/slideLayout586.xml"/><Relationship Id="rId107" Type="http://schemas.openxmlformats.org/officeDocument/2006/relationships/image" Target="../media/image5.jpeg"/><Relationship Id="rId11" Type="http://schemas.openxmlformats.org/officeDocument/2006/relationships/slideLayout" Target="../slideLayouts/slideLayout581.xml"/><Relationship Id="rId32" Type="http://schemas.openxmlformats.org/officeDocument/2006/relationships/slideLayout" Target="../slideLayouts/slideLayout602.xml"/><Relationship Id="rId37" Type="http://schemas.openxmlformats.org/officeDocument/2006/relationships/slideLayout" Target="../slideLayouts/slideLayout607.xml"/><Relationship Id="rId53" Type="http://schemas.openxmlformats.org/officeDocument/2006/relationships/slideLayout" Target="../slideLayouts/slideLayout623.xml"/><Relationship Id="rId58" Type="http://schemas.openxmlformats.org/officeDocument/2006/relationships/slideLayout" Target="../slideLayouts/slideLayout628.xml"/><Relationship Id="rId74" Type="http://schemas.openxmlformats.org/officeDocument/2006/relationships/slideLayout" Target="../slideLayouts/slideLayout644.xml"/><Relationship Id="rId79" Type="http://schemas.openxmlformats.org/officeDocument/2006/relationships/slideLayout" Target="../slideLayouts/slideLayout649.xml"/><Relationship Id="rId102" Type="http://schemas.openxmlformats.org/officeDocument/2006/relationships/slideLayout" Target="../slideLayouts/slideLayout672.xml"/><Relationship Id="rId5" Type="http://schemas.openxmlformats.org/officeDocument/2006/relationships/slideLayout" Target="../slideLayouts/slideLayout575.xml"/><Relationship Id="rId90" Type="http://schemas.openxmlformats.org/officeDocument/2006/relationships/slideLayout" Target="../slideLayouts/slideLayout660.xml"/><Relationship Id="rId95" Type="http://schemas.openxmlformats.org/officeDocument/2006/relationships/slideLayout" Target="../slideLayouts/slideLayout665.xml"/><Relationship Id="rId22" Type="http://schemas.openxmlformats.org/officeDocument/2006/relationships/slideLayout" Target="../slideLayouts/slideLayout592.xml"/><Relationship Id="rId27" Type="http://schemas.openxmlformats.org/officeDocument/2006/relationships/slideLayout" Target="../slideLayouts/slideLayout597.xml"/><Relationship Id="rId43" Type="http://schemas.openxmlformats.org/officeDocument/2006/relationships/slideLayout" Target="../slideLayouts/slideLayout613.xml"/><Relationship Id="rId48" Type="http://schemas.openxmlformats.org/officeDocument/2006/relationships/slideLayout" Target="../slideLayouts/slideLayout618.xml"/><Relationship Id="rId64" Type="http://schemas.openxmlformats.org/officeDocument/2006/relationships/slideLayout" Target="../slideLayouts/slideLayout634.xml"/><Relationship Id="rId69" Type="http://schemas.openxmlformats.org/officeDocument/2006/relationships/slideLayout" Target="../slideLayouts/slideLayout639.xml"/><Relationship Id="rId80" Type="http://schemas.openxmlformats.org/officeDocument/2006/relationships/slideLayout" Target="../slideLayouts/slideLayout650.xml"/><Relationship Id="rId85" Type="http://schemas.openxmlformats.org/officeDocument/2006/relationships/slideLayout" Target="../slideLayouts/slideLayout655.xml"/><Relationship Id="rId12" Type="http://schemas.openxmlformats.org/officeDocument/2006/relationships/slideLayout" Target="../slideLayouts/slideLayout582.xml"/><Relationship Id="rId17" Type="http://schemas.openxmlformats.org/officeDocument/2006/relationships/slideLayout" Target="../slideLayouts/slideLayout587.xml"/><Relationship Id="rId33" Type="http://schemas.openxmlformats.org/officeDocument/2006/relationships/slideLayout" Target="../slideLayouts/slideLayout603.xml"/><Relationship Id="rId38" Type="http://schemas.openxmlformats.org/officeDocument/2006/relationships/slideLayout" Target="../slideLayouts/slideLayout608.xml"/><Relationship Id="rId59" Type="http://schemas.openxmlformats.org/officeDocument/2006/relationships/slideLayout" Target="../slideLayouts/slideLayout629.xml"/><Relationship Id="rId103" Type="http://schemas.openxmlformats.org/officeDocument/2006/relationships/slideLayout" Target="../slideLayouts/slideLayout673.xml"/><Relationship Id="rId20" Type="http://schemas.openxmlformats.org/officeDocument/2006/relationships/slideLayout" Target="../slideLayouts/slideLayout590.xml"/><Relationship Id="rId41" Type="http://schemas.openxmlformats.org/officeDocument/2006/relationships/slideLayout" Target="../slideLayouts/slideLayout611.xml"/><Relationship Id="rId54" Type="http://schemas.openxmlformats.org/officeDocument/2006/relationships/slideLayout" Target="../slideLayouts/slideLayout624.xml"/><Relationship Id="rId62" Type="http://schemas.openxmlformats.org/officeDocument/2006/relationships/slideLayout" Target="../slideLayouts/slideLayout632.xml"/><Relationship Id="rId70" Type="http://schemas.openxmlformats.org/officeDocument/2006/relationships/slideLayout" Target="../slideLayouts/slideLayout640.xml"/><Relationship Id="rId75" Type="http://schemas.openxmlformats.org/officeDocument/2006/relationships/slideLayout" Target="../slideLayouts/slideLayout645.xml"/><Relationship Id="rId83" Type="http://schemas.openxmlformats.org/officeDocument/2006/relationships/slideLayout" Target="../slideLayouts/slideLayout653.xml"/><Relationship Id="rId88" Type="http://schemas.openxmlformats.org/officeDocument/2006/relationships/slideLayout" Target="../slideLayouts/slideLayout658.xml"/><Relationship Id="rId91" Type="http://schemas.openxmlformats.org/officeDocument/2006/relationships/slideLayout" Target="../slideLayouts/slideLayout661.xml"/><Relationship Id="rId96" Type="http://schemas.openxmlformats.org/officeDocument/2006/relationships/slideLayout" Target="../slideLayouts/slideLayout666.xml"/><Relationship Id="rId1" Type="http://schemas.openxmlformats.org/officeDocument/2006/relationships/slideLayout" Target="../slideLayouts/slideLayout571.xml"/><Relationship Id="rId6" Type="http://schemas.openxmlformats.org/officeDocument/2006/relationships/slideLayout" Target="../slideLayouts/slideLayout576.xml"/><Relationship Id="rId15" Type="http://schemas.openxmlformats.org/officeDocument/2006/relationships/slideLayout" Target="../slideLayouts/slideLayout585.xml"/><Relationship Id="rId23" Type="http://schemas.openxmlformats.org/officeDocument/2006/relationships/slideLayout" Target="../slideLayouts/slideLayout593.xml"/><Relationship Id="rId28" Type="http://schemas.openxmlformats.org/officeDocument/2006/relationships/slideLayout" Target="../slideLayouts/slideLayout598.xml"/><Relationship Id="rId36" Type="http://schemas.openxmlformats.org/officeDocument/2006/relationships/slideLayout" Target="../slideLayouts/slideLayout606.xml"/><Relationship Id="rId49" Type="http://schemas.openxmlformats.org/officeDocument/2006/relationships/slideLayout" Target="../slideLayouts/slideLayout619.xml"/><Relationship Id="rId57" Type="http://schemas.openxmlformats.org/officeDocument/2006/relationships/slideLayout" Target="../slideLayouts/slideLayout627.xml"/><Relationship Id="rId106" Type="http://schemas.openxmlformats.org/officeDocument/2006/relationships/image" Target="../media/image3.jpeg"/><Relationship Id="rId10" Type="http://schemas.openxmlformats.org/officeDocument/2006/relationships/slideLayout" Target="../slideLayouts/slideLayout580.xml"/><Relationship Id="rId31" Type="http://schemas.openxmlformats.org/officeDocument/2006/relationships/slideLayout" Target="../slideLayouts/slideLayout601.xml"/><Relationship Id="rId44" Type="http://schemas.openxmlformats.org/officeDocument/2006/relationships/slideLayout" Target="../slideLayouts/slideLayout614.xml"/><Relationship Id="rId52" Type="http://schemas.openxmlformats.org/officeDocument/2006/relationships/slideLayout" Target="../slideLayouts/slideLayout622.xml"/><Relationship Id="rId60" Type="http://schemas.openxmlformats.org/officeDocument/2006/relationships/slideLayout" Target="../slideLayouts/slideLayout630.xml"/><Relationship Id="rId65" Type="http://schemas.openxmlformats.org/officeDocument/2006/relationships/slideLayout" Target="../slideLayouts/slideLayout635.xml"/><Relationship Id="rId73" Type="http://schemas.openxmlformats.org/officeDocument/2006/relationships/slideLayout" Target="../slideLayouts/slideLayout643.xml"/><Relationship Id="rId78" Type="http://schemas.openxmlformats.org/officeDocument/2006/relationships/slideLayout" Target="../slideLayouts/slideLayout648.xml"/><Relationship Id="rId81" Type="http://schemas.openxmlformats.org/officeDocument/2006/relationships/slideLayout" Target="../slideLayouts/slideLayout651.xml"/><Relationship Id="rId86" Type="http://schemas.openxmlformats.org/officeDocument/2006/relationships/slideLayout" Target="../slideLayouts/slideLayout656.xml"/><Relationship Id="rId94" Type="http://schemas.openxmlformats.org/officeDocument/2006/relationships/slideLayout" Target="../slideLayouts/slideLayout664.xml"/><Relationship Id="rId99" Type="http://schemas.openxmlformats.org/officeDocument/2006/relationships/slideLayout" Target="../slideLayouts/slideLayout669.xml"/><Relationship Id="rId101" Type="http://schemas.openxmlformats.org/officeDocument/2006/relationships/slideLayout" Target="../slideLayouts/slideLayout671.xml"/><Relationship Id="rId4" Type="http://schemas.openxmlformats.org/officeDocument/2006/relationships/slideLayout" Target="../slideLayouts/slideLayout574.xml"/><Relationship Id="rId9" Type="http://schemas.openxmlformats.org/officeDocument/2006/relationships/slideLayout" Target="../slideLayouts/slideLayout579.xml"/><Relationship Id="rId13" Type="http://schemas.openxmlformats.org/officeDocument/2006/relationships/slideLayout" Target="../slideLayouts/slideLayout583.xml"/><Relationship Id="rId18" Type="http://schemas.openxmlformats.org/officeDocument/2006/relationships/slideLayout" Target="../slideLayouts/slideLayout588.xml"/><Relationship Id="rId39" Type="http://schemas.openxmlformats.org/officeDocument/2006/relationships/slideLayout" Target="../slideLayouts/slideLayout609.xml"/><Relationship Id="rId34" Type="http://schemas.openxmlformats.org/officeDocument/2006/relationships/slideLayout" Target="../slideLayouts/slideLayout604.xml"/><Relationship Id="rId50" Type="http://schemas.openxmlformats.org/officeDocument/2006/relationships/slideLayout" Target="../slideLayouts/slideLayout620.xml"/><Relationship Id="rId55" Type="http://schemas.openxmlformats.org/officeDocument/2006/relationships/slideLayout" Target="../slideLayouts/slideLayout625.xml"/><Relationship Id="rId76" Type="http://schemas.openxmlformats.org/officeDocument/2006/relationships/slideLayout" Target="../slideLayouts/slideLayout646.xml"/><Relationship Id="rId97" Type="http://schemas.openxmlformats.org/officeDocument/2006/relationships/slideLayout" Target="../slideLayouts/slideLayout667.xml"/><Relationship Id="rId104" Type="http://schemas.openxmlformats.org/officeDocument/2006/relationships/slideLayout" Target="../slideLayouts/slideLayout674.xml"/><Relationship Id="rId7" Type="http://schemas.openxmlformats.org/officeDocument/2006/relationships/slideLayout" Target="../slideLayouts/slideLayout577.xml"/><Relationship Id="rId71" Type="http://schemas.openxmlformats.org/officeDocument/2006/relationships/slideLayout" Target="../slideLayouts/slideLayout641.xml"/><Relationship Id="rId92" Type="http://schemas.openxmlformats.org/officeDocument/2006/relationships/slideLayout" Target="../slideLayouts/slideLayout662.xml"/><Relationship Id="rId2" Type="http://schemas.openxmlformats.org/officeDocument/2006/relationships/slideLayout" Target="../slideLayouts/slideLayout572.xml"/><Relationship Id="rId29" Type="http://schemas.openxmlformats.org/officeDocument/2006/relationships/slideLayout" Target="../slideLayouts/slideLayout599.xml"/><Relationship Id="rId24" Type="http://schemas.openxmlformats.org/officeDocument/2006/relationships/slideLayout" Target="../slideLayouts/slideLayout594.xml"/><Relationship Id="rId40" Type="http://schemas.openxmlformats.org/officeDocument/2006/relationships/slideLayout" Target="../slideLayouts/slideLayout610.xml"/><Relationship Id="rId45" Type="http://schemas.openxmlformats.org/officeDocument/2006/relationships/slideLayout" Target="../slideLayouts/slideLayout615.xml"/><Relationship Id="rId66" Type="http://schemas.openxmlformats.org/officeDocument/2006/relationships/slideLayout" Target="../slideLayouts/slideLayout636.xml"/><Relationship Id="rId87" Type="http://schemas.openxmlformats.org/officeDocument/2006/relationships/slideLayout" Target="../slideLayouts/slideLayout657.xml"/><Relationship Id="rId61" Type="http://schemas.openxmlformats.org/officeDocument/2006/relationships/slideLayout" Target="../slideLayouts/slideLayout631.xml"/><Relationship Id="rId82" Type="http://schemas.openxmlformats.org/officeDocument/2006/relationships/slideLayout" Target="../slideLayouts/slideLayout652.xml"/><Relationship Id="rId19" Type="http://schemas.openxmlformats.org/officeDocument/2006/relationships/slideLayout" Target="../slideLayouts/slideLayout589.xml"/><Relationship Id="rId14" Type="http://schemas.openxmlformats.org/officeDocument/2006/relationships/slideLayout" Target="../slideLayouts/slideLayout584.xml"/><Relationship Id="rId30" Type="http://schemas.openxmlformats.org/officeDocument/2006/relationships/slideLayout" Target="../slideLayouts/slideLayout600.xml"/><Relationship Id="rId35" Type="http://schemas.openxmlformats.org/officeDocument/2006/relationships/slideLayout" Target="../slideLayouts/slideLayout605.xml"/><Relationship Id="rId56" Type="http://schemas.openxmlformats.org/officeDocument/2006/relationships/slideLayout" Target="../slideLayouts/slideLayout626.xml"/><Relationship Id="rId77" Type="http://schemas.openxmlformats.org/officeDocument/2006/relationships/slideLayout" Target="../slideLayouts/slideLayout647.xml"/><Relationship Id="rId100" Type="http://schemas.openxmlformats.org/officeDocument/2006/relationships/slideLayout" Target="../slideLayouts/slideLayout670.xml"/><Relationship Id="rId105" Type="http://schemas.openxmlformats.org/officeDocument/2006/relationships/theme" Target="../theme/theme19.xml"/><Relationship Id="rId8" Type="http://schemas.openxmlformats.org/officeDocument/2006/relationships/slideLayout" Target="../slideLayouts/slideLayout578.xml"/><Relationship Id="rId51" Type="http://schemas.openxmlformats.org/officeDocument/2006/relationships/slideLayout" Target="../slideLayouts/slideLayout621.xml"/><Relationship Id="rId72" Type="http://schemas.openxmlformats.org/officeDocument/2006/relationships/slideLayout" Target="../slideLayouts/slideLayout642.xml"/><Relationship Id="rId93" Type="http://schemas.openxmlformats.org/officeDocument/2006/relationships/slideLayout" Target="../slideLayouts/slideLayout663.xml"/><Relationship Id="rId98" Type="http://schemas.openxmlformats.org/officeDocument/2006/relationships/slideLayout" Target="../slideLayouts/slideLayout668.xml"/><Relationship Id="rId3" Type="http://schemas.openxmlformats.org/officeDocument/2006/relationships/slideLayout" Target="../slideLayouts/slideLayout573.xml"/><Relationship Id="rId25" Type="http://schemas.openxmlformats.org/officeDocument/2006/relationships/slideLayout" Target="../slideLayouts/slideLayout595.xml"/><Relationship Id="rId46" Type="http://schemas.openxmlformats.org/officeDocument/2006/relationships/slideLayout" Target="../slideLayouts/slideLayout616.xml"/><Relationship Id="rId67" Type="http://schemas.openxmlformats.org/officeDocument/2006/relationships/slideLayout" Target="../slideLayouts/slideLayout637.xml"/></Relationships>
</file>

<file path=ppt/slideMasters/_rels/slideMaster20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00.xml"/><Relationship Id="rId21" Type="http://schemas.openxmlformats.org/officeDocument/2006/relationships/slideLayout" Target="../slideLayouts/slideLayout695.xml"/><Relationship Id="rId42" Type="http://schemas.openxmlformats.org/officeDocument/2006/relationships/slideLayout" Target="../slideLayouts/slideLayout716.xml"/><Relationship Id="rId47" Type="http://schemas.openxmlformats.org/officeDocument/2006/relationships/slideLayout" Target="../slideLayouts/slideLayout721.xml"/><Relationship Id="rId63" Type="http://schemas.openxmlformats.org/officeDocument/2006/relationships/slideLayout" Target="../slideLayouts/slideLayout737.xml"/><Relationship Id="rId68" Type="http://schemas.openxmlformats.org/officeDocument/2006/relationships/slideLayout" Target="../slideLayouts/slideLayout742.xml"/><Relationship Id="rId84" Type="http://schemas.openxmlformats.org/officeDocument/2006/relationships/slideLayout" Target="../slideLayouts/slideLayout758.xml"/><Relationship Id="rId89" Type="http://schemas.openxmlformats.org/officeDocument/2006/relationships/slideLayout" Target="../slideLayouts/slideLayout763.xml"/><Relationship Id="rId16" Type="http://schemas.openxmlformats.org/officeDocument/2006/relationships/slideLayout" Target="../slideLayouts/slideLayout690.xml"/><Relationship Id="rId11" Type="http://schemas.openxmlformats.org/officeDocument/2006/relationships/slideLayout" Target="../slideLayouts/slideLayout685.xml"/><Relationship Id="rId32" Type="http://schemas.openxmlformats.org/officeDocument/2006/relationships/slideLayout" Target="../slideLayouts/slideLayout706.xml"/><Relationship Id="rId37" Type="http://schemas.openxmlformats.org/officeDocument/2006/relationships/slideLayout" Target="../slideLayouts/slideLayout711.xml"/><Relationship Id="rId53" Type="http://schemas.openxmlformats.org/officeDocument/2006/relationships/slideLayout" Target="../slideLayouts/slideLayout727.xml"/><Relationship Id="rId58" Type="http://schemas.openxmlformats.org/officeDocument/2006/relationships/slideLayout" Target="../slideLayouts/slideLayout732.xml"/><Relationship Id="rId74" Type="http://schemas.openxmlformats.org/officeDocument/2006/relationships/slideLayout" Target="../slideLayouts/slideLayout748.xml"/><Relationship Id="rId79" Type="http://schemas.openxmlformats.org/officeDocument/2006/relationships/slideLayout" Target="../slideLayouts/slideLayout753.xml"/><Relationship Id="rId102" Type="http://schemas.openxmlformats.org/officeDocument/2006/relationships/slideLayout" Target="../slideLayouts/slideLayout776.xml"/><Relationship Id="rId5" Type="http://schemas.openxmlformats.org/officeDocument/2006/relationships/slideLayout" Target="../slideLayouts/slideLayout679.xml"/><Relationship Id="rId90" Type="http://schemas.openxmlformats.org/officeDocument/2006/relationships/slideLayout" Target="../slideLayouts/slideLayout764.xml"/><Relationship Id="rId95" Type="http://schemas.openxmlformats.org/officeDocument/2006/relationships/slideLayout" Target="../slideLayouts/slideLayout769.xml"/><Relationship Id="rId22" Type="http://schemas.openxmlformats.org/officeDocument/2006/relationships/slideLayout" Target="../slideLayouts/slideLayout696.xml"/><Relationship Id="rId27" Type="http://schemas.openxmlformats.org/officeDocument/2006/relationships/slideLayout" Target="../slideLayouts/slideLayout701.xml"/><Relationship Id="rId43" Type="http://schemas.openxmlformats.org/officeDocument/2006/relationships/slideLayout" Target="../slideLayouts/slideLayout717.xml"/><Relationship Id="rId48" Type="http://schemas.openxmlformats.org/officeDocument/2006/relationships/slideLayout" Target="../slideLayouts/slideLayout722.xml"/><Relationship Id="rId64" Type="http://schemas.openxmlformats.org/officeDocument/2006/relationships/slideLayout" Target="../slideLayouts/slideLayout738.xml"/><Relationship Id="rId69" Type="http://schemas.openxmlformats.org/officeDocument/2006/relationships/slideLayout" Target="../slideLayouts/slideLayout743.xml"/><Relationship Id="rId80" Type="http://schemas.openxmlformats.org/officeDocument/2006/relationships/slideLayout" Target="../slideLayouts/slideLayout754.xml"/><Relationship Id="rId85" Type="http://schemas.openxmlformats.org/officeDocument/2006/relationships/slideLayout" Target="../slideLayouts/slideLayout759.xml"/><Relationship Id="rId12" Type="http://schemas.openxmlformats.org/officeDocument/2006/relationships/slideLayout" Target="../slideLayouts/slideLayout686.xml"/><Relationship Id="rId17" Type="http://schemas.openxmlformats.org/officeDocument/2006/relationships/slideLayout" Target="../slideLayouts/slideLayout691.xml"/><Relationship Id="rId33" Type="http://schemas.openxmlformats.org/officeDocument/2006/relationships/slideLayout" Target="../slideLayouts/slideLayout707.xml"/><Relationship Id="rId38" Type="http://schemas.openxmlformats.org/officeDocument/2006/relationships/slideLayout" Target="../slideLayouts/slideLayout712.xml"/><Relationship Id="rId59" Type="http://schemas.openxmlformats.org/officeDocument/2006/relationships/slideLayout" Target="../slideLayouts/slideLayout733.xml"/><Relationship Id="rId103" Type="http://schemas.openxmlformats.org/officeDocument/2006/relationships/slideLayout" Target="../slideLayouts/slideLayout777.xml"/><Relationship Id="rId20" Type="http://schemas.openxmlformats.org/officeDocument/2006/relationships/slideLayout" Target="../slideLayouts/slideLayout694.xml"/><Relationship Id="rId41" Type="http://schemas.openxmlformats.org/officeDocument/2006/relationships/slideLayout" Target="../slideLayouts/slideLayout715.xml"/><Relationship Id="rId54" Type="http://schemas.openxmlformats.org/officeDocument/2006/relationships/slideLayout" Target="../slideLayouts/slideLayout728.xml"/><Relationship Id="rId62" Type="http://schemas.openxmlformats.org/officeDocument/2006/relationships/slideLayout" Target="../slideLayouts/slideLayout736.xml"/><Relationship Id="rId70" Type="http://schemas.openxmlformats.org/officeDocument/2006/relationships/slideLayout" Target="../slideLayouts/slideLayout744.xml"/><Relationship Id="rId75" Type="http://schemas.openxmlformats.org/officeDocument/2006/relationships/slideLayout" Target="../slideLayouts/slideLayout749.xml"/><Relationship Id="rId83" Type="http://schemas.openxmlformats.org/officeDocument/2006/relationships/slideLayout" Target="../slideLayouts/slideLayout757.xml"/><Relationship Id="rId88" Type="http://schemas.openxmlformats.org/officeDocument/2006/relationships/slideLayout" Target="../slideLayouts/slideLayout762.xml"/><Relationship Id="rId91" Type="http://schemas.openxmlformats.org/officeDocument/2006/relationships/slideLayout" Target="../slideLayouts/slideLayout765.xml"/><Relationship Id="rId96" Type="http://schemas.openxmlformats.org/officeDocument/2006/relationships/slideLayout" Target="../slideLayouts/slideLayout770.xml"/><Relationship Id="rId1" Type="http://schemas.openxmlformats.org/officeDocument/2006/relationships/slideLayout" Target="../slideLayouts/slideLayout675.xml"/><Relationship Id="rId6" Type="http://schemas.openxmlformats.org/officeDocument/2006/relationships/slideLayout" Target="../slideLayouts/slideLayout680.xml"/><Relationship Id="rId15" Type="http://schemas.openxmlformats.org/officeDocument/2006/relationships/slideLayout" Target="../slideLayouts/slideLayout689.xml"/><Relationship Id="rId23" Type="http://schemas.openxmlformats.org/officeDocument/2006/relationships/slideLayout" Target="../slideLayouts/slideLayout697.xml"/><Relationship Id="rId28" Type="http://schemas.openxmlformats.org/officeDocument/2006/relationships/slideLayout" Target="../slideLayouts/slideLayout702.xml"/><Relationship Id="rId36" Type="http://schemas.openxmlformats.org/officeDocument/2006/relationships/slideLayout" Target="../slideLayouts/slideLayout710.xml"/><Relationship Id="rId49" Type="http://schemas.openxmlformats.org/officeDocument/2006/relationships/slideLayout" Target="../slideLayouts/slideLayout723.xml"/><Relationship Id="rId57" Type="http://schemas.openxmlformats.org/officeDocument/2006/relationships/slideLayout" Target="../slideLayouts/slideLayout731.xml"/><Relationship Id="rId106" Type="http://schemas.openxmlformats.org/officeDocument/2006/relationships/image" Target="../media/image5.jpeg"/><Relationship Id="rId10" Type="http://schemas.openxmlformats.org/officeDocument/2006/relationships/slideLayout" Target="../slideLayouts/slideLayout684.xml"/><Relationship Id="rId31" Type="http://schemas.openxmlformats.org/officeDocument/2006/relationships/slideLayout" Target="../slideLayouts/slideLayout705.xml"/><Relationship Id="rId44" Type="http://schemas.openxmlformats.org/officeDocument/2006/relationships/slideLayout" Target="../slideLayouts/slideLayout718.xml"/><Relationship Id="rId52" Type="http://schemas.openxmlformats.org/officeDocument/2006/relationships/slideLayout" Target="../slideLayouts/slideLayout726.xml"/><Relationship Id="rId60" Type="http://schemas.openxmlformats.org/officeDocument/2006/relationships/slideLayout" Target="../slideLayouts/slideLayout734.xml"/><Relationship Id="rId65" Type="http://schemas.openxmlformats.org/officeDocument/2006/relationships/slideLayout" Target="../slideLayouts/slideLayout739.xml"/><Relationship Id="rId73" Type="http://schemas.openxmlformats.org/officeDocument/2006/relationships/slideLayout" Target="../slideLayouts/slideLayout747.xml"/><Relationship Id="rId78" Type="http://schemas.openxmlformats.org/officeDocument/2006/relationships/slideLayout" Target="../slideLayouts/slideLayout752.xml"/><Relationship Id="rId81" Type="http://schemas.openxmlformats.org/officeDocument/2006/relationships/slideLayout" Target="../slideLayouts/slideLayout755.xml"/><Relationship Id="rId86" Type="http://schemas.openxmlformats.org/officeDocument/2006/relationships/slideLayout" Target="../slideLayouts/slideLayout760.xml"/><Relationship Id="rId94" Type="http://schemas.openxmlformats.org/officeDocument/2006/relationships/slideLayout" Target="../slideLayouts/slideLayout768.xml"/><Relationship Id="rId99" Type="http://schemas.openxmlformats.org/officeDocument/2006/relationships/slideLayout" Target="../slideLayouts/slideLayout773.xml"/><Relationship Id="rId101" Type="http://schemas.openxmlformats.org/officeDocument/2006/relationships/slideLayout" Target="../slideLayouts/slideLayout775.xml"/><Relationship Id="rId4" Type="http://schemas.openxmlformats.org/officeDocument/2006/relationships/slideLayout" Target="../slideLayouts/slideLayout678.xml"/><Relationship Id="rId9" Type="http://schemas.openxmlformats.org/officeDocument/2006/relationships/slideLayout" Target="../slideLayouts/slideLayout683.xml"/><Relationship Id="rId13" Type="http://schemas.openxmlformats.org/officeDocument/2006/relationships/slideLayout" Target="../slideLayouts/slideLayout687.xml"/><Relationship Id="rId18" Type="http://schemas.openxmlformats.org/officeDocument/2006/relationships/slideLayout" Target="../slideLayouts/slideLayout692.xml"/><Relationship Id="rId39" Type="http://schemas.openxmlformats.org/officeDocument/2006/relationships/slideLayout" Target="../slideLayouts/slideLayout713.xml"/><Relationship Id="rId34" Type="http://schemas.openxmlformats.org/officeDocument/2006/relationships/slideLayout" Target="../slideLayouts/slideLayout708.xml"/><Relationship Id="rId50" Type="http://schemas.openxmlformats.org/officeDocument/2006/relationships/slideLayout" Target="../slideLayouts/slideLayout724.xml"/><Relationship Id="rId55" Type="http://schemas.openxmlformats.org/officeDocument/2006/relationships/slideLayout" Target="../slideLayouts/slideLayout729.xml"/><Relationship Id="rId76" Type="http://schemas.openxmlformats.org/officeDocument/2006/relationships/slideLayout" Target="../slideLayouts/slideLayout750.xml"/><Relationship Id="rId97" Type="http://schemas.openxmlformats.org/officeDocument/2006/relationships/slideLayout" Target="../slideLayouts/slideLayout771.xml"/><Relationship Id="rId104" Type="http://schemas.openxmlformats.org/officeDocument/2006/relationships/theme" Target="../theme/theme20.xml"/><Relationship Id="rId7" Type="http://schemas.openxmlformats.org/officeDocument/2006/relationships/slideLayout" Target="../slideLayouts/slideLayout681.xml"/><Relationship Id="rId71" Type="http://schemas.openxmlformats.org/officeDocument/2006/relationships/slideLayout" Target="../slideLayouts/slideLayout745.xml"/><Relationship Id="rId92" Type="http://schemas.openxmlformats.org/officeDocument/2006/relationships/slideLayout" Target="../slideLayouts/slideLayout766.xml"/><Relationship Id="rId2" Type="http://schemas.openxmlformats.org/officeDocument/2006/relationships/slideLayout" Target="../slideLayouts/slideLayout676.xml"/><Relationship Id="rId29" Type="http://schemas.openxmlformats.org/officeDocument/2006/relationships/slideLayout" Target="../slideLayouts/slideLayout703.xml"/><Relationship Id="rId24" Type="http://schemas.openxmlformats.org/officeDocument/2006/relationships/slideLayout" Target="../slideLayouts/slideLayout698.xml"/><Relationship Id="rId40" Type="http://schemas.openxmlformats.org/officeDocument/2006/relationships/slideLayout" Target="../slideLayouts/slideLayout714.xml"/><Relationship Id="rId45" Type="http://schemas.openxmlformats.org/officeDocument/2006/relationships/slideLayout" Target="../slideLayouts/slideLayout719.xml"/><Relationship Id="rId66" Type="http://schemas.openxmlformats.org/officeDocument/2006/relationships/slideLayout" Target="../slideLayouts/slideLayout740.xml"/><Relationship Id="rId87" Type="http://schemas.openxmlformats.org/officeDocument/2006/relationships/slideLayout" Target="../slideLayouts/slideLayout761.xml"/><Relationship Id="rId61" Type="http://schemas.openxmlformats.org/officeDocument/2006/relationships/slideLayout" Target="../slideLayouts/slideLayout735.xml"/><Relationship Id="rId82" Type="http://schemas.openxmlformats.org/officeDocument/2006/relationships/slideLayout" Target="../slideLayouts/slideLayout756.xml"/><Relationship Id="rId19" Type="http://schemas.openxmlformats.org/officeDocument/2006/relationships/slideLayout" Target="../slideLayouts/slideLayout693.xml"/><Relationship Id="rId14" Type="http://schemas.openxmlformats.org/officeDocument/2006/relationships/slideLayout" Target="../slideLayouts/slideLayout688.xml"/><Relationship Id="rId30" Type="http://schemas.openxmlformats.org/officeDocument/2006/relationships/slideLayout" Target="../slideLayouts/slideLayout704.xml"/><Relationship Id="rId35" Type="http://schemas.openxmlformats.org/officeDocument/2006/relationships/slideLayout" Target="../slideLayouts/slideLayout709.xml"/><Relationship Id="rId56" Type="http://schemas.openxmlformats.org/officeDocument/2006/relationships/slideLayout" Target="../slideLayouts/slideLayout730.xml"/><Relationship Id="rId77" Type="http://schemas.openxmlformats.org/officeDocument/2006/relationships/slideLayout" Target="../slideLayouts/slideLayout751.xml"/><Relationship Id="rId100" Type="http://schemas.openxmlformats.org/officeDocument/2006/relationships/slideLayout" Target="../slideLayouts/slideLayout774.xml"/><Relationship Id="rId105" Type="http://schemas.openxmlformats.org/officeDocument/2006/relationships/image" Target="../media/image3.jpeg"/><Relationship Id="rId8" Type="http://schemas.openxmlformats.org/officeDocument/2006/relationships/slideLayout" Target="../slideLayouts/slideLayout682.xml"/><Relationship Id="rId51" Type="http://schemas.openxmlformats.org/officeDocument/2006/relationships/slideLayout" Target="../slideLayouts/slideLayout725.xml"/><Relationship Id="rId72" Type="http://schemas.openxmlformats.org/officeDocument/2006/relationships/slideLayout" Target="../slideLayouts/slideLayout746.xml"/><Relationship Id="rId93" Type="http://schemas.openxmlformats.org/officeDocument/2006/relationships/slideLayout" Target="../slideLayouts/slideLayout767.xml"/><Relationship Id="rId98" Type="http://schemas.openxmlformats.org/officeDocument/2006/relationships/slideLayout" Target="../slideLayouts/slideLayout772.xml"/><Relationship Id="rId3" Type="http://schemas.openxmlformats.org/officeDocument/2006/relationships/slideLayout" Target="../slideLayouts/slideLayout677.xml"/><Relationship Id="rId25" Type="http://schemas.openxmlformats.org/officeDocument/2006/relationships/slideLayout" Target="../slideLayouts/slideLayout699.xml"/><Relationship Id="rId46" Type="http://schemas.openxmlformats.org/officeDocument/2006/relationships/slideLayout" Target="../slideLayouts/slideLayout720.xml"/><Relationship Id="rId67" Type="http://schemas.openxmlformats.org/officeDocument/2006/relationships/slideLayout" Target="../slideLayouts/slideLayout741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5.xml"/><Relationship Id="rId3" Type="http://schemas.openxmlformats.org/officeDocument/2006/relationships/slideLayout" Target="../slideLayouts/slideLayout780.xml"/><Relationship Id="rId7" Type="http://schemas.openxmlformats.org/officeDocument/2006/relationships/slideLayout" Target="../slideLayouts/slideLayout784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779.xml"/><Relationship Id="rId1" Type="http://schemas.openxmlformats.org/officeDocument/2006/relationships/slideLayout" Target="../slideLayouts/slideLayout778.xml"/><Relationship Id="rId6" Type="http://schemas.openxmlformats.org/officeDocument/2006/relationships/slideLayout" Target="../slideLayouts/slideLayout783.xml"/><Relationship Id="rId11" Type="http://schemas.openxmlformats.org/officeDocument/2006/relationships/theme" Target="../theme/theme21.xml"/><Relationship Id="rId5" Type="http://schemas.openxmlformats.org/officeDocument/2006/relationships/slideLayout" Target="../slideLayouts/slideLayout782.xml"/><Relationship Id="rId10" Type="http://schemas.openxmlformats.org/officeDocument/2006/relationships/slideLayout" Target="../slideLayouts/slideLayout787.xml"/><Relationship Id="rId4" Type="http://schemas.openxmlformats.org/officeDocument/2006/relationships/slideLayout" Target="../slideLayouts/slideLayout781.xml"/><Relationship Id="rId9" Type="http://schemas.openxmlformats.org/officeDocument/2006/relationships/slideLayout" Target="../slideLayouts/slideLayout78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5.xml"/><Relationship Id="rId13" Type="http://schemas.openxmlformats.org/officeDocument/2006/relationships/slideLayout" Target="../slideLayouts/slideLayout800.xml"/><Relationship Id="rId18" Type="http://schemas.openxmlformats.org/officeDocument/2006/relationships/slideLayout" Target="../slideLayouts/slideLayout805.xml"/><Relationship Id="rId26" Type="http://schemas.openxmlformats.org/officeDocument/2006/relationships/theme" Target="../theme/theme22.xml"/><Relationship Id="rId3" Type="http://schemas.openxmlformats.org/officeDocument/2006/relationships/slideLayout" Target="../slideLayouts/slideLayout790.xml"/><Relationship Id="rId21" Type="http://schemas.openxmlformats.org/officeDocument/2006/relationships/slideLayout" Target="../slideLayouts/slideLayout808.xml"/><Relationship Id="rId7" Type="http://schemas.openxmlformats.org/officeDocument/2006/relationships/slideLayout" Target="../slideLayouts/slideLayout794.xml"/><Relationship Id="rId12" Type="http://schemas.openxmlformats.org/officeDocument/2006/relationships/slideLayout" Target="../slideLayouts/slideLayout799.xml"/><Relationship Id="rId17" Type="http://schemas.openxmlformats.org/officeDocument/2006/relationships/slideLayout" Target="../slideLayouts/slideLayout804.xml"/><Relationship Id="rId25" Type="http://schemas.openxmlformats.org/officeDocument/2006/relationships/slideLayout" Target="../slideLayouts/slideLayout812.xml"/><Relationship Id="rId2" Type="http://schemas.openxmlformats.org/officeDocument/2006/relationships/slideLayout" Target="../slideLayouts/slideLayout789.xml"/><Relationship Id="rId16" Type="http://schemas.openxmlformats.org/officeDocument/2006/relationships/slideLayout" Target="../slideLayouts/slideLayout803.xml"/><Relationship Id="rId20" Type="http://schemas.openxmlformats.org/officeDocument/2006/relationships/slideLayout" Target="../slideLayouts/slideLayout807.xml"/><Relationship Id="rId1" Type="http://schemas.openxmlformats.org/officeDocument/2006/relationships/slideLayout" Target="../slideLayouts/slideLayout788.xml"/><Relationship Id="rId6" Type="http://schemas.openxmlformats.org/officeDocument/2006/relationships/slideLayout" Target="../slideLayouts/slideLayout793.xml"/><Relationship Id="rId11" Type="http://schemas.openxmlformats.org/officeDocument/2006/relationships/slideLayout" Target="../slideLayouts/slideLayout798.xml"/><Relationship Id="rId24" Type="http://schemas.openxmlformats.org/officeDocument/2006/relationships/slideLayout" Target="../slideLayouts/slideLayout811.xml"/><Relationship Id="rId5" Type="http://schemas.openxmlformats.org/officeDocument/2006/relationships/slideLayout" Target="../slideLayouts/slideLayout792.xml"/><Relationship Id="rId15" Type="http://schemas.openxmlformats.org/officeDocument/2006/relationships/slideLayout" Target="../slideLayouts/slideLayout802.xml"/><Relationship Id="rId23" Type="http://schemas.openxmlformats.org/officeDocument/2006/relationships/slideLayout" Target="../slideLayouts/slideLayout810.xml"/><Relationship Id="rId28" Type="http://schemas.openxmlformats.org/officeDocument/2006/relationships/image" Target="../media/image5.jpeg"/><Relationship Id="rId10" Type="http://schemas.openxmlformats.org/officeDocument/2006/relationships/slideLayout" Target="../slideLayouts/slideLayout797.xml"/><Relationship Id="rId19" Type="http://schemas.openxmlformats.org/officeDocument/2006/relationships/slideLayout" Target="../slideLayouts/slideLayout806.xml"/><Relationship Id="rId4" Type="http://schemas.openxmlformats.org/officeDocument/2006/relationships/slideLayout" Target="../slideLayouts/slideLayout791.xml"/><Relationship Id="rId9" Type="http://schemas.openxmlformats.org/officeDocument/2006/relationships/slideLayout" Target="../slideLayouts/slideLayout796.xml"/><Relationship Id="rId14" Type="http://schemas.openxmlformats.org/officeDocument/2006/relationships/slideLayout" Target="../slideLayouts/slideLayout801.xml"/><Relationship Id="rId22" Type="http://schemas.openxmlformats.org/officeDocument/2006/relationships/slideLayout" Target="../slideLayouts/slideLayout809.xml"/><Relationship Id="rId27" Type="http://schemas.openxmlformats.org/officeDocument/2006/relationships/image" Target="../media/image3.jpe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15.xml"/><Relationship Id="rId7" Type="http://schemas.openxmlformats.org/officeDocument/2006/relationships/theme" Target="../theme/theme23.xml"/><Relationship Id="rId2" Type="http://schemas.openxmlformats.org/officeDocument/2006/relationships/slideLayout" Target="../slideLayouts/slideLayout814.xml"/><Relationship Id="rId1" Type="http://schemas.openxmlformats.org/officeDocument/2006/relationships/slideLayout" Target="../slideLayouts/slideLayout813.xml"/><Relationship Id="rId6" Type="http://schemas.openxmlformats.org/officeDocument/2006/relationships/slideLayout" Target="../slideLayouts/slideLayout818.xml"/><Relationship Id="rId5" Type="http://schemas.openxmlformats.org/officeDocument/2006/relationships/slideLayout" Target="../slideLayouts/slideLayout817.xml"/><Relationship Id="rId4" Type="http://schemas.openxmlformats.org/officeDocument/2006/relationships/slideLayout" Target="../slideLayouts/slideLayout816.xml"/><Relationship Id="rId9" Type="http://schemas.openxmlformats.org/officeDocument/2006/relationships/image" Target="../media/image5.jpe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21.xml"/><Relationship Id="rId7" Type="http://schemas.openxmlformats.org/officeDocument/2006/relationships/theme" Target="../theme/theme24.xml"/><Relationship Id="rId2" Type="http://schemas.openxmlformats.org/officeDocument/2006/relationships/slideLayout" Target="../slideLayouts/slideLayout820.xml"/><Relationship Id="rId1" Type="http://schemas.openxmlformats.org/officeDocument/2006/relationships/slideLayout" Target="../slideLayouts/slideLayout819.xml"/><Relationship Id="rId6" Type="http://schemas.openxmlformats.org/officeDocument/2006/relationships/slideLayout" Target="../slideLayouts/slideLayout824.xml"/><Relationship Id="rId5" Type="http://schemas.openxmlformats.org/officeDocument/2006/relationships/slideLayout" Target="../slideLayouts/slideLayout823.xml"/><Relationship Id="rId4" Type="http://schemas.openxmlformats.org/officeDocument/2006/relationships/slideLayout" Target="../slideLayouts/slideLayout822.xml"/><Relationship Id="rId9" Type="http://schemas.openxmlformats.org/officeDocument/2006/relationships/image" Target="../media/image5.jpe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27.xml"/><Relationship Id="rId7" Type="http://schemas.openxmlformats.org/officeDocument/2006/relationships/theme" Target="../theme/theme25.xml"/><Relationship Id="rId2" Type="http://schemas.openxmlformats.org/officeDocument/2006/relationships/slideLayout" Target="../slideLayouts/slideLayout826.xml"/><Relationship Id="rId1" Type="http://schemas.openxmlformats.org/officeDocument/2006/relationships/slideLayout" Target="../slideLayouts/slideLayout825.xml"/><Relationship Id="rId6" Type="http://schemas.openxmlformats.org/officeDocument/2006/relationships/slideLayout" Target="../slideLayouts/slideLayout830.xml"/><Relationship Id="rId5" Type="http://schemas.openxmlformats.org/officeDocument/2006/relationships/slideLayout" Target="../slideLayouts/slideLayout829.xml"/><Relationship Id="rId4" Type="http://schemas.openxmlformats.org/officeDocument/2006/relationships/slideLayout" Target="../slideLayouts/slideLayout828.xml"/><Relationship Id="rId9" Type="http://schemas.openxmlformats.org/officeDocument/2006/relationships/image" Target="../media/image5.jpe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33.xml"/><Relationship Id="rId7" Type="http://schemas.openxmlformats.org/officeDocument/2006/relationships/theme" Target="../theme/theme26.xml"/><Relationship Id="rId2" Type="http://schemas.openxmlformats.org/officeDocument/2006/relationships/slideLayout" Target="../slideLayouts/slideLayout832.xml"/><Relationship Id="rId1" Type="http://schemas.openxmlformats.org/officeDocument/2006/relationships/slideLayout" Target="../slideLayouts/slideLayout831.xml"/><Relationship Id="rId6" Type="http://schemas.openxmlformats.org/officeDocument/2006/relationships/slideLayout" Target="../slideLayouts/slideLayout836.xml"/><Relationship Id="rId5" Type="http://schemas.openxmlformats.org/officeDocument/2006/relationships/slideLayout" Target="../slideLayouts/slideLayout835.xml"/><Relationship Id="rId4" Type="http://schemas.openxmlformats.org/officeDocument/2006/relationships/slideLayout" Target="../slideLayouts/slideLayout834.xml"/><Relationship Id="rId9" Type="http://schemas.openxmlformats.org/officeDocument/2006/relationships/image" Target="../media/image5.jpe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39.xml"/><Relationship Id="rId7" Type="http://schemas.openxmlformats.org/officeDocument/2006/relationships/theme" Target="../theme/theme27.xml"/><Relationship Id="rId2" Type="http://schemas.openxmlformats.org/officeDocument/2006/relationships/slideLayout" Target="../slideLayouts/slideLayout838.xml"/><Relationship Id="rId1" Type="http://schemas.openxmlformats.org/officeDocument/2006/relationships/slideLayout" Target="../slideLayouts/slideLayout837.xml"/><Relationship Id="rId6" Type="http://schemas.openxmlformats.org/officeDocument/2006/relationships/slideLayout" Target="../slideLayouts/slideLayout842.xml"/><Relationship Id="rId5" Type="http://schemas.openxmlformats.org/officeDocument/2006/relationships/slideLayout" Target="../slideLayouts/slideLayout841.xml"/><Relationship Id="rId4" Type="http://schemas.openxmlformats.org/officeDocument/2006/relationships/slideLayout" Target="../slideLayouts/slideLayout840.xml"/><Relationship Id="rId9" Type="http://schemas.openxmlformats.org/officeDocument/2006/relationships/image" Target="../media/image5.jpe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45.xml"/><Relationship Id="rId7" Type="http://schemas.openxmlformats.org/officeDocument/2006/relationships/theme" Target="../theme/theme28.xml"/><Relationship Id="rId2" Type="http://schemas.openxmlformats.org/officeDocument/2006/relationships/slideLayout" Target="../slideLayouts/slideLayout844.xml"/><Relationship Id="rId1" Type="http://schemas.openxmlformats.org/officeDocument/2006/relationships/slideLayout" Target="../slideLayouts/slideLayout843.xml"/><Relationship Id="rId6" Type="http://schemas.openxmlformats.org/officeDocument/2006/relationships/slideLayout" Target="../slideLayouts/slideLayout848.xml"/><Relationship Id="rId5" Type="http://schemas.openxmlformats.org/officeDocument/2006/relationships/slideLayout" Target="../slideLayouts/slideLayout847.xml"/><Relationship Id="rId4" Type="http://schemas.openxmlformats.org/officeDocument/2006/relationships/slideLayout" Target="../slideLayouts/slideLayout846.xml"/><Relationship Id="rId9" Type="http://schemas.openxmlformats.org/officeDocument/2006/relationships/image" Target="../media/image5.jpe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6.xml"/><Relationship Id="rId13" Type="http://schemas.openxmlformats.org/officeDocument/2006/relationships/slideLayout" Target="../slideLayouts/slideLayout861.xml"/><Relationship Id="rId3" Type="http://schemas.openxmlformats.org/officeDocument/2006/relationships/slideLayout" Target="../slideLayouts/slideLayout851.xml"/><Relationship Id="rId7" Type="http://schemas.openxmlformats.org/officeDocument/2006/relationships/slideLayout" Target="../slideLayouts/slideLayout855.xml"/><Relationship Id="rId12" Type="http://schemas.openxmlformats.org/officeDocument/2006/relationships/slideLayout" Target="../slideLayouts/slideLayout860.xml"/><Relationship Id="rId2" Type="http://schemas.openxmlformats.org/officeDocument/2006/relationships/slideLayout" Target="../slideLayouts/slideLayout850.xml"/><Relationship Id="rId1" Type="http://schemas.openxmlformats.org/officeDocument/2006/relationships/slideLayout" Target="../slideLayouts/slideLayout849.xml"/><Relationship Id="rId6" Type="http://schemas.openxmlformats.org/officeDocument/2006/relationships/slideLayout" Target="../slideLayouts/slideLayout854.xml"/><Relationship Id="rId11" Type="http://schemas.openxmlformats.org/officeDocument/2006/relationships/slideLayout" Target="../slideLayouts/slideLayout859.xml"/><Relationship Id="rId5" Type="http://schemas.openxmlformats.org/officeDocument/2006/relationships/slideLayout" Target="../slideLayouts/slideLayout85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858.xml"/><Relationship Id="rId4" Type="http://schemas.openxmlformats.org/officeDocument/2006/relationships/slideLayout" Target="../slideLayouts/slideLayout852.xml"/><Relationship Id="rId9" Type="http://schemas.openxmlformats.org/officeDocument/2006/relationships/slideLayout" Target="../slideLayouts/slideLayout857.xml"/><Relationship Id="rId14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64.xml"/><Relationship Id="rId7" Type="http://schemas.openxmlformats.org/officeDocument/2006/relationships/slideLayout" Target="../slideLayouts/slideLayout868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863.xml"/><Relationship Id="rId1" Type="http://schemas.openxmlformats.org/officeDocument/2006/relationships/slideLayout" Target="../slideLayouts/slideLayout862.xml"/><Relationship Id="rId6" Type="http://schemas.openxmlformats.org/officeDocument/2006/relationships/slideLayout" Target="../slideLayouts/slideLayout867.xml"/><Relationship Id="rId11" Type="http://schemas.openxmlformats.org/officeDocument/2006/relationships/slideLayout" Target="../slideLayouts/slideLayout872.xml"/><Relationship Id="rId5" Type="http://schemas.openxmlformats.org/officeDocument/2006/relationships/slideLayout" Target="../slideLayouts/slideLayout866.xml"/><Relationship Id="rId10" Type="http://schemas.openxmlformats.org/officeDocument/2006/relationships/slideLayout" Target="../slideLayouts/slideLayout871.xml"/><Relationship Id="rId4" Type="http://schemas.openxmlformats.org/officeDocument/2006/relationships/slideLayout" Target="../slideLayouts/slideLayout865.xml"/><Relationship Id="rId9" Type="http://schemas.openxmlformats.org/officeDocument/2006/relationships/slideLayout" Target="../slideLayouts/slideLayout870.xml"/><Relationship Id="rId14" Type="http://schemas.openxmlformats.org/officeDocument/2006/relationships/image" Target="../media/image5.jpe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75.xml"/><Relationship Id="rId7" Type="http://schemas.openxmlformats.org/officeDocument/2006/relationships/slideLayout" Target="../slideLayouts/slideLayout879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874.xml"/><Relationship Id="rId1" Type="http://schemas.openxmlformats.org/officeDocument/2006/relationships/slideLayout" Target="../slideLayouts/slideLayout873.xml"/><Relationship Id="rId6" Type="http://schemas.openxmlformats.org/officeDocument/2006/relationships/slideLayout" Target="../slideLayouts/slideLayout878.xml"/><Relationship Id="rId11" Type="http://schemas.openxmlformats.org/officeDocument/2006/relationships/slideLayout" Target="../slideLayouts/slideLayout883.xml"/><Relationship Id="rId5" Type="http://schemas.openxmlformats.org/officeDocument/2006/relationships/slideLayout" Target="../slideLayouts/slideLayout877.xml"/><Relationship Id="rId10" Type="http://schemas.openxmlformats.org/officeDocument/2006/relationships/slideLayout" Target="../slideLayouts/slideLayout882.xml"/><Relationship Id="rId4" Type="http://schemas.openxmlformats.org/officeDocument/2006/relationships/slideLayout" Target="../slideLayouts/slideLayout876.xml"/><Relationship Id="rId9" Type="http://schemas.openxmlformats.org/officeDocument/2006/relationships/slideLayout" Target="../slideLayouts/slideLayout881.xml"/><Relationship Id="rId14" Type="http://schemas.openxmlformats.org/officeDocument/2006/relationships/image" Target="../media/image5.jpeg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1.xml"/><Relationship Id="rId13" Type="http://schemas.openxmlformats.org/officeDocument/2006/relationships/theme" Target="../theme/theme32.xml"/><Relationship Id="rId3" Type="http://schemas.openxmlformats.org/officeDocument/2006/relationships/slideLayout" Target="../slideLayouts/slideLayout886.xml"/><Relationship Id="rId7" Type="http://schemas.openxmlformats.org/officeDocument/2006/relationships/slideLayout" Target="../slideLayouts/slideLayout890.xml"/><Relationship Id="rId12" Type="http://schemas.openxmlformats.org/officeDocument/2006/relationships/slideLayout" Target="../slideLayouts/slideLayout895.xml"/><Relationship Id="rId2" Type="http://schemas.openxmlformats.org/officeDocument/2006/relationships/slideLayout" Target="../slideLayouts/slideLayout885.xml"/><Relationship Id="rId1" Type="http://schemas.openxmlformats.org/officeDocument/2006/relationships/slideLayout" Target="../slideLayouts/slideLayout884.xml"/><Relationship Id="rId6" Type="http://schemas.openxmlformats.org/officeDocument/2006/relationships/slideLayout" Target="../slideLayouts/slideLayout889.xml"/><Relationship Id="rId11" Type="http://schemas.openxmlformats.org/officeDocument/2006/relationships/slideLayout" Target="../slideLayouts/slideLayout894.xml"/><Relationship Id="rId5" Type="http://schemas.openxmlformats.org/officeDocument/2006/relationships/slideLayout" Target="../slideLayouts/slideLayout888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893.xml"/><Relationship Id="rId4" Type="http://schemas.openxmlformats.org/officeDocument/2006/relationships/slideLayout" Target="../slideLayouts/slideLayout887.xml"/><Relationship Id="rId9" Type="http://schemas.openxmlformats.org/officeDocument/2006/relationships/slideLayout" Target="../slideLayouts/slideLayout892.xml"/><Relationship Id="rId14" Type="http://schemas.openxmlformats.org/officeDocument/2006/relationships/image" Target="../media/image3.jpeg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898.xml"/><Relationship Id="rId7" Type="http://schemas.openxmlformats.org/officeDocument/2006/relationships/theme" Target="../theme/theme33.xml"/><Relationship Id="rId2" Type="http://schemas.openxmlformats.org/officeDocument/2006/relationships/slideLayout" Target="../slideLayouts/slideLayout897.xml"/><Relationship Id="rId1" Type="http://schemas.openxmlformats.org/officeDocument/2006/relationships/slideLayout" Target="../slideLayouts/slideLayout896.xml"/><Relationship Id="rId6" Type="http://schemas.openxmlformats.org/officeDocument/2006/relationships/slideLayout" Target="../slideLayouts/slideLayout901.xml"/><Relationship Id="rId5" Type="http://schemas.openxmlformats.org/officeDocument/2006/relationships/slideLayout" Target="../slideLayouts/slideLayout900.xml"/><Relationship Id="rId4" Type="http://schemas.openxmlformats.org/officeDocument/2006/relationships/slideLayout" Target="../slideLayouts/slideLayout899.xml"/><Relationship Id="rId9" Type="http://schemas.openxmlformats.org/officeDocument/2006/relationships/image" Target="../media/image5.jpeg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9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904.xml"/><Relationship Id="rId7" Type="http://schemas.openxmlformats.org/officeDocument/2006/relationships/slideLayout" Target="../slideLayouts/slideLayout908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903.xml"/><Relationship Id="rId1" Type="http://schemas.openxmlformats.org/officeDocument/2006/relationships/slideLayout" Target="../slideLayouts/slideLayout902.xml"/><Relationship Id="rId6" Type="http://schemas.openxmlformats.org/officeDocument/2006/relationships/slideLayout" Target="../slideLayouts/slideLayout907.xml"/><Relationship Id="rId11" Type="http://schemas.openxmlformats.org/officeDocument/2006/relationships/theme" Target="../theme/theme34.xml"/><Relationship Id="rId5" Type="http://schemas.openxmlformats.org/officeDocument/2006/relationships/slideLayout" Target="../slideLayouts/slideLayout906.xml"/><Relationship Id="rId10" Type="http://schemas.openxmlformats.org/officeDocument/2006/relationships/slideLayout" Target="../slideLayouts/slideLayout911.xml"/><Relationship Id="rId4" Type="http://schemas.openxmlformats.org/officeDocument/2006/relationships/slideLayout" Target="../slideLayouts/slideLayout905.xml"/><Relationship Id="rId9" Type="http://schemas.openxmlformats.org/officeDocument/2006/relationships/slideLayout" Target="../slideLayouts/slideLayout910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9.xml"/><Relationship Id="rId3" Type="http://schemas.openxmlformats.org/officeDocument/2006/relationships/slideLayout" Target="../slideLayouts/slideLayout914.xml"/><Relationship Id="rId7" Type="http://schemas.openxmlformats.org/officeDocument/2006/relationships/slideLayout" Target="../slideLayouts/slideLayout918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913.xml"/><Relationship Id="rId1" Type="http://schemas.openxmlformats.org/officeDocument/2006/relationships/slideLayout" Target="../slideLayouts/slideLayout912.xml"/><Relationship Id="rId6" Type="http://schemas.openxmlformats.org/officeDocument/2006/relationships/slideLayout" Target="../slideLayouts/slideLayout917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916.xml"/><Relationship Id="rId10" Type="http://schemas.openxmlformats.org/officeDocument/2006/relationships/theme" Target="../theme/theme35.xml"/><Relationship Id="rId4" Type="http://schemas.openxmlformats.org/officeDocument/2006/relationships/slideLayout" Target="../slideLayouts/slideLayout915.xml"/><Relationship Id="rId9" Type="http://schemas.openxmlformats.org/officeDocument/2006/relationships/slideLayout" Target="../slideLayouts/slideLayout920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923.xml"/><Relationship Id="rId7" Type="http://schemas.openxmlformats.org/officeDocument/2006/relationships/slideLayout" Target="../slideLayouts/slideLayout927.xml"/><Relationship Id="rId12" Type="http://schemas.openxmlformats.org/officeDocument/2006/relationships/theme" Target="../theme/theme36.xml"/><Relationship Id="rId2" Type="http://schemas.openxmlformats.org/officeDocument/2006/relationships/slideLayout" Target="../slideLayouts/slideLayout922.xml"/><Relationship Id="rId1" Type="http://schemas.openxmlformats.org/officeDocument/2006/relationships/slideLayout" Target="../slideLayouts/slideLayout921.xml"/><Relationship Id="rId6" Type="http://schemas.openxmlformats.org/officeDocument/2006/relationships/slideLayout" Target="../slideLayouts/slideLayout926.xml"/><Relationship Id="rId11" Type="http://schemas.openxmlformats.org/officeDocument/2006/relationships/slideLayout" Target="../slideLayouts/slideLayout931.xml"/><Relationship Id="rId5" Type="http://schemas.openxmlformats.org/officeDocument/2006/relationships/slideLayout" Target="../slideLayouts/slideLayout925.xml"/><Relationship Id="rId10" Type="http://schemas.openxmlformats.org/officeDocument/2006/relationships/slideLayout" Target="../slideLayouts/slideLayout930.xml"/><Relationship Id="rId4" Type="http://schemas.openxmlformats.org/officeDocument/2006/relationships/slideLayout" Target="../slideLayouts/slideLayout924.xml"/><Relationship Id="rId9" Type="http://schemas.openxmlformats.org/officeDocument/2006/relationships/slideLayout" Target="../slideLayouts/slideLayout929.xml"/><Relationship Id="rId14" Type="http://schemas.openxmlformats.org/officeDocument/2006/relationships/image" Target="../media/image5.jpeg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9.xml"/><Relationship Id="rId13" Type="http://schemas.openxmlformats.org/officeDocument/2006/relationships/theme" Target="../theme/theme37.xml"/><Relationship Id="rId3" Type="http://schemas.openxmlformats.org/officeDocument/2006/relationships/slideLayout" Target="../slideLayouts/slideLayout934.xml"/><Relationship Id="rId7" Type="http://schemas.openxmlformats.org/officeDocument/2006/relationships/slideLayout" Target="../slideLayouts/slideLayout938.xml"/><Relationship Id="rId12" Type="http://schemas.openxmlformats.org/officeDocument/2006/relationships/slideLayout" Target="../slideLayouts/slideLayout943.xml"/><Relationship Id="rId2" Type="http://schemas.openxmlformats.org/officeDocument/2006/relationships/slideLayout" Target="../slideLayouts/slideLayout933.xml"/><Relationship Id="rId1" Type="http://schemas.openxmlformats.org/officeDocument/2006/relationships/slideLayout" Target="../slideLayouts/slideLayout932.xml"/><Relationship Id="rId6" Type="http://schemas.openxmlformats.org/officeDocument/2006/relationships/slideLayout" Target="../slideLayouts/slideLayout937.xml"/><Relationship Id="rId11" Type="http://schemas.openxmlformats.org/officeDocument/2006/relationships/slideLayout" Target="../slideLayouts/slideLayout942.xml"/><Relationship Id="rId5" Type="http://schemas.openxmlformats.org/officeDocument/2006/relationships/slideLayout" Target="../slideLayouts/slideLayout93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941.xml"/><Relationship Id="rId4" Type="http://schemas.openxmlformats.org/officeDocument/2006/relationships/slideLayout" Target="../slideLayouts/slideLayout935.xml"/><Relationship Id="rId9" Type="http://schemas.openxmlformats.org/officeDocument/2006/relationships/slideLayout" Target="../slideLayouts/slideLayout940.xml"/><Relationship Id="rId14" Type="http://schemas.openxmlformats.org/officeDocument/2006/relationships/image" Target="../media/image3.jpeg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1.xml"/><Relationship Id="rId13" Type="http://schemas.openxmlformats.org/officeDocument/2006/relationships/theme" Target="../theme/theme38.xml"/><Relationship Id="rId3" Type="http://schemas.openxmlformats.org/officeDocument/2006/relationships/slideLayout" Target="../slideLayouts/slideLayout946.xml"/><Relationship Id="rId7" Type="http://schemas.openxmlformats.org/officeDocument/2006/relationships/slideLayout" Target="../slideLayouts/slideLayout950.xml"/><Relationship Id="rId12" Type="http://schemas.openxmlformats.org/officeDocument/2006/relationships/slideLayout" Target="../slideLayouts/slideLayout955.xml"/><Relationship Id="rId2" Type="http://schemas.openxmlformats.org/officeDocument/2006/relationships/slideLayout" Target="../slideLayouts/slideLayout945.xml"/><Relationship Id="rId1" Type="http://schemas.openxmlformats.org/officeDocument/2006/relationships/slideLayout" Target="../slideLayouts/slideLayout944.xml"/><Relationship Id="rId6" Type="http://schemas.openxmlformats.org/officeDocument/2006/relationships/slideLayout" Target="../slideLayouts/slideLayout949.xml"/><Relationship Id="rId11" Type="http://schemas.openxmlformats.org/officeDocument/2006/relationships/slideLayout" Target="../slideLayouts/slideLayout954.xml"/><Relationship Id="rId5" Type="http://schemas.openxmlformats.org/officeDocument/2006/relationships/slideLayout" Target="../slideLayouts/slideLayout948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953.xml"/><Relationship Id="rId4" Type="http://schemas.openxmlformats.org/officeDocument/2006/relationships/slideLayout" Target="../slideLayouts/slideLayout947.xml"/><Relationship Id="rId9" Type="http://schemas.openxmlformats.org/officeDocument/2006/relationships/slideLayout" Target="../slideLayouts/slideLayout952.xml"/><Relationship Id="rId14" Type="http://schemas.openxmlformats.org/officeDocument/2006/relationships/image" Target="../media/image3.jpeg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3.xml"/><Relationship Id="rId3" Type="http://schemas.openxmlformats.org/officeDocument/2006/relationships/slideLayout" Target="../slideLayouts/slideLayout958.xml"/><Relationship Id="rId7" Type="http://schemas.openxmlformats.org/officeDocument/2006/relationships/slideLayout" Target="../slideLayouts/slideLayout962.xml"/><Relationship Id="rId2" Type="http://schemas.openxmlformats.org/officeDocument/2006/relationships/slideLayout" Target="../slideLayouts/slideLayout957.xml"/><Relationship Id="rId1" Type="http://schemas.openxmlformats.org/officeDocument/2006/relationships/slideLayout" Target="../slideLayouts/slideLayout956.xml"/><Relationship Id="rId6" Type="http://schemas.openxmlformats.org/officeDocument/2006/relationships/slideLayout" Target="../slideLayouts/slideLayout961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960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959.xml"/><Relationship Id="rId9" Type="http://schemas.openxmlformats.org/officeDocument/2006/relationships/theme" Target="../theme/theme39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1.xml"/><Relationship Id="rId3" Type="http://schemas.openxmlformats.org/officeDocument/2006/relationships/slideLayout" Target="../slideLayouts/slideLayout966.xml"/><Relationship Id="rId7" Type="http://schemas.openxmlformats.org/officeDocument/2006/relationships/slideLayout" Target="../slideLayouts/slideLayout970.xml"/><Relationship Id="rId2" Type="http://schemas.openxmlformats.org/officeDocument/2006/relationships/slideLayout" Target="../slideLayouts/slideLayout965.xml"/><Relationship Id="rId1" Type="http://schemas.openxmlformats.org/officeDocument/2006/relationships/slideLayout" Target="../slideLayouts/slideLayout964.xml"/><Relationship Id="rId6" Type="http://schemas.openxmlformats.org/officeDocument/2006/relationships/slideLayout" Target="../slideLayouts/slideLayout969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968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967.xml"/><Relationship Id="rId9" Type="http://schemas.openxmlformats.org/officeDocument/2006/relationships/theme" Target="../theme/theme40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974.xml"/><Relationship Id="rId7" Type="http://schemas.openxmlformats.org/officeDocument/2006/relationships/theme" Target="../theme/theme41.xml"/><Relationship Id="rId2" Type="http://schemas.openxmlformats.org/officeDocument/2006/relationships/slideLayout" Target="../slideLayouts/slideLayout973.xml"/><Relationship Id="rId1" Type="http://schemas.openxmlformats.org/officeDocument/2006/relationships/slideLayout" Target="../slideLayouts/slideLayout972.xml"/><Relationship Id="rId6" Type="http://schemas.openxmlformats.org/officeDocument/2006/relationships/slideLayout" Target="../slideLayouts/slideLayout977.xml"/><Relationship Id="rId5" Type="http://schemas.openxmlformats.org/officeDocument/2006/relationships/slideLayout" Target="../slideLayouts/slideLayout976.xml"/><Relationship Id="rId4" Type="http://schemas.openxmlformats.org/officeDocument/2006/relationships/slideLayout" Target="../slideLayouts/slideLayout975.xml"/><Relationship Id="rId9" Type="http://schemas.openxmlformats.org/officeDocument/2006/relationships/image" Target="../media/image5.jpeg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theme" Target="../theme/theme42.xml"/><Relationship Id="rId3" Type="http://schemas.openxmlformats.org/officeDocument/2006/relationships/slideLayout" Target="../slideLayouts/slideLayout980.xml"/><Relationship Id="rId7" Type="http://schemas.openxmlformats.org/officeDocument/2006/relationships/slideLayout" Target="../slideLayouts/slideLayout984.xml"/><Relationship Id="rId2" Type="http://schemas.openxmlformats.org/officeDocument/2006/relationships/slideLayout" Target="../slideLayouts/slideLayout979.xml"/><Relationship Id="rId1" Type="http://schemas.openxmlformats.org/officeDocument/2006/relationships/slideLayout" Target="../slideLayouts/slideLayout978.xml"/><Relationship Id="rId6" Type="http://schemas.openxmlformats.org/officeDocument/2006/relationships/slideLayout" Target="../slideLayouts/slideLayout983.xml"/><Relationship Id="rId5" Type="http://schemas.openxmlformats.org/officeDocument/2006/relationships/slideLayout" Target="../slideLayouts/slideLayout982.xml"/><Relationship Id="rId10" Type="http://schemas.openxmlformats.org/officeDocument/2006/relationships/image" Target="../media/image5.jpeg"/><Relationship Id="rId4" Type="http://schemas.openxmlformats.org/officeDocument/2006/relationships/slideLayout" Target="../slideLayouts/slideLayout981.xml"/><Relationship Id="rId9" Type="http://schemas.openxmlformats.org/officeDocument/2006/relationships/image" Target="../media/image3.jpeg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2.xml"/><Relationship Id="rId3" Type="http://schemas.openxmlformats.org/officeDocument/2006/relationships/slideLayout" Target="../slideLayouts/slideLayout987.xml"/><Relationship Id="rId7" Type="http://schemas.openxmlformats.org/officeDocument/2006/relationships/slideLayout" Target="../slideLayouts/slideLayout991.xml"/><Relationship Id="rId2" Type="http://schemas.openxmlformats.org/officeDocument/2006/relationships/slideLayout" Target="../slideLayouts/slideLayout986.xml"/><Relationship Id="rId1" Type="http://schemas.openxmlformats.org/officeDocument/2006/relationships/slideLayout" Target="../slideLayouts/slideLayout985.xml"/><Relationship Id="rId6" Type="http://schemas.openxmlformats.org/officeDocument/2006/relationships/slideLayout" Target="../slideLayouts/slideLayout990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989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988.xml"/><Relationship Id="rId9" Type="http://schemas.openxmlformats.org/officeDocument/2006/relationships/theme" Target="../theme/theme43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4.xml"/><Relationship Id="rId3" Type="http://schemas.openxmlformats.org/officeDocument/2006/relationships/slideLayout" Target="../slideLayouts/slideLayout995.xml"/><Relationship Id="rId7" Type="http://schemas.openxmlformats.org/officeDocument/2006/relationships/slideLayout" Target="../slideLayouts/slideLayout999.xml"/><Relationship Id="rId2" Type="http://schemas.openxmlformats.org/officeDocument/2006/relationships/slideLayout" Target="../slideLayouts/slideLayout994.xml"/><Relationship Id="rId1" Type="http://schemas.openxmlformats.org/officeDocument/2006/relationships/slideLayout" Target="../slideLayouts/slideLayout993.xml"/><Relationship Id="rId6" Type="http://schemas.openxmlformats.org/officeDocument/2006/relationships/slideLayout" Target="../slideLayouts/slideLayout998.xml"/><Relationship Id="rId5" Type="http://schemas.openxmlformats.org/officeDocument/2006/relationships/slideLayout" Target="../slideLayouts/slideLayout997.xml"/><Relationship Id="rId10" Type="http://schemas.openxmlformats.org/officeDocument/2006/relationships/image" Target="../media/image5.jpeg"/><Relationship Id="rId4" Type="http://schemas.openxmlformats.org/officeDocument/2006/relationships/slideLayout" Target="../slideLayouts/slideLayout996.xml"/><Relationship Id="rId9" Type="http://schemas.openxmlformats.org/officeDocument/2006/relationships/image" Target="../media/image3.jpeg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7.xml"/><Relationship Id="rId3" Type="http://schemas.openxmlformats.org/officeDocument/2006/relationships/slideLayout" Target="../slideLayouts/slideLayout1002.xml"/><Relationship Id="rId7" Type="http://schemas.openxmlformats.org/officeDocument/2006/relationships/slideLayout" Target="../slideLayouts/slideLayout1006.xml"/><Relationship Id="rId2" Type="http://schemas.openxmlformats.org/officeDocument/2006/relationships/slideLayout" Target="../slideLayouts/slideLayout1001.xml"/><Relationship Id="rId1" Type="http://schemas.openxmlformats.org/officeDocument/2006/relationships/slideLayout" Target="../slideLayouts/slideLayout1000.xml"/><Relationship Id="rId6" Type="http://schemas.openxmlformats.org/officeDocument/2006/relationships/slideLayout" Target="../slideLayouts/slideLayout1005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004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003.xml"/><Relationship Id="rId9" Type="http://schemas.openxmlformats.org/officeDocument/2006/relationships/theme" Target="../theme/theme45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5.xml"/><Relationship Id="rId3" Type="http://schemas.openxmlformats.org/officeDocument/2006/relationships/slideLayout" Target="../slideLayouts/slideLayout1010.xml"/><Relationship Id="rId7" Type="http://schemas.openxmlformats.org/officeDocument/2006/relationships/slideLayout" Target="../slideLayouts/slideLayout1014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009.xml"/><Relationship Id="rId1" Type="http://schemas.openxmlformats.org/officeDocument/2006/relationships/slideLayout" Target="../slideLayouts/slideLayout1008.xml"/><Relationship Id="rId6" Type="http://schemas.openxmlformats.org/officeDocument/2006/relationships/slideLayout" Target="../slideLayouts/slideLayout1013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1012.xml"/><Relationship Id="rId10" Type="http://schemas.openxmlformats.org/officeDocument/2006/relationships/theme" Target="../theme/theme46.xml"/><Relationship Id="rId4" Type="http://schemas.openxmlformats.org/officeDocument/2006/relationships/slideLayout" Target="../slideLayouts/slideLayout1011.xml"/><Relationship Id="rId9" Type="http://schemas.openxmlformats.org/officeDocument/2006/relationships/slideLayout" Target="../slideLayouts/slideLayout1016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4.xml"/><Relationship Id="rId13" Type="http://schemas.openxmlformats.org/officeDocument/2006/relationships/slideLayout" Target="../slideLayouts/slideLayout1029.xml"/><Relationship Id="rId18" Type="http://schemas.openxmlformats.org/officeDocument/2006/relationships/slideLayout" Target="../slideLayouts/slideLayout1034.xml"/><Relationship Id="rId26" Type="http://schemas.openxmlformats.org/officeDocument/2006/relationships/image" Target="../media/image3.jpeg"/><Relationship Id="rId3" Type="http://schemas.openxmlformats.org/officeDocument/2006/relationships/slideLayout" Target="../slideLayouts/slideLayout1019.xml"/><Relationship Id="rId21" Type="http://schemas.openxmlformats.org/officeDocument/2006/relationships/slideLayout" Target="../slideLayouts/slideLayout1037.xml"/><Relationship Id="rId7" Type="http://schemas.openxmlformats.org/officeDocument/2006/relationships/slideLayout" Target="../slideLayouts/slideLayout1023.xml"/><Relationship Id="rId12" Type="http://schemas.openxmlformats.org/officeDocument/2006/relationships/slideLayout" Target="../slideLayouts/slideLayout1028.xml"/><Relationship Id="rId17" Type="http://schemas.openxmlformats.org/officeDocument/2006/relationships/slideLayout" Target="../slideLayouts/slideLayout1033.xml"/><Relationship Id="rId25" Type="http://schemas.openxmlformats.org/officeDocument/2006/relationships/theme" Target="../theme/theme47.xml"/><Relationship Id="rId2" Type="http://schemas.openxmlformats.org/officeDocument/2006/relationships/slideLayout" Target="../slideLayouts/slideLayout1018.xml"/><Relationship Id="rId16" Type="http://schemas.openxmlformats.org/officeDocument/2006/relationships/slideLayout" Target="../slideLayouts/slideLayout1032.xml"/><Relationship Id="rId20" Type="http://schemas.openxmlformats.org/officeDocument/2006/relationships/slideLayout" Target="../slideLayouts/slideLayout1036.xml"/><Relationship Id="rId1" Type="http://schemas.openxmlformats.org/officeDocument/2006/relationships/slideLayout" Target="../slideLayouts/slideLayout1017.xml"/><Relationship Id="rId6" Type="http://schemas.openxmlformats.org/officeDocument/2006/relationships/slideLayout" Target="../slideLayouts/slideLayout1022.xml"/><Relationship Id="rId11" Type="http://schemas.openxmlformats.org/officeDocument/2006/relationships/slideLayout" Target="../slideLayouts/slideLayout1027.xml"/><Relationship Id="rId24" Type="http://schemas.openxmlformats.org/officeDocument/2006/relationships/slideLayout" Target="../slideLayouts/slideLayout1040.xml"/><Relationship Id="rId5" Type="http://schemas.openxmlformats.org/officeDocument/2006/relationships/slideLayout" Target="../slideLayouts/slideLayout1021.xml"/><Relationship Id="rId15" Type="http://schemas.openxmlformats.org/officeDocument/2006/relationships/slideLayout" Target="../slideLayouts/slideLayout1031.xml"/><Relationship Id="rId23" Type="http://schemas.openxmlformats.org/officeDocument/2006/relationships/slideLayout" Target="../slideLayouts/slideLayout1039.xml"/><Relationship Id="rId10" Type="http://schemas.openxmlformats.org/officeDocument/2006/relationships/slideLayout" Target="../slideLayouts/slideLayout1026.xml"/><Relationship Id="rId19" Type="http://schemas.openxmlformats.org/officeDocument/2006/relationships/slideLayout" Target="../slideLayouts/slideLayout1035.xml"/><Relationship Id="rId4" Type="http://schemas.openxmlformats.org/officeDocument/2006/relationships/slideLayout" Target="../slideLayouts/slideLayout1020.xml"/><Relationship Id="rId9" Type="http://schemas.openxmlformats.org/officeDocument/2006/relationships/slideLayout" Target="../slideLayouts/slideLayout1025.xml"/><Relationship Id="rId14" Type="http://schemas.openxmlformats.org/officeDocument/2006/relationships/slideLayout" Target="../slideLayouts/slideLayout1030.xml"/><Relationship Id="rId22" Type="http://schemas.openxmlformats.org/officeDocument/2006/relationships/slideLayout" Target="../slideLayouts/slideLayout1038.xml"/><Relationship Id="rId27" Type="http://schemas.openxmlformats.org/officeDocument/2006/relationships/image" Target="../media/image5.jpeg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1043.xml"/><Relationship Id="rId7" Type="http://schemas.openxmlformats.org/officeDocument/2006/relationships/theme" Target="../theme/theme48.xml"/><Relationship Id="rId2" Type="http://schemas.openxmlformats.org/officeDocument/2006/relationships/slideLayout" Target="../slideLayouts/slideLayout1042.xml"/><Relationship Id="rId1" Type="http://schemas.openxmlformats.org/officeDocument/2006/relationships/slideLayout" Target="../slideLayouts/slideLayout1041.xml"/><Relationship Id="rId6" Type="http://schemas.openxmlformats.org/officeDocument/2006/relationships/slideLayout" Target="../slideLayouts/slideLayout1046.xml"/><Relationship Id="rId5" Type="http://schemas.openxmlformats.org/officeDocument/2006/relationships/slideLayout" Target="../slideLayouts/slideLayout1045.xml"/><Relationship Id="rId4" Type="http://schemas.openxmlformats.org/officeDocument/2006/relationships/slideLayout" Target="../slideLayouts/slideLayout1044.xml"/><Relationship Id="rId9" Type="http://schemas.openxmlformats.org/officeDocument/2006/relationships/image" Target="../media/image5.jpeg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1049.xml"/><Relationship Id="rId7" Type="http://schemas.openxmlformats.org/officeDocument/2006/relationships/theme" Target="../theme/theme49.xml"/><Relationship Id="rId2" Type="http://schemas.openxmlformats.org/officeDocument/2006/relationships/slideLayout" Target="../slideLayouts/slideLayout1048.xml"/><Relationship Id="rId1" Type="http://schemas.openxmlformats.org/officeDocument/2006/relationships/slideLayout" Target="../slideLayouts/slideLayout1047.xml"/><Relationship Id="rId6" Type="http://schemas.openxmlformats.org/officeDocument/2006/relationships/slideLayout" Target="../slideLayouts/slideLayout1052.xml"/><Relationship Id="rId5" Type="http://schemas.openxmlformats.org/officeDocument/2006/relationships/slideLayout" Target="../slideLayouts/slideLayout1051.xml"/><Relationship Id="rId4" Type="http://schemas.openxmlformats.org/officeDocument/2006/relationships/slideLayout" Target="../slideLayouts/slideLayout1050.xml"/><Relationship Id="rId9" Type="http://schemas.openxmlformats.org/officeDocument/2006/relationships/image" Target="../media/image5.jpeg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1055.xml"/><Relationship Id="rId7" Type="http://schemas.openxmlformats.org/officeDocument/2006/relationships/theme" Target="../theme/theme50.xml"/><Relationship Id="rId2" Type="http://schemas.openxmlformats.org/officeDocument/2006/relationships/slideLayout" Target="../slideLayouts/slideLayout1054.xml"/><Relationship Id="rId1" Type="http://schemas.openxmlformats.org/officeDocument/2006/relationships/slideLayout" Target="../slideLayouts/slideLayout1053.xml"/><Relationship Id="rId6" Type="http://schemas.openxmlformats.org/officeDocument/2006/relationships/slideLayout" Target="../slideLayouts/slideLayout1058.xml"/><Relationship Id="rId5" Type="http://schemas.openxmlformats.org/officeDocument/2006/relationships/slideLayout" Target="../slideLayouts/slideLayout1057.xml"/><Relationship Id="rId4" Type="http://schemas.openxmlformats.org/officeDocument/2006/relationships/slideLayout" Target="../slideLayouts/slideLayout1056.xml"/><Relationship Id="rId9" Type="http://schemas.openxmlformats.org/officeDocument/2006/relationships/image" Target="../media/image5.jpeg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6.xml"/><Relationship Id="rId3" Type="http://schemas.openxmlformats.org/officeDocument/2006/relationships/slideLayout" Target="../slideLayouts/slideLayout1061.xml"/><Relationship Id="rId7" Type="http://schemas.openxmlformats.org/officeDocument/2006/relationships/slideLayout" Target="../slideLayouts/slideLayout1065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060.xml"/><Relationship Id="rId1" Type="http://schemas.openxmlformats.org/officeDocument/2006/relationships/slideLayout" Target="../slideLayouts/slideLayout1059.xml"/><Relationship Id="rId6" Type="http://schemas.openxmlformats.org/officeDocument/2006/relationships/slideLayout" Target="../slideLayouts/slideLayout1064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1063.xml"/><Relationship Id="rId10" Type="http://schemas.openxmlformats.org/officeDocument/2006/relationships/theme" Target="../theme/theme51.xml"/><Relationship Id="rId4" Type="http://schemas.openxmlformats.org/officeDocument/2006/relationships/slideLayout" Target="../slideLayouts/slideLayout1062.xml"/><Relationship Id="rId9" Type="http://schemas.openxmlformats.org/officeDocument/2006/relationships/slideLayout" Target="../slideLayouts/slideLayout1067.xml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5.xml"/><Relationship Id="rId3" Type="http://schemas.openxmlformats.org/officeDocument/2006/relationships/slideLayout" Target="../slideLayouts/slideLayout1070.xml"/><Relationship Id="rId7" Type="http://schemas.openxmlformats.org/officeDocument/2006/relationships/slideLayout" Target="../slideLayouts/slideLayout1074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069.xml"/><Relationship Id="rId1" Type="http://schemas.openxmlformats.org/officeDocument/2006/relationships/slideLayout" Target="../slideLayouts/slideLayout1068.xml"/><Relationship Id="rId6" Type="http://schemas.openxmlformats.org/officeDocument/2006/relationships/slideLayout" Target="../slideLayouts/slideLayout1073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1072.xml"/><Relationship Id="rId10" Type="http://schemas.openxmlformats.org/officeDocument/2006/relationships/theme" Target="../theme/theme52.xml"/><Relationship Id="rId4" Type="http://schemas.openxmlformats.org/officeDocument/2006/relationships/slideLayout" Target="../slideLayouts/slideLayout1071.xml"/><Relationship Id="rId9" Type="http://schemas.openxmlformats.org/officeDocument/2006/relationships/slideLayout" Target="../slideLayouts/slideLayout1076.xml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4.xml"/><Relationship Id="rId3" Type="http://schemas.openxmlformats.org/officeDocument/2006/relationships/slideLayout" Target="../slideLayouts/slideLayout1079.xml"/><Relationship Id="rId7" Type="http://schemas.openxmlformats.org/officeDocument/2006/relationships/slideLayout" Target="../slideLayouts/slideLayout1083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078.xml"/><Relationship Id="rId1" Type="http://schemas.openxmlformats.org/officeDocument/2006/relationships/slideLayout" Target="../slideLayouts/slideLayout1077.xml"/><Relationship Id="rId6" Type="http://schemas.openxmlformats.org/officeDocument/2006/relationships/slideLayout" Target="../slideLayouts/slideLayout1082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1081.xml"/><Relationship Id="rId10" Type="http://schemas.openxmlformats.org/officeDocument/2006/relationships/theme" Target="../theme/theme53.xml"/><Relationship Id="rId4" Type="http://schemas.openxmlformats.org/officeDocument/2006/relationships/slideLayout" Target="../slideLayouts/slideLayout1080.xml"/><Relationship Id="rId9" Type="http://schemas.openxmlformats.org/officeDocument/2006/relationships/slideLayout" Target="../slideLayouts/slideLayout1085.xml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3.xml"/><Relationship Id="rId3" Type="http://schemas.openxmlformats.org/officeDocument/2006/relationships/slideLayout" Target="../slideLayouts/slideLayout1088.xml"/><Relationship Id="rId7" Type="http://schemas.openxmlformats.org/officeDocument/2006/relationships/slideLayout" Target="../slideLayouts/slideLayout1092.xml"/><Relationship Id="rId2" Type="http://schemas.openxmlformats.org/officeDocument/2006/relationships/slideLayout" Target="../slideLayouts/slideLayout1087.xml"/><Relationship Id="rId1" Type="http://schemas.openxmlformats.org/officeDocument/2006/relationships/slideLayout" Target="../slideLayouts/slideLayout1086.xml"/><Relationship Id="rId6" Type="http://schemas.openxmlformats.org/officeDocument/2006/relationships/slideLayout" Target="../slideLayouts/slideLayout1091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090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089.xml"/><Relationship Id="rId9" Type="http://schemas.openxmlformats.org/officeDocument/2006/relationships/theme" Target="../theme/theme54.xml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1096.xml"/><Relationship Id="rId7" Type="http://schemas.openxmlformats.org/officeDocument/2006/relationships/theme" Target="../theme/theme55.xml"/><Relationship Id="rId2" Type="http://schemas.openxmlformats.org/officeDocument/2006/relationships/slideLayout" Target="../slideLayouts/slideLayout1095.xml"/><Relationship Id="rId1" Type="http://schemas.openxmlformats.org/officeDocument/2006/relationships/slideLayout" Target="../slideLayouts/slideLayout1094.xml"/><Relationship Id="rId6" Type="http://schemas.openxmlformats.org/officeDocument/2006/relationships/slideLayout" Target="../slideLayouts/slideLayout1099.xml"/><Relationship Id="rId5" Type="http://schemas.openxmlformats.org/officeDocument/2006/relationships/slideLayout" Target="../slideLayouts/slideLayout1098.xml"/><Relationship Id="rId4" Type="http://schemas.openxmlformats.org/officeDocument/2006/relationships/slideLayout" Target="../slideLayouts/slideLayout1097.xml"/><Relationship Id="rId9" Type="http://schemas.openxmlformats.org/officeDocument/2006/relationships/image" Target="../media/image5.jpeg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7.xml"/><Relationship Id="rId3" Type="http://schemas.openxmlformats.org/officeDocument/2006/relationships/slideLayout" Target="../slideLayouts/slideLayout1102.xml"/><Relationship Id="rId7" Type="http://schemas.openxmlformats.org/officeDocument/2006/relationships/slideLayout" Target="../slideLayouts/slideLayout1106.xml"/><Relationship Id="rId2" Type="http://schemas.openxmlformats.org/officeDocument/2006/relationships/slideLayout" Target="../slideLayouts/slideLayout1101.xml"/><Relationship Id="rId1" Type="http://schemas.openxmlformats.org/officeDocument/2006/relationships/slideLayout" Target="../slideLayouts/slideLayout1100.xml"/><Relationship Id="rId6" Type="http://schemas.openxmlformats.org/officeDocument/2006/relationships/slideLayout" Target="../slideLayouts/slideLayout1105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104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103.xml"/><Relationship Id="rId9" Type="http://schemas.openxmlformats.org/officeDocument/2006/relationships/theme" Target="../theme/theme56.xml"/></Relationships>
</file>

<file path=ppt/slideMasters/_rels/slideMaster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5.xml"/><Relationship Id="rId3" Type="http://schemas.openxmlformats.org/officeDocument/2006/relationships/slideLayout" Target="../slideLayouts/slideLayout1110.xml"/><Relationship Id="rId7" Type="http://schemas.openxmlformats.org/officeDocument/2006/relationships/slideLayout" Target="../slideLayouts/slideLayout1114.xml"/><Relationship Id="rId2" Type="http://schemas.openxmlformats.org/officeDocument/2006/relationships/slideLayout" Target="../slideLayouts/slideLayout1109.xml"/><Relationship Id="rId1" Type="http://schemas.openxmlformats.org/officeDocument/2006/relationships/slideLayout" Target="../slideLayouts/slideLayout1108.xml"/><Relationship Id="rId6" Type="http://schemas.openxmlformats.org/officeDocument/2006/relationships/slideLayout" Target="../slideLayouts/slideLayout1113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112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111.xml"/><Relationship Id="rId9" Type="http://schemas.openxmlformats.org/officeDocument/2006/relationships/theme" Target="../theme/theme57.xml"/></Relationships>
</file>

<file path=ppt/slideMasters/_rels/slideMaster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3.xml"/><Relationship Id="rId3" Type="http://schemas.openxmlformats.org/officeDocument/2006/relationships/slideLayout" Target="../slideLayouts/slideLayout1118.xml"/><Relationship Id="rId7" Type="http://schemas.openxmlformats.org/officeDocument/2006/relationships/slideLayout" Target="../slideLayouts/slideLayout1122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117.xml"/><Relationship Id="rId1" Type="http://schemas.openxmlformats.org/officeDocument/2006/relationships/slideLayout" Target="../slideLayouts/slideLayout1116.xml"/><Relationship Id="rId6" Type="http://schemas.openxmlformats.org/officeDocument/2006/relationships/slideLayout" Target="../slideLayouts/slideLayout1121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1120.xml"/><Relationship Id="rId10" Type="http://schemas.openxmlformats.org/officeDocument/2006/relationships/theme" Target="../theme/theme58.xml"/><Relationship Id="rId4" Type="http://schemas.openxmlformats.org/officeDocument/2006/relationships/slideLayout" Target="../slideLayouts/slideLayout1119.xml"/><Relationship Id="rId9" Type="http://schemas.openxmlformats.org/officeDocument/2006/relationships/slideLayout" Target="../slideLayouts/slideLayout1124.xml"/></Relationships>
</file>

<file path=ppt/slideMasters/_rels/slideMaster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2.xml"/><Relationship Id="rId3" Type="http://schemas.openxmlformats.org/officeDocument/2006/relationships/slideLayout" Target="../slideLayouts/slideLayout1127.xml"/><Relationship Id="rId7" Type="http://schemas.openxmlformats.org/officeDocument/2006/relationships/slideLayout" Target="../slideLayouts/slideLayout1131.xml"/><Relationship Id="rId2" Type="http://schemas.openxmlformats.org/officeDocument/2006/relationships/slideLayout" Target="../slideLayouts/slideLayout1126.xml"/><Relationship Id="rId1" Type="http://schemas.openxmlformats.org/officeDocument/2006/relationships/slideLayout" Target="../slideLayouts/slideLayout1125.xml"/><Relationship Id="rId6" Type="http://schemas.openxmlformats.org/officeDocument/2006/relationships/slideLayout" Target="../slideLayouts/slideLayout1130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129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1128.xml"/><Relationship Id="rId9" Type="http://schemas.openxmlformats.org/officeDocument/2006/relationships/theme" Target="../theme/theme59.xml"/></Relationships>
</file>

<file path=ppt/slideMasters/_rels/slideMaster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0.xml"/><Relationship Id="rId13" Type="http://schemas.openxmlformats.org/officeDocument/2006/relationships/slideLayout" Target="../slideLayouts/slideLayout1145.xml"/><Relationship Id="rId3" Type="http://schemas.openxmlformats.org/officeDocument/2006/relationships/slideLayout" Target="../slideLayouts/slideLayout1135.xml"/><Relationship Id="rId7" Type="http://schemas.openxmlformats.org/officeDocument/2006/relationships/slideLayout" Target="../slideLayouts/slideLayout1139.xml"/><Relationship Id="rId12" Type="http://schemas.openxmlformats.org/officeDocument/2006/relationships/slideLayout" Target="../slideLayouts/slideLayout1144.xml"/><Relationship Id="rId2" Type="http://schemas.openxmlformats.org/officeDocument/2006/relationships/slideLayout" Target="../slideLayouts/slideLayout1134.xml"/><Relationship Id="rId1" Type="http://schemas.openxmlformats.org/officeDocument/2006/relationships/slideLayout" Target="../slideLayouts/slideLayout1133.xml"/><Relationship Id="rId6" Type="http://schemas.openxmlformats.org/officeDocument/2006/relationships/slideLayout" Target="../slideLayouts/slideLayout1138.xml"/><Relationship Id="rId11" Type="http://schemas.openxmlformats.org/officeDocument/2006/relationships/slideLayout" Target="../slideLayouts/slideLayout1143.xml"/><Relationship Id="rId5" Type="http://schemas.openxmlformats.org/officeDocument/2006/relationships/slideLayout" Target="../slideLayouts/slideLayout113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142.xml"/><Relationship Id="rId4" Type="http://schemas.openxmlformats.org/officeDocument/2006/relationships/slideLayout" Target="../slideLayouts/slideLayout1136.xml"/><Relationship Id="rId9" Type="http://schemas.openxmlformats.org/officeDocument/2006/relationships/slideLayout" Target="../slideLayouts/slideLayout1141.xml"/><Relationship Id="rId14" Type="http://schemas.openxmlformats.org/officeDocument/2006/relationships/theme" Target="../theme/theme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2070" y="288371"/>
            <a:ext cx="11017091" cy="1200150"/>
          </a:xfrm>
          <a:prstGeom prst="rect">
            <a:avLst/>
          </a:prstGeom>
        </p:spPr>
        <p:txBody>
          <a:bodyPr vert="horz" lIns="111008" tIns="55507" rIns="111008" bIns="55507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2070" y="1680219"/>
            <a:ext cx="11017091" cy="4752261"/>
          </a:xfrm>
          <a:prstGeom prst="rect">
            <a:avLst/>
          </a:prstGeom>
        </p:spPr>
        <p:txBody>
          <a:bodyPr vert="horz" lIns="111008" tIns="55507" rIns="111008" bIns="55507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63" y="6674176"/>
            <a:ext cx="2856284" cy="383381"/>
          </a:xfrm>
          <a:prstGeom prst="rect">
            <a:avLst/>
          </a:prstGeom>
        </p:spPr>
        <p:txBody>
          <a:bodyPr vert="horz" lIns="111008" tIns="55507" rIns="111008" bIns="55507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589D1-064B-4861-BA3C-39A6A2C92F84}" type="datetimeFigureOut">
              <a:rPr lang="zh-CN" altLang="en-US" smtClean="0"/>
              <a:pPr/>
              <a:t>2015/9/1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2424" y="6674176"/>
            <a:ext cx="3876384" cy="383381"/>
          </a:xfrm>
          <a:prstGeom prst="rect">
            <a:avLst/>
          </a:prstGeom>
        </p:spPr>
        <p:txBody>
          <a:bodyPr vert="horz" lIns="111008" tIns="55507" rIns="111008" bIns="55507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878" y="6674176"/>
            <a:ext cx="2856284" cy="383381"/>
          </a:xfrm>
          <a:prstGeom prst="rect">
            <a:avLst/>
          </a:prstGeom>
        </p:spPr>
        <p:txBody>
          <a:bodyPr vert="horz" lIns="111008" tIns="55507" rIns="111008" bIns="55507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CCBF0-93DD-42BF-BAD8-8A8EDC47FA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26" name="Picture 2" descr="F:\2011工作\周报\xianghailong\img\b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12241213" cy="7200901"/>
          </a:xfrm>
          <a:prstGeom prst="rect">
            <a:avLst/>
          </a:prstGeom>
          <a:noFill/>
        </p:spPr>
      </p:pic>
      <p:pic>
        <p:nvPicPr>
          <p:cNvPr id="1027" name="Picture 3" descr="F:\2011工作\周报\xianghailong\img\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263" y="300021"/>
            <a:ext cx="2056845" cy="525068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 rot="18610325">
            <a:off x="11431558" y="-194745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 rot="2363497">
            <a:off x="10743147" y="405907"/>
            <a:ext cx="1829449" cy="450652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2200" dirty="0" smtClean="0">
                <a:solidFill>
                  <a:srgbClr val="3C78B4"/>
                </a:solidFill>
              </a:rPr>
              <a:t>Confidential</a:t>
            </a:r>
            <a:endParaRPr lang="zh-CN" altLang="en-US" sz="2200" dirty="0">
              <a:solidFill>
                <a:srgbClr val="3C78B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110063" rtl="0" eaLnBrk="1" latinLnBrk="0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270" indent="-416270" algn="l" defTabSz="1110063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1923" indent="-346900" algn="l" defTabSz="1110063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7579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2615" indent="-277515" algn="l" defTabSz="1110063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7652" indent="-277515" algn="l" defTabSz="1110063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677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7715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2747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17778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038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0063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510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013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5166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0196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8523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0268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2070" y="288371"/>
            <a:ext cx="11017091" cy="1200150"/>
          </a:xfrm>
          <a:prstGeom prst="rect">
            <a:avLst/>
          </a:prstGeom>
        </p:spPr>
        <p:txBody>
          <a:bodyPr vert="horz" lIns="111008" tIns="55507" rIns="111008" bIns="55507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2070" y="1680219"/>
            <a:ext cx="11017091" cy="4752261"/>
          </a:xfrm>
          <a:prstGeom prst="rect">
            <a:avLst/>
          </a:prstGeom>
        </p:spPr>
        <p:txBody>
          <a:bodyPr vert="horz" lIns="111008" tIns="55507" rIns="111008" bIns="55507" rtlCol="0">
            <a:normAutofit/>
          </a:bodyPr>
          <a:lstStyle/>
          <a:p>
            <a:pPr lvl="0"/>
            <a:endParaRPr lang="zh-CN" altLang="en-US" dirty="0"/>
          </a:p>
        </p:txBody>
      </p:sp>
      <p:pic>
        <p:nvPicPr>
          <p:cNvPr id="3074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0" y="7125890"/>
            <a:ext cx="12241213" cy="75010"/>
          </a:xfrm>
          <a:prstGeom prst="rect">
            <a:avLst/>
          </a:prstGeom>
          <a:solidFill>
            <a:srgbClr val="1E82B4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3" descr="F:\2011工作\周报\xianghailong\img\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519827" y="6600853"/>
            <a:ext cx="1469176" cy="375050"/>
          </a:xfrm>
          <a:prstGeom prst="rect">
            <a:avLst/>
          </a:prstGeom>
          <a:noFill/>
        </p:spPr>
      </p:pic>
      <p:sp>
        <p:nvSpPr>
          <p:cNvPr id="15" name="标题占位符 1"/>
          <p:cNvSpPr txBox="1">
            <a:spLocks/>
          </p:cNvSpPr>
          <p:nvPr/>
        </p:nvSpPr>
        <p:spPr>
          <a:xfrm>
            <a:off x="612070" y="288371"/>
            <a:ext cx="11017091" cy="1200150"/>
          </a:xfrm>
          <a:prstGeom prst="rect">
            <a:avLst/>
          </a:prstGeom>
        </p:spPr>
        <p:txBody>
          <a:bodyPr vert="horz" lIns="111008" tIns="55507" rIns="111008" bIns="55507" rtlCol="0" anchor="ctr">
            <a:normAutofit/>
          </a:bodyPr>
          <a:lstStyle/>
          <a:p>
            <a:pPr marL="0" marR="0" lvl="0" indent="0" algn="ctr" defTabSz="111006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5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文本占位符 2"/>
          <p:cNvSpPr txBox="1">
            <a:spLocks/>
          </p:cNvSpPr>
          <p:nvPr/>
        </p:nvSpPr>
        <p:spPr>
          <a:xfrm>
            <a:off x="612070" y="1680219"/>
            <a:ext cx="11017091" cy="4752261"/>
          </a:xfrm>
          <a:prstGeom prst="rect">
            <a:avLst/>
          </a:prstGeom>
        </p:spPr>
        <p:txBody>
          <a:bodyPr vert="horz" lIns="111008" tIns="55507" rIns="111008" bIns="55507" rtlCol="0">
            <a:normAutofit/>
          </a:bodyPr>
          <a:lstStyle/>
          <a:p>
            <a:pPr marL="416270" marR="0" lvl="0" indent="-416270" algn="l" defTabSz="11100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878" y="6674176"/>
            <a:ext cx="2856284" cy="383381"/>
          </a:xfrm>
          <a:prstGeom prst="rect">
            <a:avLst/>
          </a:prstGeom>
        </p:spPr>
        <p:txBody>
          <a:bodyPr vert="horz" lIns="111008" tIns="55507" rIns="111008" bIns="55507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CCBF0-93DD-42BF-BAD8-8A8EDC47FA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18610325">
            <a:off x="11431558" y="-194745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 rot="2363497">
            <a:off x="10743147" y="405907"/>
            <a:ext cx="1829449" cy="450652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2200" dirty="0" smtClean="0">
                <a:solidFill>
                  <a:srgbClr val="3C78B4"/>
                </a:solidFill>
              </a:rPr>
              <a:t>Confidential</a:t>
            </a:r>
            <a:endParaRPr lang="zh-CN" altLang="en-US" sz="2200" dirty="0">
              <a:solidFill>
                <a:srgbClr val="3C78B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</p:sldLayoutIdLst>
  <p:txStyles>
    <p:titleStyle>
      <a:lvl1pPr algn="ctr" defTabSz="1110063" rtl="0" eaLnBrk="1" latinLnBrk="0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270" indent="-416270" algn="l" defTabSz="1110063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1923" indent="-346900" algn="l" defTabSz="1110063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7579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2615" indent="-277515" algn="l" defTabSz="1110063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7652" indent="-277515" algn="l" defTabSz="1110063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677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7715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2747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17778" indent="-277515" algn="l" defTabSz="11100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038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0063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510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013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5166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0196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85230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0268" algn="l" defTabSz="11100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7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16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7" r:id="rId8"/>
    <p:sldLayoutId id="2147483678" r:id="rId9"/>
    <p:sldLayoutId id="2147483679" r:id="rId10"/>
    <p:sldLayoutId id="2147483680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3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3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84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0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  <p:sldLayoutId id="2147483750" r:id="rId36"/>
    <p:sldLayoutId id="2147483751" r:id="rId37"/>
    <p:sldLayoutId id="2147483752" r:id="rId38"/>
    <p:sldLayoutId id="2147483753" r:id="rId39"/>
    <p:sldLayoutId id="2147483754" r:id="rId40"/>
    <p:sldLayoutId id="2147483755" r:id="rId41"/>
    <p:sldLayoutId id="2147483756" r:id="rId42"/>
    <p:sldLayoutId id="2147483757" r:id="rId43"/>
    <p:sldLayoutId id="2147483758" r:id="rId44"/>
    <p:sldLayoutId id="2147483759" r:id="rId45"/>
    <p:sldLayoutId id="2147483760" r:id="rId46"/>
    <p:sldLayoutId id="2147483761" r:id="rId47"/>
    <p:sldLayoutId id="2147483762" r:id="rId48"/>
    <p:sldLayoutId id="2147483763" r:id="rId49"/>
    <p:sldLayoutId id="2147483764" r:id="rId50"/>
    <p:sldLayoutId id="2147483765" r:id="rId51"/>
    <p:sldLayoutId id="2147483766" r:id="rId52"/>
    <p:sldLayoutId id="2147483767" r:id="rId53"/>
    <p:sldLayoutId id="2147483768" r:id="rId54"/>
    <p:sldLayoutId id="2147483769" r:id="rId55"/>
    <p:sldLayoutId id="2147483770" r:id="rId56"/>
    <p:sldLayoutId id="2147483771" r:id="rId57"/>
    <p:sldLayoutId id="2147483772" r:id="rId58"/>
    <p:sldLayoutId id="2147483773" r:id="rId59"/>
    <p:sldLayoutId id="2147483774" r:id="rId60"/>
    <p:sldLayoutId id="2147483775" r:id="rId61"/>
    <p:sldLayoutId id="2147483776" r:id="rId62"/>
    <p:sldLayoutId id="2147483777" r:id="rId63"/>
    <p:sldLayoutId id="2147483778" r:id="rId64"/>
    <p:sldLayoutId id="2147483779" r:id="rId65"/>
    <p:sldLayoutId id="2147483780" r:id="rId66"/>
    <p:sldLayoutId id="2147483781" r:id="rId67"/>
    <p:sldLayoutId id="2147483782" r:id="rId68"/>
    <p:sldLayoutId id="2147483783" r:id="rId69"/>
    <p:sldLayoutId id="2147483784" r:id="rId70"/>
    <p:sldLayoutId id="2147483785" r:id="rId71"/>
    <p:sldLayoutId id="2147483786" r:id="rId72"/>
    <p:sldLayoutId id="2147483787" r:id="rId73"/>
    <p:sldLayoutId id="2147483788" r:id="rId74"/>
    <p:sldLayoutId id="2147483789" r:id="rId75"/>
    <p:sldLayoutId id="2147483790" r:id="rId76"/>
    <p:sldLayoutId id="2147483791" r:id="rId77"/>
    <p:sldLayoutId id="2147483792" r:id="rId78"/>
    <p:sldLayoutId id="2147483793" r:id="rId79"/>
    <p:sldLayoutId id="2147483794" r:id="rId80"/>
    <p:sldLayoutId id="2147483795" r:id="rId81"/>
    <p:sldLayoutId id="2147483796" r:id="rId82"/>
    <p:sldLayoutId id="2147483797" r:id="rId83"/>
    <p:sldLayoutId id="2147483798" r:id="rId84"/>
    <p:sldLayoutId id="2147483799" r:id="rId85"/>
    <p:sldLayoutId id="2147483800" r:id="rId86"/>
    <p:sldLayoutId id="2147483801" r:id="rId87"/>
    <p:sldLayoutId id="2147483802" r:id="rId88"/>
    <p:sldLayoutId id="2147483803" r:id="rId89"/>
    <p:sldLayoutId id="2147483804" r:id="rId90"/>
    <p:sldLayoutId id="2147483805" r:id="rId91"/>
    <p:sldLayoutId id="2147483806" r:id="rId92"/>
    <p:sldLayoutId id="2147483807" r:id="rId93"/>
    <p:sldLayoutId id="2147483808" r:id="rId94"/>
    <p:sldLayoutId id="2147483809" r:id="rId95"/>
    <p:sldLayoutId id="2147483810" r:id="rId96"/>
    <p:sldLayoutId id="2147483811" r:id="rId97"/>
    <p:sldLayoutId id="2147483812" r:id="rId98"/>
    <p:sldLayoutId id="2147483813" r:id="rId99"/>
    <p:sldLayoutId id="2147483814" r:id="rId100"/>
    <p:sldLayoutId id="2147483815" r:id="rId101"/>
    <p:sldLayoutId id="2147483816" r:id="rId102"/>
    <p:sldLayoutId id="2147483817" r:id="rId103"/>
    <p:sldLayoutId id="2147483818" r:id="rId10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3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9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857" r:id="rId29"/>
    <p:sldLayoutId id="2147483858" r:id="rId30"/>
    <p:sldLayoutId id="2147483859" r:id="rId31"/>
    <p:sldLayoutId id="2147483860" r:id="rId32"/>
    <p:sldLayoutId id="2147483861" r:id="rId33"/>
    <p:sldLayoutId id="2147483862" r:id="rId34"/>
    <p:sldLayoutId id="2147483863" r:id="rId35"/>
    <p:sldLayoutId id="2147483864" r:id="rId36"/>
    <p:sldLayoutId id="2147483865" r:id="rId37"/>
    <p:sldLayoutId id="2147483866" r:id="rId38"/>
    <p:sldLayoutId id="2147483867" r:id="rId39"/>
    <p:sldLayoutId id="2147483868" r:id="rId40"/>
    <p:sldLayoutId id="2147483869" r:id="rId41"/>
    <p:sldLayoutId id="2147483870" r:id="rId42"/>
    <p:sldLayoutId id="2147483871" r:id="rId43"/>
    <p:sldLayoutId id="2147483872" r:id="rId44"/>
    <p:sldLayoutId id="2147483873" r:id="rId45"/>
    <p:sldLayoutId id="2147483874" r:id="rId46"/>
    <p:sldLayoutId id="2147483875" r:id="rId47"/>
    <p:sldLayoutId id="2147483876" r:id="rId48"/>
    <p:sldLayoutId id="2147483877" r:id="rId49"/>
    <p:sldLayoutId id="2147483878" r:id="rId50"/>
    <p:sldLayoutId id="2147483879" r:id="rId51"/>
    <p:sldLayoutId id="2147483880" r:id="rId52"/>
    <p:sldLayoutId id="2147483881" r:id="rId53"/>
    <p:sldLayoutId id="2147483882" r:id="rId54"/>
    <p:sldLayoutId id="2147483883" r:id="rId55"/>
    <p:sldLayoutId id="2147483884" r:id="rId56"/>
    <p:sldLayoutId id="2147483885" r:id="rId57"/>
    <p:sldLayoutId id="2147483886" r:id="rId58"/>
    <p:sldLayoutId id="2147483887" r:id="rId59"/>
    <p:sldLayoutId id="2147483888" r:id="rId60"/>
    <p:sldLayoutId id="2147483889" r:id="rId61"/>
    <p:sldLayoutId id="2147483890" r:id="rId62"/>
    <p:sldLayoutId id="2147483891" r:id="rId63"/>
    <p:sldLayoutId id="2147483892" r:id="rId64"/>
    <p:sldLayoutId id="2147483893" r:id="rId65"/>
    <p:sldLayoutId id="2147483894" r:id="rId66"/>
    <p:sldLayoutId id="2147483895" r:id="rId67"/>
    <p:sldLayoutId id="2147483896" r:id="rId68"/>
    <p:sldLayoutId id="2147483897" r:id="rId69"/>
    <p:sldLayoutId id="2147483898" r:id="rId70"/>
    <p:sldLayoutId id="2147483899" r:id="rId71"/>
    <p:sldLayoutId id="2147483900" r:id="rId72"/>
    <p:sldLayoutId id="2147483901" r:id="rId73"/>
    <p:sldLayoutId id="2147483902" r:id="rId74"/>
    <p:sldLayoutId id="2147483903" r:id="rId75"/>
    <p:sldLayoutId id="2147483904" r:id="rId76"/>
    <p:sldLayoutId id="2147483905" r:id="rId77"/>
    <p:sldLayoutId id="2147483906" r:id="rId78"/>
    <p:sldLayoutId id="2147483907" r:id="rId79"/>
    <p:sldLayoutId id="2147483908" r:id="rId80"/>
    <p:sldLayoutId id="2147483909" r:id="rId81"/>
    <p:sldLayoutId id="2147483910" r:id="rId82"/>
    <p:sldLayoutId id="2147483911" r:id="rId83"/>
    <p:sldLayoutId id="2147483912" r:id="rId84"/>
    <p:sldLayoutId id="2147483913" r:id="rId85"/>
    <p:sldLayoutId id="2147483914" r:id="rId86"/>
    <p:sldLayoutId id="2147483915" r:id="rId87"/>
    <p:sldLayoutId id="2147483916" r:id="rId88"/>
    <p:sldLayoutId id="2147483917" r:id="rId89"/>
    <p:sldLayoutId id="2147483918" r:id="rId90"/>
    <p:sldLayoutId id="2147483919" r:id="rId91"/>
    <p:sldLayoutId id="2147483920" r:id="rId92"/>
    <p:sldLayoutId id="2147483921" r:id="rId93"/>
    <p:sldLayoutId id="2147483922" r:id="rId94"/>
    <p:sldLayoutId id="2147483923" r:id="rId95"/>
    <p:sldLayoutId id="2147483924" r:id="rId96"/>
    <p:sldLayoutId id="2147483925" r:id="rId97"/>
    <p:sldLayoutId id="2147483926" r:id="rId98"/>
    <p:sldLayoutId id="2147483927" r:id="rId99"/>
    <p:sldLayoutId id="2147483928" r:id="rId100"/>
    <p:sldLayoutId id="2147483929" r:id="rId101"/>
    <p:sldLayoutId id="2147483930" r:id="rId102"/>
    <p:sldLayoutId id="2147483931" r:id="rId103"/>
    <p:sldLayoutId id="2147483932" r:id="rId10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68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  <p:sldLayoutId id="2147483951" r:id="rId17"/>
    <p:sldLayoutId id="2147483952" r:id="rId18"/>
    <p:sldLayoutId id="2147483953" r:id="rId19"/>
    <p:sldLayoutId id="2147483954" r:id="rId20"/>
    <p:sldLayoutId id="2147483955" r:id="rId21"/>
    <p:sldLayoutId id="2147483956" r:id="rId22"/>
    <p:sldLayoutId id="2147483957" r:id="rId23"/>
    <p:sldLayoutId id="2147483958" r:id="rId24"/>
    <p:sldLayoutId id="2147483959" r:id="rId25"/>
    <p:sldLayoutId id="2147483960" r:id="rId26"/>
    <p:sldLayoutId id="2147483961" r:id="rId27"/>
    <p:sldLayoutId id="2147483962" r:id="rId28"/>
    <p:sldLayoutId id="2147483963" r:id="rId29"/>
    <p:sldLayoutId id="2147483964" r:id="rId30"/>
    <p:sldLayoutId id="2147483965" r:id="rId31"/>
    <p:sldLayoutId id="2147483966" r:id="rId32"/>
    <p:sldLayoutId id="2147483967" r:id="rId33"/>
    <p:sldLayoutId id="2147483968" r:id="rId34"/>
    <p:sldLayoutId id="2147483969" r:id="rId35"/>
    <p:sldLayoutId id="2147483970" r:id="rId36"/>
    <p:sldLayoutId id="2147483971" r:id="rId37"/>
    <p:sldLayoutId id="2147483972" r:id="rId38"/>
    <p:sldLayoutId id="2147483973" r:id="rId39"/>
    <p:sldLayoutId id="2147483974" r:id="rId40"/>
    <p:sldLayoutId id="2147483975" r:id="rId41"/>
    <p:sldLayoutId id="2147483976" r:id="rId42"/>
    <p:sldLayoutId id="2147483977" r:id="rId43"/>
    <p:sldLayoutId id="2147483978" r:id="rId44"/>
    <p:sldLayoutId id="2147483979" r:id="rId45"/>
    <p:sldLayoutId id="2147483980" r:id="rId46"/>
    <p:sldLayoutId id="2147483981" r:id="rId47"/>
    <p:sldLayoutId id="2147483982" r:id="rId48"/>
    <p:sldLayoutId id="2147483983" r:id="rId49"/>
    <p:sldLayoutId id="2147483984" r:id="rId50"/>
    <p:sldLayoutId id="2147483985" r:id="rId51"/>
    <p:sldLayoutId id="2147483986" r:id="rId52"/>
    <p:sldLayoutId id="2147483987" r:id="rId53"/>
    <p:sldLayoutId id="2147483988" r:id="rId54"/>
    <p:sldLayoutId id="2147483989" r:id="rId55"/>
    <p:sldLayoutId id="2147483990" r:id="rId56"/>
    <p:sldLayoutId id="2147483991" r:id="rId57"/>
    <p:sldLayoutId id="2147483992" r:id="rId58"/>
    <p:sldLayoutId id="2147483993" r:id="rId59"/>
    <p:sldLayoutId id="2147483994" r:id="rId60"/>
    <p:sldLayoutId id="2147483995" r:id="rId61"/>
    <p:sldLayoutId id="2147483996" r:id="rId62"/>
    <p:sldLayoutId id="2147483997" r:id="rId63"/>
    <p:sldLayoutId id="2147483998" r:id="rId64"/>
    <p:sldLayoutId id="2147483999" r:id="rId65"/>
    <p:sldLayoutId id="2147484000" r:id="rId66"/>
    <p:sldLayoutId id="2147484001" r:id="rId67"/>
    <p:sldLayoutId id="2147484002" r:id="rId68"/>
    <p:sldLayoutId id="2147484003" r:id="rId69"/>
    <p:sldLayoutId id="2147484004" r:id="rId70"/>
    <p:sldLayoutId id="2147484005" r:id="rId71"/>
    <p:sldLayoutId id="2147484006" r:id="rId72"/>
    <p:sldLayoutId id="2147484007" r:id="rId73"/>
    <p:sldLayoutId id="2147484008" r:id="rId74"/>
    <p:sldLayoutId id="2147484009" r:id="rId75"/>
    <p:sldLayoutId id="2147484010" r:id="rId76"/>
    <p:sldLayoutId id="2147484011" r:id="rId77"/>
    <p:sldLayoutId id="2147484012" r:id="rId78"/>
    <p:sldLayoutId id="2147484013" r:id="rId79"/>
    <p:sldLayoutId id="2147484014" r:id="rId80"/>
    <p:sldLayoutId id="2147484015" r:id="rId81"/>
    <p:sldLayoutId id="2147484016" r:id="rId82"/>
    <p:sldLayoutId id="2147484017" r:id="rId83"/>
    <p:sldLayoutId id="2147484018" r:id="rId84"/>
    <p:sldLayoutId id="2147484019" r:id="rId85"/>
    <p:sldLayoutId id="2147484020" r:id="rId86"/>
    <p:sldLayoutId id="2147484021" r:id="rId87"/>
    <p:sldLayoutId id="2147484022" r:id="rId88"/>
    <p:sldLayoutId id="2147484023" r:id="rId89"/>
    <p:sldLayoutId id="2147484024" r:id="rId90"/>
    <p:sldLayoutId id="2147484025" r:id="rId91"/>
    <p:sldLayoutId id="2147484026" r:id="rId92"/>
    <p:sldLayoutId id="2147484027" r:id="rId93"/>
    <p:sldLayoutId id="2147484028" r:id="rId94"/>
    <p:sldLayoutId id="2147484029" r:id="rId95"/>
    <p:sldLayoutId id="2147484030" r:id="rId96"/>
    <p:sldLayoutId id="2147484031" r:id="rId97"/>
    <p:sldLayoutId id="2147484032" r:id="rId98"/>
    <p:sldLayoutId id="2147484033" r:id="rId99"/>
    <p:sldLayoutId id="2147484034" r:id="rId100"/>
    <p:sldLayoutId id="2147484035" r:id="rId101"/>
    <p:sldLayoutId id="2147484036" r:id="rId102"/>
    <p:sldLayoutId id="2147484037" r:id="rId103"/>
    <p:sldLayoutId id="2147484038" r:id="rId10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14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7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36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  <p:sldLayoutId id="2147484059" r:id="rId12"/>
    <p:sldLayoutId id="2147484949" r:id="rId13"/>
    <p:sldLayoutId id="2147484950" r:id="rId14"/>
    <p:sldLayoutId id="2147484951" r:id="rId1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86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  <p:sldLayoutId id="2147484089" r:id="rId12"/>
    <p:sldLayoutId id="2147484090" r:id="rId13"/>
    <p:sldLayoutId id="2147484091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5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3" r:id="rId8"/>
    <p:sldLayoutId id="2147484104" r:id="rId9"/>
    <p:sldLayoutId id="2147484105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0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  <p:sldLayoutId id="2147484119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21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  <p:sldLayoutId id="2147484135" r:id="rId13"/>
    <p:sldLayoutId id="2147484136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7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  <p:sldLayoutId id="2147484149" r:id="rId12"/>
    <p:sldLayoutId id="2147484150" r:id="rId13"/>
    <p:sldLayoutId id="2147484151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8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  <p:sldLayoutId id="2147484161" r:id="rId2"/>
    <p:sldLayoutId id="2147484162" r:id="rId3"/>
    <p:sldLayoutId id="2147484163" r:id="rId4"/>
    <p:sldLayoutId id="2147484164" r:id="rId5"/>
    <p:sldLayoutId id="2147484165" r:id="rId6"/>
    <p:sldLayoutId id="2147484166" r:id="rId7"/>
    <p:sldLayoutId id="2147484167" r:id="rId8"/>
    <p:sldLayoutId id="2147484168" r:id="rId9"/>
    <p:sldLayoutId id="2147484170" r:id="rId10"/>
    <p:sldLayoutId id="2147484171" r:id="rId11"/>
    <p:sldLayoutId id="2147484172" r:id="rId12"/>
    <p:sldLayoutId id="2147484173" r:id="rId13"/>
    <p:sldLayoutId id="2147484174" r:id="rId14"/>
    <p:sldLayoutId id="2147484175" r:id="rId15"/>
    <p:sldLayoutId id="2147484176" r:id="rId16"/>
    <p:sldLayoutId id="2147484177" r:id="rId17"/>
    <p:sldLayoutId id="2147484178" r:id="rId18"/>
    <p:sldLayoutId id="2147484179" r:id="rId19"/>
    <p:sldLayoutId id="2147484180" r:id="rId20"/>
    <p:sldLayoutId id="2147484181" r:id="rId21"/>
    <p:sldLayoutId id="2147484182" r:id="rId22"/>
    <p:sldLayoutId id="2147484183" r:id="rId23"/>
    <p:sldLayoutId id="2147484184" r:id="rId24"/>
    <p:sldLayoutId id="2147484185" r:id="rId25"/>
    <p:sldLayoutId id="2147484186" r:id="rId26"/>
    <p:sldLayoutId id="2147484187" r:id="rId27"/>
    <p:sldLayoutId id="2147484188" r:id="rId28"/>
    <p:sldLayoutId id="2147484189" r:id="rId29"/>
    <p:sldLayoutId id="2147484190" r:id="rId30"/>
    <p:sldLayoutId id="2147484191" r:id="rId31"/>
    <p:sldLayoutId id="2147484192" r:id="rId32"/>
    <p:sldLayoutId id="2147484193" r:id="rId33"/>
    <p:sldLayoutId id="2147484194" r:id="rId34"/>
    <p:sldLayoutId id="2147484195" r:id="rId35"/>
    <p:sldLayoutId id="2147484196" r:id="rId36"/>
    <p:sldLayoutId id="2147484197" r:id="rId37"/>
    <p:sldLayoutId id="2147484198" r:id="rId38"/>
    <p:sldLayoutId id="2147484199" r:id="rId39"/>
    <p:sldLayoutId id="2147484200" r:id="rId40"/>
    <p:sldLayoutId id="2147484201" r:id="rId41"/>
    <p:sldLayoutId id="2147484202" r:id="rId42"/>
    <p:sldLayoutId id="2147484203" r:id="rId43"/>
    <p:sldLayoutId id="2147484204" r:id="rId44"/>
    <p:sldLayoutId id="2147484205" r:id="rId45"/>
    <p:sldLayoutId id="2147484206" r:id="rId46"/>
    <p:sldLayoutId id="2147484207" r:id="rId47"/>
    <p:sldLayoutId id="2147484208" r:id="rId48"/>
    <p:sldLayoutId id="2147484209" r:id="rId49"/>
    <p:sldLayoutId id="2147484210" r:id="rId50"/>
    <p:sldLayoutId id="2147484211" r:id="rId51"/>
    <p:sldLayoutId id="2147484212" r:id="rId52"/>
    <p:sldLayoutId id="2147484213" r:id="rId53"/>
    <p:sldLayoutId id="2147484214" r:id="rId54"/>
    <p:sldLayoutId id="2147484215" r:id="rId55"/>
    <p:sldLayoutId id="2147484216" r:id="rId56"/>
    <p:sldLayoutId id="2147484217" r:id="rId57"/>
    <p:sldLayoutId id="2147484218" r:id="rId58"/>
    <p:sldLayoutId id="2147484219" r:id="rId59"/>
    <p:sldLayoutId id="2147484220" r:id="rId60"/>
    <p:sldLayoutId id="2147484221" r:id="rId61"/>
    <p:sldLayoutId id="2147484222" r:id="rId62"/>
    <p:sldLayoutId id="2147484223" r:id="rId63"/>
    <p:sldLayoutId id="2147484224" r:id="rId64"/>
    <p:sldLayoutId id="2147484225" r:id="rId65"/>
    <p:sldLayoutId id="2147484226" r:id="rId66"/>
    <p:sldLayoutId id="2147484227" r:id="rId67"/>
    <p:sldLayoutId id="2147484228" r:id="rId68"/>
    <p:sldLayoutId id="2147484229" r:id="rId69"/>
    <p:sldLayoutId id="2147484230" r:id="rId70"/>
    <p:sldLayoutId id="2147484231" r:id="rId71"/>
    <p:sldLayoutId id="2147484232" r:id="rId72"/>
    <p:sldLayoutId id="2147484233" r:id="rId73"/>
    <p:sldLayoutId id="2147484234" r:id="rId74"/>
    <p:sldLayoutId id="2147484235" r:id="rId75"/>
    <p:sldLayoutId id="2147484236" r:id="rId76"/>
    <p:sldLayoutId id="2147484237" r:id="rId77"/>
    <p:sldLayoutId id="2147484238" r:id="rId78"/>
    <p:sldLayoutId id="2147484239" r:id="rId79"/>
    <p:sldLayoutId id="2147484240" r:id="rId80"/>
    <p:sldLayoutId id="2147484241" r:id="rId81"/>
    <p:sldLayoutId id="2147484242" r:id="rId82"/>
    <p:sldLayoutId id="2147484243" r:id="rId83"/>
    <p:sldLayoutId id="2147484244" r:id="rId84"/>
    <p:sldLayoutId id="2147484245" r:id="rId85"/>
    <p:sldLayoutId id="2147484246" r:id="rId86"/>
    <p:sldLayoutId id="2147484247" r:id="rId87"/>
    <p:sldLayoutId id="2147484248" r:id="rId88"/>
    <p:sldLayoutId id="2147484249" r:id="rId89"/>
    <p:sldLayoutId id="2147484250" r:id="rId90"/>
    <p:sldLayoutId id="2147484251" r:id="rId91"/>
    <p:sldLayoutId id="2147484252" r:id="rId92"/>
    <p:sldLayoutId id="2147484253" r:id="rId93"/>
    <p:sldLayoutId id="2147484254" r:id="rId94"/>
    <p:sldLayoutId id="2147484255" r:id="rId95"/>
    <p:sldLayoutId id="2147484256" r:id="rId96"/>
    <p:sldLayoutId id="2147484257" r:id="rId97"/>
    <p:sldLayoutId id="2147484258" r:id="rId98"/>
    <p:sldLayoutId id="2147484259" r:id="rId99"/>
    <p:sldLayoutId id="2147484260" r:id="rId100"/>
    <p:sldLayoutId id="2147484261" r:id="rId101"/>
    <p:sldLayoutId id="2147484262" r:id="rId102"/>
    <p:sldLayoutId id="2147484263" r:id="rId103"/>
    <p:sldLayoutId id="2147484264" r:id="rId10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39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6" r:id="rId1"/>
    <p:sldLayoutId id="2147484267" r:id="rId2"/>
    <p:sldLayoutId id="2147484268" r:id="rId3"/>
    <p:sldLayoutId id="2147484269" r:id="rId4"/>
    <p:sldLayoutId id="2147484270" r:id="rId5"/>
    <p:sldLayoutId id="2147484271" r:id="rId6"/>
    <p:sldLayoutId id="2147484272" r:id="rId7"/>
    <p:sldLayoutId id="2147484273" r:id="rId8"/>
    <p:sldLayoutId id="2147484274" r:id="rId9"/>
    <p:sldLayoutId id="2147484276" r:id="rId10"/>
    <p:sldLayoutId id="2147484277" r:id="rId11"/>
    <p:sldLayoutId id="2147484278" r:id="rId12"/>
    <p:sldLayoutId id="2147484279" r:id="rId13"/>
    <p:sldLayoutId id="2147484280" r:id="rId14"/>
    <p:sldLayoutId id="2147484281" r:id="rId15"/>
    <p:sldLayoutId id="2147484282" r:id="rId16"/>
    <p:sldLayoutId id="2147484283" r:id="rId17"/>
    <p:sldLayoutId id="2147484284" r:id="rId18"/>
    <p:sldLayoutId id="2147484285" r:id="rId19"/>
    <p:sldLayoutId id="2147484286" r:id="rId20"/>
    <p:sldLayoutId id="2147484287" r:id="rId21"/>
    <p:sldLayoutId id="2147484288" r:id="rId22"/>
    <p:sldLayoutId id="2147484289" r:id="rId23"/>
    <p:sldLayoutId id="2147484290" r:id="rId24"/>
    <p:sldLayoutId id="2147484291" r:id="rId25"/>
    <p:sldLayoutId id="2147484292" r:id="rId26"/>
    <p:sldLayoutId id="2147484293" r:id="rId27"/>
    <p:sldLayoutId id="2147484294" r:id="rId28"/>
    <p:sldLayoutId id="2147484295" r:id="rId29"/>
    <p:sldLayoutId id="2147484296" r:id="rId30"/>
    <p:sldLayoutId id="2147484297" r:id="rId31"/>
    <p:sldLayoutId id="2147484298" r:id="rId32"/>
    <p:sldLayoutId id="2147484299" r:id="rId33"/>
    <p:sldLayoutId id="2147484300" r:id="rId34"/>
    <p:sldLayoutId id="2147484301" r:id="rId35"/>
    <p:sldLayoutId id="2147484302" r:id="rId36"/>
    <p:sldLayoutId id="2147484303" r:id="rId37"/>
    <p:sldLayoutId id="2147484304" r:id="rId38"/>
    <p:sldLayoutId id="2147484305" r:id="rId39"/>
    <p:sldLayoutId id="2147484306" r:id="rId40"/>
    <p:sldLayoutId id="2147484307" r:id="rId41"/>
    <p:sldLayoutId id="2147484308" r:id="rId42"/>
    <p:sldLayoutId id="2147484309" r:id="rId43"/>
    <p:sldLayoutId id="2147484310" r:id="rId44"/>
    <p:sldLayoutId id="2147484311" r:id="rId45"/>
    <p:sldLayoutId id="2147484312" r:id="rId46"/>
    <p:sldLayoutId id="2147484313" r:id="rId47"/>
    <p:sldLayoutId id="2147484314" r:id="rId48"/>
    <p:sldLayoutId id="2147484315" r:id="rId49"/>
    <p:sldLayoutId id="2147484316" r:id="rId50"/>
    <p:sldLayoutId id="2147484317" r:id="rId51"/>
    <p:sldLayoutId id="2147484318" r:id="rId52"/>
    <p:sldLayoutId id="2147484319" r:id="rId53"/>
    <p:sldLayoutId id="2147484320" r:id="rId54"/>
    <p:sldLayoutId id="2147484321" r:id="rId55"/>
    <p:sldLayoutId id="2147484322" r:id="rId56"/>
    <p:sldLayoutId id="2147484323" r:id="rId57"/>
    <p:sldLayoutId id="2147484324" r:id="rId58"/>
    <p:sldLayoutId id="2147484325" r:id="rId59"/>
    <p:sldLayoutId id="2147484326" r:id="rId60"/>
    <p:sldLayoutId id="2147484327" r:id="rId61"/>
    <p:sldLayoutId id="2147484328" r:id="rId62"/>
    <p:sldLayoutId id="2147484329" r:id="rId63"/>
    <p:sldLayoutId id="2147484330" r:id="rId64"/>
    <p:sldLayoutId id="2147484331" r:id="rId65"/>
    <p:sldLayoutId id="2147484332" r:id="rId66"/>
    <p:sldLayoutId id="2147484333" r:id="rId67"/>
    <p:sldLayoutId id="2147484334" r:id="rId68"/>
    <p:sldLayoutId id="2147484335" r:id="rId69"/>
    <p:sldLayoutId id="2147484336" r:id="rId70"/>
    <p:sldLayoutId id="2147484337" r:id="rId71"/>
    <p:sldLayoutId id="2147484338" r:id="rId72"/>
    <p:sldLayoutId id="2147484339" r:id="rId73"/>
    <p:sldLayoutId id="2147484340" r:id="rId74"/>
    <p:sldLayoutId id="2147484341" r:id="rId75"/>
    <p:sldLayoutId id="2147484342" r:id="rId76"/>
    <p:sldLayoutId id="2147484343" r:id="rId77"/>
    <p:sldLayoutId id="2147484344" r:id="rId78"/>
    <p:sldLayoutId id="2147484345" r:id="rId79"/>
    <p:sldLayoutId id="2147484346" r:id="rId80"/>
    <p:sldLayoutId id="2147484347" r:id="rId81"/>
    <p:sldLayoutId id="2147484348" r:id="rId82"/>
    <p:sldLayoutId id="2147484349" r:id="rId83"/>
    <p:sldLayoutId id="2147484350" r:id="rId84"/>
    <p:sldLayoutId id="2147484351" r:id="rId85"/>
    <p:sldLayoutId id="2147484352" r:id="rId86"/>
    <p:sldLayoutId id="2147484353" r:id="rId87"/>
    <p:sldLayoutId id="2147484354" r:id="rId88"/>
    <p:sldLayoutId id="2147484355" r:id="rId89"/>
    <p:sldLayoutId id="2147484356" r:id="rId90"/>
    <p:sldLayoutId id="2147484357" r:id="rId91"/>
    <p:sldLayoutId id="2147484358" r:id="rId92"/>
    <p:sldLayoutId id="2147484359" r:id="rId93"/>
    <p:sldLayoutId id="2147484360" r:id="rId94"/>
    <p:sldLayoutId id="2147484361" r:id="rId95"/>
    <p:sldLayoutId id="2147484362" r:id="rId96"/>
    <p:sldLayoutId id="2147484363" r:id="rId97"/>
    <p:sldLayoutId id="2147484364" r:id="rId98"/>
    <p:sldLayoutId id="2147484365" r:id="rId99"/>
    <p:sldLayoutId id="2147484366" r:id="rId100"/>
    <p:sldLayoutId id="2147484367" r:id="rId101"/>
    <p:sldLayoutId id="2147484368" r:id="rId102"/>
    <p:sldLayoutId id="2147484369" r:id="rId103"/>
    <p:sldLayoutId id="2147484370" r:id="rId10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5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6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0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2" r:id="rId1"/>
    <p:sldLayoutId id="2147484373" r:id="rId2"/>
    <p:sldLayoutId id="2147484374" r:id="rId3"/>
    <p:sldLayoutId id="2147484375" r:id="rId4"/>
    <p:sldLayoutId id="2147484376" r:id="rId5"/>
    <p:sldLayoutId id="2147484377" r:id="rId6"/>
    <p:sldLayoutId id="2147484378" r:id="rId7"/>
    <p:sldLayoutId id="2147484379" r:id="rId8"/>
    <p:sldLayoutId id="2147484380" r:id="rId9"/>
    <p:sldLayoutId id="2147484382" r:id="rId10"/>
    <p:sldLayoutId id="2147484383" r:id="rId11"/>
    <p:sldLayoutId id="2147484384" r:id="rId12"/>
    <p:sldLayoutId id="2147484385" r:id="rId13"/>
    <p:sldLayoutId id="2147484386" r:id="rId14"/>
    <p:sldLayoutId id="2147484387" r:id="rId15"/>
    <p:sldLayoutId id="2147484388" r:id="rId16"/>
    <p:sldLayoutId id="2147484389" r:id="rId17"/>
    <p:sldLayoutId id="2147484390" r:id="rId18"/>
    <p:sldLayoutId id="2147484391" r:id="rId19"/>
    <p:sldLayoutId id="2147484392" r:id="rId20"/>
    <p:sldLayoutId id="2147484393" r:id="rId21"/>
    <p:sldLayoutId id="2147484394" r:id="rId22"/>
    <p:sldLayoutId id="2147484395" r:id="rId23"/>
    <p:sldLayoutId id="2147484396" r:id="rId24"/>
    <p:sldLayoutId id="2147484397" r:id="rId25"/>
    <p:sldLayoutId id="2147484398" r:id="rId26"/>
    <p:sldLayoutId id="2147484399" r:id="rId27"/>
    <p:sldLayoutId id="2147484400" r:id="rId28"/>
    <p:sldLayoutId id="2147484401" r:id="rId29"/>
    <p:sldLayoutId id="2147484402" r:id="rId30"/>
    <p:sldLayoutId id="2147484403" r:id="rId31"/>
    <p:sldLayoutId id="2147484404" r:id="rId32"/>
    <p:sldLayoutId id="2147484405" r:id="rId33"/>
    <p:sldLayoutId id="2147484406" r:id="rId34"/>
    <p:sldLayoutId id="2147484407" r:id="rId35"/>
    <p:sldLayoutId id="2147484408" r:id="rId36"/>
    <p:sldLayoutId id="2147484409" r:id="rId37"/>
    <p:sldLayoutId id="2147484410" r:id="rId38"/>
    <p:sldLayoutId id="2147484411" r:id="rId39"/>
    <p:sldLayoutId id="2147484412" r:id="rId40"/>
    <p:sldLayoutId id="2147484413" r:id="rId41"/>
    <p:sldLayoutId id="2147484414" r:id="rId42"/>
    <p:sldLayoutId id="2147484415" r:id="rId43"/>
    <p:sldLayoutId id="2147484416" r:id="rId44"/>
    <p:sldLayoutId id="2147484417" r:id="rId45"/>
    <p:sldLayoutId id="2147484418" r:id="rId46"/>
    <p:sldLayoutId id="2147484419" r:id="rId47"/>
    <p:sldLayoutId id="2147484420" r:id="rId48"/>
    <p:sldLayoutId id="2147484421" r:id="rId49"/>
    <p:sldLayoutId id="2147484422" r:id="rId50"/>
    <p:sldLayoutId id="2147484423" r:id="rId51"/>
    <p:sldLayoutId id="2147484424" r:id="rId52"/>
    <p:sldLayoutId id="2147484425" r:id="rId53"/>
    <p:sldLayoutId id="2147484426" r:id="rId54"/>
    <p:sldLayoutId id="2147484427" r:id="rId55"/>
    <p:sldLayoutId id="2147484428" r:id="rId56"/>
    <p:sldLayoutId id="2147484429" r:id="rId57"/>
    <p:sldLayoutId id="2147484430" r:id="rId58"/>
    <p:sldLayoutId id="2147484431" r:id="rId59"/>
    <p:sldLayoutId id="2147484432" r:id="rId60"/>
    <p:sldLayoutId id="2147484433" r:id="rId61"/>
    <p:sldLayoutId id="2147484434" r:id="rId62"/>
    <p:sldLayoutId id="2147484435" r:id="rId63"/>
    <p:sldLayoutId id="2147484436" r:id="rId64"/>
    <p:sldLayoutId id="2147484437" r:id="rId65"/>
    <p:sldLayoutId id="2147484438" r:id="rId66"/>
    <p:sldLayoutId id="2147484439" r:id="rId67"/>
    <p:sldLayoutId id="2147484440" r:id="rId68"/>
    <p:sldLayoutId id="2147484441" r:id="rId69"/>
    <p:sldLayoutId id="2147484442" r:id="rId70"/>
    <p:sldLayoutId id="2147484443" r:id="rId71"/>
    <p:sldLayoutId id="2147484444" r:id="rId72"/>
    <p:sldLayoutId id="2147484445" r:id="rId73"/>
    <p:sldLayoutId id="2147484446" r:id="rId74"/>
    <p:sldLayoutId id="2147484447" r:id="rId75"/>
    <p:sldLayoutId id="2147484448" r:id="rId76"/>
    <p:sldLayoutId id="2147484449" r:id="rId77"/>
    <p:sldLayoutId id="2147484450" r:id="rId78"/>
    <p:sldLayoutId id="2147484451" r:id="rId79"/>
    <p:sldLayoutId id="2147484452" r:id="rId80"/>
    <p:sldLayoutId id="2147484453" r:id="rId81"/>
    <p:sldLayoutId id="2147484454" r:id="rId82"/>
    <p:sldLayoutId id="2147484455" r:id="rId83"/>
    <p:sldLayoutId id="2147484456" r:id="rId84"/>
    <p:sldLayoutId id="2147484457" r:id="rId85"/>
    <p:sldLayoutId id="2147484458" r:id="rId86"/>
    <p:sldLayoutId id="2147484459" r:id="rId87"/>
    <p:sldLayoutId id="2147484460" r:id="rId88"/>
    <p:sldLayoutId id="2147484461" r:id="rId89"/>
    <p:sldLayoutId id="2147484462" r:id="rId90"/>
    <p:sldLayoutId id="2147484463" r:id="rId91"/>
    <p:sldLayoutId id="2147484464" r:id="rId92"/>
    <p:sldLayoutId id="2147484465" r:id="rId93"/>
    <p:sldLayoutId id="2147484466" r:id="rId94"/>
    <p:sldLayoutId id="2147484467" r:id="rId95"/>
    <p:sldLayoutId id="2147484468" r:id="rId96"/>
    <p:sldLayoutId id="2147484469" r:id="rId97"/>
    <p:sldLayoutId id="2147484470" r:id="rId98"/>
    <p:sldLayoutId id="2147484471" r:id="rId99"/>
    <p:sldLayoutId id="2147484472" r:id="rId100"/>
    <p:sldLayoutId id="2147484473" r:id="rId101"/>
    <p:sldLayoutId id="2147484474" r:id="rId102"/>
    <p:sldLayoutId id="2147484475" r:id="rId10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 txBox="1">
            <a:spLocks/>
          </p:cNvSpPr>
          <p:nvPr userDrawn="1"/>
        </p:nvSpPr>
        <p:spPr>
          <a:xfrm>
            <a:off x="612061" y="198072"/>
            <a:ext cx="11017092" cy="52925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24107">
              <a:spcBef>
                <a:spcPct val="0"/>
              </a:spcBef>
              <a:defRPr/>
            </a:pPr>
            <a:r>
              <a:rPr lang="zh-CN" altLang="en-US" sz="4284" smtClean="0">
                <a:solidFill>
                  <a:prstClr val="black">
                    <a:lumMod val="65000"/>
                    <a:lumOff val="35000"/>
                  </a:prstClr>
                </a:solidFill>
                <a:cs typeface="+mj-cs"/>
              </a:rPr>
              <a:t>这里是标题区域</a:t>
            </a:r>
            <a:endParaRPr lang="zh-CN" altLang="en-US" sz="4284" dirty="0">
              <a:solidFill>
                <a:prstClr val="black">
                  <a:lumMod val="65000"/>
                  <a:lumOff val="35000"/>
                </a:prstClr>
              </a:solidFill>
              <a:cs typeface="+mj-cs"/>
            </a:endParaRPr>
          </a:p>
        </p:txBody>
      </p:sp>
      <p:sp>
        <p:nvSpPr>
          <p:cNvPr id="15" name="内容占位符 2"/>
          <p:cNvSpPr txBox="1">
            <a:spLocks/>
          </p:cNvSpPr>
          <p:nvPr userDrawn="1"/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内容标题一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内容标题二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内容标题三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zh-CN" altLang="en-US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55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  <p:sldLayoutId id="2147484485" r:id="rId8"/>
    <p:sldLayoutId id="2147484486" r:id="rId9"/>
    <p:sldLayoutId id="2147484487" r:id="rId10"/>
  </p:sldLayoutIdLst>
  <p:txStyles>
    <p:titleStyle>
      <a:lvl1pPr algn="ctr" defTabSz="1224107" rtl="0" eaLnBrk="1" latinLnBrk="0" hangingPunct="1">
        <a:spcBef>
          <a:spcPct val="0"/>
        </a:spcBef>
        <a:buNone/>
        <a:defRPr sz="58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9040" indent="-459040" algn="l" defTabSz="1224107" rtl="0" eaLnBrk="1" latinLnBrk="0" hangingPunct="1">
        <a:spcBef>
          <a:spcPct val="20000"/>
        </a:spcBef>
        <a:buFont typeface="Arial" pitchFamily="34" charset="0"/>
        <a:buChar char="•"/>
        <a:defRPr sz="4284" kern="1200">
          <a:solidFill>
            <a:schemeClr val="tx1"/>
          </a:solidFill>
          <a:latin typeface="+mn-lt"/>
          <a:ea typeface="+mn-ea"/>
          <a:cs typeface="+mn-cs"/>
        </a:defRPr>
      </a:lvl1pPr>
      <a:lvl2pPr marL="994587" indent="-382534" algn="l" defTabSz="1224107" rtl="0" eaLnBrk="1" latinLnBrk="0" hangingPunct="1">
        <a:spcBef>
          <a:spcPct val="20000"/>
        </a:spcBef>
        <a:buFont typeface="Arial" pitchFamily="34" charset="0"/>
        <a:buChar char="–"/>
        <a:defRPr sz="3748" kern="1200">
          <a:solidFill>
            <a:schemeClr val="tx1"/>
          </a:solidFill>
          <a:latin typeface="+mn-lt"/>
          <a:ea typeface="+mn-ea"/>
          <a:cs typeface="+mn-cs"/>
        </a:defRPr>
      </a:lvl2pPr>
      <a:lvl3pPr marL="1530134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3213" kern="1200">
          <a:solidFill>
            <a:schemeClr val="tx1"/>
          </a:solidFill>
          <a:latin typeface="+mn-lt"/>
          <a:ea typeface="+mn-ea"/>
          <a:cs typeface="+mn-cs"/>
        </a:defRPr>
      </a:lvl3pPr>
      <a:lvl4pPr marL="2142188" indent="-306027" algn="l" defTabSz="1224107" rtl="0" eaLnBrk="1" latinLnBrk="0" hangingPunct="1">
        <a:spcBef>
          <a:spcPct val="20000"/>
        </a:spcBef>
        <a:buFont typeface="Arial" pitchFamily="34" charset="0"/>
        <a:buChar char="–"/>
        <a:defRPr sz="2677" kern="1200">
          <a:solidFill>
            <a:schemeClr val="tx1"/>
          </a:solidFill>
          <a:latin typeface="+mn-lt"/>
          <a:ea typeface="+mn-ea"/>
          <a:cs typeface="+mn-cs"/>
        </a:defRPr>
      </a:lvl4pPr>
      <a:lvl5pPr marL="2754241" indent="-306027" algn="l" defTabSz="1224107" rtl="0" eaLnBrk="1" latinLnBrk="0" hangingPunct="1">
        <a:spcBef>
          <a:spcPct val="20000"/>
        </a:spcBef>
        <a:buFont typeface="Arial" pitchFamily="34" charset="0"/>
        <a:buChar char="»"/>
        <a:defRPr sz="2677" kern="1200">
          <a:solidFill>
            <a:schemeClr val="tx1"/>
          </a:solidFill>
          <a:latin typeface="+mn-lt"/>
          <a:ea typeface="+mn-ea"/>
          <a:cs typeface="+mn-cs"/>
        </a:defRPr>
      </a:lvl5pPr>
      <a:lvl6pPr marL="3366295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6pPr>
      <a:lvl7pPr marL="3978349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7pPr>
      <a:lvl8pPr marL="4590402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8pPr>
      <a:lvl9pPr marL="5202456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2054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4107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6161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821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60268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2322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437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29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27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28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82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  <p:sldLayoutId id="2147484500" r:id="rId12"/>
    <p:sldLayoutId id="2147484501" r:id="rId13"/>
    <p:sldLayoutId id="2147484502" r:id="rId14"/>
    <p:sldLayoutId id="2147484503" r:id="rId15"/>
    <p:sldLayoutId id="2147484504" r:id="rId16"/>
    <p:sldLayoutId id="2147484505" r:id="rId17"/>
    <p:sldLayoutId id="2147484506" r:id="rId18"/>
    <p:sldLayoutId id="2147484507" r:id="rId19"/>
    <p:sldLayoutId id="2147484508" r:id="rId20"/>
    <p:sldLayoutId id="2147484509" r:id="rId21"/>
    <p:sldLayoutId id="2147484510" r:id="rId22"/>
    <p:sldLayoutId id="2147484511" r:id="rId23"/>
    <p:sldLayoutId id="2147484512" r:id="rId24"/>
    <p:sldLayoutId id="2147484513" r:id="rId2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10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3" r:id="rId1"/>
    <p:sldLayoutId id="2147484524" r:id="rId2"/>
    <p:sldLayoutId id="2147484525" r:id="rId3"/>
    <p:sldLayoutId id="2147484526" r:id="rId4"/>
    <p:sldLayoutId id="2147484527" r:id="rId5"/>
    <p:sldLayoutId id="2147484528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4121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5" descr="logonew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563" y="6615113"/>
            <a:ext cx="13731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 rot="18610325">
            <a:off x="11398250" y="-141287"/>
            <a:ext cx="307975" cy="151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263" y="490538"/>
            <a:ext cx="1828800" cy="388937"/>
          </a:xfrm>
          <a:prstGeom prst="rect">
            <a:avLst/>
          </a:prstGeom>
          <a:noFill/>
        </p:spPr>
        <p:txBody>
          <a:bodyPr lIns="111008" tIns="55507" rIns="111008" bIns="55507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054" name="标题占位符 1"/>
          <p:cNvSpPr>
            <a:spLocks noGrp="1"/>
          </p:cNvSpPr>
          <p:nvPr>
            <p:ph type="title"/>
          </p:nvPr>
        </p:nvSpPr>
        <p:spPr bwMode="auto">
          <a:xfrm>
            <a:off x="233363" y="69850"/>
            <a:ext cx="105060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900113"/>
            <a:ext cx="10223500" cy="490061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110063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5832049-F4DA-4EE3-95C9-ADC6F7D8E2B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110063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</a:lstStyle>
          <a:p>
            <a:pPr defTabSz="1109663" fontAlgn="base">
              <a:spcBef>
                <a:spcPct val="0"/>
              </a:spcBef>
              <a:spcAft>
                <a:spcPct val="0"/>
              </a:spcAft>
            </a:pPr>
            <a:fld id="{A34B5A3C-D0EE-47E2-A0A0-789561CEF348}" type="slidenum">
              <a:rPr lang="zh-CN" altLang="en-US" smtClean="0"/>
              <a:pPr defTabSz="110966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3791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8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8" r:id="rId1"/>
    <p:sldLayoutId id="2147484539" r:id="rId2"/>
    <p:sldLayoutId id="2147484540" r:id="rId3"/>
    <p:sldLayoutId id="2147484541" r:id="rId4"/>
    <p:sldLayoutId id="2147484542" r:id="rId5"/>
    <p:sldLayoutId id="2147484543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4121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5" descr="logonew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563" y="6615113"/>
            <a:ext cx="13731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 rot="18610325">
            <a:off x="11398250" y="-141287"/>
            <a:ext cx="307975" cy="151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53" name="TextBox 9"/>
          <p:cNvSpPr txBox="1">
            <a:spLocks noChangeArrowheads="1"/>
          </p:cNvSpPr>
          <p:nvPr/>
        </p:nvSpPr>
        <p:spPr bwMode="auto">
          <a:xfrm rot="2363497">
            <a:off x="10736263" y="490538"/>
            <a:ext cx="18288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1008" tIns="55507" rIns="111008" bIns="55507">
            <a:spAutoFit/>
          </a:bodyPr>
          <a:lstStyle/>
          <a:p>
            <a:pPr defTabSz="11096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>
                <a:solidFill>
                  <a:srgbClr val="3C78B4"/>
                </a:solidFill>
              </a:rPr>
              <a:t>Confidential</a:t>
            </a:r>
            <a:endParaRPr lang="zh-CN" altLang="en-US" sz="1800">
              <a:solidFill>
                <a:srgbClr val="3C78B4"/>
              </a:solidFill>
            </a:endParaRPr>
          </a:p>
        </p:txBody>
      </p:sp>
      <p:sp>
        <p:nvSpPr>
          <p:cNvPr id="2054" name="标题占位符 1"/>
          <p:cNvSpPr>
            <a:spLocks noGrp="1"/>
          </p:cNvSpPr>
          <p:nvPr>
            <p:ph type="title"/>
          </p:nvPr>
        </p:nvSpPr>
        <p:spPr bwMode="auto">
          <a:xfrm>
            <a:off x="233363" y="69850"/>
            <a:ext cx="105060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900113"/>
            <a:ext cx="10223500" cy="490061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110063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3E074E2-686F-40CE-A1D3-6A7E345593F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110063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</a:lstStyle>
          <a:p>
            <a:pPr defTabSz="1109663" fontAlgn="base">
              <a:spcBef>
                <a:spcPct val="0"/>
              </a:spcBef>
              <a:spcAft>
                <a:spcPct val="0"/>
              </a:spcAft>
            </a:pPr>
            <a:fld id="{3E4BB30B-59B2-4A7B-8A09-184ABBF83F2C}" type="slidenum">
              <a:rPr lang="zh-CN" altLang="en-US" smtClean="0"/>
              <a:pPr defTabSz="110966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1453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5" r:id="rId1"/>
    <p:sldLayoutId id="2147484546" r:id="rId2"/>
    <p:sldLayoutId id="2147484547" r:id="rId3"/>
    <p:sldLayoutId id="2147484548" r:id="rId4"/>
    <p:sldLayoutId id="2147484549" r:id="rId5"/>
    <p:sldLayoutId id="2147484550" r:id="rId6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8" r:id="rId1"/>
    <p:sldLayoutId id="2147484559" r:id="rId2"/>
    <p:sldLayoutId id="2147484560" r:id="rId3"/>
    <p:sldLayoutId id="2147484561" r:id="rId4"/>
    <p:sldLayoutId id="2147484562" r:id="rId5"/>
    <p:sldLayoutId id="2147484563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4121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5" descr="logonew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563" y="6615113"/>
            <a:ext cx="13731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 rot="18610325">
            <a:off x="11398250" y="-141287"/>
            <a:ext cx="307975" cy="151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53" name="TextBox 9"/>
          <p:cNvSpPr txBox="1">
            <a:spLocks noChangeArrowheads="1"/>
          </p:cNvSpPr>
          <p:nvPr/>
        </p:nvSpPr>
        <p:spPr bwMode="auto">
          <a:xfrm rot="2363497">
            <a:off x="10736263" y="490538"/>
            <a:ext cx="18288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1008" tIns="55507" rIns="111008" bIns="55507">
            <a:spAutoFit/>
          </a:bodyPr>
          <a:lstStyle/>
          <a:p>
            <a:pPr defTabSz="11096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>
                <a:solidFill>
                  <a:srgbClr val="3C78B4"/>
                </a:solidFill>
              </a:rPr>
              <a:t>Confidential</a:t>
            </a:r>
            <a:endParaRPr lang="zh-CN" altLang="en-US" sz="1800">
              <a:solidFill>
                <a:srgbClr val="3C78B4"/>
              </a:solidFill>
            </a:endParaRPr>
          </a:p>
        </p:txBody>
      </p:sp>
      <p:sp>
        <p:nvSpPr>
          <p:cNvPr id="2054" name="标题占位符 1"/>
          <p:cNvSpPr>
            <a:spLocks noGrp="1"/>
          </p:cNvSpPr>
          <p:nvPr>
            <p:ph type="title"/>
          </p:nvPr>
        </p:nvSpPr>
        <p:spPr bwMode="auto">
          <a:xfrm>
            <a:off x="233363" y="69850"/>
            <a:ext cx="105060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900113"/>
            <a:ext cx="10223500" cy="4900612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110063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3E074E2-686F-40CE-A1D3-6A7E345593F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110063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</a:lstStyle>
          <a:p>
            <a:pPr defTabSz="1109663" fontAlgn="base">
              <a:spcBef>
                <a:spcPct val="0"/>
              </a:spcBef>
              <a:spcAft>
                <a:spcPct val="0"/>
              </a:spcAft>
            </a:pPr>
            <a:fld id="{3E4BB30B-59B2-4A7B-8A09-184ABBF83F2C}" type="slidenum">
              <a:rPr lang="zh-CN" altLang="en-US" smtClean="0"/>
              <a:pPr defTabSz="110966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5898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37DAE"/>
        </a:buClr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 txBox="1">
            <a:spLocks/>
          </p:cNvSpPr>
          <p:nvPr userDrawn="1"/>
        </p:nvSpPr>
        <p:spPr>
          <a:xfrm>
            <a:off x="612061" y="198072"/>
            <a:ext cx="11017092" cy="52925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24107">
              <a:spcBef>
                <a:spcPct val="0"/>
              </a:spcBef>
              <a:defRPr/>
            </a:pPr>
            <a:r>
              <a:rPr lang="zh-CN" altLang="en-US" sz="4284" smtClean="0">
                <a:solidFill>
                  <a:prstClr val="black">
                    <a:lumMod val="65000"/>
                    <a:lumOff val="35000"/>
                  </a:prstClr>
                </a:solidFill>
                <a:cs typeface="+mj-cs"/>
              </a:rPr>
              <a:t>这里是标题区域</a:t>
            </a:r>
            <a:endParaRPr lang="zh-CN" altLang="en-US" sz="4284" dirty="0">
              <a:solidFill>
                <a:prstClr val="black">
                  <a:lumMod val="65000"/>
                  <a:lumOff val="35000"/>
                </a:prstClr>
              </a:solidFill>
              <a:cs typeface="+mj-cs"/>
            </a:endParaRPr>
          </a:p>
        </p:txBody>
      </p:sp>
      <p:sp>
        <p:nvSpPr>
          <p:cNvPr id="15" name="内容占位符 2"/>
          <p:cNvSpPr txBox="1">
            <a:spLocks/>
          </p:cNvSpPr>
          <p:nvPr userDrawn="1"/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内容标题一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内容标题二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内容标题三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zh-CN" altLang="en-US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7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9" r:id="rId1"/>
    <p:sldLayoutId id="2147484580" r:id="rId2"/>
    <p:sldLayoutId id="2147484581" r:id="rId3"/>
    <p:sldLayoutId id="2147484582" r:id="rId4"/>
    <p:sldLayoutId id="2147484583" r:id="rId5"/>
    <p:sldLayoutId id="2147484584" r:id="rId6"/>
    <p:sldLayoutId id="2147484585" r:id="rId7"/>
    <p:sldLayoutId id="2147484586" r:id="rId8"/>
    <p:sldLayoutId id="2147484587" r:id="rId9"/>
    <p:sldLayoutId id="2147484588" r:id="rId10"/>
    <p:sldLayoutId id="2147484589" r:id="rId11"/>
    <p:sldLayoutId id="2147484590" r:id="rId12"/>
    <p:sldLayoutId id="2147484591" r:id="rId13"/>
  </p:sldLayoutIdLst>
  <p:txStyles>
    <p:titleStyle>
      <a:lvl1pPr algn="ctr" defTabSz="1224107" rtl="0" eaLnBrk="1" latinLnBrk="0" hangingPunct="1">
        <a:spcBef>
          <a:spcPct val="0"/>
        </a:spcBef>
        <a:buNone/>
        <a:defRPr sz="58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9040" indent="-459040" algn="l" defTabSz="1224107" rtl="0" eaLnBrk="1" latinLnBrk="0" hangingPunct="1">
        <a:spcBef>
          <a:spcPct val="20000"/>
        </a:spcBef>
        <a:buFont typeface="Arial" pitchFamily="34" charset="0"/>
        <a:buChar char="•"/>
        <a:defRPr sz="4284" kern="1200">
          <a:solidFill>
            <a:schemeClr val="tx1"/>
          </a:solidFill>
          <a:latin typeface="+mn-lt"/>
          <a:ea typeface="+mn-ea"/>
          <a:cs typeface="+mn-cs"/>
        </a:defRPr>
      </a:lvl1pPr>
      <a:lvl2pPr marL="994587" indent="-382534" algn="l" defTabSz="1224107" rtl="0" eaLnBrk="1" latinLnBrk="0" hangingPunct="1">
        <a:spcBef>
          <a:spcPct val="20000"/>
        </a:spcBef>
        <a:buFont typeface="Arial" pitchFamily="34" charset="0"/>
        <a:buChar char="–"/>
        <a:defRPr sz="3748" kern="1200">
          <a:solidFill>
            <a:schemeClr val="tx1"/>
          </a:solidFill>
          <a:latin typeface="+mn-lt"/>
          <a:ea typeface="+mn-ea"/>
          <a:cs typeface="+mn-cs"/>
        </a:defRPr>
      </a:lvl2pPr>
      <a:lvl3pPr marL="1530134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3213" kern="1200">
          <a:solidFill>
            <a:schemeClr val="tx1"/>
          </a:solidFill>
          <a:latin typeface="+mn-lt"/>
          <a:ea typeface="+mn-ea"/>
          <a:cs typeface="+mn-cs"/>
        </a:defRPr>
      </a:lvl3pPr>
      <a:lvl4pPr marL="2142188" indent="-306027" algn="l" defTabSz="1224107" rtl="0" eaLnBrk="1" latinLnBrk="0" hangingPunct="1">
        <a:spcBef>
          <a:spcPct val="20000"/>
        </a:spcBef>
        <a:buFont typeface="Arial" pitchFamily="34" charset="0"/>
        <a:buChar char="–"/>
        <a:defRPr sz="2677" kern="1200">
          <a:solidFill>
            <a:schemeClr val="tx1"/>
          </a:solidFill>
          <a:latin typeface="+mn-lt"/>
          <a:ea typeface="+mn-ea"/>
          <a:cs typeface="+mn-cs"/>
        </a:defRPr>
      </a:lvl4pPr>
      <a:lvl5pPr marL="2754241" indent="-306027" algn="l" defTabSz="1224107" rtl="0" eaLnBrk="1" latinLnBrk="0" hangingPunct="1">
        <a:spcBef>
          <a:spcPct val="20000"/>
        </a:spcBef>
        <a:buFont typeface="Arial" pitchFamily="34" charset="0"/>
        <a:buChar char="»"/>
        <a:defRPr sz="2677" kern="1200">
          <a:solidFill>
            <a:schemeClr val="tx1"/>
          </a:solidFill>
          <a:latin typeface="+mn-lt"/>
          <a:ea typeface="+mn-ea"/>
          <a:cs typeface="+mn-cs"/>
        </a:defRPr>
      </a:lvl5pPr>
      <a:lvl6pPr marL="3366295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6pPr>
      <a:lvl7pPr marL="3978349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7pPr>
      <a:lvl8pPr marL="4590402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8pPr>
      <a:lvl9pPr marL="5202456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2054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4107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6161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821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60268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2322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437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29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1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601" r:id="rId2"/>
    <p:sldLayoutId id="2147484602" r:id="rId3"/>
    <p:sldLayoutId id="2147484603" r:id="rId4"/>
    <p:sldLayoutId id="2147484604" r:id="rId5"/>
    <p:sldLayoutId id="2147484605" r:id="rId6"/>
    <p:sldLayoutId id="2147484606" r:id="rId7"/>
    <p:sldLayoutId id="2147484607" r:id="rId8"/>
    <p:sldLayoutId id="2147484608" r:id="rId9"/>
    <p:sldLayoutId id="2147484609" r:id="rId10"/>
    <p:sldLayoutId id="2147484610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21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4" r:id="rId2"/>
    <p:sldLayoutId id="2147484615" r:id="rId3"/>
    <p:sldLayoutId id="2147484616" r:id="rId4"/>
    <p:sldLayoutId id="2147484617" r:id="rId5"/>
    <p:sldLayoutId id="2147484618" r:id="rId6"/>
    <p:sldLayoutId id="2147484619" r:id="rId7"/>
    <p:sldLayoutId id="2147484620" r:id="rId8"/>
    <p:sldLayoutId id="2147484621" r:id="rId9"/>
    <p:sldLayoutId id="2147484622" r:id="rId10"/>
    <p:sldLayoutId id="2147484624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75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6" r:id="rId1"/>
    <p:sldLayoutId id="2147484627" r:id="rId2"/>
    <p:sldLayoutId id="2147484628" r:id="rId3"/>
    <p:sldLayoutId id="2147484629" r:id="rId4"/>
    <p:sldLayoutId id="2147484630" r:id="rId5"/>
    <p:sldLayoutId id="2147484631" r:id="rId6"/>
    <p:sldLayoutId id="2147484632" r:id="rId7"/>
    <p:sldLayoutId id="2147484633" r:id="rId8"/>
    <p:sldLayoutId id="2147484634" r:id="rId9"/>
    <p:sldLayoutId id="2147484635" r:id="rId10"/>
    <p:sldLayoutId id="2147484636" r:id="rId11"/>
    <p:sldLayoutId id="2147484637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41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43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7" r:id="rId1"/>
    <p:sldLayoutId id="2147484648" r:id="rId2"/>
    <p:sldLayoutId id="2147484649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26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0" r:id="rId1"/>
    <p:sldLayoutId id="2147484661" r:id="rId2"/>
    <p:sldLayoutId id="2147484662" r:id="rId3"/>
    <p:sldLayoutId id="2147484663" r:id="rId4"/>
    <p:sldLayoutId id="2147484664" r:id="rId5"/>
    <p:sldLayoutId id="2147484665" r:id="rId6"/>
    <p:sldLayoutId id="2147484666" r:id="rId7"/>
    <p:sldLayoutId id="2147484669" r:id="rId8"/>
    <p:sldLayoutId id="2147484670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47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3" r:id="rId1"/>
    <p:sldLayoutId id="2147484674" r:id="rId2"/>
    <p:sldLayoutId id="2147484675" r:id="rId3"/>
    <p:sldLayoutId id="2147484676" r:id="rId4"/>
    <p:sldLayoutId id="2147484677" r:id="rId5"/>
    <p:sldLayoutId id="2147484678" r:id="rId6"/>
    <p:sldLayoutId id="2147484679" r:id="rId7"/>
    <p:sldLayoutId id="2147484680" r:id="rId8"/>
    <p:sldLayoutId id="2147484681" r:id="rId9"/>
    <p:sldLayoutId id="2147484682" r:id="rId10"/>
    <p:sldLayoutId id="2147484684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4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6" r:id="rId1"/>
    <p:sldLayoutId id="2147484687" r:id="rId2"/>
    <p:sldLayoutId id="2147484688" r:id="rId3"/>
    <p:sldLayoutId id="2147484689" r:id="rId4"/>
    <p:sldLayoutId id="2147484690" r:id="rId5"/>
    <p:sldLayoutId id="2147484691" r:id="rId6"/>
    <p:sldLayoutId id="2147484692" r:id="rId7"/>
    <p:sldLayoutId id="2147484693" r:id="rId8"/>
    <p:sldLayoutId id="2147484694" r:id="rId9"/>
    <p:sldLayoutId id="2147484695" r:id="rId10"/>
    <p:sldLayoutId id="2147484696" r:id="rId11"/>
    <p:sldLayoutId id="2147484697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0" r:id="rId2"/>
    <p:sldLayoutId id="2147484701" r:id="rId3"/>
    <p:sldLayoutId id="2147484702" r:id="rId4"/>
    <p:sldLayoutId id="2147484703" r:id="rId5"/>
    <p:sldLayoutId id="2147484704" r:id="rId6"/>
    <p:sldLayoutId id="2147484705" r:id="rId7"/>
    <p:sldLayoutId id="2147484706" r:id="rId8"/>
    <p:sldLayoutId id="2147484707" r:id="rId9"/>
    <p:sldLayoutId id="2147484708" r:id="rId10"/>
    <p:sldLayoutId id="2147484709" r:id="rId11"/>
    <p:sldLayoutId id="214748471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66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2" r:id="rId1"/>
    <p:sldLayoutId id="2147484713" r:id="rId2"/>
    <p:sldLayoutId id="2147484714" r:id="rId3"/>
    <p:sldLayoutId id="2147484715" r:id="rId4"/>
    <p:sldLayoutId id="2147484716" r:id="rId5"/>
    <p:sldLayoutId id="2147484717" r:id="rId6"/>
    <p:sldLayoutId id="2147484718" r:id="rId7"/>
    <p:sldLayoutId id="2147484719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46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2" r:id="rId1"/>
    <p:sldLayoutId id="2147484723" r:id="rId2"/>
    <p:sldLayoutId id="2147484724" r:id="rId3"/>
    <p:sldLayoutId id="2147484725" r:id="rId4"/>
    <p:sldLayoutId id="2147484726" r:id="rId5"/>
    <p:sldLayoutId id="2147484727" r:id="rId6"/>
    <p:sldLayoutId id="2147484728" r:id="rId7"/>
    <p:sldLayoutId id="2147484729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30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2" r:id="rId1"/>
    <p:sldLayoutId id="2147484733" r:id="rId2"/>
    <p:sldLayoutId id="2147484734" r:id="rId3"/>
    <p:sldLayoutId id="2147484735" r:id="rId4"/>
    <p:sldLayoutId id="2147484736" r:id="rId5"/>
    <p:sldLayoutId id="2147484737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2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0" r:id="rId1"/>
    <p:sldLayoutId id="2147484741" r:id="rId2"/>
    <p:sldLayoutId id="2147484742" r:id="rId3"/>
    <p:sldLayoutId id="2147484743" r:id="rId4"/>
    <p:sldLayoutId id="2147484744" r:id="rId5"/>
    <p:sldLayoutId id="2147484745" r:id="rId6"/>
    <p:sldLayoutId id="2147484746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4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50" r:id="rId1"/>
    <p:sldLayoutId id="2147484751" r:id="rId2"/>
    <p:sldLayoutId id="2147484752" r:id="rId3"/>
    <p:sldLayoutId id="2147484753" r:id="rId4"/>
    <p:sldLayoutId id="2147484754" r:id="rId5"/>
    <p:sldLayoutId id="2147484755" r:id="rId6"/>
    <p:sldLayoutId id="2147484756" r:id="rId7"/>
    <p:sldLayoutId id="2147484757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43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1" r:id="rId1"/>
    <p:sldLayoutId id="2147484762" r:id="rId2"/>
    <p:sldLayoutId id="2147484763" r:id="rId3"/>
    <p:sldLayoutId id="2147484764" r:id="rId4"/>
    <p:sldLayoutId id="2147484765" r:id="rId5"/>
    <p:sldLayoutId id="2147484766" r:id="rId6"/>
    <p:sldLayoutId id="2147484767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8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1" r:id="rId1"/>
    <p:sldLayoutId id="2147484772" r:id="rId2"/>
    <p:sldLayoutId id="2147484773" r:id="rId3"/>
    <p:sldLayoutId id="2147484774" r:id="rId4"/>
    <p:sldLayoutId id="2147484775" r:id="rId5"/>
    <p:sldLayoutId id="2147484776" r:id="rId6"/>
    <p:sldLayoutId id="2147484777" r:id="rId7"/>
    <p:sldLayoutId id="214748477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55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1" r:id="rId1"/>
    <p:sldLayoutId id="2147484782" r:id="rId2"/>
    <p:sldLayoutId id="2147484783" r:id="rId3"/>
    <p:sldLayoutId id="2147484784" r:id="rId4"/>
    <p:sldLayoutId id="2147484785" r:id="rId5"/>
    <p:sldLayoutId id="2147484786" r:id="rId6"/>
    <p:sldLayoutId id="2147484787" r:id="rId7"/>
    <p:sldLayoutId id="2147484788" r:id="rId8"/>
    <p:sldLayoutId id="2147484789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26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27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2548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2792" y="900073"/>
            <a:ext cx="11700127" cy="5532478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5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1" r:id="rId1"/>
    <p:sldLayoutId id="2147484792" r:id="rId2"/>
    <p:sldLayoutId id="2147484793" r:id="rId3"/>
    <p:sldLayoutId id="2147484794" r:id="rId4"/>
    <p:sldLayoutId id="2147484795" r:id="rId5"/>
    <p:sldLayoutId id="2147484796" r:id="rId6"/>
    <p:sldLayoutId id="2147484797" r:id="rId7"/>
    <p:sldLayoutId id="2147484798" r:id="rId8"/>
    <p:sldLayoutId id="2147484799" r:id="rId9"/>
    <p:sldLayoutId id="2147484801" r:id="rId10"/>
    <p:sldLayoutId id="2147484802" r:id="rId11"/>
    <p:sldLayoutId id="2147484803" r:id="rId12"/>
    <p:sldLayoutId id="2147484804" r:id="rId13"/>
    <p:sldLayoutId id="2147484805" r:id="rId14"/>
    <p:sldLayoutId id="2147484806" r:id="rId15"/>
    <p:sldLayoutId id="2147484807" r:id="rId16"/>
    <p:sldLayoutId id="2147484808" r:id="rId17"/>
    <p:sldLayoutId id="2147484809" r:id="rId18"/>
    <p:sldLayoutId id="2147484810" r:id="rId19"/>
    <p:sldLayoutId id="2147484811" r:id="rId20"/>
    <p:sldLayoutId id="2147484812" r:id="rId21"/>
    <p:sldLayoutId id="2147484813" r:id="rId22"/>
    <p:sldLayoutId id="2147484814" r:id="rId23"/>
    <p:sldLayoutId id="2147484815" r:id="rId2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6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7" r:id="rId1"/>
    <p:sldLayoutId id="2147484818" r:id="rId2"/>
    <p:sldLayoutId id="2147484819" r:id="rId3"/>
    <p:sldLayoutId id="2147484820" r:id="rId4"/>
    <p:sldLayoutId id="2147484821" r:id="rId5"/>
    <p:sldLayoutId id="2147484822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4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4" r:id="rId1"/>
    <p:sldLayoutId id="2147484825" r:id="rId2"/>
    <p:sldLayoutId id="2147484826" r:id="rId3"/>
    <p:sldLayoutId id="2147484827" r:id="rId4"/>
    <p:sldLayoutId id="2147484828" r:id="rId5"/>
    <p:sldLayoutId id="2147484829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92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1" r:id="rId1"/>
    <p:sldLayoutId id="2147484832" r:id="rId2"/>
    <p:sldLayoutId id="2147484833" r:id="rId3"/>
    <p:sldLayoutId id="2147484834" r:id="rId4"/>
    <p:sldLayoutId id="2147484835" r:id="rId5"/>
    <p:sldLayoutId id="2147484836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14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4" r:id="rId1"/>
    <p:sldLayoutId id="2147484845" r:id="rId2"/>
    <p:sldLayoutId id="2147484846" r:id="rId3"/>
    <p:sldLayoutId id="2147484847" r:id="rId4"/>
    <p:sldLayoutId id="2147484848" r:id="rId5"/>
    <p:sldLayoutId id="2147484849" r:id="rId6"/>
    <p:sldLayoutId id="2147484850" r:id="rId7"/>
    <p:sldLayoutId id="2147484851" r:id="rId8"/>
    <p:sldLayoutId id="2147484852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8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4" r:id="rId1"/>
    <p:sldLayoutId id="2147484855" r:id="rId2"/>
    <p:sldLayoutId id="2147484856" r:id="rId3"/>
    <p:sldLayoutId id="2147484857" r:id="rId4"/>
    <p:sldLayoutId id="2147484858" r:id="rId5"/>
    <p:sldLayoutId id="2147484859" r:id="rId6"/>
    <p:sldLayoutId id="2147484860" r:id="rId7"/>
    <p:sldLayoutId id="2147484861" r:id="rId8"/>
    <p:sldLayoutId id="2147484862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28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4" r:id="rId1"/>
    <p:sldLayoutId id="2147484865" r:id="rId2"/>
    <p:sldLayoutId id="2147484866" r:id="rId3"/>
    <p:sldLayoutId id="2147484867" r:id="rId4"/>
    <p:sldLayoutId id="2147484868" r:id="rId5"/>
    <p:sldLayoutId id="2147484869" r:id="rId6"/>
    <p:sldLayoutId id="2147484870" r:id="rId7"/>
    <p:sldLayoutId id="2147484871" r:id="rId8"/>
    <p:sldLayoutId id="2147484872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3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4" r:id="rId1"/>
    <p:sldLayoutId id="2147484875" r:id="rId2"/>
    <p:sldLayoutId id="2147484876" r:id="rId3"/>
    <p:sldLayoutId id="2147484877" r:id="rId4"/>
    <p:sldLayoutId id="2147484878" r:id="rId5"/>
    <p:sldLayoutId id="2147484879" r:id="rId6"/>
    <p:sldLayoutId id="2147484880" r:id="rId7"/>
    <p:sldLayoutId id="2147484882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45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4" r:id="rId1"/>
    <p:sldLayoutId id="2147484885" r:id="rId2"/>
    <p:sldLayoutId id="2147484886" r:id="rId3"/>
    <p:sldLayoutId id="2147484887" r:id="rId4"/>
    <p:sldLayoutId id="2147484888" r:id="rId5"/>
    <p:sldLayoutId id="2147484889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33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2" r:id="rId1"/>
    <p:sldLayoutId id="2147484893" r:id="rId2"/>
    <p:sldLayoutId id="2147484894" r:id="rId3"/>
    <p:sldLayoutId id="2147484895" r:id="rId4"/>
    <p:sldLayoutId id="2147484896" r:id="rId5"/>
    <p:sldLayoutId id="2147484897" r:id="rId6"/>
    <p:sldLayoutId id="2147484898" r:id="rId7"/>
    <p:sldLayoutId id="2147484899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3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2" r:id="rId1"/>
    <p:sldLayoutId id="2147484903" r:id="rId2"/>
    <p:sldLayoutId id="2147484904" r:id="rId3"/>
    <p:sldLayoutId id="2147484905" r:id="rId4"/>
    <p:sldLayoutId id="2147484906" r:id="rId5"/>
    <p:sldLayoutId id="2147484907" r:id="rId6"/>
    <p:sldLayoutId id="2147484908" r:id="rId7"/>
    <p:sldLayoutId id="2147484910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08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2" r:id="rId1"/>
    <p:sldLayoutId id="2147484913" r:id="rId2"/>
    <p:sldLayoutId id="2147484914" r:id="rId3"/>
    <p:sldLayoutId id="2147484915" r:id="rId4"/>
    <p:sldLayoutId id="2147484916" r:id="rId5"/>
    <p:sldLayoutId id="2147484917" r:id="rId6"/>
    <p:sldLayoutId id="2147484918" r:id="rId7"/>
    <p:sldLayoutId id="2147484919" r:id="rId8"/>
    <p:sldLayoutId id="2147484920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:\2011工作\周报\xianghailong\img\bg_top.jpg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-23"/>
            <a:ext cx="12241213" cy="900095"/>
          </a:xfrm>
          <a:prstGeom prst="rect">
            <a:avLst/>
          </a:prstGeom>
          <a:noFill/>
        </p:spPr>
      </p:pic>
      <p:pic>
        <p:nvPicPr>
          <p:cNvPr id="8" name="Picture 5" descr="logonew2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723479" y="6615198"/>
            <a:ext cx="1373791" cy="44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 rot="18610325">
            <a:off x="11398404" y="-141612"/>
            <a:ext cx="307446" cy="1517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363497">
            <a:off x="10736321" y="491022"/>
            <a:ext cx="1829449" cy="389097"/>
          </a:xfrm>
          <a:prstGeom prst="rect">
            <a:avLst/>
          </a:prstGeom>
          <a:noFill/>
        </p:spPr>
        <p:txBody>
          <a:bodyPr wrap="square" lIns="111008" tIns="55507" rIns="111008" bIns="55507" rtlCol="0">
            <a:spAutoFit/>
          </a:bodyPr>
          <a:lstStyle/>
          <a:p>
            <a:r>
              <a:rPr lang="en-US" altLang="zh-CN" sz="1800" dirty="0" smtClean="0">
                <a:solidFill>
                  <a:srgbClr val="3C78B4"/>
                </a:solidFill>
              </a:rPr>
              <a:t>Confidential</a:t>
            </a:r>
            <a:endParaRPr lang="zh-CN" altLang="en-US" sz="1800" dirty="0">
              <a:solidFill>
                <a:srgbClr val="3C78B4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32792" y="70455"/>
            <a:ext cx="10507374" cy="5550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421" y="900073"/>
            <a:ext cx="10223290" cy="4901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77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BA3BE-3236-4ADB-A207-F386C99C43F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83063" y="6673850"/>
            <a:ext cx="3875087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2525" y="6673850"/>
            <a:ext cx="2855913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7EC70-51C2-4279-8B7A-78ABF2C0901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18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2" r:id="rId1"/>
    <p:sldLayoutId id="2147484923" r:id="rId2"/>
    <p:sldLayoutId id="2147484924" r:id="rId3"/>
    <p:sldLayoutId id="2147484925" r:id="rId4"/>
    <p:sldLayoutId id="2147484926" r:id="rId5"/>
    <p:sldLayoutId id="2147484927" r:id="rId6"/>
    <p:sldLayoutId id="2147484928" r:id="rId7"/>
    <p:sldLayoutId id="2147484929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•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–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237DAE"/>
        </a:buClr>
        <a:buFont typeface="Arial" pitchFamily="34" charset="0"/>
        <a:buChar char="»"/>
        <a:defRPr sz="1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 txBox="1">
            <a:spLocks/>
          </p:cNvSpPr>
          <p:nvPr userDrawn="1"/>
        </p:nvSpPr>
        <p:spPr>
          <a:xfrm>
            <a:off x="612061" y="198072"/>
            <a:ext cx="11017092" cy="52925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24107">
              <a:spcBef>
                <a:spcPct val="0"/>
              </a:spcBef>
              <a:defRPr/>
            </a:pPr>
            <a:r>
              <a:rPr lang="zh-CN" altLang="en-US" sz="4284" smtClean="0">
                <a:solidFill>
                  <a:prstClr val="black">
                    <a:lumMod val="65000"/>
                    <a:lumOff val="35000"/>
                  </a:prstClr>
                </a:solidFill>
                <a:cs typeface="+mj-cs"/>
              </a:rPr>
              <a:t>这里是标题区域</a:t>
            </a:r>
            <a:endParaRPr lang="zh-CN" altLang="en-US" sz="4284" dirty="0">
              <a:solidFill>
                <a:prstClr val="black">
                  <a:lumMod val="65000"/>
                  <a:lumOff val="35000"/>
                </a:prstClr>
              </a:solidFill>
              <a:cs typeface="+mj-cs"/>
            </a:endParaRPr>
          </a:p>
        </p:txBody>
      </p:sp>
      <p:sp>
        <p:nvSpPr>
          <p:cNvPr id="15" name="内容占位符 2"/>
          <p:cNvSpPr txBox="1">
            <a:spLocks/>
          </p:cNvSpPr>
          <p:nvPr userDrawn="1"/>
        </p:nvSpPr>
        <p:spPr>
          <a:xfrm>
            <a:off x="612061" y="1222080"/>
            <a:ext cx="11017092" cy="57051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内容标题一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内容标题二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3213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内容标题三</a:t>
            </a:r>
            <a:endParaRPr lang="en-US" altLang="zh-CN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071094" lvl="1" indent="-459040" defTabSz="1224107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zh-CN" altLang="en-US" sz="241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二级内容</a:t>
            </a:r>
            <a:endParaRPr lang="en-US" altLang="zh-CN" sz="241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459040" indent="-459040" defTabSz="1224107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zh-CN" altLang="en-US" sz="3213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93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5" r:id="rId1"/>
    <p:sldLayoutId id="2147484936" r:id="rId2"/>
    <p:sldLayoutId id="2147484937" r:id="rId3"/>
    <p:sldLayoutId id="2147484938" r:id="rId4"/>
    <p:sldLayoutId id="2147484939" r:id="rId5"/>
    <p:sldLayoutId id="2147484940" r:id="rId6"/>
    <p:sldLayoutId id="2147484941" r:id="rId7"/>
    <p:sldLayoutId id="2147484942" r:id="rId8"/>
    <p:sldLayoutId id="2147484943" r:id="rId9"/>
    <p:sldLayoutId id="2147484944" r:id="rId10"/>
    <p:sldLayoutId id="2147484945" r:id="rId11"/>
    <p:sldLayoutId id="2147484946" r:id="rId12"/>
    <p:sldLayoutId id="2147484947" r:id="rId13"/>
  </p:sldLayoutIdLst>
  <p:txStyles>
    <p:titleStyle>
      <a:lvl1pPr algn="ctr" defTabSz="1224107" rtl="0" eaLnBrk="1" latinLnBrk="0" hangingPunct="1">
        <a:spcBef>
          <a:spcPct val="0"/>
        </a:spcBef>
        <a:buNone/>
        <a:defRPr sz="58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9040" indent="-459040" algn="l" defTabSz="1224107" rtl="0" eaLnBrk="1" latinLnBrk="0" hangingPunct="1">
        <a:spcBef>
          <a:spcPct val="20000"/>
        </a:spcBef>
        <a:buFont typeface="Arial" pitchFamily="34" charset="0"/>
        <a:buChar char="•"/>
        <a:defRPr sz="4284" kern="1200">
          <a:solidFill>
            <a:schemeClr val="tx1"/>
          </a:solidFill>
          <a:latin typeface="+mn-lt"/>
          <a:ea typeface="+mn-ea"/>
          <a:cs typeface="+mn-cs"/>
        </a:defRPr>
      </a:lvl1pPr>
      <a:lvl2pPr marL="994587" indent="-382534" algn="l" defTabSz="1224107" rtl="0" eaLnBrk="1" latinLnBrk="0" hangingPunct="1">
        <a:spcBef>
          <a:spcPct val="20000"/>
        </a:spcBef>
        <a:buFont typeface="Arial" pitchFamily="34" charset="0"/>
        <a:buChar char="–"/>
        <a:defRPr sz="3748" kern="1200">
          <a:solidFill>
            <a:schemeClr val="tx1"/>
          </a:solidFill>
          <a:latin typeface="+mn-lt"/>
          <a:ea typeface="+mn-ea"/>
          <a:cs typeface="+mn-cs"/>
        </a:defRPr>
      </a:lvl2pPr>
      <a:lvl3pPr marL="1530134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3213" kern="1200">
          <a:solidFill>
            <a:schemeClr val="tx1"/>
          </a:solidFill>
          <a:latin typeface="+mn-lt"/>
          <a:ea typeface="+mn-ea"/>
          <a:cs typeface="+mn-cs"/>
        </a:defRPr>
      </a:lvl3pPr>
      <a:lvl4pPr marL="2142188" indent="-306027" algn="l" defTabSz="1224107" rtl="0" eaLnBrk="1" latinLnBrk="0" hangingPunct="1">
        <a:spcBef>
          <a:spcPct val="20000"/>
        </a:spcBef>
        <a:buFont typeface="Arial" pitchFamily="34" charset="0"/>
        <a:buChar char="–"/>
        <a:defRPr sz="2677" kern="1200">
          <a:solidFill>
            <a:schemeClr val="tx1"/>
          </a:solidFill>
          <a:latin typeface="+mn-lt"/>
          <a:ea typeface="+mn-ea"/>
          <a:cs typeface="+mn-cs"/>
        </a:defRPr>
      </a:lvl4pPr>
      <a:lvl5pPr marL="2754241" indent="-306027" algn="l" defTabSz="1224107" rtl="0" eaLnBrk="1" latinLnBrk="0" hangingPunct="1">
        <a:spcBef>
          <a:spcPct val="20000"/>
        </a:spcBef>
        <a:buFont typeface="Arial" pitchFamily="34" charset="0"/>
        <a:buChar char="»"/>
        <a:defRPr sz="2677" kern="1200">
          <a:solidFill>
            <a:schemeClr val="tx1"/>
          </a:solidFill>
          <a:latin typeface="+mn-lt"/>
          <a:ea typeface="+mn-ea"/>
          <a:cs typeface="+mn-cs"/>
        </a:defRPr>
      </a:lvl5pPr>
      <a:lvl6pPr marL="3366295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6pPr>
      <a:lvl7pPr marL="3978349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7pPr>
      <a:lvl8pPr marL="4590402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8pPr>
      <a:lvl9pPr marL="5202456" indent="-306027" algn="l" defTabSz="1224107" rtl="0" eaLnBrk="1" latinLnBrk="0" hangingPunct="1">
        <a:spcBef>
          <a:spcPct val="20000"/>
        </a:spcBef>
        <a:buFont typeface="Arial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2054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4107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6161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821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60268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2322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4375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29" algn="l" defTabSz="1224107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yq01-yaoguang-test102.yq01.baidu.com:8081/executor?execid=80#jobslis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175265"/>
            <a:ext cx="12241213" cy="2400317"/>
          </a:xfrm>
          <a:prstGeom prst="rect">
            <a:avLst/>
          </a:prstGeom>
          <a:solidFill>
            <a:srgbClr val="1E82B4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008" tIns="55507" rIns="111008" bIns="55507"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8091" y="2025250"/>
            <a:ext cx="10405031" cy="1543526"/>
          </a:xfrm>
        </p:spPr>
        <p:txBody>
          <a:bodyPr>
            <a:normAutofit/>
          </a:bodyPr>
          <a:lstStyle/>
          <a:p>
            <a:r>
              <a:rPr lang="zh-CN" altLang="en-US" sz="5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日志反作弊系统技术方案</a:t>
            </a:r>
            <a:endParaRPr lang="zh-CN" altLang="en-US" sz="5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879085" y="3457574"/>
            <a:ext cx="8568850" cy="1071570"/>
          </a:xfrm>
        </p:spPr>
        <p:txBody>
          <a:bodyPr>
            <a:normAutofit fontScale="92500" lnSpcReduction="20000"/>
          </a:bodyPr>
          <a:lstStyle/>
          <a:p>
            <a:endParaRPr lang="en-US" altLang="zh-CN" sz="3600" kern="0" dirty="0" smtClean="0">
              <a:solidFill>
                <a:srgbClr val="CCFF99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700" kern="0" dirty="0" smtClean="0">
              <a:solidFill>
                <a:srgbClr val="CCFF99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3200" kern="0" dirty="0" smtClean="0">
                <a:solidFill>
                  <a:srgbClr val="CCFF99"/>
                </a:solidFill>
                <a:latin typeface="微软雅黑" pitchFamily="34" charset="-122"/>
                <a:ea typeface="微软雅黑" pitchFamily="34" charset="-122"/>
              </a:rPr>
              <a:t>2015.08</a:t>
            </a:r>
          </a:p>
          <a:p>
            <a:endParaRPr lang="zh-CN" altLang="en-US" sz="2700" dirty="0">
              <a:solidFill>
                <a:srgbClr val="CCFF99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Wise</a:t>
            </a:r>
            <a:r>
              <a:rPr kumimoji="1" lang="zh-CN" altLang="en-US" dirty="0" smtClean="0"/>
              <a:t>反作弊</a:t>
            </a:r>
            <a:r>
              <a:rPr kumimoji="1" lang="en-US" altLang="zh-CN" dirty="0" smtClean="0"/>
              <a:t>pipeline</a:t>
            </a:r>
            <a:endParaRPr kumimoji="1" lang="zh-CN" altLang="en-US" dirty="0"/>
          </a:p>
        </p:txBody>
      </p:sp>
      <p:pic>
        <p:nvPicPr>
          <p:cNvPr id="3" name="Picture 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28800"/>
            <a:ext cx="9325470" cy="48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UBS</a:t>
            </a:r>
            <a:r>
              <a:rPr kumimoji="1" lang="zh-CN" altLang="en-US" dirty="0" smtClean="0"/>
              <a:t>反作弊</a:t>
            </a:r>
            <a:r>
              <a:rPr kumimoji="1" lang="en-US" altLang="zh-CN" dirty="0" smtClean="0"/>
              <a:t>pipeline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8" y="864146"/>
            <a:ext cx="8928992" cy="622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现有系统存在问题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/>
              <a:buChar char="•"/>
            </a:pPr>
            <a:endParaRPr kumimoji="1" lang="en-US" altLang="zh-CN" dirty="0" smtClean="0"/>
          </a:p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数据流现有问题</a:t>
            </a:r>
            <a:endParaRPr kumimoji="1" lang="en-US" altLang="zh-CN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数据流依赖过于复杂，造成整个数据流维护困难，数据延迟大大增加。</a:t>
            </a:r>
            <a:endParaRPr kumimoji="1" lang="en-US" altLang="zh-CN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/>
              <a:t>规则</a:t>
            </a:r>
            <a:r>
              <a:rPr kumimoji="1" lang="zh-CN" altLang="en-US" sz="2000" dirty="0"/>
              <a:t>设计复杂，容易过</a:t>
            </a:r>
            <a:r>
              <a:rPr kumimoji="1" lang="zh-CN" altLang="en-US" sz="2000" dirty="0" smtClean="0"/>
              <a:t>拟合。</a:t>
            </a:r>
            <a:endParaRPr kumimoji="1"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/>
              <a:t>没有针对数据流中数据进行</a:t>
            </a:r>
            <a:r>
              <a:rPr kumimoji="1" lang="en-US" altLang="zh-CN" sz="2000" dirty="0" smtClean="0"/>
              <a:t>ETL</a:t>
            </a:r>
            <a:r>
              <a:rPr kumimoji="1" lang="zh-CN" altLang="en-US" sz="2000" dirty="0" smtClean="0"/>
              <a:t>的过程，导致系统反复读取大数据，浪费计算资源。</a:t>
            </a:r>
            <a:endParaRPr kumimoji="1"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/>
              <a:t>未</a:t>
            </a:r>
            <a:r>
              <a:rPr kumimoji="1" lang="zh-CN" altLang="en-US" sz="2000" dirty="0" smtClean="0"/>
              <a:t>采用必要的优化，例如在</a:t>
            </a:r>
            <a:r>
              <a:rPr kumimoji="1" lang="en-US" altLang="zh-CN" sz="2000" dirty="0" smtClean="0"/>
              <a:t>M-R Job</a:t>
            </a:r>
            <a:r>
              <a:rPr kumimoji="1" lang="zh-CN" altLang="en-US" sz="2000" dirty="0" smtClean="0"/>
              <a:t>中采用</a:t>
            </a:r>
            <a:r>
              <a:rPr kumimoji="1" lang="en-US" altLang="zh-CN" sz="2000" dirty="0" smtClean="0"/>
              <a:t>combiner, </a:t>
            </a:r>
            <a:r>
              <a:rPr kumimoji="1" lang="zh-CN" altLang="en-US" sz="2000" dirty="0" smtClean="0"/>
              <a:t>针对中间传输数据和结果数据的压缩。</a:t>
            </a:r>
            <a:endParaRPr kumimoji="1"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/>
              <a:t>没有</a:t>
            </a:r>
            <a:r>
              <a:rPr kumimoji="1" lang="zh-CN" altLang="en-US" sz="2000" dirty="0" smtClean="0"/>
              <a:t>进行数据的分层，例如将中间特征计算的结果进行存储。</a:t>
            </a:r>
            <a:endParaRPr kumimoji="1" lang="en-US" altLang="zh-CN" dirty="0"/>
          </a:p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复用性和扩展性不足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现有系统各个模块完全独立，没有进行系统模块的抽象，造成代码冗余。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在开发新的反作弊策略需要重新实现所有代码。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没有针对模块易变化部分进行配置化，例如针对规则的抽象。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缺少必要的监控和展示：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不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存在针对当前作弊情况进行展示的系统。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没有针对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KPI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的监控和报警机制。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自动化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C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ase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分析工具。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交互式的评估分析工具。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lvl="1" algn="l"/>
            <a:endParaRPr kumimoji="1" lang="en-US" altLang="zh-CN" dirty="0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27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现有系统存在问题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kumimoji="1" lang="zh-CN" altLang="en-US" dirty="0"/>
              <a:t>测试</a:t>
            </a:r>
            <a:r>
              <a:rPr kumimoji="1" lang="zh-CN" altLang="en-US" dirty="0" smtClean="0"/>
              <a:t>不足</a:t>
            </a:r>
            <a:endParaRPr kumimoji="1" lang="en-US" altLang="zh-CN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单元测试没有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功能测试没有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回归测试没有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100" dirty="0">
                <a:solidFill>
                  <a:prstClr val="black">
                    <a:tint val="75000"/>
                  </a:prstClr>
                </a:solidFill>
              </a:rPr>
              <a:t>自动化</a:t>
            </a:r>
            <a:r>
              <a:rPr kumimoji="1" lang="zh-CN" altLang="en-US" sz="2100" dirty="0" smtClean="0">
                <a:solidFill>
                  <a:prstClr val="black">
                    <a:tint val="75000"/>
                  </a:prstClr>
                </a:solidFill>
              </a:rPr>
              <a:t>测试没有</a:t>
            </a:r>
            <a:endParaRPr kumimoji="1" lang="en-US" altLang="zh-CN" sz="2100" dirty="0">
              <a:solidFill>
                <a:prstClr val="black">
                  <a:tint val="75000"/>
                </a:prstClr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数据存储问题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数据命名方式组织形式混乱，例如对于不同用途数据，有的分在不同文件夹当中，有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的保存在同一个文件夹下面，但是命名为不同文件。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针对每一个时间片数据没有相应的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schema</a:t>
            </a: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，当处理历史数据将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面临</a:t>
            </a: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很难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确定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schema</a:t>
            </a: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的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问题。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标志文件夹可读性的标志文件不统一，例如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wise</a:t>
            </a: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中为</a:t>
            </a:r>
            <a:r>
              <a:rPr lang="en-US" altLang="zh-CN" sz="2000" dirty="0"/>
              <a:t>success</a:t>
            </a:r>
            <a:r>
              <a:rPr lang="zh-CN" altLang="en-US" sz="2000" dirty="0"/>
              <a:t>，</a:t>
            </a:r>
            <a:r>
              <a:rPr lang="en-US" altLang="zh-CN" sz="2000" dirty="0"/>
              <a:t>UBS</a:t>
            </a:r>
            <a:r>
              <a:rPr lang="zh-CN" altLang="en-US" sz="2000" dirty="0"/>
              <a:t>中为</a:t>
            </a:r>
            <a:r>
              <a:rPr lang="en-US" altLang="zh-CN" sz="2000" dirty="0" smtClean="0"/>
              <a:t>complete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现有数据全部是</a:t>
            </a:r>
            <a:r>
              <a:rPr lang="en-US" altLang="zh-CN" sz="2000" dirty="0" smtClean="0"/>
              <a:t>text</a:t>
            </a:r>
            <a:r>
              <a:rPr lang="zh-CN" altLang="en-US" sz="2000" dirty="0" smtClean="0"/>
              <a:t>格式，并且完全没有进行压缩。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endParaRPr lang="en-US" altLang="zh-CN" sz="2000" dirty="0" smtClean="0"/>
          </a:p>
          <a:p>
            <a:pPr lvl="1" algn="l"/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09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2199816" y="1545761"/>
            <a:ext cx="7305166" cy="422687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3243801" y="3662929"/>
            <a:ext cx="5206721" cy="9573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3194320" y="2667776"/>
            <a:ext cx="5206721" cy="9573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3157205" y="1636264"/>
            <a:ext cx="5206721" cy="9573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240286" y="2886812"/>
            <a:ext cx="98400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j-ea"/>
                <a:ea typeface="+mj-ea"/>
              </a:rPr>
              <a:t>决策</a:t>
            </a:r>
            <a:r>
              <a:rPr lang="zh-CN" altLang="en-US" sz="1200" dirty="0" smtClean="0">
                <a:latin typeface="+mj-ea"/>
                <a:ea typeface="+mj-ea"/>
              </a:rPr>
              <a:t>引擎（</a:t>
            </a:r>
            <a:r>
              <a:rPr lang="en-US" altLang="zh-CN" sz="1200" dirty="0">
                <a:latin typeface="+mj-ea"/>
                <a:ea typeface="+mj-ea"/>
              </a:rPr>
              <a:t>J</a:t>
            </a:r>
            <a:r>
              <a:rPr lang="en-US" altLang="zh-CN" sz="1200" dirty="0" smtClean="0">
                <a:latin typeface="+mj-ea"/>
                <a:ea typeface="+mj-ea"/>
              </a:rPr>
              <a:t>ava</a:t>
            </a:r>
            <a:r>
              <a:rPr lang="zh-CN" altLang="en-US" sz="1200" dirty="0" smtClean="0">
                <a:latin typeface="+mj-ea"/>
                <a:ea typeface="+mj-ea"/>
              </a:rPr>
              <a:t>）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249696" y="4684362"/>
            <a:ext cx="5206721" cy="9573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j-ea"/>
              <a:ea typeface="+mj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248534" y="5772633"/>
            <a:ext cx="5252751" cy="1389037"/>
            <a:chOff x="3276718" y="5713879"/>
            <a:chExt cx="5252751" cy="1389037"/>
          </a:xfrm>
        </p:grpSpPr>
        <p:sp>
          <p:nvSpPr>
            <p:cNvPr id="4" name="流程图: 过程 3"/>
            <p:cNvSpPr/>
            <p:nvPr/>
          </p:nvSpPr>
          <p:spPr>
            <a:xfrm>
              <a:off x="3276718" y="5713879"/>
              <a:ext cx="5252751" cy="138903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+mj-ea"/>
                <a:ea typeface="+mj-ea"/>
              </a:endParaRPr>
            </a:p>
          </p:txBody>
        </p:sp>
        <p:sp>
          <p:nvSpPr>
            <p:cNvPr id="5" name="流程图: 磁盘 4"/>
            <p:cNvSpPr/>
            <p:nvPr/>
          </p:nvSpPr>
          <p:spPr>
            <a:xfrm>
              <a:off x="3865452" y="6169889"/>
              <a:ext cx="925089" cy="657995"/>
            </a:xfrm>
            <a:prstGeom prst="flowChartMagneticDisk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smtClean="0">
                  <a:latin typeface="+mj-ea"/>
                  <a:ea typeface="+mj-ea"/>
                </a:rPr>
                <a:t>流量日志</a:t>
              </a:r>
              <a:endParaRPr lang="zh-CN" altLang="en-US" sz="1200" dirty="0">
                <a:latin typeface="+mj-ea"/>
                <a:ea typeface="+mj-ea"/>
              </a:endParaRPr>
            </a:p>
          </p:txBody>
        </p:sp>
        <p:sp>
          <p:nvSpPr>
            <p:cNvPr id="10" name="流程图: 磁盘 9"/>
            <p:cNvSpPr/>
            <p:nvPr/>
          </p:nvSpPr>
          <p:spPr>
            <a:xfrm>
              <a:off x="5501672" y="6161197"/>
              <a:ext cx="925089" cy="657995"/>
            </a:xfrm>
            <a:prstGeom prst="flowChartMagneticDisk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latin typeface="+mj-ea"/>
                  <a:ea typeface="+mj-ea"/>
                </a:rPr>
                <a:t>点击</a:t>
              </a:r>
              <a:r>
                <a:rPr lang="zh-CN" altLang="en-US" sz="1200" dirty="0" smtClean="0">
                  <a:latin typeface="+mj-ea"/>
                  <a:ea typeface="+mj-ea"/>
                </a:rPr>
                <a:t>日志</a:t>
              </a:r>
              <a:endParaRPr lang="zh-CN" altLang="en-US" sz="1200" dirty="0">
                <a:latin typeface="+mj-ea"/>
                <a:ea typeface="+mj-ea"/>
              </a:endParaRPr>
            </a:p>
          </p:txBody>
        </p:sp>
        <p:sp>
          <p:nvSpPr>
            <p:cNvPr id="11" name="流程图: 磁盘 10"/>
            <p:cNvSpPr/>
            <p:nvPr/>
          </p:nvSpPr>
          <p:spPr>
            <a:xfrm>
              <a:off x="7141834" y="6140150"/>
              <a:ext cx="925089" cy="657995"/>
            </a:xfrm>
            <a:prstGeom prst="flowChartMagneticDisk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latin typeface="+mj-ea"/>
                  <a:ea typeface="+mj-ea"/>
                </a:rPr>
                <a:t>广告</a:t>
              </a:r>
              <a:r>
                <a:rPr lang="zh-CN" altLang="en-US" sz="1200" dirty="0" smtClean="0">
                  <a:latin typeface="+mj-ea"/>
                  <a:ea typeface="+mj-ea"/>
                </a:rPr>
                <a:t>日志</a:t>
              </a:r>
              <a:endParaRPr lang="zh-CN" altLang="en-US" sz="1200" dirty="0">
                <a:latin typeface="+mj-ea"/>
                <a:ea typeface="+mj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485873" y="5788787"/>
              <a:ext cx="809573" cy="297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+mj-ea"/>
                  <a:ea typeface="+mj-ea"/>
                </a:rPr>
                <a:t>基础日志</a:t>
              </a:r>
              <a:endParaRPr lang="zh-CN" altLang="en-US" sz="1200" dirty="0">
                <a:latin typeface="+mj-ea"/>
                <a:ea typeface="+mj-ea"/>
              </a:endParaRPr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6938997" y="5075422"/>
            <a:ext cx="966996" cy="3794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数据修饰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04352" y="4679834"/>
            <a:ext cx="373649" cy="9255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数据预处理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474388" y="3977719"/>
            <a:ext cx="1020235" cy="52095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j-ea"/>
                <a:ea typeface="+mj-ea"/>
              </a:rPr>
              <a:t>Adhoc</a:t>
            </a:r>
            <a:r>
              <a:rPr lang="zh-CN" altLang="en-US" sz="1200" dirty="0" smtClean="0">
                <a:latin typeface="+mj-ea"/>
                <a:ea typeface="+mj-ea"/>
              </a:rPr>
              <a:t>特征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993237" y="3965372"/>
            <a:ext cx="1207489" cy="52095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应用相关特征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800331" y="3939752"/>
            <a:ext cx="888990" cy="52095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通用特征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93735" y="3749828"/>
            <a:ext cx="373649" cy="76028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特征提取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546047" y="2879688"/>
            <a:ext cx="1203404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特征库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（</a:t>
            </a:r>
            <a:r>
              <a:rPr lang="en-US" altLang="zh-CN" sz="1200" dirty="0" err="1" smtClean="0">
                <a:latin typeface="+mj-ea"/>
                <a:ea typeface="+mj-ea"/>
              </a:rPr>
              <a:t>HBase</a:t>
            </a:r>
            <a:r>
              <a:rPr lang="en-US" altLang="zh-CN" sz="1200" dirty="0" smtClean="0">
                <a:latin typeface="+mj-ea"/>
                <a:ea typeface="+mj-ea"/>
              </a:rPr>
              <a:t>/HDFS</a:t>
            </a:r>
            <a:r>
              <a:rPr lang="zh-CN" altLang="en-US" sz="1200" dirty="0" smtClean="0">
                <a:latin typeface="+mj-ea"/>
                <a:ea typeface="+mj-ea"/>
              </a:rPr>
              <a:t>）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268125" y="2879688"/>
            <a:ext cx="1234090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机器学习（</a:t>
            </a:r>
            <a:r>
              <a:rPr lang="en-US" altLang="zh-CN" sz="1200" dirty="0" err="1" smtClean="0">
                <a:latin typeface="+mj-ea"/>
                <a:ea typeface="+mj-ea"/>
              </a:rPr>
              <a:t>Mllib</a:t>
            </a:r>
            <a:r>
              <a:rPr lang="en-US" altLang="zh-CN" sz="1200" dirty="0" smtClean="0">
                <a:latin typeface="+mj-ea"/>
                <a:ea typeface="+mj-ea"/>
              </a:rPr>
              <a:t>/</a:t>
            </a:r>
            <a:r>
              <a:rPr lang="en-US" altLang="zh-CN" sz="1200" dirty="0" err="1" smtClean="0">
                <a:latin typeface="+mj-ea"/>
                <a:ea typeface="+mj-ea"/>
              </a:rPr>
              <a:t>GraphX</a:t>
            </a:r>
            <a:r>
              <a:rPr lang="en-US" altLang="zh-CN" sz="1200" dirty="0" smtClean="0">
                <a:latin typeface="+mj-ea"/>
                <a:ea typeface="+mj-ea"/>
              </a:rPr>
              <a:t>)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793283" y="2870669"/>
            <a:ext cx="1245456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数据仓库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(SQL on Spark)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240287" y="1864128"/>
            <a:ext cx="115212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作弊实体查询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(</a:t>
            </a:r>
            <a:r>
              <a:rPr lang="en-US" altLang="zh-CN" sz="1200" dirty="0" err="1" smtClean="0">
                <a:latin typeface="+mj-ea"/>
                <a:ea typeface="+mj-ea"/>
              </a:rPr>
              <a:t>HBase</a:t>
            </a:r>
            <a:r>
              <a:rPr lang="en-US" altLang="zh-CN" sz="1200" dirty="0" smtClean="0">
                <a:latin typeface="+mj-ea"/>
                <a:ea typeface="+mj-ea"/>
              </a:rPr>
              <a:t>/HDFS)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409679" y="1870357"/>
            <a:ext cx="124692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交互分析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(Druid)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912694" y="1878055"/>
            <a:ext cx="1058231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报表系统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(</a:t>
            </a:r>
            <a:r>
              <a:rPr lang="en-US" altLang="zh-CN" sz="1200" dirty="0" err="1">
                <a:latin typeface="+mj-ea"/>
                <a:ea typeface="+mj-ea"/>
              </a:rPr>
              <a:t>Z</a:t>
            </a:r>
            <a:r>
              <a:rPr lang="en-US" altLang="zh-CN" sz="1200" dirty="0" err="1" smtClean="0">
                <a:latin typeface="+mj-ea"/>
                <a:ea typeface="+mj-ea"/>
              </a:rPr>
              <a:t>eppeline</a:t>
            </a:r>
            <a:r>
              <a:rPr lang="en-US" altLang="zh-CN" sz="1200" dirty="0" smtClean="0">
                <a:latin typeface="+mj-ea"/>
                <a:ea typeface="+mj-ea"/>
              </a:rPr>
              <a:t>)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688558" y="1864128"/>
            <a:ext cx="1207609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监控系统</a:t>
            </a:r>
            <a:endParaRPr lang="en-US" altLang="zh-CN" sz="1200" dirty="0" smtClean="0">
              <a:latin typeface="+mj-ea"/>
              <a:ea typeface="+mj-ea"/>
            </a:endParaRPr>
          </a:p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(Spark)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3416044" y="5061967"/>
            <a:ext cx="955823" cy="3768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数据清洗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760565" y="5061967"/>
            <a:ext cx="955823" cy="3794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数据转换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588719" y="5061968"/>
            <a:ext cx="955823" cy="3768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数据</a:t>
            </a:r>
            <a:r>
              <a:rPr lang="en-US" altLang="zh-CN" sz="1200" dirty="0">
                <a:latin typeface="+mj-ea"/>
                <a:ea typeface="+mj-ea"/>
              </a:rPr>
              <a:t>T</a:t>
            </a:r>
            <a:r>
              <a:rPr lang="en-US" altLang="zh-CN" sz="1200" dirty="0" smtClean="0">
                <a:latin typeface="+mj-ea"/>
                <a:ea typeface="+mj-ea"/>
              </a:rPr>
              <a:t>rim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46" name="流程图: 过程 45"/>
          <p:cNvSpPr/>
          <p:nvPr/>
        </p:nvSpPr>
        <p:spPr>
          <a:xfrm>
            <a:off x="8540251" y="1636264"/>
            <a:ext cx="665330" cy="3984441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配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置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化</a:t>
            </a:r>
            <a:endParaRPr lang="zh-CN" altLang="en-US" dirty="0"/>
          </a:p>
        </p:txBody>
      </p:sp>
      <p:sp>
        <p:nvSpPr>
          <p:cNvPr id="47" name="流程图: 过程 46"/>
          <p:cNvSpPr/>
          <p:nvPr/>
        </p:nvSpPr>
        <p:spPr>
          <a:xfrm>
            <a:off x="2366129" y="1594972"/>
            <a:ext cx="645001" cy="404669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系统监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控</a:t>
            </a:r>
            <a:endParaRPr lang="zh-CN" altLang="en-US" dirty="0"/>
          </a:p>
        </p:txBody>
      </p:sp>
      <p:sp>
        <p:nvSpPr>
          <p:cNvPr id="50" name="圆角矩形 49"/>
          <p:cNvSpPr/>
          <p:nvPr/>
        </p:nvSpPr>
        <p:spPr>
          <a:xfrm>
            <a:off x="3240286" y="469441"/>
            <a:ext cx="5206721" cy="95730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3387716" y="737148"/>
            <a:ext cx="98400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Rank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4494624" y="748342"/>
            <a:ext cx="98400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用户分析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557918" y="737148"/>
            <a:ext cx="98400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R</a:t>
            </a:r>
            <a:r>
              <a:rPr lang="en-US" altLang="zh-CN" sz="1200" dirty="0" smtClean="0">
                <a:latin typeface="+mj-ea"/>
                <a:ea typeface="+mj-ea"/>
              </a:rPr>
              <a:t>eport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664826" y="748342"/>
            <a:ext cx="984007" cy="487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j-ea"/>
                <a:ea typeface="+mj-ea"/>
              </a:rPr>
              <a:t>Case</a:t>
            </a:r>
            <a:r>
              <a:rPr lang="zh-CN" altLang="en-US" sz="1200" dirty="0" smtClean="0">
                <a:latin typeface="+mj-ea"/>
                <a:ea typeface="+mj-ea"/>
              </a:rPr>
              <a:t>分析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993088" y="1869352"/>
            <a:ext cx="369332" cy="55399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服务</a:t>
            </a:r>
            <a:r>
              <a:rPr lang="zh-CN" altLang="en-US" sz="1200" dirty="0">
                <a:latin typeface="+mj-ea"/>
                <a:ea typeface="+mj-ea"/>
              </a:rPr>
              <a:t>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7993088" y="2792486"/>
            <a:ext cx="369332" cy="70788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特征</a:t>
            </a:r>
            <a:r>
              <a:rPr lang="zh-CN" altLang="en-US" sz="1200" dirty="0">
                <a:latin typeface="+mj-ea"/>
                <a:ea typeface="+mj-ea"/>
              </a:rPr>
              <a:t>使用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8045502" y="629735"/>
            <a:ext cx="369332" cy="70788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+mj-ea"/>
                <a:ea typeface="+mj-ea"/>
              </a:rPr>
              <a:t>具体应用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76194" y="5795928"/>
            <a:ext cx="568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HDFS</a:t>
            </a:r>
            <a:endParaRPr lang="zh-CN" altLang="en-US" sz="1400" dirty="0"/>
          </a:p>
        </p:txBody>
      </p:sp>
      <p:sp>
        <p:nvSpPr>
          <p:cNvPr id="43" name="文本框 42"/>
          <p:cNvSpPr txBox="1"/>
          <p:nvPr/>
        </p:nvSpPr>
        <p:spPr>
          <a:xfrm>
            <a:off x="6975284" y="4668425"/>
            <a:ext cx="1040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/>
              <a:t>Spark+scala</a:t>
            </a:r>
            <a:endParaRPr lang="zh-CN" altLang="en-US" sz="1400" dirty="0"/>
          </a:p>
        </p:txBody>
      </p:sp>
      <p:sp>
        <p:nvSpPr>
          <p:cNvPr id="45" name="文本框 44"/>
          <p:cNvSpPr txBox="1"/>
          <p:nvPr/>
        </p:nvSpPr>
        <p:spPr>
          <a:xfrm>
            <a:off x="7016262" y="3690231"/>
            <a:ext cx="1040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/>
              <a:t>Spark+scala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183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83" y="144066"/>
            <a:ext cx="8845497" cy="705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0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技术选型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kumimoji="1" lang="en-US" altLang="zh-CN" dirty="0" smtClean="0"/>
              <a:t>Job</a:t>
            </a:r>
            <a:r>
              <a:rPr kumimoji="1" lang="zh-CN" altLang="en-US" dirty="0" smtClean="0"/>
              <a:t>调度工具</a:t>
            </a:r>
            <a:endParaRPr kumimoji="1" lang="en-US" altLang="zh-CN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Ubs-mrframework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没有团队支持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没有可可视化的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Job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依赖描述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代码实现复杂，整个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pipeline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完全紧耦合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不是分布式执行任务，存在单点失败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没有定制的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SLA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功能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Compass(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适用技术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)</a:t>
            </a: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基于数据触发，多种维度数据依赖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SLA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控制和警告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平滑线上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Job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的切换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INF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有专门的团队支持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UI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界面显示进度，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log 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信息，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job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依赖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DAG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图，支持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  <a:hlinkClick r:id="rId2"/>
              </a:rPr>
              <a:t>交互式操作界面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分布式执行，充分利用集群资源，所以不存在单点失效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81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技术选型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数据计算引擎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MR+</a:t>
            </a:r>
            <a:r>
              <a:rPr lang="en-US" altLang="zh-CN" sz="2000" dirty="0" err="1"/>
              <a:t>P</a:t>
            </a:r>
            <a:r>
              <a:rPr lang="en-US" altLang="zh-CN" sz="2000" dirty="0" err="1" smtClean="0"/>
              <a:t>ython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复杂机器学习算法难以利用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MR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实现。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处理多轮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MR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时，每一轮的结果都会进行数据持久化，运行时间变长</a:t>
            </a: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。</a:t>
            </a:r>
            <a:endParaRPr lang="en-US" altLang="zh-CN" sz="1600" dirty="0" smtClean="0"/>
          </a:p>
          <a:p>
            <a:pPr marL="1567263" lvl="2" indent="-457200" algn="l">
              <a:buFont typeface="Symbol" charset="2"/>
              <a:buChar char="-"/>
            </a:pPr>
            <a:r>
              <a:rPr lang="en-US" altLang="zh-CN" sz="1600" dirty="0" smtClean="0"/>
              <a:t>Python</a:t>
            </a:r>
            <a:r>
              <a:rPr lang="zh-CN" altLang="en-US" sz="1600" dirty="0" smtClean="0"/>
              <a:t> 编写</a:t>
            </a:r>
            <a:r>
              <a:rPr lang="en-US" altLang="zh-CN" sz="1600" dirty="0" smtClean="0"/>
              <a:t>Steaming </a:t>
            </a:r>
            <a:r>
              <a:rPr lang="zh-CN" altLang="en-US" sz="1600" dirty="0"/>
              <a:t>的</a:t>
            </a:r>
            <a:r>
              <a:rPr lang="en-US" altLang="zh-CN" sz="1600" dirty="0" smtClean="0"/>
              <a:t>MR</a:t>
            </a:r>
            <a:r>
              <a:rPr lang="zh-CN" altLang="en-US" sz="1600" dirty="0" smtClean="0"/>
              <a:t>程序，重复造轮子，每次实现</a:t>
            </a:r>
            <a:r>
              <a:rPr lang="en-US" altLang="zh-CN" sz="1600" dirty="0" smtClean="0"/>
              <a:t>SUM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MAX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COUT</a:t>
            </a:r>
            <a:r>
              <a:rPr lang="zh-CN" altLang="en-US" sz="1600" dirty="0" smtClean="0"/>
              <a:t>等聚集函数，都要重新写代码。</a:t>
            </a:r>
            <a:endParaRPr lang="en-US" altLang="zh-CN" sz="1600" dirty="0" smtClean="0"/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仅仅支持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Map 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， 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Reduce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操作符</a:t>
            </a: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。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Spark+Scala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(</a:t>
            </a: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适用技术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)</a:t>
            </a: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适用于机器学习算法实现。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更简洁代码完成数据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聚集。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相对于</a:t>
            </a:r>
            <a:r>
              <a:rPr kumimoji="1" lang="en-US" altLang="zh-CN" sz="1500" dirty="0">
                <a:solidFill>
                  <a:prstClr val="black">
                    <a:tint val="75000"/>
                  </a:prstClr>
                </a:solidFill>
              </a:rPr>
              <a:t>Map-reduce</a:t>
            </a: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计算性能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提升。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有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更多操作符不仅仅限于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Map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Reduce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百度有专门的团队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支持，而且已经有多个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team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使用。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有丰富工具和库，</a:t>
            </a:r>
            <a:r>
              <a:rPr kumimoji="1" lang="en-US" altLang="zh-CN" sz="1500" dirty="0">
                <a:solidFill>
                  <a:prstClr val="black">
                    <a:tint val="75000"/>
                  </a:prstClr>
                </a:solidFill>
              </a:rPr>
              <a:t>SQL on spark</a:t>
            </a: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1500" dirty="0" err="1">
                <a:solidFill>
                  <a:prstClr val="black">
                    <a:tint val="75000"/>
                  </a:prstClr>
                </a:solidFill>
              </a:rPr>
              <a:t>MLLib</a:t>
            </a:r>
            <a:r>
              <a:rPr kumimoji="1" lang="zh-CN" altLang="en-US" sz="1500" dirty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1500" dirty="0" err="1">
                <a:solidFill>
                  <a:prstClr val="black">
                    <a:tint val="75000"/>
                  </a:prstClr>
                </a:solidFill>
              </a:rPr>
              <a:t>Graphx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Zeppeline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。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可以更好构建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Steaming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Batch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统一的数据处理平台。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514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技术选型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kumimoji="1" lang="en-US" altLang="zh-CN" dirty="0"/>
              <a:t>HDFS</a:t>
            </a:r>
            <a:r>
              <a:rPr kumimoji="1" lang="zh-CN" altLang="en-US" dirty="0"/>
              <a:t>文件存储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PB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存储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公司主流推广。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lang="zh-CN" altLang="en-US" sz="1600" dirty="0" smtClean="0"/>
              <a:t>压缩良好</a:t>
            </a:r>
            <a:endParaRPr lang="en-US" altLang="zh-CN" sz="1600" dirty="0" smtClean="0"/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支持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schema 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升级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endParaRPr kumimoji="1" lang="en-US" altLang="zh-CN" sz="500" dirty="0" smtClean="0">
              <a:solidFill>
                <a:prstClr val="black">
                  <a:tint val="75000"/>
                </a:prst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329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数据预处理模块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kumimoji="1" lang="en-US" altLang="zh-CN" dirty="0" smtClean="0"/>
              <a:t>ETL</a:t>
            </a:r>
            <a:r>
              <a:rPr kumimoji="1" lang="zh-CN" altLang="en-US" dirty="0" smtClean="0"/>
              <a:t>模块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完成针对上游数据进行处理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数据清洗，过滤非法数据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进行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Trim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，仅仅保留数据挖掘需要的列，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进行数据的转化，在列中抽取信息，进行同样列的归一化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kumimoji="1" lang="zh-CN" altLang="en-US" dirty="0" smtClean="0"/>
              <a:t>数据修饰模块</a:t>
            </a:r>
            <a:endParaRPr kumimoji="1" lang="en-US" altLang="zh-CN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完成针对数据的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Join</a:t>
            </a:r>
            <a:endParaRPr kumimoji="1"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019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特征计算模块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kumimoji="1" lang="zh-CN" altLang="en-US" dirty="0" smtClean="0">
                <a:solidFill>
                  <a:prstClr val="black">
                    <a:tint val="75000"/>
                  </a:prstClr>
                </a:solidFill>
              </a:rPr>
              <a:t>仅计算基础特征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针对规则当中需要的特征我们将特征分为两类，基础特征和派生特征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，在特征计算模块，我们将仅仅计算基础特征，对于派生特征的计算，我们将在决策引擎模块进行计算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例如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Wise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中有一个针对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IP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规则，特征</a:t>
            </a: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Pv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是基础特征，</a:t>
            </a: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clickNum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pv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为派生特征</a:t>
            </a:r>
            <a:r>
              <a:rPr kumimoji="1" lang="en-US" altLang="zh-CN" sz="2700" dirty="0" err="1" smtClean="0">
                <a:solidFill>
                  <a:prstClr val="black">
                    <a:tint val="75000"/>
                  </a:prstClr>
                </a:solidFill>
              </a:rPr>
              <a:t>Pv</a:t>
            </a:r>
            <a:r>
              <a:rPr kumimoji="1" lang="en-US" altLang="zh-CN" sz="2700" dirty="0" smtClean="0">
                <a:solidFill>
                  <a:prstClr val="black">
                    <a:tint val="75000"/>
                  </a:prstClr>
                </a:solidFill>
              </a:rPr>
              <a:t>&gt;500&amp;&amp;</a:t>
            </a:r>
            <a:r>
              <a:rPr kumimoji="1" lang="en-US" altLang="zh-CN" sz="2700" dirty="0" err="1" smtClean="0">
                <a:solidFill>
                  <a:prstClr val="black">
                    <a:tint val="75000"/>
                  </a:prstClr>
                </a:solidFill>
              </a:rPr>
              <a:t>clickNum</a:t>
            </a:r>
            <a:r>
              <a:rPr kumimoji="1" lang="en-US" altLang="zh-CN" sz="2700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kumimoji="1" lang="en-US" altLang="zh-CN" sz="2700" dirty="0" err="1" smtClean="0">
                <a:solidFill>
                  <a:prstClr val="black">
                    <a:tint val="75000"/>
                  </a:prstClr>
                </a:solidFill>
              </a:rPr>
              <a:t>pv</a:t>
            </a:r>
            <a:r>
              <a:rPr kumimoji="1" lang="en-US" altLang="zh-CN" sz="2700" dirty="0" smtClean="0">
                <a:solidFill>
                  <a:prstClr val="black">
                    <a:tint val="75000"/>
                  </a:prstClr>
                </a:solidFill>
              </a:rPr>
              <a:t>&lt;0.0005&amp;&amp;</a:t>
            </a:r>
            <a:r>
              <a:rPr kumimoji="1" lang="en-US" altLang="zh-CN" sz="2700" dirty="0" err="1" smtClean="0">
                <a:solidFill>
                  <a:prstClr val="black">
                    <a:tint val="75000"/>
                  </a:prstClr>
                </a:solidFill>
              </a:rPr>
              <a:t>uaNum</a:t>
            </a:r>
            <a:r>
              <a:rPr kumimoji="1" lang="en-US" altLang="zh-CN" sz="2700" dirty="0" smtClean="0">
                <a:solidFill>
                  <a:prstClr val="black">
                    <a:tint val="75000"/>
                  </a:prstClr>
                </a:solidFill>
              </a:rPr>
              <a:t>&lt;20</a:t>
            </a: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2200" dirty="0" smtClean="0">
                <a:solidFill>
                  <a:prstClr val="black">
                    <a:tint val="75000"/>
                  </a:prstClr>
                </a:solidFill>
              </a:rPr>
              <a:t>在特征计算模块将仅仅计算基础特征，</a:t>
            </a:r>
            <a:r>
              <a:rPr kumimoji="1" lang="en-US" altLang="zh-CN" sz="2200" dirty="0" err="1" smtClean="0">
                <a:solidFill>
                  <a:prstClr val="black">
                    <a:tint val="75000"/>
                  </a:prstClr>
                </a:solidFill>
              </a:rPr>
              <a:t>Pv</a:t>
            </a:r>
            <a:r>
              <a:rPr kumimoji="1" lang="zh-CN" altLang="en-US" sz="2200" dirty="0" smtClean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2200" dirty="0" err="1" smtClean="0">
                <a:solidFill>
                  <a:prstClr val="black">
                    <a:tint val="75000"/>
                  </a:prstClr>
                </a:solidFill>
              </a:rPr>
              <a:t>clickNum</a:t>
            </a:r>
            <a:r>
              <a:rPr kumimoji="1" lang="zh-CN" altLang="en-US" sz="2200" dirty="0" smtClean="0">
                <a:solidFill>
                  <a:prstClr val="black">
                    <a:tint val="75000"/>
                  </a:prstClr>
                </a:solidFill>
              </a:rPr>
              <a:t>，</a:t>
            </a:r>
            <a:r>
              <a:rPr kumimoji="1" lang="en-US" altLang="zh-CN" sz="2200" dirty="0" err="1" smtClean="0">
                <a:solidFill>
                  <a:prstClr val="black">
                    <a:tint val="75000"/>
                  </a:prstClr>
                </a:solidFill>
              </a:rPr>
              <a:t>uaNum</a:t>
            </a:r>
            <a:r>
              <a:rPr kumimoji="1" lang="zh-CN" altLang="en-US" sz="2200" dirty="0" smtClean="0">
                <a:solidFill>
                  <a:prstClr val="black">
                    <a:tint val="75000"/>
                  </a:prstClr>
                </a:solidFill>
              </a:rPr>
              <a:t>。</a:t>
            </a:r>
            <a:endParaRPr kumimoji="1" lang="en-US" altLang="zh-CN" sz="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endParaRPr kumimoji="1" lang="en-US" altLang="zh-CN" sz="1000" dirty="0">
              <a:solidFill>
                <a:prstClr val="black">
                  <a:tint val="75000"/>
                </a:prst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38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决策</a:t>
            </a:r>
            <a:r>
              <a:rPr lang="zh-CN" altLang="en-US" dirty="0" smtClean="0"/>
              <a:t>引擎模块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kumimoji="1" lang="zh-CN" altLang="en-US" dirty="0" smtClean="0">
                <a:solidFill>
                  <a:prstClr val="black">
                    <a:tint val="75000"/>
                  </a:prstClr>
                </a:solidFill>
              </a:rPr>
              <a:t>规则判断的支持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以特征计算模块的特征量为输入，执行规则判断当前实体是否满足规则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完成派生特征的计算，例如进行数学计算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针对规则设计相应的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UT</a:t>
            </a: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规则动态更新，通过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UI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或者接口更新规则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数据输出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Path </a:t>
            </a: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：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/$Root/$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filter_name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/part-*</a:t>
            </a: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Data Schema: &lt;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entity_value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: 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confidence_value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&gt;</a:t>
            </a:r>
          </a:p>
          <a:p>
            <a:pPr lvl="2" algn="l"/>
            <a:endParaRPr lang="en-US" altLang="zh-CN" dirty="0"/>
          </a:p>
          <a:p>
            <a:pPr marL="342900" lvl="0" indent="-342900">
              <a:buFont typeface="Arial"/>
              <a:buChar char="•"/>
            </a:pPr>
            <a:r>
              <a:rPr kumimoji="1" lang="zh-CN" altLang="en-US" dirty="0" smtClean="0">
                <a:solidFill>
                  <a:prstClr val="black">
                    <a:tint val="75000"/>
                  </a:prstClr>
                </a:solidFill>
              </a:rPr>
              <a:t>人工干预作弊实体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人工通过前段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UI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添加实体到作弊实体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对于人工添加的作弊实体，</a:t>
            </a:r>
            <a:r>
              <a:rPr kumimoji="1" lang="en-US" altLang="zh-CN" sz="2000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kumimoji="1" lang="en-US" altLang="zh-CN" sz="2000" dirty="0" err="1" smtClean="0">
                <a:solidFill>
                  <a:prstClr val="black">
                    <a:tint val="75000"/>
                  </a:prstClr>
                </a:solidFill>
              </a:rPr>
              <a:t>confidence_value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设置为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1</a:t>
            </a:r>
            <a:endParaRPr kumimoji="1" lang="en-US" altLang="zh-CN" sz="2000" dirty="0">
              <a:solidFill>
                <a:prstClr val="black">
                  <a:tint val="75000"/>
                </a:prstClr>
              </a:solidFill>
            </a:endParaRPr>
          </a:p>
          <a:p>
            <a:pPr lvl="2" algn="l"/>
            <a:endParaRPr kumimoji="1" lang="en-US" altLang="zh-CN" sz="1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endParaRPr kumimoji="1" lang="en-US" altLang="zh-CN" sz="1000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67881"/>
              </p:ext>
            </p:extLst>
          </p:nvPr>
        </p:nvGraphicFramePr>
        <p:xfrm>
          <a:off x="6912694" y="1728242"/>
          <a:ext cx="309634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/>
              </a:tblGrid>
              <a:tr h="100278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&lt;rule&gt;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   &lt;if&gt;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         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Pv</a:t>
                      </a:r>
                      <a:r>
                        <a:rPr lang="en-US" altLang="zh-CN" sz="1000" dirty="0" smtClean="0">
                          <a:latin typeface="+mn-lt"/>
                        </a:rPr>
                        <a:t>&gt;500 and 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clickNum</a:t>
                      </a:r>
                      <a:r>
                        <a:rPr lang="en-US" altLang="zh-CN" sz="1000" dirty="0" smtClean="0">
                          <a:latin typeface="+mn-lt"/>
                        </a:rPr>
                        <a:t>/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pv</a:t>
                      </a:r>
                      <a:r>
                        <a:rPr lang="en-US" altLang="zh-CN" sz="1000" dirty="0" smtClean="0">
                          <a:latin typeface="+mn-lt"/>
                        </a:rPr>
                        <a:t>&lt;0.0005 and 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uaNum</a:t>
                      </a:r>
                      <a:r>
                        <a:rPr lang="en-US" altLang="zh-CN" sz="1000" dirty="0" smtClean="0">
                          <a:latin typeface="+mn-lt"/>
                        </a:rPr>
                        <a:t>&lt;20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  &lt;/if&gt;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 &lt;then&gt;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       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asout</a:t>
                      </a:r>
                      <a:r>
                        <a:rPr lang="en-US" altLang="zh-CN" sz="1000" dirty="0" smtClean="0">
                          <a:latin typeface="+mn-lt"/>
                        </a:rPr>
                        <a:t> = </a:t>
                      </a:r>
                      <a:r>
                        <a:rPr lang="en-US" altLang="zh-CN" sz="1000" dirty="0" err="1" smtClean="0">
                          <a:latin typeface="+mn-lt"/>
                        </a:rPr>
                        <a:t>ip_ua_click_filter</a:t>
                      </a:r>
                      <a:r>
                        <a:rPr lang="en-US" altLang="zh-CN" sz="1000" dirty="0" smtClean="0">
                          <a:latin typeface="+mn-lt"/>
                        </a:rPr>
                        <a:t>: 0.8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   &lt;/then&gt;</a:t>
                      </a:r>
                    </a:p>
                    <a:p>
                      <a:pPr algn="l"/>
                      <a:r>
                        <a:rPr lang="en-US" altLang="zh-CN" sz="1000" dirty="0" smtClean="0">
                          <a:latin typeface="+mn-lt"/>
                        </a:rPr>
                        <a:t>&lt;/rule&gt;</a:t>
                      </a:r>
                      <a:endParaRPr lang="zh-CN" altLang="en-US" sz="1000" dirty="0" smtClean="0">
                        <a:latin typeface="+mn-lt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75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数据路径格式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kumimoji="1" lang="zh-CN" altLang="en-US" dirty="0" smtClean="0">
                <a:solidFill>
                  <a:prstClr val="black">
                    <a:tint val="75000"/>
                  </a:prstClr>
                </a:solidFill>
              </a:rPr>
              <a:t>路径格式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>
                <a:solidFill>
                  <a:prstClr val="black">
                    <a:tint val="75000"/>
                  </a:prstClr>
                </a:solidFill>
              </a:rPr>
              <a:t>在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路径当中标注时间片的频率</a:t>
            </a:r>
            <a:endParaRPr kumimoji="1" lang="en-US" altLang="zh-CN" sz="20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以</a:t>
            </a:r>
            <a:r>
              <a:rPr lang="zh-CN" altLang="en-US" sz="2000" dirty="0"/>
              <a:t>文件“</a:t>
            </a:r>
            <a:r>
              <a:rPr lang="en-US" altLang="zh-CN" sz="2000" dirty="0"/>
              <a:t>_SUCCESS</a:t>
            </a:r>
            <a:r>
              <a:rPr lang="zh-CN" altLang="en-US" sz="2000" dirty="0"/>
              <a:t>”标示文件数据是否完整可读</a:t>
            </a:r>
            <a:endParaRPr lang="en-US" altLang="zh-CN" sz="2000" dirty="0"/>
          </a:p>
          <a:p>
            <a:pPr marL="1012238" lvl="1" indent="-457200" algn="l">
              <a:buFont typeface="Symbol" charset="2"/>
              <a:buChar char="-"/>
            </a:pP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同时存在</a:t>
            </a:r>
            <a:r>
              <a:rPr kumimoji="1" lang="en-US" altLang="zh-CN" sz="2000" dirty="0" smtClean="0">
                <a:solidFill>
                  <a:prstClr val="black">
                    <a:tint val="75000"/>
                  </a:prstClr>
                </a:solidFill>
              </a:rPr>
              <a:t>schema</a:t>
            </a:r>
            <a:r>
              <a:rPr kumimoji="1" lang="zh-CN" altLang="en-US" sz="2000" dirty="0" smtClean="0">
                <a:solidFill>
                  <a:prstClr val="black">
                    <a:tint val="75000"/>
                  </a:prstClr>
                </a:solidFill>
              </a:rPr>
              <a:t>文件描述数据文件格式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zh-CN" altLang="en-US" sz="1500" dirty="0" smtClean="0">
                <a:solidFill>
                  <a:prstClr val="black">
                    <a:tint val="75000"/>
                  </a:prstClr>
                </a:solidFill>
              </a:rPr>
              <a:t>实例：</a:t>
            </a: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$Root/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sc_tc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/hourly/data/2015081901/part-*</a:t>
            </a: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>
                <a:solidFill>
                  <a:prstClr val="black">
                    <a:tint val="75000"/>
                  </a:prstClr>
                </a:solidFill>
              </a:rPr>
              <a:t>$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Root/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sc_tc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/hourly/data/2015081901/</a:t>
            </a:r>
            <a:r>
              <a:rPr lang="en-US" altLang="zh-CN" sz="1600" dirty="0"/>
              <a:t> _SUCCESS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>
                <a:solidFill>
                  <a:prstClr val="black">
                    <a:tint val="75000"/>
                  </a:prstClr>
                </a:solidFill>
              </a:rPr>
              <a:t>$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Root/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sc_tc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/hourly/schema/2015081901/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sc_tc.schema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r>
              <a:rPr kumimoji="1" lang="en-US" altLang="zh-CN" sz="1500" dirty="0">
                <a:solidFill>
                  <a:prstClr val="black">
                    <a:tint val="75000"/>
                  </a:prstClr>
                </a:solidFill>
              </a:rPr>
              <a:t>$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Root/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sc_tc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/hourly/</a:t>
            </a:r>
            <a:r>
              <a:rPr kumimoji="1" lang="en-US" altLang="zh-CN" sz="1500" dirty="0" err="1" smtClean="0">
                <a:solidFill>
                  <a:prstClr val="black">
                    <a:tint val="75000"/>
                  </a:prstClr>
                </a:solidFill>
              </a:rPr>
              <a:t>scheam</a:t>
            </a:r>
            <a:r>
              <a:rPr kumimoji="1" lang="en-US" altLang="zh-CN" sz="1500" dirty="0" smtClean="0">
                <a:solidFill>
                  <a:prstClr val="black">
                    <a:tint val="75000"/>
                  </a:prstClr>
                </a:solidFill>
              </a:rPr>
              <a:t>/2015081901/</a:t>
            </a:r>
            <a:r>
              <a:rPr lang="en-US" altLang="zh-CN" sz="1600" dirty="0"/>
              <a:t> _SUCCESS</a:t>
            </a:r>
            <a:endParaRPr kumimoji="1" lang="en-US" altLang="zh-CN" sz="1500" dirty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endParaRPr kumimoji="1" lang="en-US" altLang="zh-CN" sz="1500" dirty="0" smtClean="0">
              <a:solidFill>
                <a:prstClr val="black">
                  <a:tint val="75000"/>
                </a:prstClr>
              </a:solidFill>
            </a:endParaRPr>
          </a:p>
          <a:p>
            <a:pPr marL="1567263" lvl="2" indent="-457200" algn="l">
              <a:buFont typeface="Symbol" charset="2"/>
              <a:buChar char="-"/>
            </a:pPr>
            <a:endParaRPr kumimoji="1" lang="en-US" altLang="zh-CN" sz="1000" dirty="0">
              <a:solidFill>
                <a:prstClr val="black">
                  <a:tint val="75000"/>
                </a:prst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13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质量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kumimoji="1" lang="zh-CN" altLang="en-US" dirty="0" smtClean="0">
                <a:solidFill>
                  <a:prstClr val="black">
                    <a:tint val="75000"/>
                  </a:prstClr>
                </a:solidFill>
              </a:rPr>
              <a:t>现有程序当中测试不完整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自己程序需要有</a:t>
            </a:r>
            <a:r>
              <a:rPr lang="en-US" altLang="zh-CN" sz="2000" dirty="0" smtClean="0"/>
              <a:t>UT</a:t>
            </a: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/>
              <a:t>新的</a:t>
            </a:r>
            <a:r>
              <a:rPr lang="zh-CN" altLang="en-US" sz="2000" dirty="0" smtClean="0"/>
              <a:t>功能需要功能测试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积累功能测试，进行回归测试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所有测试实现自动化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3806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监控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>
              <a:buFont typeface="Arial"/>
              <a:buChar char="•"/>
            </a:pPr>
            <a:r>
              <a:rPr kumimoji="1" lang="zh-CN" altLang="en-US" dirty="0">
                <a:solidFill>
                  <a:prstClr val="black">
                    <a:tint val="75000"/>
                  </a:prstClr>
                </a:solidFill>
              </a:rPr>
              <a:t>监控</a:t>
            </a:r>
            <a:endParaRPr kumimoji="1" lang="en-US" altLang="zh-CN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针对关键指标的监控，例如在一些关键维度设立报警，如果超过则警报</a:t>
            </a:r>
            <a:endParaRPr lang="en-US" altLang="zh-CN" sz="2000" dirty="0" smtClean="0"/>
          </a:p>
          <a:p>
            <a:pPr marL="1567263" lvl="2" indent="-457200" algn="l">
              <a:buFont typeface="Symbol" charset="2"/>
              <a:buChar char="-"/>
            </a:pPr>
            <a:r>
              <a:rPr lang="en-US" altLang="zh-CN" sz="1500" dirty="0" err="1" smtClean="0"/>
              <a:t>Ecom</a:t>
            </a:r>
            <a:r>
              <a:rPr lang="en-US" altLang="zh-CN" sz="1500" dirty="0" smtClean="0"/>
              <a:t> </a:t>
            </a:r>
            <a:r>
              <a:rPr lang="zh-CN" altLang="en-US" sz="1500" dirty="0" smtClean="0"/>
              <a:t>对比分析作为</a:t>
            </a:r>
            <a:r>
              <a:rPr lang="en-US" altLang="zh-CN" sz="1500" dirty="0" smtClean="0"/>
              <a:t>KPI</a:t>
            </a:r>
            <a:r>
              <a:rPr lang="zh-CN" altLang="en-US" sz="1500" dirty="0" smtClean="0"/>
              <a:t>的其中一</a:t>
            </a:r>
            <a:r>
              <a:rPr lang="zh-CN" altLang="en-US" sz="1500" smtClean="0"/>
              <a:t>个指标</a:t>
            </a:r>
            <a:endParaRPr lang="en-US" altLang="zh-CN" sz="15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监控资源使用量，监控现有资源占用的</a:t>
            </a:r>
            <a:r>
              <a:rPr lang="en-US" altLang="zh-CN" sz="2000" dirty="0" smtClean="0"/>
              <a:t>namespace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quota</a:t>
            </a:r>
            <a:r>
              <a:rPr lang="zh-CN" altLang="en-US" sz="2000" dirty="0" smtClean="0"/>
              <a:t>，一旦超过</a:t>
            </a:r>
            <a:r>
              <a:rPr lang="en-US" altLang="zh-CN" sz="2000" dirty="0" smtClean="0"/>
              <a:t>85%</a:t>
            </a:r>
            <a:r>
              <a:rPr lang="zh-CN" altLang="en-US" sz="2000" dirty="0" smtClean="0"/>
              <a:t>，则进行清理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针对整个</a:t>
            </a:r>
            <a:r>
              <a:rPr lang="en-US" altLang="zh-CN" sz="2000" dirty="0" smtClean="0"/>
              <a:t>Pipeline</a:t>
            </a:r>
            <a:r>
              <a:rPr lang="zh-CN" altLang="en-US" sz="2000" dirty="0" smtClean="0"/>
              <a:t>中的所有</a:t>
            </a:r>
            <a:r>
              <a:rPr lang="en-US" altLang="zh-CN" sz="2000" dirty="0" smtClean="0"/>
              <a:t>stage</a:t>
            </a:r>
            <a:r>
              <a:rPr lang="zh-CN" altLang="en-US" sz="2000" dirty="0" smtClean="0"/>
              <a:t>设置，最晚启动时间和最长运行时间，一旦超过指定时间没有运行则发送报警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99050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BCP Plan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altLang="zh-CN" dirty="0"/>
              <a:t>BCP</a:t>
            </a:r>
            <a:r>
              <a:rPr lang="zh-CN" altLang="en-US" dirty="0"/>
              <a:t>（</a:t>
            </a:r>
            <a:r>
              <a:rPr lang="en-US" altLang="zh-CN" dirty="0"/>
              <a:t>Business Continuity Plan</a:t>
            </a:r>
            <a:r>
              <a:rPr lang="zh-CN" altLang="en-US" dirty="0"/>
              <a:t>）业务持续性</a:t>
            </a:r>
            <a:r>
              <a:rPr lang="zh-CN" altLang="en-US" dirty="0" smtClean="0"/>
              <a:t>计划</a:t>
            </a:r>
            <a:endParaRPr kumimoji="1" lang="en-US" altLang="zh-CN" dirty="0" smtClean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/>
              <a:t>目的：避免因为一些</a:t>
            </a:r>
            <a:r>
              <a:rPr lang="zh-CN" altLang="en-US" sz="2000" dirty="0" smtClean="0"/>
              <a:t>自然灾害，其他不可抗拒灾难或者人为因素</a:t>
            </a:r>
            <a:r>
              <a:rPr lang="zh-CN" altLang="en-US" sz="2000" dirty="0"/>
              <a:t>，在极端情况下出现关键业务</a:t>
            </a:r>
            <a:r>
              <a:rPr lang="zh-CN" altLang="en-US" sz="2000" dirty="0" smtClean="0"/>
              <a:t>中断</a:t>
            </a: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en-US" altLang="zh-CN" sz="2000" dirty="0"/>
              <a:t>BCP Plan </a:t>
            </a:r>
            <a:r>
              <a:rPr lang="zh-CN" altLang="en-US" sz="2000" dirty="0"/>
              <a:t>帮我们解决的问题</a:t>
            </a:r>
            <a:endParaRPr lang="en-US" altLang="zh-CN" sz="2000" dirty="0"/>
          </a:p>
          <a:p>
            <a:pPr marL="1567263" lvl="2" indent="-457200" algn="l">
              <a:buFont typeface="Symbol" charset="2"/>
              <a:buChar char="-"/>
            </a:pPr>
            <a:r>
              <a:rPr lang="zh-CN" altLang="en-US" sz="1600" dirty="0"/>
              <a:t>可以很好地向外提供服务实现容灾</a:t>
            </a:r>
            <a:endParaRPr lang="en-US" altLang="zh-CN" sz="1600" dirty="0"/>
          </a:p>
          <a:p>
            <a:pPr marL="1567263" lvl="2" indent="-457200" algn="l">
              <a:buFont typeface="Symbol" charset="2"/>
              <a:buChar char="-"/>
            </a:pPr>
            <a:r>
              <a:rPr lang="zh-CN" altLang="en-US" sz="1600" dirty="0"/>
              <a:t>在上线比较大的改动和修改的时候，可以先上线</a:t>
            </a:r>
            <a:r>
              <a:rPr lang="en-US" altLang="zh-CN" sz="1600" dirty="0"/>
              <a:t>BCP</a:t>
            </a:r>
            <a:r>
              <a:rPr lang="zh-CN" altLang="en-US" sz="1600" dirty="0"/>
              <a:t>环境，以在类生产环境下发现更多的</a:t>
            </a:r>
            <a:r>
              <a:rPr lang="zh-CN" altLang="en-US" sz="1600" dirty="0" smtClean="0"/>
              <a:t>问题</a:t>
            </a:r>
            <a:endParaRPr lang="en-US" altLang="zh-CN" sz="1500" dirty="0" smtClean="0"/>
          </a:p>
          <a:p>
            <a:pPr marL="1012238" lvl="1" indent="-457200" algn="l">
              <a:buFont typeface="Symbol" charset="2"/>
              <a:buChar char="-"/>
            </a:pPr>
            <a:r>
              <a:rPr lang="en-US" altLang="zh-CN" sz="2000" dirty="0" smtClean="0"/>
              <a:t>Hot-warm</a:t>
            </a:r>
          </a:p>
          <a:p>
            <a:pPr marL="1012238" lvl="1" indent="-457200" algn="l">
              <a:buFont typeface="Symbol" charset="2"/>
              <a:buChar char="-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35703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BCP Plan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Hot-Warm</a:t>
            </a:r>
            <a:endParaRPr kumimoji="1" lang="en-US" altLang="zh-CN" dirty="0">
              <a:solidFill>
                <a:prstClr val="black">
                  <a:tint val="75000"/>
                </a:prstClr>
              </a:solidFill>
            </a:endParaRPr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/>
              <a:t>同时有两个</a:t>
            </a:r>
            <a:r>
              <a:rPr lang="zh-CN" altLang="en-US" sz="2000" dirty="0" smtClean="0"/>
              <a:t>环境但仅有一套系统真正运行</a:t>
            </a:r>
            <a:r>
              <a:rPr lang="zh-CN" altLang="en-US" sz="2000" b="1" dirty="0" smtClean="0"/>
              <a:t>，</a:t>
            </a:r>
            <a:r>
              <a:rPr lang="en-US" altLang="zh-CN" sz="2000" dirty="0" smtClean="0"/>
              <a:t>Primary</a:t>
            </a:r>
            <a:r>
              <a:rPr lang="zh-CN" altLang="en-US" sz="2000" dirty="0" smtClean="0"/>
              <a:t>运行系统，</a:t>
            </a:r>
            <a:r>
              <a:rPr lang="en-US" altLang="zh-CN" sz="2000" dirty="0" smtClean="0"/>
              <a:t>BCP</a:t>
            </a:r>
            <a:r>
              <a:rPr lang="zh-CN" altLang="en-US" sz="2000" dirty="0" smtClean="0"/>
              <a:t>仅仅部署与</a:t>
            </a:r>
            <a:r>
              <a:rPr lang="en-US" altLang="zh-CN" sz="2000" dirty="0" smtClean="0"/>
              <a:t>Primary</a:t>
            </a:r>
            <a:r>
              <a:rPr lang="zh-CN" altLang="en-US" sz="2000" dirty="0" smtClean="0"/>
              <a:t>完全相同的环境，但是不进行系统的运行，一旦</a:t>
            </a:r>
            <a:r>
              <a:rPr lang="en-US" altLang="zh-CN" sz="2000" dirty="0" smtClean="0"/>
              <a:t>Primary</a:t>
            </a:r>
            <a:r>
              <a:rPr lang="zh-CN" altLang="en-US" sz="2000" dirty="0" smtClean="0"/>
              <a:t>出现问题立刻</a:t>
            </a:r>
            <a:r>
              <a:rPr lang="zh-CN" altLang="en-US" sz="2000" dirty="0"/>
              <a:t>切换到</a:t>
            </a:r>
            <a:r>
              <a:rPr lang="en-US" altLang="zh-CN" sz="2000" dirty="0"/>
              <a:t>BCP 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1012238" lvl="1" indent="-457200" algn="l">
              <a:buFont typeface="Symbol" charset="2"/>
              <a:buChar char="-"/>
            </a:pPr>
            <a:r>
              <a:rPr lang="zh-CN" altLang="en-US" sz="2000" dirty="0" smtClean="0"/>
              <a:t>适用于我们提交</a:t>
            </a:r>
            <a:r>
              <a:rPr lang="en-US" altLang="zh-CN" sz="2000" dirty="0" smtClean="0"/>
              <a:t>Job client</a:t>
            </a:r>
            <a:r>
              <a:rPr lang="zh-CN" altLang="en-US" sz="2000" dirty="0" smtClean="0"/>
              <a:t>机器，由于整个程序运行时间很短，因此不需要进行长期运行。</a:t>
            </a:r>
            <a:endParaRPr lang="en-US" altLang="zh-CN" sz="2000" dirty="0"/>
          </a:p>
          <a:p>
            <a:pPr lvl="1" algn="l"/>
            <a:endParaRPr lang="en-US" altLang="zh-CN" sz="2000" dirty="0"/>
          </a:p>
          <a:p>
            <a:pPr marL="1012238" lvl="1" indent="-457200" algn="l">
              <a:buFont typeface="Symbol" charset="2"/>
              <a:buChar char="-"/>
            </a:pPr>
            <a:endParaRPr lang="en-US" altLang="zh-CN" sz="2000" dirty="0" smtClean="0"/>
          </a:p>
          <a:p>
            <a:pPr marL="1012238" lvl="1" indent="-457200" algn="l">
              <a:buFont typeface="Symbol" charset="2"/>
              <a:buChar char="-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36502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58218" y="3138785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Q&amp;A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784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0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UE推荐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952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2.xml><?xml version="1.0" encoding="utf-8"?>
<a:theme xmlns:a="http://schemas.openxmlformats.org/drawingml/2006/main" name="1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2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2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2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2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2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2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1_UE推荐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952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0.xml><?xml version="1.0" encoding="utf-8"?>
<a:theme xmlns:a="http://schemas.openxmlformats.org/drawingml/2006/main" name="2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30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3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3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3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3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3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3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3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3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3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40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4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4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4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4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4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20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2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2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4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accent3">
            <a:lumMod val="60000"/>
            <a:lumOff val="40000"/>
          </a:schemeClr>
        </a:solidFill>
      </a:spPr>
      <a:bodyPr wrap="square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51.xml><?xml version="1.0" encoding="utf-8"?>
<a:theme xmlns:a="http://schemas.openxmlformats.org/drawingml/2006/main" name="4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4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3.xml><?xml version="1.0" encoding="utf-8"?>
<a:theme xmlns:a="http://schemas.openxmlformats.org/drawingml/2006/main" name="50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4.xml><?xml version="1.0" encoding="utf-8"?>
<a:theme xmlns:a="http://schemas.openxmlformats.org/drawingml/2006/main" name="5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5.xml><?xml version="1.0" encoding="utf-8"?>
<a:theme xmlns:a="http://schemas.openxmlformats.org/drawingml/2006/main" name="5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6.xml><?xml version="1.0" encoding="utf-8"?>
<a:theme xmlns:a="http://schemas.openxmlformats.org/drawingml/2006/main" name="5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7.xml><?xml version="1.0" encoding="utf-8"?>
<a:theme xmlns:a="http://schemas.openxmlformats.org/drawingml/2006/main" name="5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8.xml><?xml version="1.0" encoding="utf-8"?>
<a:theme xmlns:a="http://schemas.openxmlformats.org/drawingml/2006/main" name="5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9.xml><?xml version="1.0" encoding="utf-8"?>
<a:theme xmlns:a="http://schemas.openxmlformats.org/drawingml/2006/main" name="5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0.xml><?xml version="1.0" encoding="utf-8"?>
<a:theme xmlns:a="http://schemas.openxmlformats.org/drawingml/2006/main" name="2_UE推荐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952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6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12472</TotalTime>
  <Words>1221</Words>
  <Application>Microsoft Office PowerPoint</Application>
  <PresentationFormat>自定义</PresentationFormat>
  <Paragraphs>185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60</vt:i4>
      </vt:variant>
      <vt:variant>
        <vt:lpstr>幻灯片标题</vt:lpstr>
      </vt:variant>
      <vt:variant>
        <vt:i4>19</vt:i4>
      </vt:variant>
    </vt:vector>
  </HeadingPairs>
  <TitlesOfParts>
    <vt:vector size="87" baseType="lpstr">
      <vt:lpstr>Rix고딕 M</vt:lpstr>
      <vt:lpstr>宋体</vt:lpstr>
      <vt:lpstr>微软雅黑</vt:lpstr>
      <vt:lpstr>Arial</vt:lpstr>
      <vt:lpstr>Calibri</vt:lpstr>
      <vt:lpstr>Symbol</vt:lpstr>
      <vt:lpstr>Verdana</vt:lpstr>
      <vt:lpstr>Wingdings</vt:lpstr>
      <vt:lpstr>Office 主题</vt:lpstr>
      <vt:lpstr>自定义设计方案</vt:lpstr>
      <vt:lpstr>2_自定义设计方案</vt:lpstr>
      <vt:lpstr>1_自定义设计方案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10_自定义设计方案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17_自定义设计方案</vt:lpstr>
      <vt:lpstr>18_自定义设计方案</vt:lpstr>
      <vt:lpstr>19_自定义设计方案</vt:lpstr>
      <vt:lpstr>UE推荐模板</vt:lpstr>
      <vt:lpstr>16_自定义设计方案</vt:lpstr>
      <vt:lpstr>21_自定义设计方案</vt:lpstr>
      <vt:lpstr>22_自定义设计方案</vt:lpstr>
      <vt:lpstr>23_自定义设计方案</vt:lpstr>
      <vt:lpstr>24_自定义设计方案</vt:lpstr>
      <vt:lpstr>26_自定义设计方案</vt:lpstr>
      <vt:lpstr>28_自定义设计方案</vt:lpstr>
      <vt:lpstr>1_UE推荐模板</vt:lpstr>
      <vt:lpstr>29_自定义设计方案</vt:lpstr>
      <vt:lpstr>30_自定义设计方案</vt:lpstr>
      <vt:lpstr>31_自定义设计方案</vt:lpstr>
      <vt:lpstr>32_自定义设计方案</vt:lpstr>
      <vt:lpstr>33_自定义设计方案</vt:lpstr>
      <vt:lpstr>34_自定义设计方案</vt:lpstr>
      <vt:lpstr>35_自定义设计方案</vt:lpstr>
      <vt:lpstr>36_自定义设计方案</vt:lpstr>
      <vt:lpstr>37_自定义设计方案</vt:lpstr>
      <vt:lpstr>38_自定义设计方案</vt:lpstr>
      <vt:lpstr>39_自定义设计方案</vt:lpstr>
      <vt:lpstr>40_自定义设计方案</vt:lpstr>
      <vt:lpstr>41_自定义设计方案</vt:lpstr>
      <vt:lpstr>42_自定义设计方案</vt:lpstr>
      <vt:lpstr>43_自定义设计方案</vt:lpstr>
      <vt:lpstr>44_自定义设计方案</vt:lpstr>
      <vt:lpstr>45_自定义设计方案</vt:lpstr>
      <vt:lpstr>20_自定义设计方案</vt:lpstr>
      <vt:lpstr>25_自定义设计方案</vt:lpstr>
      <vt:lpstr>27_自定义设计方案</vt:lpstr>
      <vt:lpstr>46_自定义设计方案</vt:lpstr>
      <vt:lpstr>48_自定义设计方案</vt:lpstr>
      <vt:lpstr>49_自定义设计方案</vt:lpstr>
      <vt:lpstr>50_自定义设计方案</vt:lpstr>
      <vt:lpstr>51_自定义设计方案</vt:lpstr>
      <vt:lpstr>52_自定义设计方案</vt:lpstr>
      <vt:lpstr>53_自定义设计方案</vt:lpstr>
      <vt:lpstr>54_自定义设计方案</vt:lpstr>
      <vt:lpstr>55_自定义设计方案</vt:lpstr>
      <vt:lpstr>56_自定义设计方案</vt:lpstr>
      <vt:lpstr>2_UE推荐模板</vt:lpstr>
      <vt:lpstr>日志反作弊系统技术方案</vt:lpstr>
      <vt:lpstr>Wise反作弊pipeline</vt:lpstr>
      <vt:lpstr>UBS反作弊pipeline</vt:lpstr>
      <vt:lpstr>现有系统存在问题</vt:lpstr>
      <vt:lpstr>现有系统存在问题</vt:lpstr>
      <vt:lpstr>PowerPoint 演示文稿</vt:lpstr>
      <vt:lpstr>PowerPoint 演示文稿</vt:lpstr>
      <vt:lpstr>技术选型</vt:lpstr>
      <vt:lpstr>技术选型</vt:lpstr>
      <vt:lpstr>技术选型</vt:lpstr>
      <vt:lpstr>数据预处理模块</vt:lpstr>
      <vt:lpstr>特征计算模块</vt:lpstr>
      <vt:lpstr>决策引擎模块</vt:lpstr>
      <vt:lpstr>数据路径格式</vt:lpstr>
      <vt:lpstr>质量</vt:lpstr>
      <vt:lpstr>监控</vt:lpstr>
      <vt:lpstr>BCP Plan</vt:lpstr>
      <vt:lpstr>BCP Plan</vt:lpstr>
      <vt:lpstr>PowerPoint 演示文稿</vt:lpstr>
    </vt:vector>
  </TitlesOfParts>
  <Company>WwW.YlmF.CoM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2011年8月商业运营月报</dc:title>
  <dc:creator>afooli</dc:creator>
  <cp:lastModifiedBy>Guo,Xiaolei(OPPD)</cp:lastModifiedBy>
  <cp:revision>1196</cp:revision>
  <dcterms:created xsi:type="dcterms:W3CDTF">2011-09-01T09:03:30Z</dcterms:created>
  <dcterms:modified xsi:type="dcterms:W3CDTF">2015-09-01T05:56:34Z</dcterms:modified>
</cp:coreProperties>
</file>