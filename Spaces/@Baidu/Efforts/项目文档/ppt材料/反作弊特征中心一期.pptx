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2015/5/28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反作弊特征中心一期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项目背景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业务需求：</a:t>
            </a:r>
            <a:r>
              <a:rPr lang="zh-CN" altLang="en-US" sz="2800" dirty="0" smtClean="0">
                <a:solidFill>
                  <a:srgbClr val="FF0000"/>
                </a:solidFill>
              </a:rPr>
              <a:t>计费劫持修正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lvl="1"/>
            <a:r>
              <a:rPr lang="zh-CN" altLang="zh-CN" sz="2400" dirty="0" smtClean="0"/>
              <a:t>百</a:t>
            </a:r>
            <a:r>
              <a:rPr lang="zh-CN" altLang="zh-CN" sz="2400" dirty="0" smtClean="0"/>
              <a:t>度搜索联盟通过为百度导流来获得收入</a:t>
            </a:r>
            <a:r>
              <a:rPr lang="zh-CN" altLang="zh-CN" sz="2400" dirty="0" smtClean="0"/>
              <a:t>分成</a:t>
            </a:r>
            <a:r>
              <a:rPr lang="zh-CN" altLang="en-US" sz="2400" dirty="0" smtClean="0"/>
              <a:t>，</a:t>
            </a:r>
            <a:r>
              <a:rPr lang="zh-CN" altLang="zh-CN" sz="2400" dirty="0" smtClean="0"/>
              <a:t>通过在</a:t>
            </a:r>
            <a:r>
              <a:rPr lang="en-US" altLang="zh-CN" sz="2400" dirty="0" err="1" smtClean="0"/>
              <a:t>url</a:t>
            </a:r>
            <a:r>
              <a:rPr lang="zh-CN" altLang="zh-CN" sz="2400" dirty="0" smtClean="0"/>
              <a:t>中</a:t>
            </a:r>
            <a:r>
              <a:rPr lang="zh-CN" altLang="zh-CN" sz="2400" dirty="0" smtClean="0"/>
              <a:t>添加</a:t>
            </a:r>
            <a:r>
              <a:rPr lang="en-US" altLang="zh-CN" sz="2400" dirty="0" err="1" smtClean="0"/>
              <a:t>tn</a:t>
            </a:r>
            <a:r>
              <a:rPr lang="en-US" altLang="zh-CN" sz="2400" dirty="0" smtClean="0"/>
              <a:t>=</a:t>
            </a:r>
            <a:r>
              <a:rPr lang="zh-CN" altLang="zh-CN" sz="2400" dirty="0" smtClean="0"/>
              <a:t>字段标记</a:t>
            </a:r>
            <a:r>
              <a:rPr lang="zh-CN" altLang="en-US" sz="2400" dirty="0" smtClean="0"/>
              <a:t>流量</a:t>
            </a:r>
            <a:r>
              <a:rPr lang="zh-CN" altLang="zh-CN" sz="2400" dirty="0" smtClean="0"/>
              <a:t>来源。</a:t>
            </a:r>
            <a:r>
              <a:rPr lang="zh-CN" altLang="en-US" sz="2400" dirty="0" smtClean="0"/>
              <a:t>为了获得更多的分层，部分会员会通过</a:t>
            </a:r>
            <a:r>
              <a:rPr lang="zh-CN" altLang="en-US" sz="2400" b="1" dirty="0" smtClean="0"/>
              <a:t>篡改</a:t>
            </a:r>
            <a:r>
              <a:rPr lang="en-US" altLang="zh-CN" sz="2400" b="1" dirty="0" err="1" smtClean="0"/>
              <a:t>tn</a:t>
            </a:r>
            <a:r>
              <a:rPr lang="zh-CN" altLang="en-US" sz="2400" b="1" dirty="0" smtClean="0"/>
              <a:t>字段</a:t>
            </a:r>
            <a:r>
              <a:rPr lang="zh-CN" altLang="en-US" sz="2400" dirty="0" smtClean="0"/>
              <a:t>来获得</a:t>
            </a:r>
            <a:r>
              <a:rPr lang="zh-CN" altLang="en-US" sz="2400" b="1" dirty="0" smtClean="0"/>
              <a:t>非法收入</a:t>
            </a:r>
            <a:r>
              <a:rPr lang="zh-CN" altLang="zh-CN" sz="2400" dirty="0" smtClean="0"/>
              <a:t>。</a:t>
            </a:r>
            <a:r>
              <a:rPr lang="zh-CN" altLang="zh-CN" sz="2400" dirty="0" smtClean="0"/>
              <a:t>这种做法破坏了百度搜索联盟的生态健康</a:t>
            </a:r>
            <a:r>
              <a:rPr lang="zh-CN" altLang="zh-CN" sz="2400" dirty="0" smtClean="0"/>
              <a:t>，</a:t>
            </a:r>
            <a:r>
              <a:rPr lang="en-US" altLang="zh-CN" sz="2400" dirty="0" smtClean="0"/>
              <a:t>ANTI</a:t>
            </a:r>
            <a:r>
              <a:rPr lang="zh-CN" altLang="en-US" sz="2400" dirty="0" smtClean="0"/>
              <a:t>会针对此进行</a:t>
            </a:r>
            <a:r>
              <a:rPr lang="zh-CN" altLang="en-US" sz="2400" b="1" dirty="0" smtClean="0"/>
              <a:t>封禁、修正</a:t>
            </a:r>
            <a:r>
              <a:rPr lang="en-US" altLang="zh-CN" sz="2400" b="1" dirty="0" err="1" smtClean="0"/>
              <a:t>tn</a:t>
            </a:r>
            <a:r>
              <a:rPr lang="zh-CN" altLang="en-US" sz="2400" b="1" dirty="0" smtClean="0"/>
              <a:t>、分成打折</a:t>
            </a:r>
            <a:r>
              <a:rPr lang="zh-CN" altLang="en-US" sz="2400" dirty="0" smtClean="0"/>
              <a:t>，维护</a:t>
            </a:r>
            <a:r>
              <a:rPr lang="zh-CN" altLang="en-US" sz="2400" b="1" dirty="0" smtClean="0"/>
              <a:t>联盟生态的健康发展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zh-CN" altLang="en-US" sz="2800" b="1" dirty="0" smtClean="0">
                <a:solidFill>
                  <a:srgbClr val="FF0000"/>
                </a:solidFill>
              </a:rPr>
              <a:t>架构规划：</a:t>
            </a:r>
            <a:r>
              <a:rPr lang="zh-CN" altLang="en-US" sz="2800" dirty="0" smtClean="0">
                <a:solidFill>
                  <a:srgbClr val="FF0000"/>
                </a:solidFill>
              </a:rPr>
              <a:t>特征共享、多方数据参考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2400" dirty="0" smtClean="0"/>
              <a:t>Antispam</a:t>
            </a:r>
            <a:r>
              <a:rPr lang="zh-CN" altLang="en-US" sz="2400" dirty="0" smtClean="0"/>
              <a:t>是一个持续对抗的过程，</a:t>
            </a:r>
            <a:r>
              <a:rPr lang="en-US" altLang="zh-CN" sz="2400" dirty="0" smtClean="0"/>
              <a:t>spammer</a:t>
            </a:r>
            <a:r>
              <a:rPr lang="zh-CN" altLang="en-US" sz="2400" dirty="0" smtClean="0"/>
              <a:t>会持续的提升来模拟正常用户行为，以绕过反作弊系统。为了持续</a:t>
            </a:r>
            <a:r>
              <a:rPr lang="zh-CN" altLang="en-US" sz="2400" b="1" dirty="0" smtClean="0"/>
              <a:t>提升过滤效果</a:t>
            </a:r>
            <a:r>
              <a:rPr lang="zh-CN" altLang="en-US" sz="2400" dirty="0" smtClean="0"/>
              <a:t>，</a:t>
            </a:r>
            <a:r>
              <a:rPr lang="zh-CN" altLang="en-US" sz="2400" b="1" dirty="0" smtClean="0"/>
              <a:t>提升作弊难度</a:t>
            </a:r>
            <a:r>
              <a:rPr lang="zh-CN" altLang="en-US" sz="2400" dirty="0" smtClean="0"/>
              <a:t>，期望通过引入更</a:t>
            </a:r>
            <a:r>
              <a:rPr lang="zh-CN" altLang="en-US" sz="2400" b="1" dirty="0" smtClean="0"/>
              <a:t>全面的多方数据来辅助过滤</a:t>
            </a:r>
            <a:r>
              <a:rPr lang="zh-CN" altLang="en-US" sz="2400" dirty="0" smtClean="0"/>
              <a:t>，因此规划特征中心架构来支持此需求</a:t>
            </a:r>
            <a:endParaRPr lang="en-US" altLang="zh-CN" sz="2400" dirty="0" smtClean="0"/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项目一期收益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联盟生态健康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劫持流量的总计费收入：</a:t>
            </a:r>
            <a:r>
              <a:rPr lang="en-US" altLang="zh-CN" dirty="0" smtClean="0"/>
              <a:t>332W/</a:t>
            </a:r>
            <a:r>
              <a:rPr lang="zh-CN" altLang="en-US" dirty="0" smtClean="0"/>
              <a:t>天，</a:t>
            </a:r>
            <a:r>
              <a:rPr lang="en-US" altLang="zh-CN" dirty="0" smtClean="0"/>
              <a:t>12.1</a:t>
            </a:r>
            <a:r>
              <a:rPr lang="zh-CN" altLang="en-US" dirty="0" smtClean="0"/>
              <a:t>亿</a:t>
            </a:r>
            <a:r>
              <a:rPr lang="en-US" altLang="zh-CN" dirty="0" smtClean="0"/>
              <a:t>/</a:t>
            </a:r>
            <a:r>
              <a:rPr lang="zh-CN" altLang="en-US" dirty="0" smtClean="0"/>
              <a:t>年，占凤巢收入的</a:t>
            </a:r>
            <a:r>
              <a:rPr lang="en-US" altLang="zh-CN" dirty="0" smtClean="0"/>
              <a:t>2.1%</a:t>
            </a:r>
            <a:r>
              <a:rPr lang="zh-CN" altLang="en-US" dirty="0" smtClean="0"/>
              <a:t>，占联盟和导流的</a:t>
            </a:r>
            <a:r>
              <a:rPr lang="en-US" altLang="zh-CN" dirty="0" smtClean="0"/>
              <a:t>7.9%</a:t>
            </a:r>
          </a:p>
          <a:p>
            <a:pPr lvl="1"/>
            <a:r>
              <a:rPr lang="zh-CN" altLang="en-US" dirty="0" smtClean="0"/>
              <a:t>劫持</a:t>
            </a:r>
            <a:r>
              <a:rPr lang="zh-CN" altLang="en-US" dirty="0" smtClean="0"/>
              <a:t>者实际获得</a:t>
            </a:r>
            <a:r>
              <a:rPr lang="zh-CN" altLang="en-US" b="1" dirty="0" smtClean="0"/>
              <a:t>非法收入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163.5w/</a:t>
            </a:r>
            <a:r>
              <a:rPr lang="zh-CN" altLang="en-US" dirty="0" smtClean="0"/>
              <a:t>天，</a:t>
            </a:r>
            <a:r>
              <a:rPr lang="en-US" altLang="zh-CN" b="1" dirty="0" smtClean="0"/>
              <a:t>11.9</a:t>
            </a:r>
            <a:r>
              <a:rPr lang="zh-CN" altLang="en-US" b="1" dirty="0" smtClean="0"/>
              <a:t>亿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年</a:t>
            </a:r>
            <a:r>
              <a:rPr lang="zh-CN" altLang="en-US" dirty="0" smtClean="0"/>
              <a:t>，占凤巢收入的</a:t>
            </a:r>
            <a:r>
              <a:rPr lang="en-US" altLang="zh-CN" dirty="0" smtClean="0"/>
              <a:t>1.0%</a:t>
            </a:r>
            <a:r>
              <a:rPr lang="zh-CN" altLang="en-US" dirty="0" smtClean="0"/>
              <a:t>，占联盟和导流的</a:t>
            </a:r>
            <a:r>
              <a:rPr lang="en-US" altLang="zh-CN" b="1" dirty="0" smtClean="0"/>
              <a:t>7.8%</a:t>
            </a:r>
            <a:endParaRPr lang="en-US" altLang="zh-CN" b="1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百</a:t>
            </a:r>
            <a:r>
              <a:rPr lang="zh-CN" altLang="en-US" b="1" dirty="0" smtClean="0">
                <a:solidFill>
                  <a:srgbClr val="FF0000"/>
                </a:solidFill>
              </a:rPr>
              <a:t>度实际收入增长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预估挽回百度损失</a:t>
            </a:r>
            <a:r>
              <a:rPr lang="en-US" altLang="zh-CN" dirty="0" smtClean="0"/>
              <a:t>30.5w/</a:t>
            </a:r>
            <a:r>
              <a:rPr lang="zh-CN" altLang="en-US" dirty="0" smtClean="0"/>
              <a:t>天，</a:t>
            </a:r>
            <a:r>
              <a:rPr lang="en-US" altLang="zh-CN" b="1" dirty="0" smtClean="0"/>
              <a:t>1.1</a:t>
            </a:r>
            <a:r>
              <a:rPr lang="zh-CN" altLang="en-US" b="1" dirty="0" smtClean="0"/>
              <a:t>亿</a:t>
            </a:r>
            <a:r>
              <a:rPr lang="en-US" altLang="zh-CN" b="1" dirty="0" smtClean="0"/>
              <a:t>/</a:t>
            </a:r>
            <a:r>
              <a:rPr lang="zh-CN" altLang="en-US" b="1" dirty="0" smtClean="0"/>
              <a:t>年</a:t>
            </a:r>
            <a:r>
              <a:rPr lang="zh-CN" altLang="en-US" dirty="0" smtClean="0"/>
              <a:t>，占凤巢</a:t>
            </a:r>
            <a:r>
              <a:rPr lang="en-US" altLang="zh-CN" dirty="0" smtClean="0"/>
              <a:t>0.19%</a:t>
            </a:r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反</a:t>
            </a:r>
            <a:r>
              <a:rPr lang="zh-CN" altLang="en-US" b="1" dirty="0" smtClean="0">
                <a:solidFill>
                  <a:srgbClr val="FF0000"/>
                </a:solidFill>
              </a:rPr>
              <a:t>作弊策略与架构收益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构建反作弊全局特征中心服务，为反作弊在</a:t>
            </a:r>
            <a:r>
              <a:rPr lang="zh-CN" altLang="en-US" b="1" dirty="0" smtClean="0"/>
              <a:t>特征共享、多方数据参考</a:t>
            </a:r>
            <a:r>
              <a:rPr lang="zh-CN" altLang="en-US" dirty="0" smtClean="0"/>
              <a:t>上打下基础，预期对</a:t>
            </a:r>
            <a:r>
              <a:rPr lang="zh-CN" altLang="en-US" b="1" dirty="0" smtClean="0"/>
              <a:t>复杂作弊场景</a:t>
            </a:r>
            <a:r>
              <a:rPr lang="zh-CN" altLang="en-US" dirty="0" smtClean="0"/>
              <a:t>可以进一步</a:t>
            </a:r>
            <a:r>
              <a:rPr lang="zh-CN" altLang="en-US" b="1" dirty="0" smtClean="0"/>
              <a:t>提升准召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一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期上线前先通过离线分层打折生效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一期</a:t>
            </a:r>
            <a:endParaRPr lang="zh-CN" altLang="en-US" dirty="0"/>
          </a:p>
        </p:txBody>
      </p:sp>
      <p:pic>
        <p:nvPicPr>
          <p:cNvPr id="1026" name="Picture 2" descr="image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1628800"/>
            <a:ext cx="5544616" cy="5020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下一步规划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劫持修正业务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引入</a:t>
            </a:r>
            <a:r>
              <a:rPr lang="en-US" altLang="zh-CN" dirty="0" err="1" smtClean="0"/>
              <a:t>ubs</a:t>
            </a:r>
            <a:r>
              <a:rPr lang="zh-CN" altLang="en-US" dirty="0" smtClean="0"/>
              <a:t>日志，增强劫持修正算法能力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调研劫持模型上线新的策略进行召回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提升特征时效性，增强策略修正能力</a:t>
            </a:r>
            <a:endParaRPr lang="en-US" altLang="zh-CN" dirty="0" smtClean="0"/>
          </a:p>
          <a:p>
            <a:r>
              <a:rPr lang="zh-CN" altLang="en-US" dirty="0" smtClean="0"/>
              <a:t>特征中心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引入</a:t>
            </a:r>
            <a:r>
              <a:rPr lang="en-US" altLang="zh-CN" dirty="0" err="1" smtClean="0"/>
              <a:t>ctr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cpm</a:t>
            </a:r>
            <a:r>
              <a:rPr lang="zh-CN" altLang="en-US" dirty="0" smtClean="0"/>
              <a:t>等多产品线综合特征辅助过滤策略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引入广告主后台日志、</a:t>
            </a:r>
            <a:r>
              <a:rPr lang="en-US" altLang="zh-CN" dirty="0" smtClean="0"/>
              <a:t>Holmes</a:t>
            </a:r>
            <a:r>
              <a:rPr lang="zh-CN" altLang="en-US" dirty="0" smtClean="0"/>
              <a:t>日志、</a:t>
            </a:r>
            <a:r>
              <a:rPr lang="en-US" altLang="zh-CN" dirty="0" err="1" smtClean="0"/>
              <a:t>uflow</a:t>
            </a:r>
            <a:r>
              <a:rPr lang="en-US" altLang="zh-CN" dirty="0" smtClean="0"/>
              <a:t> 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日志等外部数据，调研新的特征和过滤模型，提升反作弊准召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资源需求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一期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Redis</a:t>
            </a:r>
            <a:r>
              <a:rPr lang="zh-CN" altLang="en-US" dirty="0" smtClean="0"/>
              <a:t>集群：</a:t>
            </a:r>
            <a:r>
              <a:rPr lang="en-US" altLang="zh-CN" dirty="0" smtClean="0"/>
              <a:t>10</a:t>
            </a:r>
            <a:r>
              <a:rPr lang="zh-CN" altLang="en-US" dirty="0" smtClean="0"/>
              <a:t>台*</a:t>
            </a:r>
            <a:r>
              <a:rPr lang="en-US" altLang="zh-CN" dirty="0" smtClean="0"/>
              <a:t>2</a:t>
            </a:r>
          </a:p>
          <a:p>
            <a:pPr lvl="1"/>
            <a:r>
              <a:rPr lang="zh-CN" altLang="en-US" dirty="0" smtClean="0"/>
              <a:t>流式系统：</a:t>
            </a:r>
            <a:r>
              <a:rPr lang="en-US" altLang="zh-CN" dirty="0" smtClean="0"/>
              <a:t>22</a:t>
            </a:r>
            <a:r>
              <a:rPr lang="zh-CN" altLang="en-US" dirty="0" smtClean="0"/>
              <a:t>台*</a:t>
            </a:r>
            <a:r>
              <a:rPr lang="en-US" altLang="zh-CN" dirty="0" smtClean="0"/>
              <a:t>2 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394</Words>
  <Application>Microsoft Office PowerPoint</Application>
  <PresentationFormat>全屏显示(4:3)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反作弊特征中心一期</vt:lpstr>
      <vt:lpstr>项目背景</vt:lpstr>
      <vt:lpstr>项目一期收益</vt:lpstr>
      <vt:lpstr>系统架构</vt:lpstr>
      <vt:lpstr>下一步规划</vt:lpstr>
      <vt:lpstr>资源需求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反作弊特征中心一期</dc:title>
  <dc:creator>Zhou,Jie(ANTI)</dc:creator>
  <cp:lastModifiedBy>Zhou,Jie</cp:lastModifiedBy>
  <cp:revision>35</cp:revision>
  <dcterms:created xsi:type="dcterms:W3CDTF">2015-05-25T03:23:29Z</dcterms:created>
  <dcterms:modified xsi:type="dcterms:W3CDTF">2015-05-28T04:06:02Z</dcterms:modified>
</cp:coreProperties>
</file>