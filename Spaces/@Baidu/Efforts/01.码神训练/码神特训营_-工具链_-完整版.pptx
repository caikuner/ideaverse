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6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3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32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33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34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6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7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8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39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40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41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42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43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44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45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46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notesSlides/notesSlide47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48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notesSlides/notesSlide49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notesSlides/notesSlide50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notesSlides/notesSlide51.xml" ContentType="application/vnd.openxmlformats-officedocument.presentationml.notesSlide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notesSlides/notesSlide52.xml" ContentType="application/vnd.openxmlformats-officedocument.presentationml.notesSlide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notesSlides/notesSlide53.xml" ContentType="application/vnd.openxmlformats-officedocument.presentationml.notesSlide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notesSlides/notesSlide54.xml" ContentType="application/vnd.openxmlformats-officedocument.presentationml.notesSlide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notesSlides/notesSlide55.xml" ContentType="application/vnd.openxmlformats-officedocument.presentationml.notesSlide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notesSlides/notesSlide56.xml" ContentType="application/vnd.openxmlformats-officedocument.presentationml.notesSlide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notesSlides/notesSlide57.xml" ContentType="application/vnd.openxmlformats-officedocument.presentationml.notesSlide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notesSlides/notesSlide58.xml" ContentType="application/vnd.openxmlformats-officedocument.presentationml.notesSlide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notesSlides/notesSlide59.xml" ContentType="application/vnd.openxmlformats-officedocument.presentationml.notesSlide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notesSlides/notesSlide60.xml" ContentType="application/vnd.openxmlformats-officedocument.presentationml.notesSlide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notesSlides/notesSlide61.xml" ContentType="application/vnd.openxmlformats-officedocument.presentationml.notesSlide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notesSlides/notesSlide62.xml" ContentType="application/vnd.openxmlformats-officedocument.presentationml.notesSlide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notesSlides/notesSlide63.xml" ContentType="application/vnd.openxmlformats-officedocument.presentationml.notesSlide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notesSlides/notesSlide67.xml" ContentType="application/vnd.openxmlformats-officedocument.presentationml.notesSlide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notesSlides/notesSlide68.xml" ContentType="application/vnd.openxmlformats-officedocument.presentationml.notesSlide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notesSlides/notesSlide69.xml" ContentType="application/vnd.openxmlformats-officedocument.presentationml.notesSlide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notesSlides/notesSlide70.xml" ContentType="application/vnd.openxmlformats-officedocument.presentationml.notesSlide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notesSlides/notesSlide71.xml" ContentType="application/vnd.openxmlformats-officedocument.presentationml.notesSlide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notesSlides/notesSlide72.xml" ContentType="application/vnd.openxmlformats-officedocument.presentationml.notesSlide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notesSlides/notesSlide73.xml" ContentType="application/vnd.openxmlformats-officedocument.presentationml.notesSlide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notesSlides/notesSlide74.xml" ContentType="application/vnd.openxmlformats-officedocument.presentationml.notesSlide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notesSlides/notesSlide75.xml" ContentType="application/vnd.openxmlformats-officedocument.presentationml.notesSlide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notesSlides/notesSlide76.xml" ContentType="application/vnd.openxmlformats-officedocument.presentationml.notesSlide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notesSlides/notesSlide77.xml" ContentType="application/vnd.openxmlformats-officedocument.presentationml.notesSlide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notesSlides/notesSlide78.xml" ContentType="application/vnd.openxmlformats-officedocument.presentationml.notesSlide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notesSlides/notesSlide79.xml" ContentType="application/vnd.openxmlformats-officedocument.presentationml.notesSlide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notesSlides/notesSlide80.xml" ContentType="application/vnd.openxmlformats-officedocument.presentationml.notesSlide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notesSlides/notesSlide81.xml" ContentType="application/vnd.openxmlformats-officedocument.presentationml.notesSlide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notesSlides/notesSlide82.xml" ContentType="application/vnd.openxmlformats-officedocument.presentationml.notesSlide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notesSlides/notesSlide83.xml" ContentType="application/vnd.openxmlformats-officedocument.presentationml.notesSlide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notesSlides/notesSlide84.xml" ContentType="application/vnd.openxmlformats-officedocument.presentationml.notesSlide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330" r:id="rId2"/>
    <p:sldId id="332" r:id="rId3"/>
    <p:sldId id="333" r:id="rId4"/>
    <p:sldId id="335" r:id="rId5"/>
    <p:sldId id="334" r:id="rId6"/>
    <p:sldId id="337" r:id="rId7"/>
    <p:sldId id="338" r:id="rId8"/>
    <p:sldId id="336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256" r:id="rId31"/>
    <p:sldId id="265" r:id="rId32"/>
    <p:sldId id="283" r:id="rId33"/>
    <p:sldId id="288" r:id="rId34"/>
    <p:sldId id="303" r:id="rId35"/>
    <p:sldId id="284" r:id="rId36"/>
    <p:sldId id="305" r:id="rId37"/>
    <p:sldId id="302" r:id="rId38"/>
    <p:sldId id="304" r:id="rId39"/>
    <p:sldId id="306" r:id="rId40"/>
    <p:sldId id="319" r:id="rId41"/>
    <p:sldId id="320" r:id="rId42"/>
    <p:sldId id="322" r:id="rId43"/>
    <p:sldId id="340" r:id="rId44"/>
    <p:sldId id="339" r:id="rId45"/>
    <p:sldId id="323" r:id="rId46"/>
    <p:sldId id="324" r:id="rId47"/>
    <p:sldId id="341" r:id="rId48"/>
    <p:sldId id="307" r:id="rId49"/>
    <p:sldId id="342" r:id="rId50"/>
    <p:sldId id="309" r:id="rId51"/>
    <p:sldId id="310" r:id="rId52"/>
    <p:sldId id="343" r:id="rId53"/>
    <p:sldId id="316" r:id="rId54"/>
    <p:sldId id="317" r:id="rId55"/>
    <p:sldId id="349" r:id="rId56"/>
    <p:sldId id="345" r:id="rId57"/>
    <p:sldId id="313" r:id="rId58"/>
    <p:sldId id="312" r:id="rId59"/>
    <p:sldId id="314" r:id="rId60"/>
    <p:sldId id="315" r:id="rId61"/>
    <p:sldId id="311" r:id="rId62"/>
    <p:sldId id="347" r:id="rId63"/>
    <p:sldId id="348" r:id="rId64"/>
    <p:sldId id="326" r:id="rId65"/>
    <p:sldId id="327" r:id="rId66"/>
    <p:sldId id="328" r:id="rId67"/>
    <p:sldId id="346" r:id="rId68"/>
    <p:sldId id="371" r:id="rId69"/>
    <p:sldId id="372" r:id="rId70"/>
    <p:sldId id="373" r:id="rId71"/>
    <p:sldId id="374" r:id="rId72"/>
    <p:sldId id="375" r:id="rId73"/>
    <p:sldId id="376" r:id="rId74"/>
    <p:sldId id="377" r:id="rId75"/>
    <p:sldId id="378" r:id="rId76"/>
    <p:sldId id="379" r:id="rId77"/>
    <p:sldId id="380" r:id="rId78"/>
    <p:sldId id="381" r:id="rId79"/>
    <p:sldId id="382" r:id="rId80"/>
    <p:sldId id="383" r:id="rId81"/>
    <p:sldId id="384" r:id="rId82"/>
    <p:sldId id="385" r:id="rId83"/>
    <p:sldId id="386" r:id="rId84"/>
    <p:sldId id="387" r:id="rId85"/>
    <p:sldId id="388" r:id="rId86"/>
    <p:sldId id="389" r:id="rId87"/>
    <p:sldId id="390" r:id="rId88"/>
    <p:sldId id="391" r:id="rId89"/>
    <p:sldId id="392" r:id="rId90"/>
    <p:sldId id="393" r:id="rId91"/>
    <p:sldId id="258" r:id="rId92"/>
  </p:sldIdLst>
  <p:sldSz cx="10693400" cy="60118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课程概述" id="{BA1763BC-BCBA-4A45-9004-1D57149286F6}">
          <p14:sldIdLst>
            <p14:sldId id="330"/>
            <p14:sldId id="332"/>
            <p14:sldId id="333"/>
            <p14:sldId id="335"/>
            <p14:sldId id="334"/>
            <p14:sldId id="337"/>
            <p14:sldId id="338"/>
            <p14:sldId id="336"/>
          </p14:sldIdLst>
        </p14:section>
        <p14:section name="icafe" id="{F3857050-54A5-476B-8800-998A63FD1A9E}">
          <p14:sldIdLst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icode" id="{EF9864BF-17CC-FD44-9589-D8C92D36F168}">
          <p14:sldIdLst>
            <p14:sldId id="256"/>
            <p14:sldId id="265"/>
          </p14:sldIdLst>
        </p14:section>
        <p14:section name="1 icode简介" id="{BC24DE05-DB36-294C-A316-D28CF7090D28}">
          <p14:sldIdLst>
            <p14:sldId id="283"/>
            <p14:sldId id="288"/>
          </p14:sldIdLst>
        </p14:section>
        <p14:section name="2 代码开发" id="{FAF78EE5-2BF4-9D45-8E90-4CEC3AFC925C}">
          <p14:sldIdLst>
            <p14:sldId id="303"/>
            <p14:sldId id="284"/>
            <p14:sldId id="305"/>
            <p14:sldId id="302"/>
            <p14:sldId id="304"/>
            <p14:sldId id="306"/>
          </p14:sldIdLst>
        </p14:section>
        <p14:section name="2 重复代码与代码搜索" id="{71FD4BE7-CF60-2749-B5BC-DD3D218C0596}">
          <p14:sldIdLst>
            <p14:sldId id="319"/>
            <p14:sldId id="320"/>
            <p14:sldId id="322"/>
            <p14:sldId id="340"/>
            <p14:sldId id="339"/>
            <p14:sldId id="323"/>
            <p14:sldId id="324"/>
            <p14:sldId id="341"/>
          </p14:sldIdLst>
        </p14:section>
        <p14:section name="3 代码准入" id="{D5940DAE-BA51-8A45-850F-1E4381EE02F5}">
          <p14:sldIdLst>
            <p14:sldId id="307"/>
            <p14:sldId id="342"/>
            <p14:sldId id="309"/>
            <p14:sldId id="310"/>
            <p14:sldId id="343"/>
            <p14:sldId id="316"/>
            <p14:sldId id="317"/>
            <p14:sldId id="349"/>
          </p14:sldIdLst>
        </p14:section>
        <p14:section name="3 代码评审" id="{F4A63412-5082-E645-A41C-D4C8639C53C9}">
          <p14:sldIdLst>
            <p14:sldId id="345"/>
            <p14:sldId id="313"/>
            <p14:sldId id="312"/>
            <p14:sldId id="314"/>
            <p14:sldId id="315"/>
            <p14:sldId id="311"/>
            <p14:sldId id="347"/>
          </p14:sldIdLst>
        </p14:section>
        <p14:section name="4 多人协同工作流" id="{312B1852-1F98-1440-A163-13F18AF4F4FD}">
          <p14:sldIdLst>
            <p14:sldId id="348"/>
            <p14:sldId id="326"/>
            <p14:sldId id="327"/>
          </p14:sldIdLst>
        </p14:section>
        <p14:section name="回顾和小结" id="{62149E18-119F-5746-9719-06A09B69C669}">
          <p14:sldIdLst>
            <p14:sldId id="328"/>
            <p14:sldId id="346"/>
          </p14:sldIdLst>
        </p14:section>
        <p14:section name="agile" id="{E6D51F28-AAC8-490A-B7C0-264E6BA9F955}">
          <p14:sldIdLst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94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clrMru>
    <a:srgbClr val="C00000"/>
    <a:srgbClr val="F79646"/>
    <a:srgbClr val="05AB50"/>
    <a:srgbClr val="2B5A93"/>
    <a:srgbClr val="B76001"/>
    <a:srgbClr val="0CEA95"/>
    <a:srgbClr val="EAAF08"/>
    <a:srgbClr val="F3E813"/>
    <a:srgbClr val="F74BBA"/>
    <a:srgbClr val="323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13" autoAdjust="0"/>
    <p:restoredTop sz="96715" autoAdjust="0"/>
  </p:normalViewPr>
  <p:slideViewPr>
    <p:cSldViewPr>
      <p:cViewPr varScale="1">
        <p:scale>
          <a:sx n="69" d="100"/>
          <a:sy n="69" d="100"/>
        </p:scale>
        <p:origin x="186" y="72"/>
      </p:cViewPr>
      <p:guideLst>
        <p:guide orient="horz" pos="1894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CA5E865-95DD-4FA1-872C-062B18F5D649}" type="presOf" srcId="{C283FA72-CECD-45CD-8757-CEBC1A4221FD}" destId="{46C46EFF-D58B-4C32-A605-AB030B188E8A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7CB22812-799A-4CCC-8189-BAFC193664EB}" type="presOf" srcId="{9BF9F257-8AA1-4884-82E7-D0FBEB140172}" destId="{59B237D4-C896-464B-8B66-907E7BC384C0}" srcOrd="0" destOrd="0" presId="urn:microsoft.com/office/officeart/2005/8/layout/chevron1"/>
    <dgm:cxn modelId="{E11AA32F-3EFF-405E-ADFC-4807081DBCE7}" type="presOf" srcId="{F7F02C57-F794-4829-816A-8ADA1A646B5F}" destId="{53248EB4-CEF6-4177-84FC-8846ABBB4977}" srcOrd="0" destOrd="0" presId="urn:microsoft.com/office/officeart/2005/8/layout/chevron1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8909EE5D-2719-4CAB-8D9C-7B4DBC6DC5B3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A69FE08A-E617-442B-8FDB-851799CB0652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671E8D22-06B5-415F-A858-92B183F67233}" type="presOf" srcId="{ADB0E6A0-597F-4355-A94B-F9106C2FC297}" destId="{B980CE8B-C3C6-4D16-BF96-7D51B6888099}" srcOrd="0" destOrd="0" presId="urn:microsoft.com/office/officeart/2005/8/layout/chevron1"/>
    <dgm:cxn modelId="{FD44660F-5FAB-4F51-A3D8-2EAE510D2FC7}" type="presOf" srcId="{79B09C74-4B47-45CC-B14C-97FE958DDD10}" destId="{ABEC49F3-BDF7-424B-9830-26B6CE2FFD7D}" srcOrd="0" destOrd="0" presId="urn:microsoft.com/office/officeart/2005/8/layout/chevron1"/>
    <dgm:cxn modelId="{A815E3A5-F96C-4FFB-AEF8-8DCAB8AC4BE6}" type="presParOf" srcId="{5CF2B12A-6C8F-4E68-A572-3EDBD3F899D1}" destId="{59B237D4-C896-464B-8B66-907E7BC384C0}" srcOrd="0" destOrd="0" presId="urn:microsoft.com/office/officeart/2005/8/layout/chevron1"/>
    <dgm:cxn modelId="{7CFD0C9E-4EBD-4C39-AF49-07A5E0843670}" type="presParOf" srcId="{5CF2B12A-6C8F-4E68-A572-3EDBD3F899D1}" destId="{6DC5E9E8-AE98-4EBC-9670-F707EB7EC751}" srcOrd="1" destOrd="0" presId="urn:microsoft.com/office/officeart/2005/8/layout/chevron1"/>
    <dgm:cxn modelId="{74DB99BD-6198-4555-AECE-E0580189E608}" type="presParOf" srcId="{5CF2B12A-6C8F-4E68-A572-3EDBD3F899D1}" destId="{A86E4080-92AD-4939-B332-E07C48764045}" srcOrd="2" destOrd="0" presId="urn:microsoft.com/office/officeart/2005/8/layout/chevron1"/>
    <dgm:cxn modelId="{AE298562-2908-4AEF-8570-12C52E119E85}" type="presParOf" srcId="{5CF2B12A-6C8F-4E68-A572-3EDBD3F899D1}" destId="{642A9323-1F67-4A5D-8857-DF1A6BD242AE}" srcOrd="3" destOrd="0" presId="urn:microsoft.com/office/officeart/2005/8/layout/chevron1"/>
    <dgm:cxn modelId="{9B6B635C-14A1-4396-8A14-10EF53F7EF91}" type="presParOf" srcId="{5CF2B12A-6C8F-4E68-A572-3EDBD3F899D1}" destId="{46C46EFF-D58B-4C32-A605-AB030B188E8A}" srcOrd="4" destOrd="0" presId="urn:microsoft.com/office/officeart/2005/8/layout/chevron1"/>
    <dgm:cxn modelId="{CE839B53-D687-46EE-91CA-D500C181406E}" type="presParOf" srcId="{5CF2B12A-6C8F-4E68-A572-3EDBD3F899D1}" destId="{AE4BA504-6F3B-4F28-BB59-4E979864B31E}" srcOrd="5" destOrd="0" presId="urn:microsoft.com/office/officeart/2005/8/layout/chevron1"/>
    <dgm:cxn modelId="{FC2601D6-13D7-4D3D-8510-2F4A2E712CA6}" type="presParOf" srcId="{5CF2B12A-6C8F-4E68-A572-3EDBD3F899D1}" destId="{53248EB4-CEF6-4177-84FC-8846ABBB4977}" srcOrd="6" destOrd="0" presId="urn:microsoft.com/office/officeart/2005/8/layout/chevron1"/>
    <dgm:cxn modelId="{541E5931-B539-497C-ADCB-5E7CE3F527FC}" type="presParOf" srcId="{5CF2B12A-6C8F-4E68-A572-3EDBD3F899D1}" destId="{B52DE6A5-CFDA-47E7-BAA7-D6D3087952FC}" srcOrd="7" destOrd="0" presId="urn:microsoft.com/office/officeart/2005/8/layout/chevron1"/>
    <dgm:cxn modelId="{EAA0B734-C6A1-4E78-AA96-B61A49FF5C90}" type="presParOf" srcId="{5CF2B12A-6C8F-4E68-A572-3EDBD3F899D1}" destId="{B980CE8B-C3C6-4D16-BF96-7D51B6888099}" srcOrd="8" destOrd="0" presId="urn:microsoft.com/office/officeart/2005/8/layout/chevron1"/>
    <dgm:cxn modelId="{EF6A1AA4-60C6-40A5-AD2B-61EB5DB02289}" type="presParOf" srcId="{5CF2B12A-6C8F-4E68-A572-3EDBD3F899D1}" destId="{B7E30B39-CAB3-4860-AE94-B9958E35FF38}" srcOrd="9" destOrd="0" presId="urn:microsoft.com/office/officeart/2005/8/layout/chevron1"/>
    <dgm:cxn modelId="{41401DFC-900B-4B13-A2FC-582216679A5E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F3749FB-6D7C-4978-B328-ABB9495EB242}" type="presOf" srcId="{F7F02C57-F794-4829-816A-8ADA1A646B5F}" destId="{53248EB4-CEF6-4177-84FC-8846ABBB4977}" srcOrd="0" destOrd="0" presId="urn:microsoft.com/office/officeart/2005/8/layout/chevron1"/>
    <dgm:cxn modelId="{AB12B9CD-BB14-452F-8499-5A6830A3A55A}" type="presOf" srcId="{79B09C74-4B47-45CC-B14C-97FE958DDD10}" destId="{ABEC49F3-BDF7-424B-9830-26B6CE2FFD7D}" srcOrd="0" destOrd="0" presId="urn:microsoft.com/office/officeart/2005/8/layout/chevron1"/>
    <dgm:cxn modelId="{AB2BC730-B222-4298-A96A-159141BC3B18}" type="presOf" srcId="{C283FA72-CECD-45CD-8757-CEBC1A4221FD}" destId="{46C46EFF-D58B-4C32-A605-AB030B188E8A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503B8455-6347-43AE-ADD1-DC5EBB4FC08A}" type="presOf" srcId="{93E2F1D1-360B-4DFF-8B3E-7A0480FA2199}" destId="{5CF2B12A-6C8F-4E68-A572-3EDBD3F899D1}" srcOrd="0" destOrd="0" presId="urn:microsoft.com/office/officeart/2005/8/layout/chevron1"/>
    <dgm:cxn modelId="{A36235B8-26A6-4927-9EDD-C6256EC9CE24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4483486D-F1BF-4575-A38C-396EC1D643A6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4388B127-379F-443F-BE0C-12C38A45B8B8}" type="presOf" srcId="{ADB0E6A0-597F-4355-A94B-F9106C2FC297}" destId="{B980CE8B-C3C6-4D16-BF96-7D51B6888099}" srcOrd="0" destOrd="0" presId="urn:microsoft.com/office/officeart/2005/8/layout/chevron1"/>
    <dgm:cxn modelId="{1B5F2FEA-E337-41F6-BA01-622FFA6F370A}" type="presParOf" srcId="{5CF2B12A-6C8F-4E68-A572-3EDBD3F899D1}" destId="{59B237D4-C896-464B-8B66-907E7BC384C0}" srcOrd="0" destOrd="0" presId="urn:microsoft.com/office/officeart/2005/8/layout/chevron1"/>
    <dgm:cxn modelId="{F14822A6-75DB-4F82-83E1-DD4621594C1A}" type="presParOf" srcId="{5CF2B12A-6C8F-4E68-A572-3EDBD3F899D1}" destId="{6DC5E9E8-AE98-4EBC-9670-F707EB7EC751}" srcOrd="1" destOrd="0" presId="urn:microsoft.com/office/officeart/2005/8/layout/chevron1"/>
    <dgm:cxn modelId="{994ABB5E-B27A-4D74-940B-EE26D3A54EB3}" type="presParOf" srcId="{5CF2B12A-6C8F-4E68-A572-3EDBD3F899D1}" destId="{A86E4080-92AD-4939-B332-E07C48764045}" srcOrd="2" destOrd="0" presId="urn:microsoft.com/office/officeart/2005/8/layout/chevron1"/>
    <dgm:cxn modelId="{BD625609-2D7D-43BD-AFA8-29E17F7FFEC4}" type="presParOf" srcId="{5CF2B12A-6C8F-4E68-A572-3EDBD3F899D1}" destId="{642A9323-1F67-4A5D-8857-DF1A6BD242AE}" srcOrd="3" destOrd="0" presId="urn:microsoft.com/office/officeart/2005/8/layout/chevron1"/>
    <dgm:cxn modelId="{FA35C371-5824-4916-AEAB-8F94C24A3E7E}" type="presParOf" srcId="{5CF2B12A-6C8F-4E68-A572-3EDBD3F899D1}" destId="{46C46EFF-D58B-4C32-A605-AB030B188E8A}" srcOrd="4" destOrd="0" presId="urn:microsoft.com/office/officeart/2005/8/layout/chevron1"/>
    <dgm:cxn modelId="{CD4D89AF-E201-48B0-953C-6D02DA9A5196}" type="presParOf" srcId="{5CF2B12A-6C8F-4E68-A572-3EDBD3F899D1}" destId="{AE4BA504-6F3B-4F28-BB59-4E979864B31E}" srcOrd="5" destOrd="0" presId="urn:microsoft.com/office/officeart/2005/8/layout/chevron1"/>
    <dgm:cxn modelId="{08CBED47-3D96-445B-9109-F5A2CAE9DEAF}" type="presParOf" srcId="{5CF2B12A-6C8F-4E68-A572-3EDBD3F899D1}" destId="{53248EB4-CEF6-4177-84FC-8846ABBB4977}" srcOrd="6" destOrd="0" presId="urn:microsoft.com/office/officeart/2005/8/layout/chevron1"/>
    <dgm:cxn modelId="{CE707984-98A4-40BA-9F7A-C8A26AA8CD71}" type="presParOf" srcId="{5CF2B12A-6C8F-4E68-A572-3EDBD3F899D1}" destId="{B52DE6A5-CFDA-47E7-BAA7-D6D3087952FC}" srcOrd="7" destOrd="0" presId="urn:microsoft.com/office/officeart/2005/8/layout/chevron1"/>
    <dgm:cxn modelId="{E9235968-215A-41E9-A6BA-4954E471A67B}" type="presParOf" srcId="{5CF2B12A-6C8F-4E68-A572-3EDBD3F899D1}" destId="{B980CE8B-C3C6-4D16-BF96-7D51B6888099}" srcOrd="8" destOrd="0" presId="urn:microsoft.com/office/officeart/2005/8/layout/chevron1"/>
    <dgm:cxn modelId="{1B80C9F7-041F-4C21-97DC-FCFDE66E93BD}" type="presParOf" srcId="{5CF2B12A-6C8F-4E68-A572-3EDBD3F899D1}" destId="{B7E30B39-CAB3-4860-AE94-B9958E35FF38}" srcOrd="9" destOrd="0" presId="urn:microsoft.com/office/officeart/2005/8/layout/chevron1"/>
    <dgm:cxn modelId="{77FF3234-402F-49BE-B505-0343544F4CDC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3095F2A-3B8E-4841-AD16-DED2C27F3231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979580E-4C9E-4BA4-9524-29F265D1C0D1}" type="presOf" srcId="{C283FA72-CECD-45CD-8757-CEBC1A4221FD}" destId="{46C46EFF-D58B-4C32-A605-AB030B188E8A}" srcOrd="0" destOrd="0" presId="urn:microsoft.com/office/officeart/2005/8/layout/chevron1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3438BC17-B4C3-480C-A489-EB62A994B350}" type="presOf" srcId="{79B09C74-4B47-45CC-B14C-97FE958DDD10}" destId="{ABEC49F3-BDF7-424B-9830-26B6CE2FFD7D}" srcOrd="0" destOrd="0" presId="urn:microsoft.com/office/officeart/2005/8/layout/chevron1"/>
    <dgm:cxn modelId="{FB37EB7B-B685-454E-BA5F-25B2A2E7DCA0}" type="presOf" srcId="{ADB0E6A0-597F-4355-A94B-F9106C2FC297}" destId="{B980CE8B-C3C6-4D16-BF96-7D51B6888099}" srcOrd="0" destOrd="0" presId="urn:microsoft.com/office/officeart/2005/8/layout/chevron1"/>
    <dgm:cxn modelId="{09BD50E3-3328-4F78-B1C4-645F259E66FA}" type="presOf" srcId="{F7F02C57-F794-4829-816A-8ADA1A646B5F}" destId="{53248EB4-CEF6-4177-84FC-8846ABBB4977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E4E61D2D-6311-4A3D-A6DC-5C2B7505994F}" type="presOf" srcId="{7BA8313D-8C09-4314-9637-731292CBC83C}" destId="{A86E4080-92AD-4939-B332-E07C48764045}" srcOrd="0" destOrd="0" presId="urn:microsoft.com/office/officeart/2005/8/layout/chevron1"/>
    <dgm:cxn modelId="{1D21F4BB-4BB3-4E65-BA91-38E7CEA37D65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D4838D75-6BB5-42DB-A9D2-41013D4609DE}" type="presParOf" srcId="{5CF2B12A-6C8F-4E68-A572-3EDBD3F899D1}" destId="{59B237D4-C896-464B-8B66-907E7BC384C0}" srcOrd="0" destOrd="0" presId="urn:microsoft.com/office/officeart/2005/8/layout/chevron1"/>
    <dgm:cxn modelId="{5E914C87-BFCE-4F85-9F14-D1C5E5FCB4EB}" type="presParOf" srcId="{5CF2B12A-6C8F-4E68-A572-3EDBD3F899D1}" destId="{6DC5E9E8-AE98-4EBC-9670-F707EB7EC751}" srcOrd="1" destOrd="0" presId="urn:microsoft.com/office/officeart/2005/8/layout/chevron1"/>
    <dgm:cxn modelId="{520F3EDB-CA12-4A0D-BF39-B12F8EC59AE0}" type="presParOf" srcId="{5CF2B12A-6C8F-4E68-A572-3EDBD3F899D1}" destId="{A86E4080-92AD-4939-B332-E07C48764045}" srcOrd="2" destOrd="0" presId="urn:microsoft.com/office/officeart/2005/8/layout/chevron1"/>
    <dgm:cxn modelId="{1F9F0528-0F57-4BE9-8FE0-86E18F531876}" type="presParOf" srcId="{5CF2B12A-6C8F-4E68-A572-3EDBD3F899D1}" destId="{642A9323-1F67-4A5D-8857-DF1A6BD242AE}" srcOrd="3" destOrd="0" presId="urn:microsoft.com/office/officeart/2005/8/layout/chevron1"/>
    <dgm:cxn modelId="{FE48BAC3-32F7-480A-A6F1-9DEB7EA292E4}" type="presParOf" srcId="{5CF2B12A-6C8F-4E68-A572-3EDBD3F899D1}" destId="{46C46EFF-D58B-4C32-A605-AB030B188E8A}" srcOrd="4" destOrd="0" presId="urn:microsoft.com/office/officeart/2005/8/layout/chevron1"/>
    <dgm:cxn modelId="{BA4717C8-30D1-4482-A893-A78057455C2A}" type="presParOf" srcId="{5CF2B12A-6C8F-4E68-A572-3EDBD3F899D1}" destId="{AE4BA504-6F3B-4F28-BB59-4E979864B31E}" srcOrd="5" destOrd="0" presId="urn:microsoft.com/office/officeart/2005/8/layout/chevron1"/>
    <dgm:cxn modelId="{B63D1D8D-BC93-4A80-ABCF-5FA0E777D61B}" type="presParOf" srcId="{5CF2B12A-6C8F-4E68-A572-3EDBD3F899D1}" destId="{53248EB4-CEF6-4177-84FC-8846ABBB4977}" srcOrd="6" destOrd="0" presId="urn:microsoft.com/office/officeart/2005/8/layout/chevron1"/>
    <dgm:cxn modelId="{54901D42-C015-4AC3-B10C-616926A7EE30}" type="presParOf" srcId="{5CF2B12A-6C8F-4E68-A572-3EDBD3F899D1}" destId="{B52DE6A5-CFDA-47E7-BAA7-D6D3087952FC}" srcOrd="7" destOrd="0" presId="urn:microsoft.com/office/officeart/2005/8/layout/chevron1"/>
    <dgm:cxn modelId="{8BC7014F-F117-4C75-BEFB-EF9D3683D3BF}" type="presParOf" srcId="{5CF2B12A-6C8F-4E68-A572-3EDBD3F899D1}" destId="{B980CE8B-C3C6-4D16-BF96-7D51B6888099}" srcOrd="8" destOrd="0" presId="urn:microsoft.com/office/officeart/2005/8/layout/chevron1"/>
    <dgm:cxn modelId="{831D673D-9478-4EE9-B625-D9EF7B1F33AC}" type="presParOf" srcId="{5CF2B12A-6C8F-4E68-A572-3EDBD3F899D1}" destId="{B7E30B39-CAB3-4860-AE94-B9958E35FF38}" srcOrd="9" destOrd="0" presId="urn:microsoft.com/office/officeart/2005/8/layout/chevron1"/>
    <dgm:cxn modelId="{501B2586-050A-40A0-9846-5CA1E0EEDFC4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9B58493-F830-47E4-8C05-F6A59DB5F506}" type="presOf" srcId="{ADB0E6A0-597F-4355-A94B-F9106C2FC297}" destId="{B980CE8B-C3C6-4D16-BF96-7D51B6888099}" srcOrd="0" destOrd="0" presId="urn:microsoft.com/office/officeart/2005/8/layout/chevron1"/>
    <dgm:cxn modelId="{F4C0C2CF-CC79-4F66-A7BB-E869F55BCB7D}" type="presOf" srcId="{79B09C74-4B47-45CC-B14C-97FE958DDD10}" destId="{ABEC49F3-BDF7-424B-9830-26B6CE2FFD7D}" srcOrd="0" destOrd="0" presId="urn:microsoft.com/office/officeart/2005/8/layout/chevron1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6EB14BF2-7FD0-4FD3-90CA-18D5FD01D325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71DE733C-8F3A-4536-B715-0256CC29C967}" type="presOf" srcId="{9BF9F257-8AA1-4884-82E7-D0FBEB140172}" destId="{59B237D4-C896-464B-8B66-907E7BC384C0}" srcOrd="0" destOrd="0" presId="urn:microsoft.com/office/officeart/2005/8/layout/chevron1"/>
    <dgm:cxn modelId="{D72F9B13-8642-4D10-8E8F-AD1B68783BF3}" type="presOf" srcId="{93E2F1D1-360B-4DFF-8B3E-7A0480FA2199}" destId="{5CF2B12A-6C8F-4E68-A572-3EDBD3F899D1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4CD9BE28-09F3-42BA-B1F2-284D5C63021D}" type="presOf" srcId="{F7F02C57-F794-4829-816A-8ADA1A646B5F}" destId="{53248EB4-CEF6-4177-84FC-8846ABBB4977}" srcOrd="0" destOrd="0" presId="urn:microsoft.com/office/officeart/2005/8/layout/chevron1"/>
    <dgm:cxn modelId="{2F8CE401-928D-4088-813B-B96040893C42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3E9D672-FD83-485A-8342-A5BE6B5ADF44}" type="presParOf" srcId="{5CF2B12A-6C8F-4E68-A572-3EDBD3F899D1}" destId="{59B237D4-C896-464B-8B66-907E7BC384C0}" srcOrd="0" destOrd="0" presId="urn:microsoft.com/office/officeart/2005/8/layout/chevron1"/>
    <dgm:cxn modelId="{C040E475-381A-4B26-AF48-0289A8A42529}" type="presParOf" srcId="{5CF2B12A-6C8F-4E68-A572-3EDBD3F899D1}" destId="{6DC5E9E8-AE98-4EBC-9670-F707EB7EC751}" srcOrd="1" destOrd="0" presId="urn:microsoft.com/office/officeart/2005/8/layout/chevron1"/>
    <dgm:cxn modelId="{53D89EC2-4DCB-4ED5-B409-D9222AF38F15}" type="presParOf" srcId="{5CF2B12A-6C8F-4E68-A572-3EDBD3F899D1}" destId="{A86E4080-92AD-4939-B332-E07C48764045}" srcOrd="2" destOrd="0" presId="urn:microsoft.com/office/officeart/2005/8/layout/chevron1"/>
    <dgm:cxn modelId="{0483BB03-BDCC-40F6-9F45-2AC22A6BA42B}" type="presParOf" srcId="{5CF2B12A-6C8F-4E68-A572-3EDBD3F899D1}" destId="{642A9323-1F67-4A5D-8857-DF1A6BD242AE}" srcOrd="3" destOrd="0" presId="urn:microsoft.com/office/officeart/2005/8/layout/chevron1"/>
    <dgm:cxn modelId="{C54EBB65-0FC7-487A-B10F-72C0395F24F4}" type="presParOf" srcId="{5CF2B12A-6C8F-4E68-A572-3EDBD3F899D1}" destId="{46C46EFF-D58B-4C32-A605-AB030B188E8A}" srcOrd="4" destOrd="0" presId="urn:microsoft.com/office/officeart/2005/8/layout/chevron1"/>
    <dgm:cxn modelId="{E8416C05-7993-48F0-9C86-B2BE60EBBD9C}" type="presParOf" srcId="{5CF2B12A-6C8F-4E68-A572-3EDBD3F899D1}" destId="{AE4BA504-6F3B-4F28-BB59-4E979864B31E}" srcOrd="5" destOrd="0" presId="urn:microsoft.com/office/officeart/2005/8/layout/chevron1"/>
    <dgm:cxn modelId="{630F39BF-FD85-4A77-ACB4-E2A308CB2E86}" type="presParOf" srcId="{5CF2B12A-6C8F-4E68-A572-3EDBD3F899D1}" destId="{53248EB4-CEF6-4177-84FC-8846ABBB4977}" srcOrd="6" destOrd="0" presId="urn:microsoft.com/office/officeart/2005/8/layout/chevron1"/>
    <dgm:cxn modelId="{EF23F66A-284F-4A72-835A-2BF63D6F712A}" type="presParOf" srcId="{5CF2B12A-6C8F-4E68-A572-3EDBD3F899D1}" destId="{B52DE6A5-CFDA-47E7-BAA7-D6D3087952FC}" srcOrd="7" destOrd="0" presId="urn:microsoft.com/office/officeart/2005/8/layout/chevron1"/>
    <dgm:cxn modelId="{E1543C52-D046-474E-ABEA-CDC8C68ED18F}" type="presParOf" srcId="{5CF2B12A-6C8F-4E68-A572-3EDBD3F899D1}" destId="{B980CE8B-C3C6-4D16-BF96-7D51B6888099}" srcOrd="8" destOrd="0" presId="urn:microsoft.com/office/officeart/2005/8/layout/chevron1"/>
    <dgm:cxn modelId="{579A5B8E-5039-4085-BA71-F974FCF6F9B2}" type="presParOf" srcId="{5CF2B12A-6C8F-4E68-A572-3EDBD3F899D1}" destId="{B7E30B39-CAB3-4860-AE94-B9958E35FF38}" srcOrd="9" destOrd="0" presId="urn:microsoft.com/office/officeart/2005/8/layout/chevron1"/>
    <dgm:cxn modelId="{03E6834A-FE2F-41C2-9928-6A67F94CF849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F73AF894-14D4-48FC-85DF-F761D03A91ED}" type="presOf" srcId="{F7F02C57-F794-4829-816A-8ADA1A646B5F}" destId="{53248EB4-CEF6-4177-84FC-8846ABBB4977}" srcOrd="0" destOrd="0" presId="urn:microsoft.com/office/officeart/2005/8/layout/chevron1"/>
    <dgm:cxn modelId="{21F68D64-7328-49D4-919D-F8ADA0009CC9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70E536A-8F73-47A9-AA5C-471505E55F91}" type="presOf" srcId="{7BA8313D-8C09-4314-9637-731292CBC83C}" destId="{A86E4080-92AD-4939-B332-E07C48764045}" srcOrd="0" destOrd="0" presId="urn:microsoft.com/office/officeart/2005/8/layout/chevron1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6E932965-C3D2-43BE-835F-8AC450C23FFB}" type="presOf" srcId="{C283FA72-CECD-45CD-8757-CEBC1A4221FD}" destId="{46C46EFF-D58B-4C32-A605-AB030B188E8A}" srcOrd="0" destOrd="0" presId="urn:microsoft.com/office/officeart/2005/8/layout/chevron1"/>
    <dgm:cxn modelId="{45AEFB82-FCFF-4262-B6B3-01B88E067CCB}" type="presOf" srcId="{93E2F1D1-360B-4DFF-8B3E-7A0480FA2199}" destId="{5CF2B12A-6C8F-4E68-A572-3EDBD3F899D1}" srcOrd="0" destOrd="0" presId="urn:microsoft.com/office/officeart/2005/8/layout/chevron1"/>
    <dgm:cxn modelId="{3DCF5C85-E2E6-4A35-878E-47D816C0C143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6825CBE0-1925-403B-B24D-30D520CC147E}" type="presOf" srcId="{ADB0E6A0-597F-4355-A94B-F9106C2FC297}" destId="{B980CE8B-C3C6-4D16-BF96-7D51B6888099}" srcOrd="0" destOrd="0" presId="urn:microsoft.com/office/officeart/2005/8/layout/chevron1"/>
    <dgm:cxn modelId="{9ACD2AD1-AD81-4A03-AFBA-CF48416DE16D}" type="presParOf" srcId="{5CF2B12A-6C8F-4E68-A572-3EDBD3F899D1}" destId="{59B237D4-C896-464B-8B66-907E7BC384C0}" srcOrd="0" destOrd="0" presId="urn:microsoft.com/office/officeart/2005/8/layout/chevron1"/>
    <dgm:cxn modelId="{27AE9776-820D-42B9-B2AE-B59A93B9EA53}" type="presParOf" srcId="{5CF2B12A-6C8F-4E68-A572-3EDBD3F899D1}" destId="{6DC5E9E8-AE98-4EBC-9670-F707EB7EC751}" srcOrd="1" destOrd="0" presId="urn:microsoft.com/office/officeart/2005/8/layout/chevron1"/>
    <dgm:cxn modelId="{A475BFE1-34CB-4136-9A0F-A79A59961D8A}" type="presParOf" srcId="{5CF2B12A-6C8F-4E68-A572-3EDBD3F899D1}" destId="{A86E4080-92AD-4939-B332-E07C48764045}" srcOrd="2" destOrd="0" presId="urn:microsoft.com/office/officeart/2005/8/layout/chevron1"/>
    <dgm:cxn modelId="{24B0CBA6-A7C0-4282-84AB-001D02DEA3D4}" type="presParOf" srcId="{5CF2B12A-6C8F-4E68-A572-3EDBD3F899D1}" destId="{642A9323-1F67-4A5D-8857-DF1A6BD242AE}" srcOrd="3" destOrd="0" presId="urn:microsoft.com/office/officeart/2005/8/layout/chevron1"/>
    <dgm:cxn modelId="{24181501-CA3F-4644-B9D4-1524D7CDB62F}" type="presParOf" srcId="{5CF2B12A-6C8F-4E68-A572-3EDBD3F899D1}" destId="{46C46EFF-D58B-4C32-A605-AB030B188E8A}" srcOrd="4" destOrd="0" presId="urn:microsoft.com/office/officeart/2005/8/layout/chevron1"/>
    <dgm:cxn modelId="{D919AD72-0B53-463A-825D-21D521C01110}" type="presParOf" srcId="{5CF2B12A-6C8F-4E68-A572-3EDBD3F899D1}" destId="{AE4BA504-6F3B-4F28-BB59-4E979864B31E}" srcOrd="5" destOrd="0" presId="urn:microsoft.com/office/officeart/2005/8/layout/chevron1"/>
    <dgm:cxn modelId="{E2F2C929-CFB4-482A-9487-724F3026D65C}" type="presParOf" srcId="{5CF2B12A-6C8F-4E68-A572-3EDBD3F899D1}" destId="{53248EB4-CEF6-4177-84FC-8846ABBB4977}" srcOrd="6" destOrd="0" presId="urn:microsoft.com/office/officeart/2005/8/layout/chevron1"/>
    <dgm:cxn modelId="{4B18AA5A-6DAD-48F1-BD8D-90B02157A1D3}" type="presParOf" srcId="{5CF2B12A-6C8F-4E68-A572-3EDBD3F899D1}" destId="{B52DE6A5-CFDA-47E7-BAA7-D6D3087952FC}" srcOrd="7" destOrd="0" presId="urn:microsoft.com/office/officeart/2005/8/layout/chevron1"/>
    <dgm:cxn modelId="{772F7867-1E37-41B0-B469-489FA6E85CE3}" type="presParOf" srcId="{5CF2B12A-6C8F-4E68-A572-3EDBD3F899D1}" destId="{B980CE8B-C3C6-4D16-BF96-7D51B6888099}" srcOrd="8" destOrd="0" presId="urn:microsoft.com/office/officeart/2005/8/layout/chevron1"/>
    <dgm:cxn modelId="{37928AA6-36DA-428A-8A7B-39AEA1B97EE0}" type="presParOf" srcId="{5CF2B12A-6C8F-4E68-A572-3EDBD3F899D1}" destId="{B7E30B39-CAB3-4860-AE94-B9958E35FF38}" srcOrd="9" destOrd="0" presId="urn:microsoft.com/office/officeart/2005/8/layout/chevron1"/>
    <dgm:cxn modelId="{EF739A9C-761F-43FB-92A4-0A337A58E14A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0D13EDE-3F02-4B8A-BCAA-275B6783DBD5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575CB67-8DE2-4D10-9F4D-B7F2264F3FF6}" type="presOf" srcId="{ADB0E6A0-597F-4355-A94B-F9106C2FC297}" destId="{B980CE8B-C3C6-4D16-BF96-7D51B6888099}" srcOrd="0" destOrd="0" presId="urn:microsoft.com/office/officeart/2005/8/layout/chevron1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FC99776D-6EF3-425D-95DF-4B129EAA03B0}" type="presOf" srcId="{93E2F1D1-360B-4DFF-8B3E-7A0480FA2199}" destId="{5CF2B12A-6C8F-4E68-A572-3EDBD3F899D1}" srcOrd="0" destOrd="0" presId="urn:microsoft.com/office/officeart/2005/8/layout/chevron1"/>
    <dgm:cxn modelId="{15115825-81B2-433C-BAEA-C109FE504C94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B61C7031-19DB-4E71-8D1F-DF924043964A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5BA11CB1-FAB6-4618-AF5A-142B1C0FDEFF}" type="presOf" srcId="{9BF9F257-8AA1-4884-82E7-D0FBEB140172}" destId="{59B237D4-C896-464B-8B66-907E7BC384C0}" srcOrd="0" destOrd="0" presId="urn:microsoft.com/office/officeart/2005/8/layout/chevron1"/>
    <dgm:cxn modelId="{C5D74AAA-43BD-4F64-A613-6059E536867A}" type="presOf" srcId="{F7F02C57-F794-4829-816A-8ADA1A646B5F}" destId="{53248EB4-CEF6-4177-84FC-8846ABBB4977}" srcOrd="0" destOrd="0" presId="urn:microsoft.com/office/officeart/2005/8/layout/chevron1"/>
    <dgm:cxn modelId="{5A720D51-0CAE-4B30-B63B-2C5BE594A67C}" type="presParOf" srcId="{5CF2B12A-6C8F-4E68-A572-3EDBD3F899D1}" destId="{59B237D4-C896-464B-8B66-907E7BC384C0}" srcOrd="0" destOrd="0" presId="urn:microsoft.com/office/officeart/2005/8/layout/chevron1"/>
    <dgm:cxn modelId="{66AE7468-D077-4F32-8F8D-B658CD847E7C}" type="presParOf" srcId="{5CF2B12A-6C8F-4E68-A572-3EDBD3F899D1}" destId="{6DC5E9E8-AE98-4EBC-9670-F707EB7EC751}" srcOrd="1" destOrd="0" presId="urn:microsoft.com/office/officeart/2005/8/layout/chevron1"/>
    <dgm:cxn modelId="{DB1C366A-A46B-41DA-A4D6-75EB4C272B17}" type="presParOf" srcId="{5CF2B12A-6C8F-4E68-A572-3EDBD3F899D1}" destId="{A86E4080-92AD-4939-B332-E07C48764045}" srcOrd="2" destOrd="0" presId="urn:microsoft.com/office/officeart/2005/8/layout/chevron1"/>
    <dgm:cxn modelId="{F7782B79-5BC2-4A9F-AFF1-87822CA08746}" type="presParOf" srcId="{5CF2B12A-6C8F-4E68-A572-3EDBD3F899D1}" destId="{642A9323-1F67-4A5D-8857-DF1A6BD242AE}" srcOrd="3" destOrd="0" presId="urn:microsoft.com/office/officeart/2005/8/layout/chevron1"/>
    <dgm:cxn modelId="{C8E8E5B8-12D5-4B8C-8972-24A5B1DFEA33}" type="presParOf" srcId="{5CF2B12A-6C8F-4E68-A572-3EDBD3F899D1}" destId="{46C46EFF-D58B-4C32-A605-AB030B188E8A}" srcOrd="4" destOrd="0" presId="urn:microsoft.com/office/officeart/2005/8/layout/chevron1"/>
    <dgm:cxn modelId="{C6B65DDA-3F74-48D8-9163-365608BD6094}" type="presParOf" srcId="{5CF2B12A-6C8F-4E68-A572-3EDBD3F899D1}" destId="{AE4BA504-6F3B-4F28-BB59-4E979864B31E}" srcOrd="5" destOrd="0" presId="urn:microsoft.com/office/officeart/2005/8/layout/chevron1"/>
    <dgm:cxn modelId="{D93959D6-5204-4A2A-AB3A-2D7C8BDCEA1D}" type="presParOf" srcId="{5CF2B12A-6C8F-4E68-A572-3EDBD3F899D1}" destId="{53248EB4-CEF6-4177-84FC-8846ABBB4977}" srcOrd="6" destOrd="0" presId="urn:microsoft.com/office/officeart/2005/8/layout/chevron1"/>
    <dgm:cxn modelId="{1F86F5AC-7659-47FB-BD77-9B68B1747E86}" type="presParOf" srcId="{5CF2B12A-6C8F-4E68-A572-3EDBD3F899D1}" destId="{B52DE6A5-CFDA-47E7-BAA7-D6D3087952FC}" srcOrd="7" destOrd="0" presId="urn:microsoft.com/office/officeart/2005/8/layout/chevron1"/>
    <dgm:cxn modelId="{4A8A0927-BC87-4871-A1CE-88C51E2549C3}" type="presParOf" srcId="{5CF2B12A-6C8F-4E68-A572-3EDBD3F899D1}" destId="{B980CE8B-C3C6-4D16-BF96-7D51B6888099}" srcOrd="8" destOrd="0" presId="urn:microsoft.com/office/officeart/2005/8/layout/chevron1"/>
    <dgm:cxn modelId="{4F945942-1138-46D3-ABC8-ED9A187978C1}" type="presParOf" srcId="{5CF2B12A-6C8F-4E68-A572-3EDBD3F899D1}" destId="{B7E30B39-CAB3-4860-AE94-B9958E35FF38}" srcOrd="9" destOrd="0" presId="urn:microsoft.com/office/officeart/2005/8/layout/chevron1"/>
    <dgm:cxn modelId="{2B4BB85F-EE84-47AB-A60D-0026A2C0F766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680DC1E5-6976-4CF8-829B-900DCC705471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5487B54F-1F9C-480C-A042-5318DDFB26BE}" type="presOf" srcId="{F7F02C57-F794-4829-816A-8ADA1A646B5F}" destId="{53248EB4-CEF6-4177-84FC-8846ABBB4977}" srcOrd="0" destOrd="0" presId="urn:microsoft.com/office/officeart/2005/8/layout/chevron1"/>
    <dgm:cxn modelId="{F1CF68A7-5DC7-4EDC-9BBD-AFF346F683AD}" type="presOf" srcId="{ADB0E6A0-597F-4355-A94B-F9106C2FC297}" destId="{B980CE8B-C3C6-4D16-BF96-7D51B6888099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9F276FA3-D59D-45A9-9B4F-E52FF3D7BAA7}" type="presOf" srcId="{7BA8313D-8C09-4314-9637-731292CBC83C}" destId="{A86E4080-92AD-4939-B332-E07C48764045}" srcOrd="0" destOrd="0" presId="urn:microsoft.com/office/officeart/2005/8/layout/chevron1"/>
    <dgm:cxn modelId="{A808089A-AF3B-476A-8FE8-92209C524E22}" type="presOf" srcId="{79B09C74-4B47-45CC-B14C-97FE958DDD10}" destId="{ABEC49F3-BDF7-424B-9830-26B6CE2FFD7D}" srcOrd="0" destOrd="0" presId="urn:microsoft.com/office/officeart/2005/8/layout/chevron1"/>
    <dgm:cxn modelId="{9670E856-DBC9-4B4A-AC5A-B59AE8A974D9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8D426E2C-6B66-4FB3-BB83-48FE9AA8F178}" type="presOf" srcId="{9BF9F257-8AA1-4884-82E7-D0FBEB140172}" destId="{59B237D4-C896-464B-8B66-907E7BC384C0}" srcOrd="0" destOrd="0" presId="urn:microsoft.com/office/officeart/2005/8/layout/chevron1"/>
    <dgm:cxn modelId="{3A5A7A73-CEE0-4E4D-8D88-14DE04450C62}" type="presParOf" srcId="{5CF2B12A-6C8F-4E68-A572-3EDBD3F899D1}" destId="{59B237D4-C896-464B-8B66-907E7BC384C0}" srcOrd="0" destOrd="0" presId="urn:microsoft.com/office/officeart/2005/8/layout/chevron1"/>
    <dgm:cxn modelId="{CD1B01B8-4C52-416E-A97E-09551A88D2BD}" type="presParOf" srcId="{5CF2B12A-6C8F-4E68-A572-3EDBD3F899D1}" destId="{6DC5E9E8-AE98-4EBC-9670-F707EB7EC751}" srcOrd="1" destOrd="0" presId="urn:microsoft.com/office/officeart/2005/8/layout/chevron1"/>
    <dgm:cxn modelId="{FEA2D6FC-7153-4AD0-A86F-205B8323CA5E}" type="presParOf" srcId="{5CF2B12A-6C8F-4E68-A572-3EDBD3F899D1}" destId="{A86E4080-92AD-4939-B332-E07C48764045}" srcOrd="2" destOrd="0" presId="urn:microsoft.com/office/officeart/2005/8/layout/chevron1"/>
    <dgm:cxn modelId="{F21E0779-11C1-4BD4-86B7-2C8FBA04A431}" type="presParOf" srcId="{5CF2B12A-6C8F-4E68-A572-3EDBD3F899D1}" destId="{642A9323-1F67-4A5D-8857-DF1A6BD242AE}" srcOrd="3" destOrd="0" presId="urn:microsoft.com/office/officeart/2005/8/layout/chevron1"/>
    <dgm:cxn modelId="{67F54FF2-01C5-477F-9DA4-8A4E941D0929}" type="presParOf" srcId="{5CF2B12A-6C8F-4E68-A572-3EDBD3F899D1}" destId="{46C46EFF-D58B-4C32-A605-AB030B188E8A}" srcOrd="4" destOrd="0" presId="urn:microsoft.com/office/officeart/2005/8/layout/chevron1"/>
    <dgm:cxn modelId="{793987C7-D1E5-433C-B0E9-CE8EEF5EC748}" type="presParOf" srcId="{5CF2B12A-6C8F-4E68-A572-3EDBD3F899D1}" destId="{AE4BA504-6F3B-4F28-BB59-4E979864B31E}" srcOrd="5" destOrd="0" presId="urn:microsoft.com/office/officeart/2005/8/layout/chevron1"/>
    <dgm:cxn modelId="{DB9778F4-CBF7-44BD-A180-EF07FD1F4336}" type="presParOf" srcId="{5CF2B12A-6C8F-4E68-A572-3EDBD3F899D1}" destId="{53248EB4-CEF6-4177-84FC-8846ABBB4977}" srcOrd="6" destOrd="0" presId="urn:microsoft.com/office/officeart/2005/8/layout/chevron1"/>
    <dgm:cxn modelId="{C01AD43B-EA6D-4487-9A95-F549B32B821D}" type="presParOf" srcId="{5CF2B12A-6C8F-4E68-A572-3EDBD3F899D1}" destId="{B52DE6A5-CFDA-47E7-BAA7-D6D3087952FC}" srcOrd="7" destOrd="0" presId="urn:microsoft.com/office/officeart/2005/8/layout/chevron1"/>
    <dgm:cxn modelId="{F3AB2D5E-4DAD-48E1-A0E5-112FEB0BD688}" type="presParOf" srcId="{5CF2B12A-6C8F-4E68-A572-3EDBD3F899D1}" destId="{B980CE8B-C3C6-4D16-BF96-7D51B6888099}" srcOrd="8" destOrd="0" presId="urn:microsoft.com/office/officeart/2005/8/layout/chevron1"/>
    <dgm:cxn modelId="{38152F46-6008-443F-BFEA-E45A832D132D}" type="presParOf" srcId="{5CF2B12A-6C8F-4E68-A572-3EDBD3F899D1}" destId="{B7E30B39-CAB3-4860-AE94-B9958E35FF38}" srcOrd="9" destOrd="0" presId="urn:microsoft.com/office/officeart/2005/8/layout/chevron1"/>
    <dgm:cxn modelId="{75B3E8F2-1E9B-4536-BEB2-B1D1666875DA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FAD3180-CCC8-4DC5-A424-32D2133086E7}" type="presOf" srcId="{C283FA72-CECD-45CD-8757-CEBC1A4221FD}" destId="{46C46EFF-D58B-4C32-A605-AB030B188E8A}" srcOrd="0" destOrd="0" presId="urn:microsoft.com/office/officeart/2005/8/layout/chevron1"/>
    <dgm:cxn modelId="{41F05E0F-18C0-45AB-8D44-73252D3B4A59}" type="presOf" srcId="{79B09C74-4B47-45CC-B14C-97FE958DDD10}" destId="{ABEC49F3-BDF7-424B-9830-26B6CE2FFD7D}" srcOrd="0" destOrd="0" presId="urn:microsoft.com/office/officeart/2005/8/layout/chevron1"/>
    <dgm:cxn modelId="{DB4A57A7-C679-4DAD-94ED-87C3CC36E419}" type="presOf" srcId="{7BA8313D-8C09-4314-9637-731292CBC83C}" destId="{A86E4080-92AD-4939-B332-E07C48764045}" srcOrd="0" destOrd="0" presId="urn:microsoft.com/office/officeart/2005/8/layout/chevron1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26224F85-58E3-4A8D-9FA0-F0D25F1395FC}" type="presOf" srcId="{F7F02C57-F794-4829-816A-8ADA1A646B5F}" destId="{53248EB4-CEF6-4177-84FC-8846ABBB4977}" srcOrd="0" destOrd="0" presId="urn:microsoft.com/office/officeart/2005/8/layout/chevron1"/>
    <dgm:cxn modelId="{6CFD4925-6B76-4490-BAD2-10221D6493AD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83AAD0A6-4DE9-409C-BC27-0973CC5C2A35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ACC28FB9-E8C2-4DD8-9217-5260A7324F79}" type="presOf" srcId="{ADB0E6A0-597F-4355-A94B-F9106C2FC297}" destId="{B980CE8B-C3C6-4D16-BF96-7D51B6888099}" srcOrd="0" destOrd="0" presId="urn:microsoft.com/office/officeart/2005/8/layout/chevron1"/>
    <dgm:cxn modelId="{C2DA90D7-2775-401C-A406-CC3402A1AB51}" type="presParOf" srcId="{5CF2B12A-6C8F-4E68-A572-3EDBD3F899D1}" destId="{59B237D4-C896-464B-8B66-907E7BC384C0}" srcOrd="0" destOrd="0" presId="urn:microsoft.com/office/officeart/2005/8/layout/chevron1"/>
    <dgm:cxn modelId="{DF6B0A1D-F8F3-4AD4-85E4-452FC18D9A47}" type="presParOf" srcId="{5CF2B12A-6C8F-4E68-A572-3EDBD3F899D1}" destId="{6DC5E9E8-AE98-4EBC-9670-F707EB7EC751}" srcOrd="1" destOrd="0" presId="urn:microsoft.com/office/officeart/2005/8/layout/chevron1"/>
    <dgm:cxn modelId="{1A5F67C8-E7E3-4392-A6F4-3B748C33337B}" type="presParOf" srcId="{5CF2B12A-6C8F-4E68-A572-3EDBD3F899D1}" destId="{A86E4080-92AD-4939-B332-E07C48764045}" srcOrd="2" destOrd="0" presId="urn:microsoft.com/office/officeart/2005/8/layout/chevron1"/>
    <dgm:cxn modelId="{5B7B5B40-87AD-47CE-9F61-7DEA2A1B7A7B}" type="presParOf" srcId="{5CF2B12A-6C8F-4E68-A572-3EDBD3F899D1}" destId="{642A9323-1F67-4A5D-8857-DF1A6BD242AE}" srcOrd="3" destOrd="0" presId="urn:microsoft.com/office/officeart/2005/8/layout/chevron1"/>
    <dgm:cxn modelId="{E2A57BE9-6C52-4F1F-B5AF-3851F8A0A238}" type="presParOf" srcId="{5CF2B12A-6C8F-4E68-A572-3EDBD3F899D1}" destId="{46C46EFF-D58B-4C32-A605-AB030B188E8A}" srcOrd="4" destOrd="0" presId="urn:microsoft.com/office/officeart/2005/8/layout/chevron1"/>
    <dgm:cxn modelId="{31C93D4E-7138-4661-8B20-F0B682D8C0D7}" type="presParOf" srcId="{5CF2B12A-6C8F-4E68-A572-3EDBD3F899D1}" destId="{AE4BA504-6F3B-4F28-BB59-4E979864B31E}" srcOrd="5" destOrd="0" presId="urn:microsoft.com/office/officeart/2005/8/layout/chevron1"/>
    <dgm:cxn modelId="{B5378968-346B-4ADF-AD8E-66BA51AD1011}" type="presParOf" srcId="{5CF2B12A-6C8F-4E68-A572-3EDBD3F899D1}" destId="{53248EB4-CEF6-4177-84FC-8846ABBB4977}" srcOrd="6" destOrd="0" presId="urn:microsoft.com/office/officeart/2005/8/layout/chevron1"/>
    <dgm:cxn modelId="{ADB61FCE-7656-48F8-8A69-0D3E1991A1E7}" type="presParOf" srcId="{5CF2B12A-6C8F-4E68-A572-3EDBD3F899D1}" destId="{B52DE6A5-CFDA-47E7-BAA7-D6D3087952FC}" srcOrd="7" destOrd="0" presId="urn:microsoft.com/office/officeart/2005/8/layout/chevron1"/>
    <dgm:cxn modelId="{AFADD8E8-41A1-482E-935A-757F581F7471}" type="presParOf" srcId="{5CF2B12A-6C8F-4E68-A572-3EDBD3F899D1}" destId="{B980CE8B-C3C6-4D16-BF96-7D51B6888099}" srcOrd="8" destOrd="0" presId="urn:microsoft.com/office/officeart/2005/8/layout/chevron1"/>
    <dgm:cxn modelId="{DE3CA59C-E88E-49A0-B86A-5015F23D625E}" type="presParOf" srcId="{5CF2B12A-6C8F-4E68-A572-3EDBD3F899D1}" destId="{B7E30B39-CAB3-4860-AE94-B9958E35FF38}" srcOrd="9" destOrd="0" presId="urn:microsoft.com/office/officeart/2005/8/layout/chevron1"/>
    <dgm:cxn modelId="{A3AA904B-D26A-40C3-BD8C-E5F6275B0608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935307D-7BAC-4AB8-85E9-072AC3F425DF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C16EEAAB-2E83-4B3E-9882-E4AD19FA2CED}" type="presOf" srcId="{ADB0E6A0-597F-4355-A94B-F9106C2FC297}" destId="{B980CE8B-C3C6-4D16-BF96-7D51B6888099}" srcOrd="0" destOrd="0" presId="urn:microsoft.com/office/officeart/2005/8/layout/chevron1"/>
    <dgm:cxn modelId="{49A3B085-DA32-4E9E-A0EC-FE084B2CDB2A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9150A048-B7E4-48A8-AA50-F5CA4CBE7E6D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4522737A-3A6A-47C2-9C29-EA44B02BFBBB}" type="presOf" srcId="{7BA8313D-8C09-4314-9637-731292CBC83C}" destId="{A86E4080-92AD-4939-B332-E07C48764045}" srcOrd="0" destOrd="0" presId="urn:microsoft.com/office/officeart/2005/8/layout/chevron1"/>
    <dgm:cxn modelId="{B016E2DD-AE28-4631-B5DA-E1EBE7850039}" type="presOf" srcId="{F7F02C57-F794-4829-816A-8ADA1A646B5F}" destId="{53248EB4-CEF6-4177-84FC-8846ABBB4977}" srcOrd="0" destOrd="0" presId="urn:microsoft.com/office/officeart/2005/8/layout/chevron1"/>
    <dgm:cxn modelId="{30E1F437-ABA6-4F53-B67B-B68EBE1CA0C7}" type="presOf" srcId="{79B09C74-4B47-45CC-B14C-97FE958DDD10}" destId="{ABEC49F3-BDF7-424B-9830-26B6CE2FFD7D}" srcOrd="0" destOrd="0" presId="urn:microsoft.com/office/officeart/2005/8/layout/chevron1"/>
    <dgm:cxn modelId="{E8E5EB13-317C-4031-A502-03423D049E18}" type="presParOf" srcId="{5CF2B12A-6C8F-4E68-A572-3EDBD3F899D1}" destId="{59B237D4-C896-464B-8B66-907E7BC384C0}" srcOrd="0" destOrd="0" presId="urn:microsoft.com/office/officeart/2005/8/layout/chevron1"/>
    <dgm:cxn modelId="{B735C512-67DF-4848-91D0-70B13B36ECEC}" type="presParOf" srcId="{5CF2B12A-6C8F-4E68-A572-3EDBD3F899D1}" destId="{6DC5E9E8-AE98-4EBC-9670-F707EB7EC751}" srcOrd="1" destOrd="0" presId="urn:microsoft.com/office/officeart/2005/8/layout/chevron1"/>
    <dgm:cxn modelId="{F4DEA258-B4C1-4074-B273-6F7FAB89933C}" type="presParOf" srcId="{5CF2B12A-6C8F-4E68-A572-3EDBD3F899D1}" destId="{A86E4080-92AD-4939-B332-E07C48764045}" srcOrd="2" destOrd="0" presId="urn:microsoft.com/office/officeart/2005/8/layout/chevron1"/>
    <dgm:cxn modelId="{52776953-7661-437B-91E1-1B797ADFEB90}" type="presParOf" srcId="{5CF2B12A-6C8F-4E68-A572-3EDBD3F899D1}" destId="{642A9323-1F67-4A5D-8857-DF1A6BD242AE}" srcOrd="3" destOrd="0" presId="urn:microsoft.com/office/officeart/2005/8/layout/chevron1"/>
    <dgm:cxn modelId="{BD11C23B-3777-4C25-83D8-73D090C01B67}" type="presParOf" srcId="{5CF2B12A-6C8F-4E68-A572-3EDBD3F899D1}" destId="{46C46EFF-D58B-4C32-A605-AB030B188E8A}" srcOrd="4" destOrd="0" presId="urn:microsoft.com/office/officeart/2005/8/layout/chevron1"/>
    <dgm:cxn modelId="{60A56CD3-D3D4-4666-AF96-D913EDAA46F6}" type="presParOf" srcId="{5CF2B12A-6C8F-4E68-A572-3EDBD3F899D1}" destId="{AE4BA504-6F3B-4F28-BB59-4E979864B31E}" srcOrd="5" destOrd="0" presId="urn:microsoft.com/office/officeart/2005/8/layout/chevron1"/>
    <dgm:cxn modelId="{298406D4-5694-42CE-9A3D-98B9F5458038}" type="presParOf" srcId="{5CF2B12A-6C8F-4E68-A572-3EDBD3F899D1}" destId="{53248EB4-CEF6-4177-84FC-8846ABBB4977}" srcOrd="6" destOrd="0" presId="urn:microsoft.com/office/officeart/2005/8/layout/chevron1"/>
    <dgm:cxn modelId="{B69EB355-54BA-4DFE-AC10-9995CCF35AB8}" type="presParOf" srcId="{5CF2B12A-6C8F-4E68-A572-3EDBD3F899D1}" destId="{B52DE6A5-CFDA-47E7-BAA7-D6D3087952FC}" srcOrd="7" destOrd="0" presId="urn:microsoft.com/office/officeart/2005/8/layout/chevron1"/>
    <dgm:cxn modelId="{336BECB0-84DA-4DEF-B336-84676DFF2670}" type="presParOf" srcId="{5CF2B12A-6C8F-4E68-A572-3EDBD3F899D1}" destId="{B980CE8B-C3C6-4D16-BF96-7D51B6888099}" srcOrd="8" destOrd="0" presId="urn:microsoft.com/office/officeart/2005/8/layout/chevron1"/>
    <dgm:cxn modelId="{5C4D6E4C-CDBB-4B67-8279-648AE7D6C7EB}" type="presParOf" srcId="{5CF2B12A-6C8F-4E68-A572-3EDBD3F899D1}" destId="{B7E30B39-CAB3-4860-AE94-B9958E35FF38}" srcOrd="9" destOrd="0" presId="urn:microsoft.com/office/officeart/2005/8/layout/chevron1"/>
    <dgm:cxn modelId="{36A2B4B6-570E-4655-BC1C-A6D582908111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5DDB172F-FFBE-42AE-9149-C1EA9321DAED}" type="presOf" srcId="{C283FA72-CECD-45CD-8757-CEBC1A4221FD}" destId="{46C46EFF-D58B-4C32-A605-AB030B188E8A}" srcOrd="0" destOrd="0" presId="urn:microsoft.com/office/officeart/2005/8/layout/chevron1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690CED1C-D967-480C-B312-D4D254FCA4A8}" type="presOf" srcId="{9BF9F257-8AA1-4884-82E7-D0FBEB140172}" destId="{59B237D4-C896-464B-8B66-907E7BC384C0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35E2BED4-B41D-4A57-B10C-2AB4A6A4C6A9}" type="presOf" srcId="{ADB0E6A0-597F-4355-A94B-F9106C2FC297}" destId="{B980CE8B-C3C6-4D16-BF96-7D51B6888099}" srcOrd="0" destOrd="0" presId="urn:microsoft.com/office/officeart/2005/8/layout/chevron1"/>
    <dgm:cxn modelId="{62247B29-80BE-48F9-9CE2-559BD5E3AD46}" type="presOf" srcId="{79B09C74-4B47-45CC-B14C-97FE958DDD10}" destId="{ABEC49F3-BDF7-424B-9830-26B6CE2FFD7D}" srcOrd="0" destOrd="0" presId="urn:microsoft.com/office/officeart/2005/8/layout/chevron1"/>
    <dgm:cxn modelId="{4FDE62B1-1B9A-4889-AAD2-996A2A5B6E65}" type="presOf" srcId="{7BA8313D-8C09-4314-9637-731292CBC83C}" destId="{A86E4080-92AD-4939-B332-E07C48764045}" srcOrd="0" destOrd="0" presId="urn:microsoft.com/office/officeart/2005/8/layout/chevron1"/>
    <dgm:cxn modelId="{E2E75F40-F21E-4EE7-9B2B-187A5F04C0C9}" type="presOf" srcId="{F7F02C57-F794-4829-816A-8ADA1A646B5F}" destId="{53248EB4-CEF6-4177-84FC-8846ABBB4977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71A45DCC-C9E7-47A2-A6B0-69B95AB5679C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AE5F8553-DC32-4A5A-9A27-E9A430069403}" type="presParOf" srcId="{5CF2B12A-6C8F-4E68-A572-3EDBD3F899D1}" destId="{59B237D4-C896-464B-8B66-907E7BC384C0}" srcOrd="0" destOrd="0" presId="urn:microsoft.com/office/officeart/2005/8/layout/chevron1"/>
    <dgm:cxn modelId="{9F20586F-1C38-4CEC-BB89-7E51459E9ED9}" type="presParOf" srcId="{5CF2B12A-6C8F-4E68-A572-3EDBD3F899D1}" destId="{6DC5E9E8-AE98-4EBC-9670-F707EB7EC751}" srcOrd="1" destOrd="0" presId="urn:microsoft.com/office/officeart/2005/8/layout/chevron1"/>
    <dgm:cxn modelId="{ED386B7D-18EC-41F2-B50D-4B7849DF0B84}" type="presParOf" srcId="{5CF2B12A-6C8F-4E68-A572-3EDBD3F899D1}" destId="{A86E4080-92AD-4939-B332-E07C48764045}" srcOrd="2" destOrd="0" presId="urn:microsoft.com/office/officeart/2005/8/layout/chevron1"/>
    <dgm:cxn modelId="{6009CB23-D770-4699-86BD-15E853D46B86}" type="presParOf" srcId="{5CF2B12A-6C8F-4E68-A572-3EDBD3F899D1}" destId="{642A9323-1F67-4A5D-8857-DF1A6BD242AE}" srcOrd="3" destOrd="0" presId="urn:microsoft.com/office/officeart/2005/8/layout/chevron1"/>
    <dgm:cxn modelId="{859CE5CF-C6AC-4479-951A-782EBEE8B59D}" type="presParOf" srcId="{5CF2B12A-6C8F-4E68-A572-3EDBD3F899D1}" destId="{46C46EFF-D58B-4C32-A605-AB030B188E8A}" srcOrd="4" destOrd="0" presId="urn:microsoft.com/office/officeart/2005/8/layout/chevron1"/>
    <dgm:cxn modelId="{44B640C3-3C91-4434-9A4E-34D921587CDA}" type="presParOf" srcId="{5CF2B12A-6C8F-4E68-A572-3EDBD3F899D1}" destId="{AE4BA504-6F3B-4F28-BB59-4E979864B31E}" srcOrd="5" destOrd="0" presId="urn:microsoft.com/office/officeart/2005/8/layout/chevron1"/>
    <dgm:cxn modelId="{5519699B-73F0-4927-A27F-CC7101C6F1D1}" type="presParOf" srcId="{5CF2B12A-6C8F-4E68-A572-3EDBD3F899D1}" destId="{53248EB4-CEF6-4177-84FC-8846ABBB4977}" srcOrd="6" destOrd="0" presId="urn:microsoft.com/office/officeart/2005/8/layout/chevron1"/>
    <dgm:cxn modelId="{F97F96E4-90CF-4C16-957B-DC2ABBD120C6}" type="presParOf" srcId="{5CF2B12A-6C8F-4E68-A572-3EDBD3F899D1}" destId="{B52DE6A5-CFDA-47E7-BAA7-D6D3087952FC}" srcOrd="7" destOrd="0" presId="urn:microsoft.com/office/officeart/2005/8/layout/chevron1"/>
    <dgm:cxn modelId="{2CF18DEA-4C5F-424A-819B-09E64474BDAD}" type="presParOf" srcId="{5CF2B12A-6C8F-4E68-A572-3EDBD3F899D1}" destId="{B980CE8B-C3C6-4D16-BF96-7D51B6888099}" srcOrd="8" destOrd="0" presId="urn:microsoft.com/office/officeart/2005/8/layout/chevron1"/>
    <dgm:cxn modelId="{4CC94CC9-107D-4506-BA0B-E977EC6EDC70}" type="presParOf" srcId="{5CF2B12A-6C8F-4E68-A572-3EDBD3F899D1}" destId="{B7E30B39-CAB3-4860-AE94-B9958E35FF38}" srcOrd="9" destOrd="0" presId="urn:microsoft.com/office/officeart/2005/8/layout/chevron1"/>
    <dgm:cxn modelId="{B2652D73-C3DB-42D0-939C-6F4B233E5334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D735CD55-D74F-4E33-9F93-7A5766B600EE}" type="presOf" srcId="{ADB0E6A0-597F-4355-A94B-F9106C2FC297}" destId="{B980CE8B-C3C6-4D16-BF96-7D51B6888099}" srcOrd="0" destOrd="0" presId="urn:microsoft.com/office/officeart/2005/8/layout/chevron1"/>
    <dgm:cxn modelId="{47B514F5-7ACA-4FE5-AD10-E71DF061B8E7}" type="presOf" srcId="{7BA8313D-8C09-4314-9637-731292CBC83C}" destId="{A86E4080-92AD-4939-B332-E07C48764045}" srcOrd="0" destOrd="0" presId="urn:microsoft.com/office/officeart/2005/8/layout/chevron1"/>
    <dgm:cxn modelId="{034BCA13-7951-4602-B4B6-E2142FA40020}" type="presOf" srcId="{9BF9F257-8AA1-4884-82E7-D0FBEB140172}" destId="{59B237D4-C896-464B-8B66-907E7BC384C0}" srcOrd="0" destOrd="0" presId="urn:microsoft.com/office/officeart/2005/8/layout/chevron1"/>
    <dgm:cxn modelId="{B5D8F2B9-1AC2-468F-AEC1-945DC7134327}" type="presOf" srcId="{C283FA72-CECD-45CD-8757-CEBC1A4221FD}" destId="{46C46EFF-D58B-4C32-A605-AB030B188E8A}" srcOrd="0" destOrd="0" presId="urn:microsoft.com/office/officeart/2005/8/layout/chevron1"/>
    <dgm:cxn modelId="{E6D194A3-D0F2-4105-BEAF-CF0C775962FB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69592673-53C2-4E91-B590-AA68E7D0D3E5}" type="presOf" srcId="{F7F02C57-F794-4829-816A-8ADA1A646B5F}" destId="{53248EB4-CEF6-4177-84FC-8846ABBB4977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37863F96-93B1-4C26-998B-CE744D4F3AC1}" type="presOf" srcId="{79B09C74-4B47-45CC-B14C-97FE958DDD10}" destId="{ABEC49F3-BDF7-424B-9830-26B6CE2FFD7D}" srcOrd="0" destOrd="0" presId="urn:microsoft.com/office/officeart/2005/8/layout/chevron1"/>
    <dgm:cxn modelId="{2943F5DE-291C-4452-BD23-EF874F8317CE}" type="presParOf" srcId="{5CF2B12A-6C8F-4E68-A572-3EDBD3F899D1}" destId="{59B237D4-C896-464B-8B66-907E7BC384C0}" srcOrd="0" destOrd="0" presId="urn:microsoft.com/office/officeart/2005/8/layout/chevron1"/>
    <dgm:cxn modelId="{04D5E983-A453-4B88-BA40-73DA0E9F907B}" type="presParOf" srcId="{5CF2B12A-6C8F-4E68-A572-3EDBD3F899D1}" destId="{6DC5E9E8-AE98-4EBC-9670-F707EB7EC751}" srcOrd="1" destOrd="0" presId="urn:microsoft.com/office/officeart/2005/8/layout/chevron1"/>
    <dgm:cxn modelId="{220AAFED-D77C-4435-B63B-FA8E07D3B8A7}" type="presParOf" srcId="{5CF2B12A-6C8F-4E68-A572-3EDBD3F899D1}" destId="{A86E4080-92AD-4939-B332-E07C48764045}" srcOrd="2" destOrd="0" presId="urn:microsoft.com/office/officeart/2005/8/layout/chevron1"/>
    <dgm:cxn modelId="{1A84468A-A5D7-42A3-AD04-FECCFC775CD4}" type="presParOf" srcId="{5CF2B12A-6C8F-4E68-A572-3EDBD3F899D1}" destId="{642A9323-1F67-4A5D-8857-DF1A6BD242AE}" srcOrd="3" destOrd="0" presId="urn:microsoft.com/office/officeart/2005/8/layout/chevron1"/>
    <dgm:cxn modelId="{534624B3-6B25-44A6-9CB9-8FC3F77AD0F5}" type="presParOf" srcId="{5CF2B12A-6C8F-4E68-A572-3EDBD3F899D1}" destId="{46C46EFF-D58B-4C32-A605-AB030B188E8A}" srcOrd="4" destOrd="0" presId="urn:microsoft.com/office/officeart/2005/8/layout/chevron1"/>
    <dgm:cxn modelId="{A2F04A8D-A02E-4311-BE8F-C5F5B3CE8D8C}" type="presParOf" srcId="{5CF2B12A-6C8F-4E68-A572-3EDBD3F899D1}" destId="{AE4BA504-6F3B-4F28-BB59-4E979864B31E}" srcOrd="5" destOrd="0" presId="urn:microsoft.com/office/officeart/2005/8/layout/chevron1"/>
    <dgm:cxn modelId="{86B2F98F-F74F-4C2A-9D9F-E51B42AC4311}" type="presParOf" srcId="{5CF2B12A-6C8F-4E68-A572-3EDBD3F899D1}" destId="{53248EB4-CEF6-4177-84FC-8846ABBB4977}" srcOrd="6" destOrd="0" presId="urn:microsoft.com/office/officeart/2005/8/layout/chevron1"/>
    <dgm:cxn modelId="{35000D37-3105-4C4E-B72F-CF942712AE5E}" type="presParOf" srcId="{5CF2B12A-6C8F-4E68-A572-3EDBD3F899D1}" destId="{B52DE6A5-CFDA-47E7-BAA7-D6D3087952FC}" srcOrd="7" destOrd="0" presId="urn:microsoft.com/office/officeart/2005/8/layout/chevron1"/>
    <dgm:cxn modelId="{DDF3C280-6BCF-4AC5-AF29-864227B87F3D}" type="presParOf" srcId="{5CF2B12A-6C8F-4E68-A572-3EDBD3F899D1}" destId="{B980CE8B-C3C6-4D16-BF96-7D51B6888099}" srcOrd="8" destOrd="0" presId="urn:microsoft.com/office/officeart/2005/8/layout/chevron1"/>
    <dgm:cxn modelId="{F574E10C-BBD3-4FF0-B0E0-F4FA9301B3F8}" type="presParOf" srcId="{5CF2B12A-6C8F-4E68-A572-3EDBD3F899D1}" destId="{B7E30B39-CAB3-4860-AE94-B9958E35FF38}" srcOrd="9" destOrd="0" presId="urn:microsoft.com/office/officeart/2005/8/layout/chevron1"/>
    <dgm:cxn modelId="{853644BF-5F05-4153-9BDB-84A3F94DD4EA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985376E-D91B-4942-8FD1-033299ACEDF9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E5D8B1A7-517A-4FCE-8148-9F108D8629B9}" type="presOf" srcId="{7BA8313D-8C09-4314-9637-731292CBC83C}" destId="{A86E4080-92AD-4939-B332-E07C48764045}" srcOrd="0" destOrd="0" presId="urn:microsoft.com/office/officeart/2005/8/layout/chevron1"/>
    <dgm:cxn modelId="{B8E50105-1FCB-47E5-8C7A-4772777A0B1E}" type="presOf" srcId="{F7F02C57-F794-4829-816A-8ADA1A646B5F}" destId="{53248EB4-CEF6-4177-84FC-8846ABBB4977}" srcOrd="0" destOrd="0" presId="urn:microsoft.com/office/officeart/2005/8/layout/chevron1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8EB6FC70-BD4E-4ACB-808E-80899FFD590D}" type="presOf" srcId="{ADB0E6A0-597F-4355-A94B-F9106C2FC297}" destId="{B980CE8B-C3C6-4D16-BF96-7D51B6888099}" srcOrd="0" destOrd="0" presId="urn:microsoft.com/office/officeart/2005/8/layout/chevron1"/>
    <dgm:cxn modelId="{A757F800-3F81-4398-B115-FB31D252E621}" type="presOf" srcId="{79B09C74-4B47-45CC-B14C-97FE958DDD10}" destId="{ABEC49F3-BDF7-424B-9830-26B6CE2FFD7D}" srcOrd="0" destOrd="0" presId="urn:microsoft.com/office/officeart/2005/8/layout/chevron1"/>
    <dgm:cxn modelId="{70122FFD-CF07-4729-86C8-A9E928504AD9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3E97ED88-CCD0-435C-A210-E43ED13C4D85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60103FBB-7CC7-46F2-A4CC-6F8C1FC8A86D}" type="presParOf" srcId="{5CF2B12A-6C8F-4E68-A572-3EDBD3F899D1}" destId="{59B237D4-C896-464B-8B66-907E7BC384C0}" srcOrd="0" destOrd="0" presId="urn:microsoft.com/office/officeart/2005/8/layout/chevron1"/>
    <dgm:cxn modelId="{8174F991-2EB6-4EC1-9722-E8AAF2CCDC20}" type="presParOf" srcId="{5CF2B12A-6C8F-4E68-A572-3EDBD3F899D1}" destId="{6DC5E9E8-AE98-4EBC-9670-F707EB7EC751}" srcOrd="1" destOrd="0" presId="urn:microsoft.com/office/officeart/2005/8/layout/chevron1"/>
    <dgm:cxn modelId="{D5A36D8D-1E0C-4727-8282-03F6A18C1AB0}" type="presParOf" srcId="{5CF2B12A-6C8F-4E68-A572-3EDBD3F899D1}" destId="{A86E4080-92AD-4939-B332-E07C48764045}" srcOrd="2" destOrd="0" presId="urn:microsoft.com/office/officeart/2005/8/layout/chevron1"/>
    <dgm:cxn modelId="{445F8F18-8EAC-4EB3-9061-EB8E06F71AB4}" type="presParOf" srcId="{5CF2B12A-6C8F-4E68-A572-3EDBD3F899D1}" destId="{642A9323-1F67-4A5D-8857-DF1A6BD242AE}" srcOrd="3" destOrd="0" presId="urn:microsoft.com/office/officeart/2005/8/layout/chevron1"/>
    <dgm:cxn modelId="{DE579DCA-777A-4514-A191-4D14965B9987}" type="presParOf" srcId="{5CF2B12A-6C8F-4E68-A572-3EDBD3F899D1}" destId="{46C46EFF-D58B-4C32-A605-AB030B188E8A}" srcOrd="4" destOrd="0" presId="urn:microsoft.com/office/officeart/2005/8/layout/chevron1"/>
    <dgm:cxn modelId="{C1CB352E-5D7F-4FB7-B94D-835B49DCDA9F}" type="presParOf" srcId="{5CF2B12A-6C8F-4E68-A572-3EDBD3F899D1}" destId="{AE4BA504-6F3B-4F28-BB59-4E979864B31E}" srcOrd="5" destOrd="0" presId="urn:microsoft.com/office/officeart/2005/8/layout/chevron1"/>
    <dgm:cxn modelId="{187DA1BB-F040-4B8F-8A13-14A9AD59D227}" type="presParOf" srcId="{5CF2B12A-6C8F-4E68-A572-3EDBD3F899D1}" destId="{53248EB4-CEF6-4177-84FC-8846ABBB4977}" srcOrd="6" destOrd="0" presId="urn:microsoft.com/office/officeart/2005/8/layout/chevron1"/>
    <dgm:cxn modelId="{BE2A10D8-2E6C-410B-8E47-1E571F827752}" type="presParOf" srcId="{5CF2B12A-6C8F-4E68-A572-3EDBD3F899D1}" destId="{B52DE6A5-CFDA-47E7-BAA7-D6D3087952FC}" srcOrd="7" destOrd="0" presId="urn:microsoft.com/office/officeart/2005/8/layout/chevron1"/>
    <dgm:cxn modelId="{3C5B3AF9-F859-4684-92C6-E442CCC5DF36}" type="presParOf" srcId="{5CF2B12A-6C8F-4E68-A572-3EDBD3F899D1}" destId="{B980CE8B-C3C6-4D16-BF96-7D51B6888099}" srcOrd="8" destOrd="0" presId="urn:microsoft.com/office/officeart/2005/8/layout/chevron1"/>
    <dgm:cxn modelId="{789045C8-A7A5-4EDF-A1ED-79D12DDD9F0D}" type="presParOf" srcId="{5CF2B12A-6C8F-4E68-A572-3EDBD3F899D1}" destId="{B7E30B39-CAB3-4860-AE94-B9958E35FF38}" srcOrd="9" destOrd="0" presId="urn:microsoft.com/office/officeart/2005/8/layout/chevron1"/>
    <dgm:cxn modelId="{DAD25360-D44F-4E48-B3C7-799E954BE786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A8087BE5-729F-410D-BA65-DF67B23A8629}" type="presOf" srcId="{93E2F1D1-360B-4DFF-8B3E-7A0480FA2199}" destId="{5CF2B12A-6C8F-4E68-A572-3EDBD3F899D1}" srcOrd="0" destOrd="0" presId="urn:microsoft.com/office/officeart/2005/8/layout/chevron1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9EFFE294-B53B-4530-90B1-88BC096C4FC6}" type="presOf" srcId="{F7F02C57-F794-4829-816A-8ADA1A646B5F}" destId="{53248EB4-CEF6-4177-84FC-8846ABBB4977}" srcOrd="0" destOrd="0" presId="urn:microsoft.com/office/officeart/2005/8/layout/chevron1"/>
    <dgm:cxn modelId="{823404D1-02FC-4CA2-8D05-865206FBC311}" type="presOf" srcId="{9BF9F257-8AA1-4884-82E7-D0FBEB140172}" destId="{59B237D4-C896-464B-8B66-907E7BC384C0}" srcOrd="0" destOrd="0" presId="urn:microsoft.com/office/officeart/2005/8/layout/chevron1"/>
    <dgm:cxn modelId="{C2E6E1F0-A243-4147-B56B-2D32D2A1349A}" type="presOf" srcId="{79B09C74-4B47-45CC-B14C-97FE958DDD10}" destId="{ABEC49F3-BDF7-424B-9830-26B6CE2FFD7D}" srcOrd="0" destOrd="0" presId="urn:microsoft.com/office/officeart/2005/8/layout/chevron1"/>
    <dgm:cxn modelId="{9AB2714D-C53C-45A3-A9C0-DB065C87DFA9}" type="presOf" srcId="{ADB0E6A0-597F-4355-A94B-F9106C2FC297}" destId="{B980CE8B-C3C6-4D16-BF96-7D51B6888099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4C8FB42B-1DFC-41AD-8834-F106B3D93BAF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9E1CCE38-0517-41FE-8551-6D027BA7176C}" type="presOf" srcId="{7BA8313D-8C09-4314-9637-731292CBC83C}" destId="{A86E4080-92AD-4939-B332-E07C48764045}" srcOrd="0" destOrd="0" presId="urn:microsoft.com/office/officeart/2005/8/layout/chevron1"/>
    <dgm:cxn modelId="{B9677BEF-8AA8-4380-9927-C5EE081527EC}" type="presParOf" srcId="{5CF2B12A-6C8F-4E68-A572-3EDBD3F899D1}" destId="{59B237D4-C896-464B-8B66-907E7BC384C0}" srcOrd="0" destOrd="0" presId="urn:microsoft.com/office/officeart/2005/8/layout/chevron1"/>
    <dgm:cxn modelId="{06EF0EEA-4F67-4CF7-9BCD-BD1CDFFA7EF1}" type="presParOf" srcId="{5CF2B12A-6C8F-4E68-A572-3EDBD3F899D1}" destId="{6DC5E9E8-AE98-4EBC-9670-F707EB7EC751}" srcOrd="1" destOrd="0" presId="urn:microsoft.com/office/officeart/2005/8/layout/chevron1"/>
    <dgm:cxn modelId="{6E577BAD-927C-4C75-BED0-BF8AA11C807D}" type="presParOf" srcId="{5CF2B12A-6C8F-4E68-A572-3EDBD3F899D1}" destId="{A86E4080-92AD-4939-B332-E07C48764045}" srcOrd="2" destOrd="0" presId="urn:microsoft.com/office/officeart/2005/8/layout/chevron1"/>
    <dgm:cxn modelId="{5C6AA017-2A00-4DC6-A458-852E70FB4E50}" type="presParOf" srcId="{5CF2B12A-6C8F-4E68-A572-3EDBD3F899D1}" destId="{642A9323-1F67-4A5D-8857-DF1A6BD242AE}" srcOrd="3" destOrd="0" presId="urn:microsoft.com/office/officeart/2005/8/layout/chevron1"/>
    <dgm:cxn modelId="{1A512B3F-505C-48C5-A345-12795ABC5364}" type="presParOf" srcId="{5CF2B12A-6C8F-4E68-A572-3EDBD3F899D1}" destId="{46C46EFF-D58B-4C32-A605-AB030B188E8A}" srcOrd="4" destOrd="0" presId="urn:microsoft.com/office/officeart/2005/8/layout/chevron1"/>
    <dgm:cxn modelId="{C2B4C8E7-6490-4428-8B8A-0E9E1BCD1D8F}" type="presParOf" srcId="{5CF2B12A-6C8F-4E68-A572-3EDBD3F899D1}" destId="{AE4BA504-6F3B-4F28-BB59-4E979864B31E}" srcOrd="5" destOrd="0" presId="urn:microsoft.com/office/officeart/2005/8/layout/chevron1"/>
    <dgm:cxn modelId="{5EECEF07-4E04-4B1D-B1F4-5C2BD36F781E}" type="presParOf" srcId="{5CF2B12A-6C8F-4E68-A572-3EDBD3F899D1}" destId="{53248EB4-CEF6-4177-84FC-8846ABBB4977}" srcOrd="6" destOrd="0" presId="urn:microsoft.com/office/officeart/2005/8/layout/chevron1"/>
    <dgm:cxn modelId="{23F8C320-96D9-478B-BC2B-2AD294705AFA}" type="presParOf" srcId="{5CF2B12A-6C8F-4E68-A572-3EDBD3F899D1}" destId="{B52DE6A5-CFDA-47E7-BAA7-D6D3087952FC}" srcOrd="7" destOrd="0" presId="urn:microsoft.com/office/officeart/2005/8/layout/chevron1"/>
    <dgm:cxn modelId="{7C58F31D-2847-43B3-B383-A11706864154}" type="presParOf" srcId="{5CF2B12A-6C8F-4E68-A572-3EDBD3F899D1}" destId="{B980CE8B-C3C6-4D16-BF96-7D51B6888099}" srcOrd="8" destOrd="0" presId="urn:microsoft.com/office/officeart/2005/8/layout/chevron1"/>
    <dgm:cxn modelId="{9CE3F091-047D-4D61-A9A2-798D2E89671C}" type="presParOf" srcId="{5CF2B12A-6C8F-4E68-A572-3EDBD3F899D1}" destId="{B7E30B39-CAB3-4860-AE94-B9958E35FF38}" srcOrd="9" destOrd="0" presId="urn:microsoft.com/office/officeart/2005/8/layout/chevron1"/>
    <dgm:cxn modelId="{2B4B2DB4-EA82-4148-ABCB-DE10DBF311A3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202318B6-1623-45EB-9746-591CEBC08F4B}" type="presOf" srcId="{7BA8313D-8C09-4314-9637-731292CBC83C}" destId="{A86E4080-92AD-4939-B332-E07C48764045}" srcOrd="0" destOrd="0" presId="urn:microsoft.com/office/officeart/2005/8/layout/chevron1"/>
    <dgm:cxn modelId="{6E267350-FF39-46F2-A282-93287DC16694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4B58D03-10D0-4D98-9CC1-ABF6608369F9}" type="presOf" srcId="{9BF9F257-8AA1-4884-82E7-D0FBEB140172}" destId="{59B237D4-C896-464B-8B66-907E7BC384C0}" srcOrd="0" destOrd="0" presId="urn:microsoft.com/office/officeart/2005/8/layout/chevron1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6AF6D6C4-BF28-4AE1-92FB-8D99D4D4311C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D0022C12-B8FA-4532-B8E4-B394AAF108DC}" type="presOf" srcId="{F7F02C57-F794-4829-816A-8ADA1A646B5F}" destId="{53248EB4-CEF6-4177-84FC-8846ABBB4977}" srcOrd="0" destOrd="0" presId="urn:microsoft.com/office/officeart/2005/8/layout/chevron1"/>
    <dgm:cxn modelId="{A87E83C3-4A9A-4998-904C-602B3391BF00}" type="presOf" srcId="{ADB0E6A0-597F-4355-A94B-F9106C2FC297}" destId="{B980CE8B-C3C6-4D16-BF96-7D51B6888099}" srcOrd="0" destOrd="0" presId="urn:microsoft.com/office/officeart/2005/8/layout/chevron1"/>
    <dgm:cxn modelId="{744BE4DD-7FB8-47A8-B071-49447E228508}" type="presOf" srcId="{79B09C74-4B47-45CC-B14C-97FE958DDD10}" destId="{ABEC49F3-BDF7-424B-9830-26B6CE2FFD7D}" srcOrd="0" destOrd="0" presId="urn:microsoft.com/office/officeart/2005/8/layout/chevron1"/>
    <dgm:cxn modelId="{5A1DB520-DD6F-401A-8AAC-8100BF3FA95F}" type="presParOf" srcId="{5CF2B12A-6C8F-4E68-A572-3EDBD3F899D1}" destId="{59B237D4-C896-464B-8B66-907E7BC384C0}" srcOrd="0" destOrd="0" presId="urn:microsoft.com/office/officeart/2005/8/layout/chevron1"/>
    <dgm:cxn modelId="{568A37F2-9915-4980-A8BF-9B21D2F8711C}" type="presParOf" srcId="{5CF2B12A-6C8F-4E68-A572-3EDBD3F899D1}" destId="{6DC5E9E8-AE98-4EBC-9670-F707EB7EC751}" srcOrd="1" destOrd="0" presId="urn:microsoft.com/office/officeart/2005/8/layout/chevron1"/>
    <dgm:cxn modelId="{DAA198A9-50E6-4344-9A2A-94D39D0E4A31}" type="presParOf" srcId="{5CF2B12A-6C8F-4E68-A572-3EDBD3F899D1}" destId="{A86E4080-92AD-4939-B332-E07C48764045}" srcOrd="2" destOrd="0" presId="urn:microsoft.com/office/officeart/2005/8/layout/chevron1"/>
    <dgm:cxn modelId="{DB4E0920-96D4-4466-928C-4035F8986338}" type="presParOf" srcId="{5CF2B12A-6C8F-4E68-A572-3EDBD3F899D1}" destId="{642A9323-1F67-4A5D-8857-DF1A6BD242AE}" srcOrd="3" destOrd="0" presId="urn:microsoft.com/office/officeart/2005/8/layout/chevron1"/>
    <dgm:cxn modelId="{0C027906-AED1-4ED7-9CD4-F9476BB9A5CA}" type="presParOf" srcId="{5CF2B12A-6C8F-4E68-A572-3EDBD3F899D1}" destId="{46C46EFF-D58B-4C32-A605-AB030B188E8A}" srcOrd="4" destOrd="0" presId="urn:microsoft.com/office/officeart/2005/8/layout/chevron1"/>
    <dgm:cxn modelId="{625DFB90-45CD-4BD2-82D4-FFCB28BE9E6B}" type="presParOf" srcId="{5CF2B12A-6C8F-4E68-A572-3EDBD3F899D1}" destId="{AE4BA504-6F3B-4F28-BB59-4E979864B31E}" srcOrd="5" destOrd="0" presId="urn:microsoft.com/office/officeart/2005/8/layout/chevron1"/>
    <dgm:cxn modelId="{42BC7831-AB3D-4AE2-9A8D-206BB3A52B2E}" type="presParOf" srcId="{5CF2B12A-6C8F-4E68-A572-3EDBD3F899D1}" destId="{53248EB4-CEF6-4177-84FC-8846ABBB4977}" srcOrd="6" destOrd="0" presId="urn:microsoft.com/office/officeart/2005/8/layout/chevron1"/>
    <dgm:cxn modelId="{4A2BD1E5-6E6A-4F58-99B1-35F048E3CCC8}" type="presParOf" srcId="{5CF2B12A-6C8F-4E68-A572-3EDBD3F899D1}" destId="{B52DE6A5-CFDA-47E7-BAA7-D6D3087952FC}" srcOrd="7" destOrd="0" presId="urn:microsoft.com/office/officeart/2005/8/layout/chevron1"/>
    <dgm:cxn modelId="{E9CD666B-2901-4EF7-9253-7ABAC363E554}" type="presParOf" srcId="{5CF2B12A-6C8F-4E68-A572-3EDBD3F899D1}" destId="{B980CE8B-C3C6-4D16-BF96-7D51B6888099}" srcOrd="8" destOrd="0" presId="urn:microsoft.com/office/officeart/2005/8/layout/chevron1"/>
    <dgm:cxn modelId="{340A3B55-AEB4-4154-833D-3B9D26051A79}" type="presParOf" srcId="{5CF2B12A-6C8F-4E68-A572-3EDBD3F899D1}" destId="{B7E30B39-CAB3-4860-AE94-B9958E35FF38}" srcOrd="9" destOrd="0" presId="urn:microsoft.com/office/officeart/2005/8/layout/chevron1"/>
    <dgm:cxn modelId="{3B0DBB0A-5504-452D-BBAB-65080C6D10F7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4DCEE0AB-75FC-4427-8202-C781B821497F}" type="presOf" srcId="{79B09C74-4B47-45CC-B14C-97FE958DDD10}" destId="{ABEC49F3-BDF7-424B-9830-26B6CE2FFD7D}" srcOrd="0" destOrd="0" presId="urn:microsoft.com/office/officeart/2005/8/layout/chevron1"/>
    <dgm:cxn modelId="{424CE8EF-1EF4-44A9-8531-C1A961363F9E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5B8C5240-C5AA-4FAB-ADBA-9C09350C3A68}" type="presOf" srcId="{9BF9F257-8AA1-4884-82E7-D0FBEB140172}" destId="{59B237D4-C896-464B-8B66-907E7BC384C0}" srcOrd="0" destOrd="0" presId="urn:microsoft.com/office/officeart/2005/8/layout/chevron1"/>
    <dgm:cxn modelId="{29AF5FEF-0C8D-4794-92F2-6DCB8A4C4AEB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15DD8B72-4F8C-41B2-B846-2AA2A2C772F4}" type="presOf" srcId="{93E2F1D1-360B-4DFF-8B3E-7A0480FA2199}" destId="{5CF2B12A-6C8F-4E68-A572-3EDBD3F899D1}" srcOrd="0" destOrd="0" presId="urn:microsoft.com/office/officeart/2005/8/layout/chevron1"/>
    <dgm:cxn modelId="{5E826785-103F-4F5E-9475-A3C6C5EDBCF2}" type="presOf" srcId="{F7F02C57-F794-4829-816A-8ADA1A646B5F}" destId="{53248EB4-CEF6-4177-84FC-8846ABBB4977}" srcOrd="0" destOrd="0" presId="urn:microsoft.com/office/officeart/2005/8/layout/chevron1"/>
    <dgm:cxn modelId="{4337B142-8DD9-4B2F-BA4E-E89CE24696AF}" type="presOf" srcId="{ADB0E6A0-597F-4355-A94B-F9106C2FC297}" destId="{B980CE8B-C3C6-4D16-BF96-7D51B6888099}" srcOrd="0" destOrd="0" presId="urn:microsoft.com/office/officeart/2005/8/layout/chevron1"/>
    <dgm:cxn modelId="{36524D3F-B5BB-4C1F-AB8D-491309893E12}" type="presParOf" srcId="{5CF2B12A-6C8F-4E68-A572-3EDBD3F899D1}" destId="{59B237D4-C896-464B-8B66-907E7BC384C0}" srcOrd="0" destOrd="0" presId="urn:microsoft.com/office/officeart/2005/8/layout/chevron1"/>
    <dgm:cxn modelId="{2DB7F812-54C8-4A29-AD1F-F5D69819EA14}" type="presParOf" srcId="{5CF2B12A-6C8F-4E68-A572-3EDBD3F899D1}" destId="{6DC5E9E8-AE98-4EBC-9670-F707EB7EC751}" srcOrd="1" destOrd="0" presId="urn:microsoft.com/office/officeart/2005/8/layout/chevron1"/>
    <dgm:cxn modelId="{4EE428A6-8089-46DE-9159-1B92E526B075}" type="presParOf" srcId="{5CF2B12A-6C8F-4E68-A572-3EDBD3F899D1}" destId="{A86E4080-92AD-4939-B332-E07C48764045}" srcOrd="2" destOrd="0" presId="urn:microsoft.com/office/officeart/2005/8/layout/chevron1"/>
    <dgm:cxn modelId="{42AB3C67-941A-47C4-8616-D6B31F161C86}" type="presParOf" srcId="{5CF2B12A-6C8F-4E68-A572-3EDBD3F899D1}" destId="{642A9323-1F67-4A5D-8857-DF1A6BD242AE}" srcOrd="3" destOrd="0" presId="urn:microsoft.com/office/officeart/2005/8/layout/chevron1"/>
    <dgm:cxn modelId="{2AB1B640-7AFA-4006-B526-D45EE2A3779B}" type="presParOf" srcId="{5CF2B12A-6C8F-4E68-A572-3EDBD3F899D1}" destId="{46C46EFF-D58B-4C32-A605-AB030B188E8A}" srcOrd="4" destOrd="0" presId="urn:microsoft.com/office/officeart/2005/8/layout/chevron1"/>
    <dgm:cxn modelId="{C71384D5-4676-409F-A59A-5250F66C524D}" type="presParOf" srcId="{5CF2B12A-6C8F-4E68-A572-3EDBD3F899D1}" destId="{AE4BA504-6F3B-4F28-BB59-4E979864B31E}" srcOrd="5" destOrd="0" presId="urn:microsoft.com/office/officeart/2005/8/layout/chevron1"/>
    <dgm:cxn modelId="{E294074C-82A1-4A2C-91B3-7B31E176B42C}" type="presParOf" srcId="{5CF2B12A-6C8F-4E68-A572-3EDBD3F899D1}" destId="{53248EB4-CEF6-4177-84FC-8846ABBB4977}" srcOrd="6" destOrd="0" presId="urn:microsoft.com/office/officeart/2005/8/layout/chevron1"/>
    <dgm:cxn modelId="{E6BD23AF-2E1E-441B-A723-E7DD4C627A4D}" type="presParOf" srcId="{5CF2B12A-6C8F-4E68-A572-3EDBD3F899D1}" destId="{B52DE6A5-CFDA-47E7-BAA7-D6D3087952FC}" srcOrd="7" destOrd="0" presId="urn:microsoft.com/office/officeart/2005/8/layout/chevron1"/>
    <dgm:cxn modelId="{E2D819CC-054F-4E01-BB98-7E76FDE05167}" type="presParOf" srcId="{5CF2B12A-6C8F-4E68-A572-3EDBD3F899D1}" destId="{B980CE8B-C3C6-4D16-BF96-7D51B6888099}" srcOrd="8" destOrd="0" presId="urn:microsoft.com/office/officeart/2005/8/layout/chevron1"/>
    <dgm:cxn modelId="{7D6623C9-496F-458A-98A8-4D9FBF7E9587}" type="presParOf" srcId="{5CF2B12A-6C8F-4E68-A572-3EDBD3F899D1}" destId="{B7E30B39-CAB3-4860-AE94-B9958E35FF38}" srcOrd="9" destOrd="0" presId="urn:microsoft.com/office/officeart/2005/8/layout/chevron1"/>
    <dgm:cxn modelId="{47520999-B9D0-4D9C-B10B-FE1F29DDFC20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AE4D90B-C039-4EF5-8C60-AFCECC062528}" type="presOf" srcId="{C283FA72-CECD-45CD-8757-CEBC1A4221FD}" destId="{46C46EFF-D58B-4C32-A605-AB030B188E8A}" srcOrd="0" destOrd="0" presId="urn:microsoft.com/office/officeart/2005/8/layout/chevron1"/>
    <dgm:cxn modelId="{30E53AA9-24E1-4C3F-8D87-71BD9D65DB81}" type="presOf" srcId="{79B09C74-4B47-45CC-B14C-97FE958DDD10}" destId="{ABEC49F3-BDF7-424B-9830-26B6CE2FFD7D}" srcOrd="0" destOrd="0" presId="urn:microsoft.com/office/officeart/2005/8/layout/chevron1"/>
    <dgm:cxn modelId="{833B1D27-C1AD-4AB8-A07A-7016BCE36340}" type="presOf" srcId="{7BA8313D-8C09-4314-9637-731292CBC83C}" destId="{A86E4080-92AD-4939-B332-E07C48764045}" srcOrd="0" destOrd="0" presId="urn:microsoft.com/office/officeart/2005/8/layout/chevron1"/>
    <dgm:cxn modelId="{277BB087-D725-443F-88CC-02CC497D9184}" type="presOf" srcId="{F7F02C57-F794-4829-816A-8ADA1A646B5F}" destId="{53248EB4-CEF6-4177-84FC-8846ABBB4977}" srcOrd="0" destOrd="0" presId="urn:microsoft.com/office/officeart/2005/8/layout/chevron1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6CC76F52-C114-4FF8-937B-634A3B4D07F2}" type="presOf" srcId="{ADB0E6A0-597F-4355-A94B-F9106C2FC297}" destId="{B980CE8B-C3C6-4D16-BF96-7D51B6888099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1902AAEF-20A8-496E-89CA-4B781587BD78}" type="presOf" srcId="{9BF9F257-8AA1-4884-82E7-D0FBEB140172}" destId="{59B237D4-C896-464B-8B66-907E7BC384C0}" srcOrd="0" destOrd="0" presId="urn:microsoft.com/office/officeart/2005/8/layout/chevron1"/>
    <dgm:cxn modelId="{13E877D2-1BC4-48D4-84E0-07151DE054BF}" type="presOf" srcId="{93E2F1D1-360B-4DFF-8B3E-7A0480FA2199}" destId="{5CF2B12A-6C8F-4E68-A572-3EDBD3F899D1}" srcOrd="0" destOrd="0" presId="urn:microsoft.com/office/officeart/2005/8/layout/chevron1"/>
    <dgm:cxn modelId="{FCC8E72C-3C28-4235-8149-B9FAE89D23B3}" type="presParOf" srcId="{5CF2B12A-6C8F-4E68-A572-3EDBD3F899D1}" destId="{59B237D4-C896-464B-8B66-907E7BC384C0}" srcOrd="0" destOrd="0" presId="urn:microsoft.com/office/officeart/2005/8/layout/chevron1"/>
    <dgm:cxn modelId="{11B8DE89-86CE-4026-8A78-082C55CD53E9}" type="presParOf" srcId="{5CF2B12A-6C8F-4E68-A572-3EDBD3F899D1}" destId="{6DC5E9E8-AE98-4EBC-9670-F707EB7EC751}" srcOrd="1" destOrd="0" presId="urn:microsoft.com/office/officeart/2005/8/layout/chevron1"/>
    <dgm:cxn modelId="{3E30411A-626C-491E-90A0-865907BBC998}" type="presParOf" srcId="{5CF2B12A-6C8F-4E68-A572-3EDBD3F899D1}" destId="{A86E4080-92AD-4939-B332-E07C48764045}" srcOrd="2" destOrd="0" presId="urn:microsoft.com/office/officeart/2005/8/layout/chevron1"/>
    <dgm:cxn modelId="{A859FC54-5336-4208-8833-913CE2785E9A}" type="presParOf" srcId="{5CF2B12A-6C8F-4E68-A572-3EDBD3F899D1}" destId="{642A9323-1F67-4A5D-8857-DF1A6BD242AE}" srcOrd="3" destOrd="0" presId="urn:microsoft.com/office/officeart/2005/8/layout/chevron1"/>
    <dgm:cxn modelId="{248BBA65-5B75-4272-BFBD-94DB710B2628}" type="presParOf" srcId="{5CF2B12A-6C8F-4E68-A572-3EDBD3F899D1}" destId="{46C46EFF-D58B-4C32-A605-AB030B188E8A}" srcOrd="4" destOrd="0" presId="urn:microsoft.com/office/officeart/2005/8/layout/chevron1"/>
    <dgm:cxn modelId="{9BF2E05F-FC37-4908-85BB-3AE989ADE82C}" type="presParOf" srcId="{5CF2B12A-6C8F-4E68-A572-3EDBD3F899D1}" destId="{AE4BA504-6F3B-4F28-BB59-4E979864B31E}" srcOrd="5" destOrd="0" presId="urn:microsoft.com/office/officeart/2005/8/layout/chevron1"/>
    <dgm:cxn modelId="{AD05D1A0-DE21-4238-917E-D4CF3098A3D1}" type="presParOf" srcId="{5CF2B12A-6C8F-4E68-A572-3EDBD3F899D1}" destId="{53248EB4-CEF6-4177-84FC-8846ABBB4977}" srcOrd="6" destOrd="0" presId="urn:microsoft.com/office/officeart/2005/8/layout/chevron1"/>
    <dgm:cxn modelId="{68BABC68-41F0-4F37-A644-FE6427DFAF7D}" type="presParOf" srcId="{5CF2B12A-6C8F-4E68-A572-3EDBD3F899D1}" destId="{B52DE6A5-CFDA-47E7-BAA7-D6D3087952FC}" srcOrd="7" destOrd="0" presId="urn:microsoft.com/office/officeart/2005/8/layout/chevron1"/>
    <dgm:cxn modelId="{7739F03D-7B59-4369-8307-12C1B5CD6656}" type="presParOf" srcId="{5CF2B12A-6C8F-4E68-A572-3EDBD3F899D1}" destId="{B980CE8B-C3C6-4D16-BF96-7D51B6888099}" srcOrd="8" destOrd="0" presId="urn:microsoft.com/office/officeart/2005/8/layout/chevron1"/>
    <dgm:cxn modelId="{0EF27BC4-B24C-4DE2-84A3-F8BC127A0BCE}" type="presParOf" srcId="{5CF2B12A-6C8F-4E68-A572-3EDBD3F899D1}" destId="{B7E30B39-CAB3-4860-AE94-B9958E35FF38}" srcOrd="9" destOrd="0" presId="urn:microsoft.com/office/officeart/2005/8/layout/chevron1"/>
    <dgm:cxn modelId="{A0AB1764-F4B2-4CD0-89DD-D58DB2760E60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r>
            <a: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3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4" destOrd="0" parTransId="{E89F0154-E648-4FE9-B4D7-A45C73258537}" sibTransId="{EF791709-250D-4FF0-9B88-78FD939A01F9}"/>
    <dgm:cxn modelId="{DDA550DC-E233-479D-B403-3F22FEF4D674}" type="presOf" srcId="{93E2F1D1-360B-4DFF-8B3E-7A0480FA2199}" destId="{5CF2B12A-6C8F-4E68-A572-3EDBD3F899D1}" srcOrd="0" destOrd="0" presId="urn:microsoft.com/office/officeart/2005/8/layout/chevron1"/>
    <dgm:cxn modelId="{C42A0640-43A3-442A-8AD7-10E970BA2D51}" type="presOf" srcId="{ADB0E6A0-597F-4355-A94B-F9106C2FC297}" destId="{B980CE8B-C3C6-4D16-BF96-7D51B6888099}" srcOrd="0" destOrd="0" presId="urn:microsoft.com/office/officeart/2005/8/layout/chevron1"/>
    <dgm:cxn modelId="{9B204E07-7C9D-49DF-9519-376F3B3C2BB6}" type="presOf" srcId="{7BA8313D-8C09-4314-9637-731292CBC83C}" destId="{A86E4080-92AD-4939-B332-E07C48764045}" srcOrd="0" destOrd="0" presId="urn:microsoft.com/office/officeart/2005/8/layout/chevron1"/>
    <dgm:cxn modelId="{B896A240-E7DE-4D98-90CF-A4E8C13DE586}" type="presOf" srcId="{9BF9F257-8AA1-4884-82E7-D0FBEB140172}" destId="{59B237D4-C896-464B-8B66-907E7BC384C0}" srcOrd="0" destOrd="0" presId="urn:microsoft.com/office/officeart/2005/8/layout/chevron1"/>
    <dgm:cxn modelId="{F378AF7F-68D6-457B-86D6-16FE37971079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5" destOrd="0" parTransId="{E44E42D3-9FBB-4D8F-8A4B-A70FE356537D}" sibTransId="{BAD4962B-4E42-4F51-AF82-04CAFA5E9A0A}"/>
    <dgm:cxn modelId="{9B43B47B-AFFC-4D8D-AEF2-516A99D651D4}" type="presOf" srcId="{F7F02C57-F794-4829-816A-8ADA1A646B5F}" destId="{53248EB4-CEF6-4177-84FC-8846ABBB4977}" srcOrd="0" destOrd="0" presId="urn:microsoft.com/office/officeart/2005/8/layout/chevron1"/>
    <dgm:cxn modelId="{3798FFA9-0137-4AB5-AD40-986C03B7A8B9}" type="presOf" srcId="{C283FA72-CECD-45CD-8757-CEBC1A4221FD}" destId="{46C46EFF-D58B-4C32-A605-AB030B188E8A}" srcOrd="0" destOrd="0" presId="urn:microsoft.com/office/officeart/2005/8/layout/chevron1"/>
    <dgm:cxn modelId="{DBB53078-C2BF-4FA3-943D-7EA742544381}" type="presParOf" srcId="{5CF2B12A-6C8F-4E68-A572-3EDBD3F899D1}" destId="{59B237D4-C896-464B-8B66-907E7BC384C0}" srcOrd="0" destOrd="0" presId="urn:microsoft.com/office/officeart/2005/8/layout/chevron1"/>
    <dgm:cxn modelId="{E4F9E12D-4BC5-4DA3-9B29-FF3B1F9B6712}" type="presParOf" srcId="{5CF2B12A-6C8F-4E68-A572-3EDBD3F899D1}" destId="{6DC5E9E8-AE98-4EBC-9670-F707EB7EC751}" srcOrd="1" destOrd="0" presId="urn:microsoft.com/office/officeart/2005/8/layout/chevron1"/>
    <dgm:cxn modelId="{7C5A7FF7-7A85-4FB1-A920-57ECA38E688C}" type="presParOf" srcId="{5CF2B12A-6C8F-4E68-A572-3EDBD3F899D1}" destId="{A86E4080-92AD-4939-B332-E07C48764045}" srcOrd="2" destOrd="0" presId="urn:microsoft.com/office/officeart/2005/8/layout/chevron1"/>
    <dgm:cxn modelId="{F2C6ECC9-2C12-4E49-86BD-176DBDF6E4CB}" type="presParOf" srcId="{5CF2B12A-6C8F-4E68-A572-3EDBD3F899D1}" destId="{642A9323-1F67-4A5D-8857-DF1A6BD242AE}" srcOrd="3" destOrd="0" presId="urn:microsoft.com/office/officeart/2005/8/layout/chevron1"/>
    <dgm:cxn modelId="{20335136-295A-4CF6-ACED-8A6A57E6D8E3}" type="presParOf" srcId="{5CF2B12A-6C8F-4E68-A572-3EDBD3F899D1}" destId="{46C46EFF-D58B-4C32-A605-AB030B188E8A}" srcOrd="4" destOrd="0" presId="urn:microsoft.com/office/officeart/2005/8/layout/chevron1"/>
    <dgm:cxn modelId="{52DCD7C6-9141-4433-95BC-8FCBDA28F00E}" type="presParOf" srcId="{5CF2B12A-6C8F-4E68-A572-3EDBD3F899D1}" destId="{AE4BA504-6F3B-4F28-BB59-4E979864B31E}" srcOrd="5" destOrd="0" presId="urn:microsoft.com/office/officeart/2005/8/layout/chevron1"/>
    <dgm:cxn modelId="{50A19F3A-EBF4-40CE-A6EE-B00C5FEF4B5C}" type="presParOf" srcId="{5CF2B12A-6C8F-4E68-A572-3EDBD3F899D1}" destId="{53248EB4-CEF6-4177-84FC-8846ABBB4977}" srcOrd="6" destOrd="0" presId="urn:microsoft.com/office/officeart/2005/8/layout/chevron1"/>
    <dgm:cxn modelId="{27054491-AD2A-49AE-84F7-CA675943C989}" type="presParOf" srcId="{5CF2B12A-6C8F-4E68-A572-3EDBD3F899D1}" destId="{B52DE6A5-CFDA-47E7-BAA7-D6D3087952FC}" srcOrd="7" destOrd="0" presId="urn:microsoft.com/office/officeart/2005/8/layout/chevron1"/>
    <dgm:cxn modelId="{6F6FE82C-692A-4346-9CC7-8F34E3CC4948}" type="presParOf" srcId="{5CF2B12A-6C8F-4E68-A572-3EDBD3F899D1}" destId="{B980CE8B-C3C6-4D16-BF96-7D51B6888099}" srcOrd="8" destOrd="0" presId="urn:microsoft.com/office/officeart/2005/8/layout/chevron1"/>
    <dgm:cxn modelId="{A2232A18-433A-4A92-876D-ABAAD6131DFA}" type="presParOf" srcId="{5CF2B12A-6C8F-4E68-A572-3EDBD3F899D1}" destId="{B7E30B39-CAB3-4860-AE94-B9958E35FF38}" srcOrd="9" destOrd="0" presId="urn:microsoft.com/office/officeart/2005/8/layout/chevron1"/>
    <dgm:cxn modelId="{55B3EA4B-3A64-4D0A-A69B-6BA7F4A4F785}" type="presParOf" srcId="{5CF2B12A-6C8F-4E68-A572-3EDBD3F899D1}" destId="{ABEC49F3-BDF7-424B-9830-26B6CE2FFD7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D2FDCDE-5D3A-4403-AFF1-A08FA53604E7}" type="presOf" srcId="{79B09C74-4B47-45CC-B14C-97FE958DDD10}" destId="{ABEC49F3-BDF7-424B-9830-26B6CE2FFD7D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7892BE52-5270-4487-A4B4-690291818F50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5C188E35-EC59-466F-A72D-8E1793F811C6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F13B1533-8781-4D93-965F-AD2A171F0DC3}" type="presOf" srcId="{7BA8313D-8C09-4314-9637-731292CBC83C}" destId="{A86E4080-92AD-4939-B332-E07C48764045}" srcOrd="0" destOrd="0" presId="urn:microsoft.com/office/officeart/2005/8/layout/chevron1"/>
    <dgm:cxn modelId="{D1CAED03-367A-4AB0-B167-A8AE012C26B4}" type="presOf" srcId="{93E2F1D1-360B-4DFF-8B3E-7A0480FA2199}" destId="{5CF2B12A-6C8F-4E68-A572-3EDBD3F899D1}" srcOrd="0" destOrd="0" presId="urn:microsoft.com/office/officeart/2005/8/layout/chevron1"/>
    <dgm:cxn modelId="{26A4C2BF-5665-4D68-AF04-FFE4358CF8B4}" type="presParOf" srcId="{5CF2B12A-6C8F-4E68-A572-3EDBD3F899D1}" destId="{59B237D4-C896-464B-8B66-907E7BC384C0}" srcOrd="0" destOrd="0" presId="urn:microsoft.com/office/officeart/2005/8/layout/chevron1"/>
    <dgm:cxn modelId="{2E956434-6591-48C3-9FA5-EDE5A0C94559}" type="presParOf" srcId="{5CF2B12A-6C8F-4E68-A572-3EDBD3F899D1}" destId="{6DC5E9E8-AE98-4EBC-9670-F707EB7EC751}" srcOrd="1" destOrd="0" presId="urn:microsoft.com/office/officeart/2005/8/layout/chevron1"/>
    <dgm:cxn modelId="{6A0BE014-EB10-4C4B-9B7F-295FB42D1EE2}" type="presParOf" srcId="{5CF2B12A-6C8F-4E68-A572-3EDBD3F899D1}" destId="{A86E4080-92AD-4939-B332-E07C48764045}" srcOrd="2" destOrd="0" presId="urn:microsoft.com/office/officeart/2005/8/layout/chevron1"/>
    <dgm:cxn modelId="{B9D34885-9C58-4800-9C2F-A5F1D217319E}" type="presParOf" srcId="{5CF2B12A-6C8F-4E68-A572-3EDBD3F899D1}" destId="{642A9323-1F67-4A5D-8857-DF1A6BD242AE}" srcOrd="3" destOrd="0" presId="urn:microsoft.com/office/officeart/2005/8/layout/chevron1"/>
    <dgm:cxn modelId="{1D8AC109-9AE3-447D-925A-16D471E77595}" type="presParOf" srcId="{5CF2B12A-6C8F-4E68-A572-3EDBD3F899D1}" destId="{46C46EFF-D58B-4C32-A605-AB030B188E8A}" srcOrd="4" destOrd="0" presId="urn:microsoft.com/office/officeart/2005/8/layout/chevron1"/>
    <dgm:cxn modelId="{D36CAD7F-D02A-4B37-8A9F-440DCE547789}" type="presParOf" srcId="{5CF2B12A-6C8F-4E68-A572-3EDBD3F899D1}" destId="{AE4BA504-6F3B-4F28-BB59-4E979864B31E}" srcOrd="5" destOrd="0" presId="urn:microsoft.com/office/officeart/2005/8/layout/chevron1"/>
    <dgm:cxn modelId="{F8F7EEFC-65C9-436D-9CB1-B5FE3488FF36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920394B-713A-4579-B318-B06B09AB35C1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1CFCFAAB-6B56-4853-A36E-832CD10A1BD7}" type="presOf" srcId="{9BF9F257-8AA1-4884-82E7-D0FBEB140172}" destId="{59B237D4-C896-464B-8B66-907E7BC384C0}" srcOrd="0" destOrd="0" presId="urn:microsoft.com/office/officeart/2005/8/layout/chevron1"/>
    <dgm:cxn modelId="{A9EC1C40-D71B-424D-87E2-A6A9ABB9402F}" type="presOf" srcId="{79B09C74-4B47-45CC-B14C-97FE958DDD10}" destId="{ABEC49F3-BDF7-424B-9830-26B6CE2FFD7D}" srcOrd="0" destOrd="0" presId="urn:microsoft.com/office/officeart/2005/8/layout/chevron1"/>
    <dgm:cxn modelId="{4D90E071-DAFE-4747-B4EB-8EAA0180E880}" type="presOf" srcId="{7BA8313D-8C09-4314-9637-731292CBC83C}" destId="{A86E4080-92AD-4939-B332-E07C48764045}" srcOrd="0" destOrd="0" presId="urn:microsoft.com/office/officeart/2005/8/layout/chevron1"/>
    <dgm:cxn modelId="{C68CBF09-71D8-41DC-9337-4C66909C63F3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1CD99245-8F87-47EB-8D68-59C698C613BD}" type="presParOf" srcId="{5CF2B12A-6C8F-4E68-A572-3EDBD3F899D1}" destId="{59B237D4-C896-464B-8B66-907E7BC384C0}" srcOrd="0" destOrd="0" presId="urn:microsoft.com/office/officeart/2005/8/layout/chevron1"/>
    <dgm:cxn modelId="{97B8774C-B5B4-45D8-A60A-FC07B9122E6E}" type="presParOf" srcId="{5CF2B12A-6C8F-4E68-A572-3EDBD3F899D1}" destId="{6DC5E9E8-AE98-4EBC-9670-F707EB7EC751}" srcOrd="1" destOrd="0" presId="urn:microsoft.com/office/officeart/2005/8/layout/chevron1"/>
    <dgm:cxn modelId="{069C7863-75FA-4AFA-A62D-88F73F9A5AEB}" type="presParOf" srcId="{5CF2B12A-6C8F-4E68-A572-3EDBD3F899D1}" destId="{A86E4080-92AD-4939-B332-E07C48764045}" srcOrd="2" destOrd="0" presId="urn:microsoft.com/office/officeart/2005/8/layout/chevron1"/>
    <dgm:cxn modelId="{83925867-40F5-471A-8F43-00BA3F2C4272}" type="presParOf" srcId="{5CF2B12A-6C8F-4E68-A572-3EDBD3F899D1}" destId="{642A9323-1F67-4A5D-8857-DF1A6BD242AE}" srcOrd="3" destOrd="0" presId="urn:microsoft.com/office/officeart/2005/8/layout/chevron1"/>
    <dgm:cxn modelId="{5CEBBD32-E76E-41B9-9915-D7611D3A0C5A}" type="presParOf" srcId="{5CF2B12A-6C8F-4E68-A572-3EDBD3F899D1}" destId="{46C46EFF-D58B-4C32-A605-AB030B188E8A}" srcOrd="4" destOrd="0" presId="urn:microsoft.com/office/officeart/2005/8/layout/chevron1"/>
    <dgm:cxn modelId="{FDE2F846-31DB-4CCE-8C0C-8E4C5C1BAB5E}" type="presParOf" srcId="{5CF2B12A-6C8F-4E68-A572-3EDBD3F899D1}" destId="{AE4BA504-6F3B-4F28-BB59-4E979864B31E}" srcOrd="5" destOrd="0" presId="urn:microsoft.com/office/officeart/2005/8/layout/chevron1"/>
    <dgm:cxn modelId="{B4CFC049-F632-41E9-82C4-37291EDF6017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8EC6CA1-DED8-4540-87C5-95016BBFCBCD}" type="presOf" srcId="{93E2F1D1-360B-4DFF-8B3E-7A0480FA2199}" destId="{5CF2B12A-6C8F-4E68-A572-3EDBD3F899D1}" srcOrd="0" destOrd="0" presId="urn:microsoft.com/office/officeart/2005/8/layout/chevron1"/>
    <dgm:cxn modelId="{D7BE55C1-4F65-4DFE-9CC2-5E756885DBA1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BA8E94EF-4D69-4B6B-9F3E-8B2500EC6949}" type="presOf" srcId="{79B09C74-4B47-45CC-B14C-97FE958DDD10}" destId="{ABEC49F3-BDF7-424B-9830-26B6CE2FFD7D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FE202375-DC72-4C56-B213-7CFB824DD1A4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F97C5DF0-0560-4881-885E-2A6B49736696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794A777C-1315-4767-9A5A-B811E597780B}" type="presParOf" srcId="{5CF2B12A-6C8F-4E68-A572-3EDBD3F899D1}" destId="{59B237D4-C896-464B-8B66-907E7BC384C0}" srcOrd="0" destOrd="0" presId="urn:microsoft.com/office/officeart/2005/8/layout/chevron1"/>
    <dgm:cxn modelId="{96C8D981-FD7E-477B-BFC3-123556A540B4}" type="presParOf" srcId="{5CF2B12A-6C8F-4E68-A572-3EDBD3F899D1}" destId="{6DC5E9E8-AE98-4EBC-9670-F707EB7EC751}" srcOrd="1" destOrd="0" presId="urn:microsoft.com/office/officeart/2005/8/layout/chevron1"/>
    <dgm:cxn modelId="{2B7FA61F-C5A6-432F-9DC2-602B32BCEFCF}" type="presParOf" srcId="{5CF2B12A-6C8F-4E68-A572-3EDBD3F899D1}" destId="{A86E4080-92AD-4939-B332-E07C48764045}" srcOrd="2" destOrd="0" presId="urn:microsoft.com/office/officeart/2005/8/layout/chevron1"/>
    <dgm:cxn modelId="{1A2EEAF1-9F8C-43DF-A3D4-5EC1CBD19AC9}" type="presParOf" srcId="{5CF2B12A-6C8F-4E68-A572-3EDBD3F899D1}" destId="{642A9323-1F67-4A5D-8857-DF1A6BD242AE}" srcOrd="3" destOrd="0" presId="urn:microsoft.com/office/officeart/2005/8/layout/chevron1"/>
    <dgm:cxn modelId="{1CC08E54-E19B-48EE-95C2-7658C6653013}" type="presParOf" srcId="{5CF2B12A-6C8F-4E68-A572-3EDBD3F899D1}" destId="{46C46EFF-D58B-4C32-A605-AB030B188E8A}" srcOrd="4" destOrd="0" presId="urn:microsoft.com/office/officeart/2005/8/layout/chevron1"/>
    <dgm:cxn modelId="{CC72AE4A-4801-4C8B-8B80-0C3C8B8E2015}" type="presParOf" srcId="{5CF2B12A-6C8F-4E68-A572-3EDBD3F899D1}" destId="{AE4BA504-6F3B-4F28-BB59-4E979864B31E}" srcOrd="5" destOrd="0" presId="urn:microsoft.com/office/officeart/2005/8/layout/chevron1"/>
    <dgm:cxn modelId="{B22F0F6A-6284-4FD3-BE82-B6D9B0EABBD7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91227A6-4D39-4209-9EB1-83AFA0EA16DF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741C13AF-0969-42C0-B70D-DC0AF0AC218E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BFC88416-E65E-4E1D-B802-0FDD89073964}" type="presOf" srcId="{9BF9F257-8AA1-4884-82E7-D0FBEB140172}" destId="{59B237D4-C896-464B-8B66-907E7BC384C0}" srcOrd="0" destOrd="0" presId="urn:microsoft.com/office/officeart/2005/8/layout/chevron1"/>
    <dgm:cxn modelId="{CAC4ABA4-501D-4C39-8B53-917682523442}" type="presOf" srcId="{7BA8313D-8C09-4314-9637-731292CBC83C}" destId="{A86E4080-92AD-4939-B332-E07C48764045}" srcOrd="0" destOrd="0" presId="urn:microsoft.com/office/officeart/2005/8/layout/chevron1"/>
    <dgm:cxn modelId="{93AA56DA-67FF-46F4-A8CC-8CB08E5372B6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AEF9901D-EC33-422C-99CD-9C73E82E24B3}" type="presParOf" srcId="{5CF2B12A-6C8F-4E68-A572-3EDBD3F899D1}" destId="{59B237D4-C896-464B-8B66-907E7BC384C0}" srcOrd="0" destOrd="0" presId="urn:microsoft.com/office/officeart/2005/8/layout/chevron1"/>
    <dgm:cxn modelId="{D028DB63-7344-4133-BC28-6F7F8039AA8D}" type="presParOf" srcId="{5CF2B12A-6C8F-4E68-A572-3EDBD3F899D1}" destId="{6DC5E9E8-AE98-4EBC-9670-F707EB7EC751}" srcOrd="1" destOrd="0" presId="urn:microsoft.com/office/officeart/2005/8/layout/chevron1"/>
    <dgm:cxn modelId="{0E3CCDCB-3FE5-4C88-B7B8-2AF56B39C673}" type="presParOf" srcId="{5CF2B12A-6C8F-4E68-A572-3EDBD3F899D1}" destId="{A86E4080-92AD-4939-B332-E07C48764045}" srcOrd="2" destOrd="0" presId="urn:microsoft.com/office/officeart/2005/8/layout/chevron1"/>
    <dgm:cxn modelId="{E89E5063-1B02-41A3-93F1-DDC7B6952B84}" type="presParOf" srcId="{5CF2B12A-6C8F-4E68-A572-3EDBD3F899D1}" destId="{642A9323-1F67-4A5D-8857-DF1A6BD242AE}" srcOrd="3" destOrd="0" presId="urn:microsoft.com/office/officeart/2005/8/layout/chevron1"/>
    <dgm:cxn modelId="{9913A90C-BF95-49C9-BB1D-F3BAFD5B6BF6}" type="presParOf" srcId="{5CF2B12A-6C8F-4E68-A572-3EDBD3F899D1}" destId="{46C46EFF-D58B-4C32-A605-AB030B188E8A}" srcOrd="4" destOrd="0" presId="urn:microsoft.com/office/officeart/2005/8/layout/chevron1"/>
    <dgm:cxn modelId="{D47A1B80-E630-4DAE-9896-6662C241C0D1}" type="presParOf" srcId="{5CF2B12A-6C8F-4E68-A572-3EDBD3F899D1}" destId="{AE4BA504-6F3B-4F28-BB59-4E979864B31E}" srcOrd="5" destOrd="0" presId="urn:microsoft.com/office/officeart/2005/8/layout/chevron1"/>
    <dgm:cxn modelId="{508D6405-AB94-48F4-B2FD-8E2CF153289D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EFD40F65-9C84-4EF4-B0F0-7A3EB06C2FCA}" type="presOf" srcId="{93E2F1D1-360B-4DFF-8B3E-7A0480FA2199}" destId="{5CF2B12A-6C8F-4E68-A572-3EDBD3F899D1}" srcOrd="0" destOrd="0" presId="urn:microsoft.com/office/officeart/2005/8/layout/chevron1"/>
    <dgm:cxn modelId="{3E09AF7A-898E-49B7-84E5-2A5CA1EE3F91}" type="presOf" srcId="{79B09C74-4B47-45CC-B14C-97FE958DDD10}" destId="{ABEC49F3-BDF7-424B-9830-26B6CE2FFD7D}" srcOrd="0" destOrd="0" presId="urn:microsoft.com/office/officeart/2005/8/layout/chevron1"/>
    <dgm:cxn modelId="{ED6DDD5E-F2B4-4D3D-98EF-701953595A8A}" type="presOf" srcId="{9BF9F257-8AA1-4884-82E7-D0FBEB140172}" destId="{59B237D4-C896-464B-8B66-907E7BC384C0}" srcOrd="0" destOrd="0" presId="urn:microsoft.com/office/officeart/2005/8/layout/chevron1"/>
    <dgm:cxn modelId="{2C1659A5-68B0-4270-8F67-10AD83DA9FD2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6C9C058A-6A82-4B56-BC5E-1573CF8EBBD6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663FDDBF-6071-4C5F-BFF8-C30AD202FCB2}" type="presParOf" srcId="{5CF2B12A-6C8F-4E68-A572-3EDBD3F899D1}" destId="{59B237D4-C896-464B-8B66-907E7BC384C0}" srcOrd="0" destOrd="0" presId="urn:microsoft.com/office/officeart/2005/8/layout/chevron1"/>
    <dgm:cxn modelId="{5E743F85-9FDC-4D24-9BFD-54F72006E921}" type="presParOf" srcId="{5CF2B12A-6C8F-4E68-A572-3EDBD3F899D1}" destId="{6DC5E9E8-AE98-4EBC-9670-F707EB7EC751}" srcOrd="1" destOrd="0" presId="urn:microsoft.com/office/officeart/2005/8/layout/chevron1"/>
    <dgm:cxn modelId="{ECF2B401-CDFA-4F79-B00D-B9DB8CD74776}" type="presParOf" srcId="{5CF2B12A-6C8F-4E68-A572-3EDBD3F899D1}" destId="{A86E4080-92AD-4939-B332-E07C48764045}" srcOrd="2" destOrd="0" presId="urn:microsoft.com/office/officeart/2005/8/layout/chevron1"/>
    <dgm:cxn modelId="{23706611-BB1C-4D74-98E8-541D2F0BD7B3}" type="presParOf" srcId="{5CF2B12A-6C8F-4E68-A572-3EDBD3F899D1}" destId="{642A9323-1F67-4A5D-8857-DF1A6BD242AE}" srcOrd="3" destOrd="0" presId="urn:microsoft.com/office/officeart/2005/8/layout/chevron1"/>
    <dgm:cxn modelId="{12BC5E5B-B6A6-4055-90B5-4828018C132F}" type="presParOf" srcId="{5CF2B12A-6C8F-4E68-A572-3EDBD3F899D1}" destId="{46C46EFF-D58B-4C32-A605-AB030B188E8A}" srcOrd="4" destOrd="0" presId="urn:microsoft.com/office/officeart/2005/8/layout/chevron1"/>
    <dgm:cxn modelId="{686D8C0A-58FF-4E57-B14E-06CBD313F62D}" type="presParOf" srcId="{5CF2B12A-6C8F-4E68-A572-3EDBD3F899D1}" destId="{AE4BA504-6F3B-4F28-BB59-4E979864B31E}" srcOrd="5" destOrd="0" presId="urn:microsoft.com/office/officeart/2005/8/layout/chevron1"/>
    <dgm:cxn modelId="{F169BF8D-7D71-418C-8CA3-A4FC8657ECCC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851529D-FEC2-4405-81FB-7FC2D33936FC}" type="presOf" srcId="{9BF9F257-8AA1-4884-82E7-D0FBEB140172}" destId="{59B237D4-C896-464B-8B66-907E7BC384C0}" srcOrd="0" destOrd="0" presId="urn:microsoft.com/office/officeart/2005/8/layout/chevron1"/>
    <dgm:cxn modelId="{F72D54BB-502C-4515-A412-55D2294419C9}" type="presOf" srcId="{79B09C74-4B47-45CC-B14C-97FE958DDD10}" destId="{ABEC49F3-BDF7-424B-9830-26B6CE2FFD7D}" srcOrd="0" destOrd="0" presId="urn:microsoft.com/office/officeart/2005/8/layout/chevron1"/>
    <dgm:cxn modelId="{7A72A00B-0A6A-47F5-8B50-F903D4DE6364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23AB3DD6-31EF-4895-8BB8-B60085DB6E99}" type="presOf" srcId="{93E2F1D1-360B-4DFF-8B3E-7A0480FA2199}" destId="{5CF2B12A-6C8F-4E68-A572-3EDBD3F899D1}" srcOrd="0" destOrd="0" presId="urn:microsoft.com/office/officeart/2005/8/layout/chevron1"/>
    <dgm:cxn modelId="{F2648CDC-7A7A-4FF2-A969-AFA7F856FF30}" type="presOf" srcId="{C283FA72-CECD-45CD-8757-CEBC1A4221FD}" destId="{46C46EFF-D58B-4C32-A605-AB030B188E8A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539DB27F-2237-4E39-A57F-8E00EC5047AF}" type="presParOf" srcId="{5CF2B12A-6C8F-4E68-A572-3EDBD3F899D1}" destId="{59B237D4-C896-464B-8B66-907E7BC384C0}" srcOrd="0" destOrd="0" presId="urn:microsoft.com/office/officeart/2005/8/layout/chevron1"/>
    <dgm:cxn modelId="{668C64C8-C8C9-4329-8D3F-E31DA7712F4B}" type="presParOf" srcId="{5CF2B12A-6C8F-4E68-A572-3EDBD3F899D1}" destId="{6DC5E9E8-AE98-4EBC-9670-F707EB7EC751}" srcOrd="1" destOrd="0" presId="urn:microsoft.com/office/officeart/2005/8/layout/chevron1"/>
    <dgm:cxn modelId="{9DB8657B-DEA6-40FC-8975-8CF429726FBC}" type="presParOf" srcId="{5CF2B12A-6C8F-4E68-A572-3EDBD3F899D1}" destId="{A86E4080-92AD-4939-B332-E07C48764045}" srcOrd="2" destOrd="0" presId="urn:microsoft.com/office/officeart/2005/8/layout/chevron1"/>
    <dgm:cxn modelId="{A6C0AA29-4E41-4AF3-8BEC-9B0A1E8F58DA}" type="presParOf" srcId="{5CF2B12A-6C8F-4E68-A572-3EDBD3F899D1}" destId="{642A9323-1F67-4A5D-8857-DF1A6BD242AE}" srcOrd="3" destOrd="0" presId="urn:microsoft.com/office/officeart/2005/8/layout/chevron1"/>
    <dgm:cxn modelId="{7CDBCC7D-1BFA-43A7-8DAD-0EACE311060B}" type="presParOf" srcId="{5CF2B12A-6C8F-4E68-A572-3EDBD3F899D1}" destId="{46C46EFF-D58B-4C32-A605-AB030B188E8A}" srcOrd="4" destOrd="0" presId="urn:microsoft.com/office/officeart/2005/8/layout/chevron1"/>
    <dgm:cxn modelId="{CFD3FFF2-8470-47C0-934F-608CB3A9612C}" type="presParOf" srcId="{5CF2B12A-6C8F-4E68-A572-3EDBD3F899D1}" destId="{AE4BA504-6F3B-4F28-BB59-4E979864B31E}" srcOrd="5" destOrd="0" presId="urn:microsoft.com/office/officeart/2005/8/layout/chevron1"/>
    <dgm:cxn modelId="{5B43F4E5-1086-4766-8832-A771A5AA9D1D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008E8EB-C9DF-4CE0-BF89-FE552B2A0808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6EC91CE9-C497-4703-9FEB-AD6E21765C5C}" type="presOf" srcId="{93E2F1D1-360B-4DFF-8B3E-7A0480FA2199}" destId="{5CF2B12A-6C8F-4E68-A572-3EDBD3F899D1}" srcOrd="0" destOrd="0" presId="urn:microsoft.com/office/officeart/2005/8/layout/chevron1"/>
    <dgm:cxn modelId="{CF47663B-288A-4041-925F-4C4EF3711472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BC43CB7E-C2AA-458A-A2FF-FDB6AD0C6BBB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062A5A76-702A-438D-8A68-7F48B195C673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3F37EA01-B681-453C-9A70-724A91A3C978}" type="presParOf" srcId="{5CF2B12A-6C8F-4E68-A572-3EDBD3F899D1}" destId="{59B237D4-C896-464B-8B66-907E7BC384C0}" srcOrd="0" destOrd="0" presId="urn:microsoft.com/office/officeart/2005/8/layout/chevron1"/>
    <dgm:cxn modelId="{31EC2557-BF74-429B-8CF4-BFFDAE0CE1FE}" type="presParOf" srcId="{5CF2B12A-6C8F-4E68-A572-3EDBD3F899D1}" destId="{6DC5E9E8-AE98-4EBC-9670-F707EB7EC751}" srcOrd="1" destOrd="0" presId="urn:microsoft.com/office/officeart/2005/8/layout/chevron1"/>
    <dgm:cxn modelId="{0B53904A-E553-4CF9-BEF2-76DE5AAE1863}" type="presParOf" srcId="{5CF2B12A-6C8F-4E68-A572-3EDBD3F899D1}" destId="{A86E4080-92AD-4939-B332-E07C48764045}" srcOrd="2" destOrd="0" presId="urn:microsoft.com/office/officeart/2005/8/layout/chevron1"/>
    <dgm:cxn modelId="{2EFF61CC-B048-48C6-A0BA-F3FCF84DD109}" type="presParOf" srcId="{5CF2B12A-6C8F-4E68-A572-3EDBD3F899D1}" destId="{642A9323-1F67-4A5D-8857-DF1A6BD242AE}" srcOrd="3" destOrd="0" presId="urn:microsoft.com/office/officeart/2005/8/layout/chevron1"/>
    <dgm:cxn modelId="{F2FB1CF0-BD5A-4AD5-AC4F-44387E1C0EBA}" type="presParOf" srcId="{5CF2B12A-6C8F-4E68-A572-3EDBD3F899D1}" destId="{46C46EFF-D58B-4C32-A605-AB030B188E8A}" srcOrd="4" destOrd="0" presId="urn:microsoft.com/office/officeart/2005/8/layout/chevron1"/>
    <dgm:cxn modelId="{84D366D2-FA86-4C38-9132-E6BDEA63796C}" type="presParOf" srcId="{5CF2B12A-6C8F-4E68-A572-3EDBD3F899D1}" destId="{AE4BA504-6F3B-4F28-BB59-4E979864B31E}" srcOrd="5" destOrd="0" presId="urn:microsoft.com/office/officeart/2005/8/layout/chevron1"/>
    <dgm:cxn modelId="{423389B5-2A42-473A-BECB-22084EBD55EC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A2CF420-F458-4F67-BA96-C651BBC97546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D94A293D-32CC-43A6-A77E-91DB675081C6}" type="presOf" srcId="{93E2F1D1-360B-4DFF-8B3E-7A0480FA2199}" destId="{5CF2B12A-6C8F-4E68-A572-3EDBD3F899D1}" srcOrd="0" destOrd="0" presId="urn:microsoft.com/office/officeart/2005/8/layout/chevron1"/>
    <dgm:cxn modelId="{5413F735-43D3-4233-8F2C-EEE59F6847B3}" type="presOf" srcId="{79B09C74-4B47-45CC-B14C-97FE958DDD10}" destId="{ABEC49F3-BDF7-424B-9830-26B6CE2FFD7D}" srcOrd="0" destOrd="0" presId="urn:microsoft.com/office/officeart/2005/8/layout/chevron1"/>
    <dgm:cxn modelId="{2F5635D0-BA47-4D95-A05A-24E10DAF9DA5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10EDEB7-8589-40E4-AB34-C4A660BA3C6E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F6E8BDF-0F26-47FD-83FE-F92DB724C3FD}" type="presParOf" srcId="{5CF2B12A-6C8F-4E68-A572-3EDBD3F899D1}" destId="{59B237D4-C896-464B-8B66-907E7BC384C0}" srcOrd="0" destOrd="0" presId="urn:microsoft.com/office/officeart/2005/8/layout/chevron1"/>
    <dgm:cxn modelId="{7C5DBE64-4005-41C5-A932-B9BD3F81B57A}" type="presParOf" srcId="{5CF2B12A-6C8F-4E68-A572-3EDBD3F899D1}" destId="{6DC5E9E8-AE98-4EBC-9670-F707EB7EC751}" srcOrd="1" destOrd="0" presId="urn:microsoft.com/office/officeart/2005/8/layout/chevron1"/>
    <dgm:cxn modelId="{9FCE48F4-511E-4B2B-90C1-43C4533CDD61}" type="presParOf" srcId="{5CF2B12A-6C8F-4E68-A572-3EDBD3F899D1}" destId="{A86E4080-92AD-4939-B332-E07C48764045}" srcOrd="2" destOrd="0" presId="urn:microsoft.com/office/officeart/2005/8/layout/chevron1"/>
    <dgm:cxn modelId="{DE218C6B-E28F-4132-B524-B0C47398549C}" type="presParOf" srcId="{5CF2B12A-6C8F-4E68-A572-3EDBD3F899D1}" destId="{642A9323-1F67-4A5D-8857-DF1A6BD242AE}" srcOrd="3" destOrd="0" presId="urn:microsoft.com/office/officeart/2005/8/layout/chevron1"/>
    <dgm:cxn modelId="{8BFF34BE-5D38-48E2-92EA-DA839061F75C}" type="presParOf" srcId="{5CF2B12A-6C8F-4E68-A572-3EDBD3F899D1}" destId="{46C46EFF-D58B-4C32-A605-AB030B188E8A}" srcOrd="4" destOrd="0" presId="urn:microsoft.com/office/officeart/2005/8/layout/chevron1"/>
    <dgm:cxn modelId="{D7DF4D43-AAD7-4BFF-B6EA-A0CF8BDD2DA5}" type="presParOf" srcId="{5CF2B12A-6C8F-4E68-A572-3EDBD3F899D1}" destId="{AE4BA504-6F3B-4F28-BB59-4E979864B31E}" srcOrd="5" destOrd="0" presId="urn:microsoft.com/office/officeart/2005/8/layout/chevron1"/>
    <dgm:cxn modelId="{78A325F3-4BDC-4A8D-AA61-A703CFDB06BF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DC3F05C-A819-45FB-840E-B292FDA1F042}" type="presOf" srcId="{9BF9F257-8AA1-4884-82E7-D0FBEB140172}" destId="{59B237D4-C896-464B-8B66-907E7BC384C0}" srcOrd="0" destOrd="0" presId="urn:microsoft.com/office/officeart/2005/8/layout/chevron1"/>
    <dgm:cxn modelId="{A40E23B1-6715-4E8E-A77F-A808973A4A4E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46AA402D-CEE8-4B69-A27E-C99AA3909D38}" type="presOf" srcId="{7BA8313D-8C09-4314-9637-731292CBC83C}" destId="{A86E4080-92AD-4939-B332-E07C48764045}" srcOrd="0" destOrd="0" presId="urn:microsoft.com/office/officeart/2005/8/layout/chevron1"/>
    <dgm:cxn modelId="{E553F544-3B93-4CEF-BF9E-E4ED424829AB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B507FD3-54B2-45DD-948E-8A4392C89118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6E4DD56E-A850-4E19-9914-3005E2B578E8}" type="presParOf" srcId="{5CF2B12A-6C8F-4E68-A572-3EDBD3F899D1}" destId="{59B237D4-C896-464B-8B66-907E7BC384C0}" srcOrd="0" destOrd="0" presId="urn:microsoft.com/office/officeart/2005/8/layout/chevron1"/>
    <dgm:cxn modelId="{1B1EC265-9A61-405A-8DC0-AC213770E190}" type="presParOf" srcId="{5CF2B12A-6C8F-4E68-A572-3EDBD3F899D1}" destId="{6DC5E9E8-AE98-4EBC-9670-F707EB7EC751}" srcOrd="1" destOrd="0" presId="urn:microsoft.com/office/officeart/2005/8/layout/chevron1"/>
    <dgm:cxn modelId="{DFAECB7A-8CF6-4ED1-B969-D6CF8E7FAE94}" type="presParOf" srcId="{5CF2B12A-6C8F-4E68-A572-3EDBD3F899D1}" destId="{A86E4080-92AD-4939-B332-E07C48764045}" srcOrd="2" destOrd="0" presId="urn:microsoft.com/office/officeart/2005/8/layout/chevron1"/>
    <dgm:cxn modelId="{23D82539-9523-4FFC-9B3E-8041986B45C1}" type="presParOf" srcId="{5CF2B12A-6C8F-4E68-A572-3EDBD3F899D1}" destId="{642A9323-1F67-4A5D-8857-DF1A6BD242AE}" srcOrd="3" destOrd="0" presId="urn:microsoft.com/office/officeart/2005/8/layout/chevron1"/>
    <dgm:cxn modelId="{5B95236C-625C-4A0B-B388-7C77ED12A33E}" type="presParOf" srcId="{5CF2B12A-6C8F-4E68-A572-3EDBD3F899D1}" destId="{46C46EFF-D58B-4C32-A605-AB030B188E8A}" srcOrd="4" destOrd="0" presId="urn:microsoft.com/office/officeart/2005/8/layout/chevron1"/>
    <dgm:cxn modelId="{7182589C-C916-4B21-B2FC-AD9C65A9B919}" type="presParOf" srcId="{5CF2B12A-6C8F-4E68-A572-3EDBD3F899D1}" destId="{AE4BA504-6F3B-4F28-BB59-4E979864B31E}" srcOrd="5" destOrd="0" presId="urn:microsoft.com/office/officeart/2005/8/layout/chevron1"/>
    <dgm:cxn modelId="{C3834183-B010-493A-8B06-947DC30CBA32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AD8196C5-F670-4264-8557-1404AD01A71E}" type="presOf" srcId="{7BA8313D-8C09-4314-9637-731292CBC83C}" destId="{A86E4080-92AD-4939-B332-E07C48764045}" srcOrd="0" destOrd="0" presId="urn:microsoft.com/office/officeart/2005/8/layout/chevron1"/>
    <dgm:cxn modelId="{C2BC9A45-17BD-4BBF-B269-88940C092F64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BC4F2F7-ABE7-4557-B018-F5FE07FA03D7}" type="presOf" srcId="{C283FA72-CECD-45CD-8757-CEBC1A4221FD}" destId="{46C46EFF-D58B-4C32-A605-AB030B188E8A}" srcOrd="0" destOrd="0" presId="urn:microsoft.com/office/officeart/2005/8/layout/chevron1"/>
    <dgm:cxn modelId="{CC61B73C-783E-4EA3-B191-8DBCFAE61AB3}" type="presOf" srcId="{9BF9F257-8AA1-4884-82E7-D0FBEB140172}" destId="{59B237D4-C896-464B-8B66-907E7BC384C0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CEFDC54C-90E9-4ED9-9E66-DB98CF0865E2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AE1F51D1-5A7C-4A87-9C8D-5A17871FBEDA}" type="presParOf" srcId="{5CF2B12A-6C8F-4E68-A572-3EDBD3F899D1}" destId="{59B237D4-C896-464B-8B66-907E7BC384C0}" srcOrd="0" destOrd="0" presId="urn:microsoft.com/office/officeart/2005/8/layout/chevron1"/>
    <dgm:cxn modelId="{9437F88C-E987-48C7-A6AA-B8FF3D7FBBDA}" type="presParOf" srcId="{5CF2B12A-6C8F-4E68-A572-3EDBD3F899D1}" destId="{6DC5E9E8-AE98-4EBC-9670-F707EB7EC751}" srcOrd="1" destOrd="0" presId="urn:microsoft.com/office/officeart/2005/8/layout/chevron1"/>
    <dgm:cxn modelId="{E804C302-A9E8-4392-AA3D-EDB1C81CD344}" type="presParOf" srcId="{5CF2B12A-6C8F-4E68-A572-3EDBD3F899D1}" destId="{A86E4080-92AD-4939-B332-E07C48764045}" srcOrd="2" destOrd="0" presId="urn:microsoft.com/office/officeart/2005/8/layout/chevron1"/>
    <dgm:cxn modelId="{174B7113-EDD9-4514-842A-410D0B3E572E}" type="presParOf" srcId="{5CF2B12A-6C8F-4E68-A572-3EDBD3F899D1}" destId="{642A9323-1F67-4A5D-8857-DF1A6BD242AE}" srcOrd="3" destOrd="0" presId="urn:microsoft.com/office/officeart/2005/8/layout/chevron1"/>
    <dgm:cxn modelId="{A2BA2ACA-9DAF-436E-A674-6DA5DDED14A7}" type="presParOf" srcId="{5CF2B12A-6C8F-4E68-A572-3EDBD3F899D1}" destId="{46C46EFF-D58B-4C32-A605-AB030B188E8A}" srcOrd="4" destOrd="0" presId="urn:microsoft.com/office/officeart/2005/8/layout/chevron1"/>
    <dgm:cxn modelId="{36E655A2-E6D5-4281-92FF-C34380FD3856}" type="presParOf" srcId="{5CF2B12A-6C8F-4E68-A572-3EDBD3F899D1}" destId="{AE4BA504-6F3B-4F28-BB59-4E979864B31E}" srcOrd="5" destOrd="0" presId="urn:microsoft.com/office/officeart/2005/8/layout/chevron1"/>
    <dgm:cxn modelId="{30C1CE63-1ED7-4FF5-BA39-5E57957E9456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01619D3-56AE-4AF5-8198-6D8B43A74006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6716FC3A-44BF-4D4A-AA6F-7633E0DF7F20}" type="presOf" srcId="{9BF9F257-8AA1-4884-82E7-D0FBEB140172}" destId="{59B237D4-C896-464B-8B66-907E7BC384C0}" srcOrd="0" destOrd="0" presId="urn:microsoft.com/office/officeart/2005/8/layout/chevron1"/>
    <dgm:cxn modelId="{EEB9E3B4-3047-4E90-96AC-382AABD88274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E9CE7F64-5B8B-4469-BD36-539D8C34DBED}" type="presOf" srcId="{93E2F1D1-360B-4DFF-8B3E-7A0480FA2199}" destId="{5CF2B12A-6C8F-4E68-A572-3EDBD3F899D1}" srcOrd="0" destOrd="0" presId="urn:microsoft.com/office/officeart/2005/8/layout/chevron1"/>
    <dgm:cxn modelId="{D9BFED45-D5E9-4196-855A-AA336D8F2974}" type="presOf" srcId="{79B09C74-4B47-45CC-B14C-97FE958DDD10}" destId="{ABEC49F3-BDF7-424B-9830-26B6CE2FFD7D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459354BF-9720-463F-A842-60239A9EB0A3}" type="presParOf" srcId="{5CF2B12A-6C8F-4E68-A572-3EDBD3F899D1}" destId="{59B237D4-C896-464B-8B66-907E7BC384C0}" srcOrd="0" destOrd="0" presId="urn:microsoft.com/office/officeart/2005/8/layout/chevron1"/>
    <dgm:cxn modelId="{58769A6D-B70A-4507-8063-451CE6E6FFEB}" type="presParOf" srcId="{5CF2B12A-6C8F-4E68-A572-3EDBD3F899D1}" destId="{6DC5E9E8-AE98-4EBC-9670-F707EB7EC751}" srcOrd="1" destOrd="0" presId="urn:microsoft.com/office/officeart/2005/8/layout/chevron1"/>
    <dgm:cxn modelId="{F9D84799-397D-4FC5-A91F-81A622719380}" type="presParOf" srcId="{5CF2B12A-6C8F-4E68-A572-3EDBD3F899D1}" destId="{A86E4080-92AD-4939-B332-E07C48764045}" srcOrd="2" destOrd="0" presId="urn:microsoft.com/office/officeart/2005/8/layout/chevron1"/>
    <dgm:cxn modelId="{791934A4-19F6-4469-9DA3-DEEE08F3FEA3}" type="presParOf" srcId="{5CF2B12A-6C8F-4E68-A572-3EDBD3F899D1}" destId="{642A9323-1F67-4A5D-8857-DF1A6BD242AE}" srcOrd="3" destOrd="0" presId="urn:microsoft.com/office/officeart/2005/8/layout/chevron1"/>
    <dgm:cxn modelId="{F901F626-FE85-4EA5-80C1-26246AA84305}" type="presParOf" srcId="{5CF2B12A-6C8F-4E68-A572-3EDBD3F899D1}" destId="{46C46EFF-D58B-4C32-A605-AB030B188E8A}" srcOrd="4" destOrd="0" presId="urn:microsoft.com/office/officeart/2005/8/layout/chevron1"/>
    <dgm:cxn modelId="{670D1EC3-00BA-47C1-A529-3533E2C6F411}" type="presParOf" srcId="{5CF2B12A-6C8F-4E68-A572-3EDBD3F899D1}" destId="{AE4BA504-6F3B-4F28-BB59-4E979864B31E}" srcOrd="5" destOrd="0" presId="urn:microsoft.com/office/officeart/2005/8/layout/chevron1"/>
    <dgm:cxn modelId="{544F2961-4C4F-4D19-9EC5-419933ADE5AE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4F789A8-C6C7-4052-84F3-21291973255C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4795E6A8-6533-4557-B6F1-3E23DB1DDDBA}" type="presOf" srcId="{93E2F1D1-360B-4DFF-8B3E-7A0480FA2199}" destId="{5CF2B12A-6C8F-4E68-A572-3EDBD3F899D1}" srcOrd="0" destOrd="0" presId="urn:microsoft.com/office/officeart/2005/8/layout/chevron1"/>
    <dgm:cxn modelId="{13479CD1-8332-4D1C-8CEB-ED4D66CBBB18}" type="presOf" srcId="{79B09C74-4B47-45CC-B14C-97FE958DDD10}" destId="{ABEC49F3-BDF7-424B-9830-26B6CE2FFD7D}" srcOrd="0" destOrd="0" presId="urn:microsoft.com/office/officeart/2005/8/layout/chevron1"/>
    <dgm:cxn modelId="{C45C9413-5DDE-468E-B973-7A8E4A5FBB7C}" type="presOf" srcId="{9BF9F257-8AA1-4884-82E7-D0FBEB140172}" destId="{59B237D4-C896-464B-8B66-907E7BC384C0}" srcOrd="0" destOrd="0" presId="urn:microsoft.com/office/officeart/2005/8/layout/chevron1"/>
    <dgm:cxn modelId="{D830B18D-13FD-448B-A51A-6D36C0A036B1}" type="presOf" srcId="{C283FA72-CECD-45CD-8757-CEBC1A4221FD}" destId="{46C46EFF-D58B-4C32-A605-AB030B188E8A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CBA8B793-E14A-4D96-8DF9-F9354C0AE1E2}" type="presParOf" srcId="{5CF2B12A-6C8F-4E68-A572-3EDBD3F899D1}" destId="{59B237D4-C896-464B-8B66-907E7BC384C0}" srcOrd="0" destOrd="0" presId="urn:microsoft.com/office/officeart/2005/8/layout/chevron1"/>
    <dgm:cxn modelId="{8D14BD96-28D0-4DA4-9394-89BB6FCD74F1}" type="presParOf" srcId="{5CF2B12A-6C8F-4E68-A572-3EDBD3F899D1}" destId="{6DC5E9E8-AE98-4EBC-9670-F707EB7EC751}" srcOrd="1" destOrd="0" presId="urn:microsoft.com/office/officeart/2005/8/layout/chevron1"/>
    <dgm:cxn modelId="{DC9A4E7D-14FC-46F5-A6D4-9D674215B3C3}" type="presParOf" srcId="{5CF2B12A-6C8F-4E68-A572-3EDBD3F899D1}" destId="{A86E4080-92AD-4939-B332-E07C48764045}" srcOrd="2" destOrd="0" presId="urn:microsoft.com/office/officeart/2005/8/layout/chevron1"/>
    <dgm:cxn modelId="{262E2FC3-E8C3-44E3-B9A7-B4A48EBBB74E}" type="presParOf" srcId="{5CF2B12A-6C8F-4E68-A572-3EDBD3F899D1}" destId="{642A9323-1F67-4A5D-8857-DF1A6BD242AE}" srcOrd="3" destOrd="0" presId="urn:microsoft.com/office/officeart/2005/8/layout/chevron1"/>
    <dgm:cxn modelId="{23AA0ED1-5DE2-4D42-B278-8354936B7C2A}" type="presParOf" srcId="{5CF2B12A-6C8F-4E68-A572-3EDBD3F899D1}" destId="{46C46EFF-D58B-4C32-A605-AB030B188E8A}" srcOrd="4" destOrd="0" presId="urn:microsoft.com/office/officeart/2005/8/layout/chevron1"/>
    <dgm:cxn modelId="{55FA8328-DE1E-4FBD-B3CF-F0A4495241AD}" type="presParOf" srcId="{5CF2B12A-6C8F-4E68-A572-3EDBD3F899D1}" destId="{AE4BA504-6F3B-4F28-BB59-4E979864B31E}" srcOrd="5" destOrd="0" presId="urn:microsoft.com/office/officeart/2005/8/layout/chevron1"/>
    <dgm:cxn modelId="{CCDFDF4A-59D7-4DE1-8780-63C41EB3CC79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2C676D21-010E-4E9B-96AA-292CDBB280D5}" type="presOf" srcId="{7BA8313D-8C09-4314-9637-731292CBC83C}" destId="{A86E4080-92AD-4939-B332-E07C48764045}" srcOrd="0" destOrd="0" presId="urn:microsoft.com/office/officeart/2005/8/layout/chevron1"/>
    <dgm:cxn modelId="{DF957734-238D-4966-A97D-747BDC9B2881}" type="presOf" srcId="{79B09C74-4B47-45CC-B14C-97FE958DDD10}" destId="{ABEC49F3-BDF7-424B-9830-26B6CE2FFD7D}" srcOrd="0" destOrd="0" presId="urn:microsoft.com/office/officeart/2005/8/layout/chevron1"/>
    <dgm:cxn modelId="{6B32FEF8-893A-41BF-A40D-BDCD591B67E9}" type="presOf" srcId="{9BF9F257-8AA1-4884-82E7-D0FBEB140172}" destId="{59B237D4-C896-464B-8B66-907E7BC384C0}" srcOrd="0" destOrd="0" presId="urn:microsoft.com/office/officeart/2005/8/layout/chevron1"/>
    <dgm:cxn modelId="{098F3C4A-DCF1-499C-84B3-9C836072E302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145D6CD8-C5AB-4702-80D5-2B0AFD4089D3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6E4CD0AF-C0CB-4E0E-8CDA-0E71801BBF65}" type="presParOf" srcId="{5CF2B12A-6C8F-4E68-A572-3EDBD3F899D1}" destId="{59B237D4-C896-464B-8B66-907E7BC384C0}" srcOrd="0" destOrd="0" presId="urn:microsoft.com/office/officeart/2005/8/layout/chevron1"/>
    <dgm:cxn modelId="{03262E77-FC74-41A9-8F6C-D5C2A49489A9}" type="presParOf" srcId="{5CF2B12A-6C8F-4E68-A572-3EDBD3F899D1}" destId="{6DC5E9E8-AE98-4EBC-9670-F707EB7EC751}" srcOrd="1" destOrd="0" presId="urn:microsoft.com/office/officeart/2005/8/layout/chevron1"/>
    <dgm:cxn modelId="{E2E6D4B4-3E05-4152-B137-F09E080F3859}" type="presParOf" srcId="{5CF2B12A-6C8F-4E68-A572-3EDBD3F899D1}" destId="{A86E4080-92AD-4939-B332-E07C48764045}" srcOrd="2" destOrd="0" presId="urn:microsoft.com/office/officeart/2005/8/layout/chevron1"/>
    <dgm:cxn modelId="{2FEB1C59-2E82-4F1F-ABFB-B8CCAB36205B}" type="presParOf" srcId="{5CF2B12A-6C8F-4E68-A572-3EDBD3F899D1}" destId="{642A9323-1F67-4A5D-8857-DF1A6BD242AE}" srcOrd="3" destOrd="0" presId="urn:microsoft.com/office/officeart/2005/8/layout/chevron1"/>
    <dgm:cxn modelId="{6C5A570B-B50D-4F48-9A69-A960C46EFBAE}" type="presParOf" srcId="{5CF2B12A-6C8F-4E68-A572-3EDBD3F899D1}" destId="{46C46EFF-D58B-4C32-A605-AB030B188E8A}" srcOrd="4" destOrd="0" presId="urn:microsoft.com/office/officeart/2005/8/layout/chevron1"/>
    <dgm:cxn modelId="{0AB31CF6-5CBC-484E-A5E4-2846E68F7482}" type="presParOf" srcId="{5CF2B12A-6C8F-4E68-A572-3EDBD3F899D1}" destId="{AE4BA504-6F3B-4F28-BB59-4E979864B31E}" srcOrd="5" destOrd="0" presId="urn:microsoft.com/office/officeart/2005/8/layout/chevron1"/>
    <dgm:cxn modelId="{6A57D545-AB8A-4B8B-8C76-2D6FA91DCF95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A404F13-B55F-4980-94E0-409201695F55}" type="presOf" srcId="{9BF9F257-8AA1-4884-82E7-D0FBEB140172}" destId="{59B237D4-C896-464B-8B66-907E7BC384C0}" srcOrd="0" destOrd="0" presId="urn:microsoft.com/office/officeart/2005/8/layout/chevron1"/>
    <dgm:cxn modelId="{F62C7657-3E0B-452B-BE52-BC76BD4B9E6E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30B62433-8B76-4363-812F-EB2110EA59AF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2BA41D34-F013-4B88-815E-80E715571372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908671A2-E044-488F-8B4B-8C7F1B28CF80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58DF95DD-FFA7-4770-94AF-F31351C1CE87}" type="presParOf" srcId="{5CF2B12A-6C8F-4E68-A572-3EDBD3F899D1}" destId="{59B237D4-C896-464B-8B66-907E7BC384C0}" srcOrd="0" destOrd="0" presId="urn:microsoft.com/office/officeart/2005/8/layout/chevron1"/>
    <dgm:cxn modelId="{75E20C96-F08E-4F7D-802D-386742C994D5}" type="presParOf" srcId="{5CF2B12A-6C8F-4E68-A572-3EDBD3F899D1}" destId="{6DC5E9E8-AE98-4EBC-9670-F707EB7EC751}" srcOrd="1" destOrd="0" presId="urn:microsoft.com/office/officeart/2005/8/layout/chevron1"/>
    <dgm:cxn modelId="{ED28FFD3-8CD1-46C7-B79D-AD04CA44AB86}" type="presParOf" srcId="{5CF2B12A-6C8F-4E68-A572-3EDBD3F899D1}" destId="{A86E4080-92AD-4939-B332-E07C48764045}" srcOrd="2" destOrd="0" presId="urn:microsoft.com/office/officeart/2005/8/layout/chevron1"/>
    <dgm:cxn modelId="{5A7A7B20-EFDC-4425-AA29-3B7817ADBA7C}" type="presParOf" srcId="{5CF2B12A-6C8F-4E68-A572-3EDBD3F899D1}" destId="{642A9323-1F67-4A5D-8857-DF1A6BD242AE}" srcOrd="3" destOrd="0" presId="urn:microsoft.com/office/officeart/2005/8/layout/chevron1"/>
    <dgm:cxn modelId="{CB6165A9-DCF0-494C-9D40-9BE87299789D}" type="presParOf" srcId="{5CF2B12A-6C8F-4E68-A572-3EDBD3F899D1}" destId="{46C46EFF-D58B-4C32-A605-AB030B188E8A}" srcOrd="4" destOrd="0" presId="urn:microsoft.com/office/officeart/2005/8/layout/chevron1"/>
    <dgm:cxn modelId="{2681C96C-8BDF-4462-BA0A-A509FDE24F7D}" type="presParOf" srcId="{5CF2B12A-6C8F-4E68-A572-3EDBD3F899D1}" destId="{AE4BA504-6F3B-4F28-BB59-4E979864B31E}" srcOrd="5" destOrd="0" presId="urn:microsoft.com/office/officeart/2005/8/layout/chevron1"/>
    <dgm:cxn modelId="{A1004EE5-95BF-4FCF-8229-85170FD1FFA9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E270A5B-0D51-439A-BFE0-604000E11194}" type="presOf" srcId="{9BF9F257-8AA1-4884-82E7-D0FBEB140172}" destId="{59B237D4-C896-464B-8B66-907E7BC384C0}" srcOrd="0" destOrd="0" presId="urn:microsoft.com/office/officeart/2005/8/layout/chevron1"/>
    <dgm:cxn modelId="{C0905B5D-D95E-4D7F-9F81-4721E90820E4}" type="presOf" srcId="{79B09C74-4B47-45CC-B14C-97FE958DDD10}" destId="{ABEC49F3-BDF7-424B-9830-26B6CE2FFD7D}" srcOrd="0" destOrd="0" presId="urn:microsoft.com/office/officeart/2005/8/layout/chevron1"/>
    <dgm:cxn modelId="{76230A0D-37CC-4020-81CD-BFF95C9E74EA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817B160B-A99C-478B-95F7-287FA9A55903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81908D1F-51B8-4982-A98F-2AD3A67570B9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46BD30E1-4882-40E0-A464-E13B0B203173}" type="presParOf" srcId="{5CF2B12A-6C8F-4E68-A572-3EDBD3F899D1}" destId="{59B237D4-C896-464B-8B66-907E7BC384C0}" srcOrd="0" destOrd="0" presId="urn:microsoft.com/office/officeart/2005/8/layout/chevron1"/>
    <dgm:cxn modelId="{93CFFA7D-9D21-4173-AF6E-EC7BF32EA68F}" type="presParOf" srcId="{5CF2B12A-6C8F-4E68-A572-3EDBD3F899D1}" destId="{6DC5E9E8-AE98-4EBC-9670-F707EB7EC751}" srcOrd="1" destOrd="0" presId="urn:microsoft.com/office/officeart/2005/8/layout/chevron1"/>
    <dgm:cxn modelId="{3BF00F04-0138-481A-98DF-E722B3E86DF8}" type="presParOf" srcId="{5CF2B12A-6C8F-4E68-A572-3EDBD3F899D1}" destId="{A86E4080-92AD-4939-B332-E07C48764045}" srcOrd="2" destOrd="0" presId="urn:microsoft.com/office/officeart/2005/8/layout/chevron1"/>
    <dgm:cxn modelId="{1B840F54-0D9F-42ED-AD48-3EFDA05E07D6}" type="presParOf" srcId="{5CF2B12A-6C8F-4E68-A572-3EDBD3F899D1}" destId="{642A9323-1F67-4A5D-8857-DF1A6BD242AE}" srcOrd="3" destOrd="0" presId="urn:microsoft.com/office/officeart/2005/8/layout/chevron1"/>
    <dgm:cxn modelId="{E2E671D0-10CC-4A28-B4A1-DDABC56076C9}" type="presParOf" srcId="{5CF2B12A-6C8F-4E68-A572-3EDBD3F899D1}" destId="{46C46EFF-D58B-4C32-A605-AB030B188E8A}" srcOrd="4" destOrd="0" presId="urn:microsoft.com/office/officeart/2005/8/layout/chevron1"/>
    <dgm:cxn modelId="{F86FAE41-7073-4921-B900-B9DC87C3569D}" type="presParOf" srcId="{5CF2B12A-6C8F-4E68-A572-3EDBD3F899D1}" destId="{AE4BA504-6F3B-4F28-BB59-4E979864B31E}" srcOrd="5" destOrd="0" presId="urn:microsoft.com/office/officeart/2005/8/layout/chevron1"/>
    <dgm:cxn modelId="{5FD6B393-62DF-47CC-B196-7F7FA8735F05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989B56A-D3DD-4DB5-AE89-F79FC2C39ACB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73CFA989-0F3C-48D0-8D66-CFDE6439676D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BE392077-8D3B-4357-BF88-246B5F7AD640}" type="presOf" srcId="{9BF9F257-8AA1-4884-82E7-D0FBEB140172}" destId="{59B237D4-C896-464B-8B66-907E7BC384C0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44FC842D-FCA8-4052-A0A9-203DBC7DD1DB}" type="presOf" srcId="{7BA8313D-8C09-4314-9637-731292CBC83C}" destId="{A86E4080-92AD-4939-B332-E07C48764045}" srcOrd="0" destOrd="0" presId="urn:microsoft.com/office/officeart/2005/8/layout/chevron1"/>
    <dgm:cxn modelId="{99480459-39C9-4664-9221-13FDEBD61869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6882D925-B58E-45C3-B1A4-82F90C693269}" type="presParOf" srcId="{5CF2B12A-6C8F-4E68-A572-3EDBD3F899D1}" destId="{59B237D4-C896-464B-8B66-907E7BC384C0}" srcOrd="0" destOrd="0" presId="urn:microsoft.com/office/officeart/2005/8/layout/chevron1"/>
    <dgm:cxn modelId="{FDB18FFC-A079-4EE1-B2EE-C8D39A8ABE4B}" type="presParOf" srcId="{5CF2B12A-6C8F-4E68-A572-3EDBD3F899D1}" destId="{6DC5E9E8-AE98-4EBC-9670-F707EB7EC751}" srcOrd="1" destOrd="0" presId="urn:microsoft.com/office/officeart/2005/8/layout/chevron1"/>
    <dgm:cxn modelId="{98CD649C-5A8F-41BF-816A-2CC3EF7BE275}" type="presParOf" srcId="{5CF2B12A-6C8F-4E68-A572-3EDBD3F899D1}" destId="{A86E4080-92AD-4939-B332-E07C48764045}" srcOrd="2" destOrd="0" presId="urn:microsoft.com/office/officeart/2005/8/layout/chevron1"/>
    <dgm:cxn modelId="{E9A6F3BE-3F57-4425-8F1A-2E5BBFD3B194}" type="presParOf" srcId="{5CF2B12A-6C8F-4E68-A572-3EDBD3F899D1}" destId="{642A9323-1F67-4A5D-8857-DF1A6BD242AE}" srcOrd="3" destOrd="0" presId="urn:microsoft.com/office/officeart/2005/8/layout/chevron1"/>
    <dgm:cxn modelId="{402129E8-6A9D-4B36-948F-AC336CDBFEA2}" type="presParOf" srcId="{5CF2B12A-6C8F-4E68-A572-3EDBD3F899D1}" destId="{46C46EFF-D58B-4C32-A605-AB030B188E8A}" srcOrd="4" destOrd="0" presId="urn:microsoft.com/office/officeart/2005/8/layout/chevron1"/>
    <dgm:cxn modelId="{F9F98BCD-6943-422B-A66A-E8AEBCE9380E}" type="presParOf" srcId="{5CF2B12A-6C8F-4E68-A572-3EDBD3F899D1}" destId="{AE4BA504-6F3B-4F28-BB59-4E979864B31E}" srcOrd="5" destOrd="0" presId="urn:microsoft.com/office/officeart/2005/8/layout/chevron1"/>
    <dgm:cxn modelId="{77CDB891-AFC8-4186-A2D4-B16C73C2E911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36EE383-3D9F-4EC5-A25F-56EAC6746705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DBE2BE28-A277-467B-BC36-67CEE37A38BF}" type="presOf" srcId="{79B09C74-4B47-45CC-B14C-97FE958DDD10}" destId="{ABEC49F3-BDF7-424B-9830-26B6CE2FFD7D}" srcOrd="0" destOrd="0" presId="urn:microsoft.com/office/officeart/2005/8/layout/chevron1"/>
    <dgm:cxn modelId="{CC026D1A-2DCA-45F7-91FB-180BCE6EAB9C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FDD83111-69D4-47CA-A340-01B9A1946717}" type="presOf" srcId="{93E2F1D1-360B-4DFF-8B3E-7A0480FA2199}" destId="{5CF2B12A-6C8F-4E68-A572-3EDBD3F899D1}" srcOrd="0" destOrd="0" presId="urn:microsoft.com/office/officeart/2005/8/layout/chevron1"/>
    <dgm:cxn modelId="{D7C35ACB-5C95-45E4-8170-F001F038AD43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D1177595-1B44-4DBF-A26E-7B52EB3DE222}" type="presParOf" srcId="{5CF2B12A-6C8F-4E68-A572-3EDBD3F899D1}" destId="{59B237D4-C896-464B-8B66-907E7BC384C0}" srcOrd="0" destOrd="0" presId="urn:microsoft.com/office/officeart/2005/8/layout/chevron1"/>
    <dgm:cxn modelId="{2EE6D12D-C3C4-4389-B27D-9D8F1F895E9E}" type="presParOf" srcId="{5CF2B12A-6C8F-4E68-A572-3EDBD3F899D1}" destId="{6DC5E9E8-AE98-4EBC-9670-F707EB7EC751}" srcOrd="1" destOrd="0" presId="urn:microsoft.com/office/officeart/2005/8/layout/chevron1"/>
    <dgm:cxn modelId="{05A987F8-2999-46A6-A7B5-930B78C6C94D}" type="presParOf" srcId="{5CF2B12A-6C8F-4E68-A572-3EDBD3F899D1}" destId="{A86E4080-92AD-4939-B332-E07C48764045}" srcOrd="2" destOrd="0" presId="urn:microsoft.com/office/officeart/2005/8/layout/chevron1"/>
    <dgm:cxn modelId="{5AC84A6A-150C-4E0D-8911-6B29A7B6F3A0}" type="presParOf" srcId="{5CF2B12A-6C8F-4E68-A572-3EDBD3F899D1}" destId="{642A9323-1F67-4A5D-8857-DF1A6BD242AE}" srcOrd="3" destOrd="0" presId="urn:microsoft.com/office/officeart/2005/8/layout/chevron1"/>
    <dgm:cxn modelId="{0080C6AF-5792-4558-B055-81F784F1326E}" type="presParOf" srcId="{5CF2B12A-6C8F-4E68-A572-3EDBD3F899D1}" destId="{46C46EFF-D58B-4C32-A605-AB030B188E8A}" srcOrd="4" destOrd="0" presId="urn:microsoft.com/office/officeart/2005/8/layout/chevron1"/>
    <dgm:cxn modelId="{4CA2E9FB-64F8-42B8-BE51-63877174F1C9}" type="presParOf" srcId="{5CF2B12A-6C8F-4E68-A572-3EDBD3F899D1}" destId="{AE4BA504-6F3B-4F28-BB59-4E979864B31E}" srcOrd="5" destOrd="0" presId="urn:microsoft.com/office/officeart/2005/8/layout/chevron1"/>
    <dgm:cxn modelId="{B8130F1C-86F1-4359-A6AE-7B1109DDB18D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B18ED30-DDD8-462B-AEE6-70A5356328EE}" type="presOf" srcId="{7BA8313D-8C09-4314-9637-731292CBC83C}" destId="{A86E4080-92AD-4939-B332-E07C48764045}" srcOrd="0" destOrd="0" presId="urn:microsoft.com/office/officeart/2005/8/layout/chevron1"/>
    <dgm:cxn modelId="{E6BBA551-6F98-4C8C-BFD5-C6D045E32B7C}" type="presOf" srcId="{C283FA72-CECD-45CD-8757-CEBC1A4221FD}" destId="{46C46EFF-D58B-4C32-A605-AB030B188E8A}" srcOrd="0" destOrd="0" presId="urn:microsoft.com/office/officeart/2005/8/layout/chevron1"/>
    <dgm:cxn modelId="{7D0D7FC3-31BF-4DE8-AACE-9C46002ED1D2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F7C23A7A-61A5-4535-80DF-98264A0DCB6F}" type="presOf" srcId="{79B09C74-4B47-45CC-B14C-97FE958DDD10}" destId="{ABEC49F3-BDF7-424B-9830-26B6CE2FFD7D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EC27FB51-58B4-44AC-AB64-485A019BB27E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560EFA38-6BE0-4692-9E40-ECF4400B8E33}" type="presParOf" srcId="{5CF2B12A-6C8F-4E68-A572-3EDBD3F899D1}" destId="{59B237D4-C896-464B-8B66-907E7BC384C0}" srcOrd="0" destOrd="0" presId="urn:microsoft.com/office/officeart/2005/8/layout/chevron1"/>
    <dgm:cxn modelId="{124646C7-2B1B-4AEA-A208-D8C46EB3138D}" type="presParOf" srcId="{5CF2B12A-6C8F-4E68-A572-3EDBD3F899D1}" destId="{6DC5E9E8-AE98-4EBC-9670-F707EB7EC751}" srcOrd="1" destOrd="0" presId="urn:microsoft.com/office/officeart/2005/8/layout/chevron1"/>
    <dgm:cxn modelId="{E3623F92-B50B-4968-B845-B6C76F6DB054}" type="presParOf" srcId="{5CF2B12A-6C8F-4E68-A572-3EDBD3F899D1}" destId="{A86E4080-92AD-4939-B332-E07C48764045}" srcOrd="2" destOrd="0" presId="urn:microsoft.com/office/officeart/2005/8/layout/chevron1"/>
    <dgm:cxn modelId="{A8AC5525-6A47-48B7-99FF-9DBECF0C407C}" type="presParOf" srcId="{5CF2B12A-6C8F-4E68-A572-3EDBD3F899D1}" destId="{642A9323-1F67-4A5D-8857-DF1A6BD242AE}" srcOrd="3" destOrd="0" presId="urn:microsoft.com/office/officeart/2005/8/layout/chevron1"/>
    <dgm:cxn modelId="{2C0D2985-4FBC-42A6-A533-3134AF487E7F}" type="presParOf" srcId="{5CF2B12A-6C8F-4E68-A572-3EDBD3F899D1}" destId="{46C46EFF-D58B-4C32-A605-AB030B188E8A}" srcOrd="4" destOrd="0" presId="urn:microsoft.com/office/officeart/2005/8/layout/chevron1"/>
    <dgm:cxn modelId="{E0C9E530-789B-4D73-93C0-25A3587E55FF}" type="presParOf" srcId="{5CF2B12A-6C8F-4E68-A572-3EDBD3F899D1}" destId="{AE4BA504-6F3B-4F28-BB59-4E979864B31E}" srcOrd="5" destOrd="0" presId="urn:microsoft.com/office/officeart/2005/8/layout/chevron1"/>
    <dgm:cxn modelId="{0D857F08-B9E5-4376-B248-800A8921BA7B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C5440D-F77B-4ED0-ABD1-5A06C8678651}" type="presOf" srcId="{79B09C74-4B47-45CC-B14C-97FE958DDD10}" destId="{ABEC49F3-BDF7-424B-9830-26B6CE2FFD7D}" srcOrd="0" destOrd="0" presId="urn:microsoft.com/office/officeart/2005/8/layout/chevron1"/>
    <dgm:cxn modelId="{831819A2-143D-4F77-9F41-91EC8E76C367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D864F297-EF2C-474C-BA18-678F48D61382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D35132D0-E5CC-4071-B936-46F4EEE55D5F}" type="presOf" srcId="{93E2F1D1-360B-4DFF-8B3E-7A0480FA2199}" destId="{5CF2B12A-6C8F-4E68-A572-3EDBD3F899D1}" srcOrd="0" destOrd="0" presId="urn:microsoft.com/office/officeart/2005/8/layout/chevron1"/>
    <dgm:cxn modelId="{97496FAD-D67D-47F2-A9C3-7B14438FE4F4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3609E585-B2B3-413D-9583-CD10C5D91206}" type="presParOf" srcId="{5CF2B12A-6C8F-4E68-A572-3EDBD3F899D1}" destId="{59B237D4-C896-464B-8B66-907E7BC384C0}" srcOrd="0" destOrd="0" presId="urn:microsoft.com/office/officeart/2005/8/layout/chevron1"/>
    <dgm:cxn modelId="{6B239006-0166-4439-89A7-02B3B97DA55E}" type="presParOf" srcId="{5CF2B12A-6C8F-4E68-A572-3EDBD3F899D1}" destId="{6DC5E9E8-AE98-4EBC-9670-F707EB7EC751}" srcOrd="1" destOrd="0" presId="urn:microsoft.com/office/officeart/2005/8/layout/chevron1"/>
    <dgm:cxn modelId="{99EC6C8A-881D-4A2F-BC15-33E35E08A7D5}" type="presParOf" srcId="{5CF2B12A-6C8F-4E68-A572-3EDBD3F899D1}" destId="{A86E4080-92AD-4939-B332-E07C48764045}" srcOrd="2" destOrd="0" presId="urn:microsoft.com/office/officeart/2005/8/layout/chevron1"/>
    <dgm:cxn modelId="{E566EF98-877D-4DBB-8CE1-6BA9B76A461B}" type="presParOf" srcId="{5CF2B12A-6C8F-4E68-A572-3EDBD3F899D1}" destId="{642A9323-1F67-4A5D-8857-DF1A6BD242AE}" srcOrd="3" destOrd="0" presId="urn:microsoft.com/office/officeart/2005/8/layout/chevron1"/>
    <dgm:cxn modelId="{FA407520-0990-4EEE-95CC-1B7A3EB8F4A7}" type="presParOf" srcId="{5CF2B12A-6C8F-4E68-A572-3EDBD3F899D1}" destId="{46C46EFF-D58B-4C32-A605-AB030B188E8A}" srcOrd="4" destOrd="0" presId="urn:microsoft.com/office/officeart/2005/8/layout/chevron1"/>
    <dgm:cxn modelId="{E7ECAF46-C85E-48A9-B5E8-6E34B94D3BD3}" type="presParOf" srcId="{5CF2B12A-6C8F-4E68-A572-3EDBD3F899D1}" destId="{AE4BA504-6F3B-4F28-BB59-4E979864B31E}" srcOrd="5" destOrd="0" presId="urn:microsoft.com/office/officeart/2005/8/layout/chevron1"/>
    <dgm:cxn modelId="{ED1448EB-5F5A-4E84-8C58-482D5C039E9A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AD99F0D-E10F-4548-812B-EC65978FF2F3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8EABFB86-5BAA-4EA8-AD87-EC2C8724F1A3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4BD6AC97-ECDD-4E15-B379-9689C79FF3A7}" type="presOf" srcId="{C283FA72-CECD-45CD-8757-CEBC1A4221FD}" destId="{46C46EFF-D58B-4C32-A605-AB030B188E8A}" srcOrd="0" destOrd="0" presId="urn:microsoft.com/office/officeart/2005/8/layout/chevron1"/>
    <dgm:cxn modelId="{DD952F58-8430-466F-973B-529D32F2747D}" type="presOf" srcId="{93E2F1D1-360B-4DFF-8B3E-7A0480FA2199}" destId="{5CF2B12A-6C8F-4E68-A572-3EDBD3F899D1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B12C1303-0FFD-4E3D-A22C-38A13CC05E40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9C041302-67B4-4D85-B3DF-45B1C57F3A8C}" type="presParOf" srcId="{5CF2B12A-6C8F-4E68-A572-3EDBD3F899D1}" destId="{59B237D4-C896-464B-8B66-907E7BC384C0}" srcOrd="0" destOrd="0" presId="urn:microsoft.com/office/officeart/2005/8/layout/chevron1"/>
    <dgm:cxn modelId="{0EE01C54-89A1-4BF2-BA92-513BE9DBCA8C}" type="presParOf" srcId="{5CF2B12A-6C8F-4E68-A572-3EDBD3F899D1}" destId="{6DC5E9E8-AE98-4EBC-9670-F707EB7EC751}" srcOrd="1" destOrd="0" presId="urn:microsoft.com/office/officeart/2005/8/layout/chevron1"/>
    <dgm:cxn modelId="{3E3FEEB5-C98E-46EB-81CA-EDEE312994E8}" type="presParOf" srcId="{5CF2B12A-6C8F-4E68-A572-3EDBD3F899D1}" destId="{A86E4080-92AD-4939-B332-E07C48764045}" srcOrd="2" destOrd="0" presId="urn:microsoft.com/office/officeart/2005/8/layout/chevron1"/>
    <dgm:cxn modelId="{08D9B54D-89AD-4915-8B2C-3D7D794CE2F5}" type="presParOf" srcId="{5CF2B12A-6C8F-4E68-A572-3EDBD3F899D1}" destId="{642A9323-1F67-4A5D-8857-DF1A6BD242AE}" srcOrd="3" destOrd="0" presId="urn:microsoft.com/office/officeart/2005/8/layout/chevron1"/>
    <dgm:cxn modelId="{880F7A7D-A030-4996-88BD-130630CE98B6}" type="presParOf" srcId="{5CF2B12A-6C8F-4E68-A572-3EDBD3F899D1}" destId="{46C46EFF-D58B-4C32-A605-AB030B188E8A}" srcOrd="4" destOrd="0" presId="urn:microsoft.com/office/officeart/2005/8/layout/chevron1"/>
    <dgm:cxn modelId="{729D765A-B240-453C-8CAA-4C80B6FA0A53}" type="presParOf" srcId="{5CF2B12A-6C8F-4E68-A572-3EDBD3F899D1}" destId="{AE4BA504-6F3B-4F28-BB59-4E979864B31E}" srcOrd="5" destOrd="0" presId="urn:microsoft.com/office/officeart/2005/8/layout/chevron1"/>
    <dgm:cxn modelId="{CCC659AE-E704-4C5B-9249-39D3A0A20CAD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0E35F9B-647D-476C-AAC9-ED4FD2C12E66}" type="presOf" srcId="{C283FA72-CECD-45CD-8757-CEBC1A4221FD}" destId="{46C46EFF-D58B-4C32-A605-AB030B188E8A}" srcOrd="0" destOrd="0" presId="urn:microsoft.com/office/officeart/2005/8/layout/chevron1"/>
    <dgm:cxn modelId="{08F21D19-6577-4920-841F-58C9C4BC082E}" type="presOf" srcId="{9BF9F257-8AA1-4884-82E7-D0FBEB140172}" destId="{59B237D4-C896-464B-8B66-907E7BC384C0}" srcOrd="0" destOrd="0" presId="urn:microsoft.com/office/officeart/2005/8/layout/chevron1"/>
    <dgm:cxn modelId="{647A94BB-3465-4EE5-A5B2-87B87A343AD9}" type="presOf" srcId="{7BA8313D-8C09-4314-9637-731292CBC83C}" destId="{A86E4080-92AD-4939-B332-E07C48764045}" srcOrd="0" destOrd="0" presId="urn:microsoft.com/office/officeart/2005/8/layout/chevron1"/>
    <dgm:cxn modelId="{B2D0E328-8580-49D6-BFA7-28E16BB214CD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6028568C-5560-47B4-888C-51952F39EE47}" type="presOf" srcId="{79B09C74-4B47-45CC-B14C-97FE958DDD10}" destId="{ABEC49F3-BDF7-424B-9830-26B6CE2FFD7D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E688BA6-F023-4DD2-851D-5DEA55740D95}" type="presParOf" srcId="{5CF2B12A-6C8F-4E68-A572-3EDBD3F899D1}" destId="{59B237D4-C896-464B-8B66-907E7BC384C0}" srcOrd="0" destOrd="0" presId="urn:microsoft.com/office/officeart/2005/8/layout/chevron1"/>
    <dgm:cxn modelId="{741769F3-3549-417C-B970-DDED5774F011}" type="presParOf" srcId="{5CF2B12A-6C8F-4E68-A572-3EDBD3F899D1}" destId="{6DC5E9E8-AE98-4EBC-9670-F707EB7EC751}" srcOrd="1" destOrd="0" presId="urn:microsoft.com/office/officeart/2005/8/layout/chevron1"/>
    <dgm:cxn modelId="{F91CC7B8-528C-411E-B712-7469B8F0F9E1}" type="presParOf" srcId="{5CF2B12A-6C8F-4E68-A572-3EDBD3F899D1}" destId="{A86E4080-92AD-4939-B332-E07C48764045}" srcOrd="2" destOrd="0" presId="urn:microsoft.com/office/officeart/2005/8/layout/chevron1"/>
    <dgm:cxn modelId="{3F6AC30F-4036-4D2C-9572-741C392A36CB}" type="presParOf" srcId="{5CF2B12A-6C8F-4E68-A572-3EDBD3F899D1}" destId="{642A9323-1F67-4A5D-8857-DF1A6BD242AE}" srcOrd="3" destOrd="0" presId="urn:microsoft.com/office/officeart/2005/8/layout/chevron1"/>
    <dgm:cxn modelId="{D6B9FF75-2D75-4AD7-B230-9EE34AEE67D4}" type="presParOf" srcId="{5CF2B12A-6C8F-4E68-A572-3EDBD3F899D1}" destId="{46C46EFF-D58B-4C32-A605-AB030B188E8A}" srcOrd="4" destOrd="0" presId="urn:microsoft.com/office/officeart/2005/8/layout/chevron1"/>
    <dgm:cxn modelId="{E92245CF-CFAB-4D66-AB66-3EA70BDC608F}" type="presParOf" srcId="{5CF2B12A-6C8F-4E68-A572-3EDBD3F899D1}" destId="{AE4BA504-6F3B-4F28-BB59-4E979864B31E}" srcOrd="5" destOrd="0" presId="urn:microsoft.com/office/officeart/2005/8/layout/chevron1"/>
    <dgm:cxn modelId="{AE070FD2-3362-453F-B94A-131747A14A37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7B7E5614-6170-45BC-B468-11F804A06842}" type="presOf" srcId="{79B09C74-4B47-45CC-B14C-97FE958DDD10}" destId="{ABEC49F3-BDF7-424B-9830-26B6CE2FFD7D}" srcOrd="0" destOrd="0" presId="urn:microsoft.com/office/officeart/2005/8/layout/chevron1"/>
    <dgm:cxn modelId="{C248B701-7B60-4E3C-B998-E8BEEB395DA1}" type="presOf" srcId="{C283FA72-CECD-45CD-8757-CEBC1A4221FD}" destId="{46C46EFF-D58B-4C32-A605-AB030B188E8A}" srcOrd="0" destOrd="0" presId="urn:microsoft.com/office/officeart/2005/8/layout/chevron1"/>
    <dgm:cxn modelId="{F280ED1C-3EE1-4251-B7E4-FC3190B10EF1}" type="presOf" srcId="{9BF9F257-8AA1-4884-82E7-D0FBEB140172}" destId="{59B237D4-C896-464B-8B66-907E7BC384C0}" srcOrd="0" destOrd="0" presId="urn:microsoft.com/office/officeart/2005/8/layout/chevron1"/>
    <dgm:cxn modelId="{622BAAB0-26B1-4061-BA06-0A2D9E031195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655E5E28-709F-4652-8AD1-0CBB38D717D6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E96ED8C-7BCB-4408-9AD2-255CB6BBA86C}" type="presParOf" srcId="{5CF2B12A-6C8F-4E68-A572-3EDBD3F899D1}" destId="{59B237D4-C896-464B-8B66-907E7BC384C0}" srcOrd="0" destOrd="0" presId="urn:microsoft.com/office/officeart/2005/8/layout/chevron1"/>
    <dgm:cxn modelId="{79503D3B-04C4-4EDB-852A-7E8FA06586F8}" type="presParOf" srcId="{5CF2B12A-6C8F-4E68-A572-3EDBD3F899D1}" destId="{6DC5E9E8-AE98-4EBC-9670-F707EB7EC751}" srcOrd="1" destOrd="0" presId="urn:microsoft.com/office/officeart/2005/8/layout/chevron1"/>
    <dgm:cxn modelId="{1A594F4D-6062-4A9F-A039-577327D42073}" type="presParOf" srcId="{5CF2B12A-6C8F-4E68-A572-3EDBD3F899D1}" destId="{A86E4080-92AD-4939-B332-E07C48764045}" srcOrd="2" destOrd="0" presId="urn:microsoft.com/office/officeart/2005/8/layout/chevron1"/>
    <dgm:cxn modelId="{8A13C391-5617-4823-B4EE-F60B65F4BAD5}" type="presParOf" srcId="{5CF2B12A-6C8F-4E68-A572-3EDBD3F899D1}" destId="{642A9323-1F67-4A5D-8857-DF1A6BD242AE}" srcOrd="3" destOrd="0" presId="urn:microsoft.com/office/officeart/2005/8/layout/chevron1"/>
    <dgm:cxn modelId="{8CC1080D-F839-44BF-B1F3-EC25254E0700}" type="presParOf" srcId="{5CF2B12A-6C8F-4E68-A572-3EDBD3F899D1}" destId="{46C46EFF-D58B-4C32-A605-AB030B188E8A}" srcOrd="4" destOrd="0" presId="urn:microsoft.com/office/officeart/2005/8/layout/chevron1"/>
    <dgm:cxn modelId="{E4656487-C1A9-4959-8446-E681CE504A86}" type="presParOf" srcId="{5CF2B12A-6C8F-4E68-A572-3EDBD3F899D1}" destId="{AE4BA504-6F3B-4F28-BB59-4E979864B31E}" srcOrd="5" destOrd="0" presId="urn:microsoft.com/office/officeart/2005/8/layout/chevron1"/>
    <dgm:cxn modelId="{C943028F-BE04-43E1-BF0E-4E6714842E4C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815DE34-9682-4B66-AA2C-BECF1191B7E1}" type="presOf" srcId="{9BF9F257-8AA1-4884-82E7-D0FBEB140172}" destId="{59B237D4-C896-464B-8B66-907E7BC384C0}" srcOrd="0" destOrd="0" presId="urn:microsoft.com/office/officeart/2005/8/layout/chevron1"/>
    <dgm:cxn modelId="{B4915FA0-3259-40DB-A8D2-3179325D53A4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F28D2F20-991D-4CE7-B0C2-5BBF3815FD77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57FA3152-3799-4430-8256-BCBA594ACD1D}" type="presOf" srcId="{93E2F1D1-360B-4DFF-8B3E-7A0480FA2199}" destId="{5CF2B12A-6C8F-4E68-A572-3EDBD3F899D1}" srcOrd="0" destOrd="0" presId="urn:microsoft.com/office/officeart/2005/8/layout/chevron1"/>
    <dgm:cxn modelId="{7DE5E2F0-FCB7-483F-8B91-AFA569DBAB36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8D61501E-C6A6-476E-BAE5-CB4181E824E3}" type="presParOf" srcId="{5CF2B12A-6C8F-4E68-A572-3EDBD3F899D1}" destId="{59B237D4-C896-464B-8B66-907E7BC384C0}" srcOrd="0" destOrd="0" presId="urn:microsoft.com/office/officeart/2005/8/layout/chevron1"/>
    <dgm:cxn modelId="{5C0F97CF-C8DE-497F-96EF-4267B34CB998}" type="presParOf" srcId="{5CF2B12A-6C8F-4E68-A572-3EDBD3F899D1}" destId="{6DC5E9E8-AE98-4EBC-9670-F707EB7EC751}" srcOrd="1" destOrd="0" presId="urn:microsoft.com/office/officeart/2005/8/layout/chevron1"/>
    <dgm:cxn modelId="{88F10D69-3710-4016-91DC-583BF7F5077C}" type="presParOf" srcId="{5CF2B12A-6C8F-4E68-A572-3EDBD3F899D1}" destId="{A86E4080-92AD-4939-B332-E07C48764045}" srcOrd="2" destOrd="0" presId="urn:microsoft.com/office/officeart/2005/8/layout/chevron1"/>
    <dgm:cxn modelId="{11C95605-0068-47BE-98A9-6356598BA025}" type="presParOf" srcId="{5CF2B12A-6C8F-4E68-A572-3EDBD3F899D1}" destId="{642A9323-1F67-4A5D-8857-DF1A6BD242AE}" srcOrd="3" destOrd="0" presId="urn:microsoft.com/office/officeart/2005/8/layout/chevron1"/>
    <dgm:cxn modelId="{C959150E-F232-4F01-A04D-877BF2342B9E}" type="presParOf" srcId="{5CF2B12A-6C8F-4E68-A572-3EDBD3F899D1}" destId="{46C46EFF-D58B-4C32-A605-AB030B188E8A}" srcOrd="4" destOrd="0" presId="urn:microsoft.com/office/officeart/2005/8/layout/chevron1"/>
    <dgm:cxn modelId="{64351B4B-2095-479E-8373-68B7C9B67235}" type="presParOf" srcId="{5CF2B12A-6C8F-4E68-A572-3EDBD3F899D1}" destId="{AE4BA504-6F3B-4F28-BB59-4E979864B31E}" srcOrd="5" destOrd="0" presId="urn:microsoft.com/office/officeart/2005/8/layout/chevron1"/>
    <dgm:cxn modelId="{2AEDE936-3406-4756-B5BD-A735016C255E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DAF5F94-E63F-4CFD-A245-6B481635C057}" type="presOf" srcId="{9BF9F257-8AA1-4884-82E7-D0FBEB140172}" destId="{59B237D4-C896-464B-8B66-907E7BC384C0}" srcOrd="0" destOrd="0" presId="urn:microsoft.com/office/officeart/2005/8/layout/chevron1"/>
    <dgm:cxn modelId="{FD3E4BEC-DE75-493D-AE9C-C2FE634D548C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B4B02F86-F300-4943-B512-450A36F22B99}" type="presOf" srcId="{79B09C74-4B47-45CC-B14C-97FE958DDD10}" destId="{ABEC49F3-BDF7-424B-9830-26B6CE2FFD7D}" srcOrd="0" destOrd="0" presId="urn:microsoft.com/office/officeart/2005/8/layout/chevron1"/>
    <dgm:cxn modelId="{784FC8EC-689D-4B4A-8520-61643F44098B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25D5408B-3136-4F66-9148-A36BA70DEE05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C766395F-7EC5-4B7B-96A4-2889D5EF784B}" type="presParOf" srcId="{5CF2B12A-6C8F-4E68-A572-3EDBD3F899D1}" destId="{59B237D4-C896-464B-8B66-907E7BC384C0}" srcOrd="0" destOrd="0" presId="urn:microsoft.com/office/officeart/2005/8/layout/chevron1"/>
    <dgm:cxn modelId="{4AAC37FE-070F-42E9-B4BF-9300BBFF536F}" type="presParOf" srcId="{5CF2B12A-6C8F-4E68-A572-3EDBD3F899D1}" destId="{6DC5E9E8-AE98-4EBC-9670-F707EB7EC751}" srcOrd="1" destOrd="0" presId="urn:microsoft.com/office/officeart/2005/8/layout/chevron1"/>
    <dgm:cxn modelId="{FD7F6F5A-2AFF-4AA2-AD25-7EE80AD2A09A}" type="presParOf" srcId="{5CF2B12A-6C8F-4E68-A572-3EDBD3F899D1}" destId="{A86E4080-92AD-4939-B332-E07C48764045}" srcOrd="2" destOrd="0" presId="urn:microsoft.com/office/officeart/2005/8/layout/chevron1"/>
    <dgm:cxn modelId="{22BA6A27-3787-4CBE-8111-BE1CEC0B667B}" type="presParOf" srcId="{5CF2B12A-6C8F-4E68-A572-3EDBD3F899D1}" destId="{642A9323-1F67-4A5D-8857-DF1A6BD242AE}" srcOrd="3" destOrd="0" presId="urn:microsoft.com/office/officeart/2005/8/layout/chevron1"/>
    <dgm:cxn modelId="{E4C7F210-8C74-43A2-8D51-E49DC8CB13CE}" type="presParOf" srcId="{5CF2B12A-6C8F-4E68-A572-3EDBD3F899D1}" destId="{46C46EFF-D58B-4C32-A605-AB030B188E8A}" srcOrd="4" destOrd="0" presId="urn:microsoft.com/office/officeart/2005/8/layout/chevron1"/>
    <dgm:cxn modelId="{745F368E-96DC-4CCA-992C-7A91935191F5}" type="presParOf" srcId="{5CF2B12A-6C8F-4E68-A572-3EDBD3F899D1}" destId="{AE4BA504-6F3B-4F28-BB59-4E979864B31E}" srcOrd="5" destOrd="0" presId="urn:microsoft.com/office/officeart/2005/8/layout/chevron1"/>
    <dgm:cxn modelId="{8B9B6803-1080-419B-8D1D-C774ED0C4B30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3F18469-F3EB-464E-A7B4-FF62A86AF8E7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2BFAE08D-176D-422D-B403-4CC2C25D6628}" type="presOf" srcId="{9BF9F257-8AA1-4884-82E7-D0FBEB140172}" destId="{59B237D4-C896-464B-8B66-907E7BC384C0}" srcOrd="0" destOrd="0" presId="urn:microsoft.com/office/officeart/2005/8/layout/chevron1"/>
    <dgm:cxn modelId="{03CB091C-D277-425B-8491-30A3EDFDE9EA}" type="presOf" srcId="{C283FA72-CECD-45CD-8757-CEBC1A4221FD}" destId="{46C46EFF-D58B-4C32-A605-AB030B188E8A}" srcOrd="0" destOrd="0" presId="urn:microsoft.com/office/officeart/2005/8/layout/chevron1"/>
    <dgm:cxn modelId="{4FB84BDA-FB0A-421E-A8C8-611085B5256C}" type="presOf" srcId="{79B09C74-4B47-45CC-B14C-97FE958DDD10}" destId="{ABEC49F3-BDF7-424B-9830-26B6CE2FFD7D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56F321A8-5D02-4029-8DAF-04ACA2C8C72A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B6C015E1-79A3-455C-B21E-6895529D2B92}" type="presParOf" srcId="{5CF2B12A-6C8F-4E68-A572-3EDBD3F899D1}" destId="{59B237D4-C896-464B-8B66-907E7BC384C0}" srcOrd="0" destOrd="0" presId="urn:microsoft.com/office/officeart/2005/8/layout/chevron1"/>
    <dgm:cxn modelId="{25843629-973C-4702-9771-7D04B7F413FF}" type="presParOf" srcId="{5CF2B12A-6C8F-4E68-A572-3EDBD3F899D1}" destId="{6DC5E9E8-AE98-4EBC-9670-F707EB7EC751}" srcOrd="1" destOrd="0" presId="urn:microsoft.com/office/officeart/2005/8/layout/chevron1"/>
    <dgm:cxn modelId="{6A147376-A433-404E-8384-A9C30AFA5CD0}" type="presParOf" srcId="{5CF2B12A-6C8F-4E68-A572-3EDBD3F899D1}" destId="{A86E4080-92AD-4939-B332-E07C48764045}" srcOrd="2" destOrd="0" presId="urn:microsoft.com/office/officeart/2005/8/layout/chevron1"/>
    <dgm:cxn modelId="{338A5FD9-DD8D-4F9F-AB1E-DE694CD784B9}" type="presParOf" srcId="{5CF2B12A-6C8F-4E68-A572-3EDBD3F899D1}" destId="{642A9323-1F67-4A5D-8857-DF1A6BD242AE}" srcOrd="3" destOrd="0" presId="urn:microsoft.com/office/officeart/2005/8/layout/chevron1"/>
    <dgm:cxn modelId="{F42DE618-7EB9-485D-B0C4-50C72F9E1FD5}" type="presParOf" srcId="{5CF2B12A-6C8F-4E68-A572-3EDBD3F899D1}" destId="{46C46EFF-D58B-4C32-A605-AB030B188E8A}" srcOrd="4" destOrd="0" presId="urn:microsoft.com/office/officeart/2005/8/layout/chevron1"/>
    <dgm:cxn modelId="{F32F018F-7CCC-4614-8484-54C4EA35069C}" type="presParOf" srcId="{5CF2B12A-6C8F-4E68-A572-3EDBD3F899D1}" destId="{AE4BA504-6F3B-4F28-BB59-4E979864B31E}" srcOrd="5" destOrd="0" presId="urn:microsoft.com/office/officeart/2005/8/layout/chevron1"/>
    <dgm:cxn modelId="{F2253383-AA95-42B1-B811-4E1636A87B7E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887C887-B172-4712-BA92-390F3462F28E}" type="presOf" srcId="{9BF9F257-8AA1-4884-82E7-D0FBEB140172}" destId="{59B237D4-C896-464B-8B66-907E7BC384C0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75A1C6A-93B3-4788-8A67-09508D7EE847}" type="presOf" srcId="{93E2F1D1-360B-4DFF-8B3E-7A0480FA2199}" destId="{5CF2B12A-6C8F-4E68-A572-3EDBD3F899D1}" srcOrd="0" destOrd="0" presId="urn:microsoft.com/office/officeart/2005/8/layout/chevron1"/>
    <dgm:cxn modelId="{FBC95EF8-E02E-4A8F-8B82-6E73E228981B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DFAF8A3A-E049-4ED3-957E-B944E14E5FDE}" type="presOf" srcId="{7BA8313D-8C09-4314-9637-731292CBC83C}" destId="{A86E4080-92AD-4939-B332-E07C48764045}" srcOrd="0" destOrd="0" presId="urn:microsoft.com/office/officeart/2005/8/layout/chevron1"/>
    <dgm:cxn modelId="{94ABA4AE-AEE3-467F-85F3-536F5CC4EDF1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842E423B-3379-4804-B381-820A034D17E2}" type="presParOf" srcId="{5CF2B12A-6C8F-4E68-A572-3EDBD3F899D1}" destId="{59B237D4-C896-464B-8B66-907E7BC384C0}" srcOrd="0" destOrd="0" presId="urn:microsoft.com/office/officeart/2005/8/layout/chevron1"/>
    <dgm:cxn modelId="{74DF3BAA-1282-4AF7-A61A-40E15664CDBE}" type="presParOf" srcId="{5CF2B12A-6C8F-4E68-A572-3EDBD3F899D1}" destId="{6DC5E9E8-AE98-4EBC-9670-F707EB7EC751}" srcOrd="1" destOrd="0" presId="urn:microsoft.com/office/officeart/2005/8/layout/chevron1"/>
    <dgm:cxn modelId="{A6F96171-D312-4AE5-8FBD-9D31BDEEA461}" type="presParOf" srcId="{5CF2B12A-6C8F-4E68-A572-3EDBD3F899D1}" destId="{A86E4080-92AD-4939-B332-E07C48764045}" srcOrd="2" destOrd="0" presId="urn:microsoft.com/office/officeart/2005/8/layout/chevron1"/>
    <dgm:cxn modelId="{F75EA34D-9C47-4607-A263-6D85594B8489}" type="presParOf" srcId="{5CF2B12A-6C8F-4E68-A572-3EDBD3F899D1}" destId="{642A9323-1F67-4A5D-8857-DF1A6BD242AE}" srcOrd="3" destOrd="0" presId="urn:microsoft.com/office/officeart/2005/8/layout/chevron1"/>
    <dgm:cxn modelId="{AE0903BF-7013-4A3C-BC0D-88046652D6A0}" type="presParOf" srcId="{5CF2B12A-6C8F-4E68-A572-3EDBD3F899D1}" destId="{46C46EFF-D58B-4C32-A605-AB030B188E8A}" srcOrd="4" destOrd="0" presId="urn:microsoft.com/office/officeart/2005/8/layout/chevron1"/>
    <dgm:cxn modelId="{02B2F9F8-C2B9-44C8-B71B-368EBA1DE4EE}" type="presParOf" srcId="{5CF2B12A-6C8F-4E68-A572-3EDBD3F899D1}" destId="{AE4BA504-6F3B-4F28-BB59-4E979864B31E}" srcOrd="5" destOrd="0" presId="urn:microsoft.com/office/officeart/2005/8/layout/chevron1"/>
    <dgm:cxn modelId="{24D8F80C-BA79-4D48-832D-62BF37EA6F11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FF7ACCE-7261-4057-9B98-2DEB0478D0AB}" type="presOf" srcId="{79B09C74-4B47-45CC-B14C-97FE958DDD10}" destId="{ABEC49F3-BDF7-424B-9830-26B6CE2FFD7D}" srcOrd="0" destOrd="0" presId="urn:microsoft.com/office/officeart/2005/8/layout/chevron1"/>
    <dgm:cxn modelId="{AA764F53-5371-4AC3-91A5-F59AEF0FA271}" type="presOf" srcId="{C283FA72-CECD-45CD-8757-CEBC1A4221FD}" destId="{46C46EFF-D58B-4C32-A605-AB030B188E8A}" srcOrd="0" destOrd="0" presId="urn:microsoft.com/office/officeart/2005/8/layout/chevron1"/>
    <dgm:cxn modelId="{E8ECCC57-EC0D-432C-AEBB-CB49C3BB16B4}" type="presOf" srcId="{93E2F1D1-360B-4DFF-8B3E-7A0480FA2199}" destId="{5CF2B12A-6C8F-4E68-A572-3EDBD3F899D1}" srcOrd="0" destOrd="0" presId="urn:microsoft.com/office/officeart/2005/8/layout/chevron1"/>
    <dgm:cxn modelId="{7F9C26FE-6A41-4258-BA37-A488105D1D29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9BC96CB3-305A-4CF7-91F8-2DDA91FBDBB3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8BC1FE8D-4BA6-4D23-BF07-2D4C328067A9}" type="presParOf" srcId="{5CF2B12A-6C8F-4E68-A572-3EDBD3F899D1}" destId="{59B237D4-C896-464B-8B66-907E7BC384C0}" srcOrd="0" destOrd="0" presId="urn:microsoft.com/office/officeart/2005/8/layout/chevron1"/>
    <dgm:cxn modelId="{9E9F336D-8F50-499D-8F08-82494BBA1E3D}" type="presParOf" srcId="{5CF2B12A-6C8F-4E68-A572-3EDBD3F899D1}" destId="{6DC5E9E8-AE98-4EBC-9670-F707EB7EC751}" srcOrd="1" destOrd="0" presId="urn:microsoft.com/office/officeart/2005/8/layout/chevron1"/>
    <dgm:cxn modelId="{6742F4E1-9368-463E-8650-036A7D2D4C2C}" type="presParOf" srcId="{5CF2B12A-6C8F-4E68-A572-3EDBD3F899D1}" destId="{A86E4080-92AD-4939-B332-E07C48764045}" srcOrd="2" destOrd="0" presId="urn:microsoft.com/office/officeart/2005/8/layout/chevron1"/>
    <dgm:cxn modelId="{C95C7657-FD10-4041-BDA5-C596E5775115}" type="presParOf" srcId="{5CF2B12A-6C8F-4E68-A572-3EDBD3F899D1}" destId="{642A9323-1F67-4A5D-8857-DF1A6BD242AE}" srcOrd="3" destOrd="0" presId="urn:microsoft.com/office/officeart/2005/8/layout/chevron1"/>
    <dgm:cxn modelId="{DD202C27-5982-4220-A13C-9AAF3C1A0595}" type="presParOf" srcId="{5CF2B12A-6C8F-4E68-A572-3EDBD3F899D1}" destId="{46C46EFF-D58B-4C32-A605-AB030B188E8A}" srcOrd="4" destOrd="0" presId="urn:microsoft.com/office/officeart/2005/8/layout/chevron1"/>
    <dgm:cxn modelId="{47755D8C-AE31-475E-AA30-B034A19CF666}" type="presParOf" srcId="{5CF2B12A-6C8F-4E68-A572-3EDBD3F899D1}" destId="{AE4BA504-6F3B-4F28-BB59-4E979864B31E}" srcOrd="5" destOrd="0" presId="urn:microsoft.com/office/officeart/2005/8/layout/chevron1"/>
    <dgm:cxn modelId="{844B6773-24D6-4924-865B-89BCCD7598A8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95E6E8EA-DC9E-40A6-8F4C-8638D673E98E}" type="presOf" srcId="{C283FA72-CECD-45CD-8757-CEBC1A4221FD}" destId="{46C46EFF-D58B-4C32-A605-AB030B188E8A}" srcOrd="0" destOrd="0" presId="urn:microsoft.com/office/officeart/2005/8/layout/chevron1"/>
    <dgm:cxn modelId="{E0D6A8AE-CAB4-45B3-A396-02C5AA23D8EE}" type="presOf" srcId="{7BA8313D-8C09-4314-9637-731292CBC83C}" destId="{A86E4080-92AD-4939-B332-E07C48764045}" srcOrd="0" destOrd="0" presId="urn:microsoft.com/office/officeart/2005/8/layout/chevron1"/>
    <dgm:cxn modelId="{75E0B0C5-4AA8-4463-BC91-254ECA57B14D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7896195E-5EC3-4F33-B3B8-33730D804BA4}" type="presOf" srcId="{79B09C74-4B47-45CC-B14C-97FE958DDD10}" destId="{ABEC49F3-BDF7-424B-9830-26B6CE2FFD7D}" srcOrd="0" destOrd="0" presId="urn:microsoft.com/office/officeart/2005/8/layout/chevron1"/>
    <dgm:cxn modelId="{4CC9BE2B-07D8-4931-80E6-CE09F7AD5E93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3E0E9E8B-9E64-42E2-B8EC-D27472D8263D}" type="presParOf" srcId="{5CF2B12A-6C8F-4E68-A572-3EDBD3F899D1}" destId="{59B237D4-C896-464B-8B66-907E7BC384C0}" srcOrd="0" destOrd="0" presId="urn:microsoft.com/office/officeart/2005/8/layout/chevron1"/>
    <dgm:cxn modelId="{DACF1C21-6AF7-4C95-9FFA-B75C84ED3AB4}" type="presParOf" srcId="{5CF2B12A-6C8F-4E68-A572-3EDBD3F899D1}" destId="{6DC5E9E8-AE98-4EBC-9670-F707EB7EC751}" srcOrd="1" destOrd="0" presId="urn:microsoft.com/office/officeart/2005/8/layout/chevron1"/>
    <dgm:cxn modelId="{36B13EEC-356A-4D6F-9481-CB5F8D1E043C}" type="presParOf" srcId="{5CF2B12A-6C8F-4E68-A572-3EDBD3F899D1}" destId="{A86E4080-92AD-4939-B332-E07C48764045}" srcOrd="2" destOrd="0" presId="urn:microsoft.com/office/officeart/2005/8/layout/chevron1"/>
    <dgm:cxn modelId="{143CA32E-85B1-4692-8717-38F568510828}" type="presParOf" srcId="{5CF2B12A-6C8F-4E68-A572-3EDBD3F899D1}" destId="{642A9323-1F67-4A5D-8857-DF1A6BD242AE}" srcOrd="3" destOrd="0" presId="urn:microsoft.com/office/officeart/2005/8/layout/chevron1"/>
    <dgm:cxn modelId="{4CCB7568-FE85-4BEA-9319-BE909053BEB5}" type="presParOf" srcId="{5CF2B12A-6C8F-4E68-A572-3EDBD3F899D1}" destId="{46C46EFF-D58B-4C32-A605-AB030B188E8A}" srcOrd="4" destOrd="0" presId="urn:microsoft.com/office/officeart/2005/8/layout/chevron1"/>
    <dgm:cxn modelId="{DEBE97CF-DA3B-4E4E-A368-DAFB512056A5}" type="presParOf" srcId="{5CF2B12A-6C8F-4E68-A572-3EDBD3F899D1}" destId="{AE4BA504-6F3B-4F28-BB59-4E979864B31E}" srcOrd="5" destOrd="0" presId="urn:microsoft.com/office/officeart/2005/8/layout/chevron1"/>
    <dgm:cxn modelId="{A5C5A247-E36E-456A-8C9B-8693C887A663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5C9AC73-B4F6-4C06-82B8-218625B769F7}" type="presOf" srcId="{79B09C74-4B47-45CC-B14C-97FE958DDD10}" destId="{ABEC49F3-BDF7-424B-9830-26B6CE2FFD7D}" srcOrd="0" destOrd="0" presId="urn:microsoft.com/office/officeart/2005/8/layout/chevron1"/>
    <dgm:cxn modelId="{2D7AED8C-021A-481A-8AEA-D9E0798D3A04}" type="presOf" srcId="{7BA8313D-8C09-4314-9637-731292CBC83C}" destId="{A86E4080-92AD-4939-B332-E07C48764045}" srcOrd="0" destOrd="0" presId="urn:microsoft.com/office/officeart/2005/8/layout/chevron1"/>
    <dgm:cxn modelId="{EA2F488B-E686-44E6-BA08-BCF576D64053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DE555F9-7C9D-4C46-A6B5-47CA5A2031C8}" type="presOf" srcId="{9BF9F257-8AA1-4884-82E7-D0FBEB140172}" destId="{59B237D4-C896-464B-8B66-907E7BC384C0}" srcOrd="0" destOrd="0" presId="urn:microsoft.com/office/officeart/2005/8/layout/chevron1"/>
    <dgm:cxn modelId="{34D475F1-0F2E-4680-B77A-4C582FC6D0A1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98CE6E1F-DCFC-4C88-A6B4-7B3903767EA9}" type="presParOf" srcId="{5CF2B12A-6C8F-4E68-A572-3EDBD3F899D1}" destId="{59B237D4-C896-464B-8B66-907E7BC384C0}" srcOrd="0" destOrd="0" presId="urn:microsoft.com/office/officeart/2005/8/layout/chevron1"/>
    <dgm:cxn modelId="{EABB0421-D71C-4139-BDAF-18DA8C96164C}" type="presParOf" srcId="{5CF2B12A-6C8F-4E68-A572-3EDBD3F899D1}" destId="{6DC5E9E8-AE98-4EBC-9670-F707EB7EC751}" srcOrd="1" destOrd="0" presId="urn:microsoft.com/office/officeart/2005/8/layout/chevron1"/>
    <dgm:cxn modelId="{0B97CD46-8FD6-4B70-A1F0-2D718E4856C1}" type="presParOf" srcId="{5CF2B12A-6C8F-4E68-A572-3EDBD3F899D1}" destId="{A86E4080-92AD-4939-B332-E07C48764045}" srcOrd="2" destOrd="0" presId="urn:microsoft.com/office/officeart/2005/8/layout/chevron1"/>
    <dgm:cxn modelId="{2C3033BD-E1B7-4261-B52F-FAEFBB982A4A}" type="presParOf" srcId="{5CF2B12A-6C8F-4E68-A572-3EDBD3F899D1}" destId="{642A9323-1F67-4A5D-8857-DF1A6BD242AE}" srcOrd="3" destOrd="0" presId="urn:microsoft.com/office/officeart/2005/8/layout/chevron1"/>
    <dgm:cxn modelId="{15A6698E-A5FC-4A20-A516-0427326C53A2}" type="presParOf" srcId="{5CF2B12A-6C8F-4E68-A572-3EDBD3F899D1}" destId="{46C46EFF-D58B-4C32-A605-AB030B188E8A}" srcOrd="4" destOrd="0" presId="urn:microsoft.com/office/officeart/2005/8/layout/chevron1"/>
    <dgm:cxn modelId="{4E54D522-DEDE-49DF-9D0F-D170324D9FF5}" type="presParOf" srcId="{5CF2B12A-6C8F-4E68-A572-3EDBD3F899D1}" destId="{AE4BA504-6F3B-4F28-BB59-4E979864B31E}" srcOrd="5" destOrd="0" presId="urn:microsoft.com/office/officeart/2005/8/layout/chevron1"/>
    <dgm:cxn modelId="{E961870F-8B07-4530-9C63-0998B274B1DC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2F12D0B8-25FB-4897-BFF7-05041693EC58}" type="presOf" srcId="{C283FA72-CECD-45CD-8757-CEBC1A4221FD}" destId="{46C46EFF-D58B-4C32-A605-AB030B188E8A}" srcOrd="0" destOrd="0" presId="urn:microsoft.com/office/officeart/2005/8/layout/chevron1"/>
    <dgm:cxn modelId="{629203F9-683F-46E4-BC45-D0873CBCE0E2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9BFBC0F9-8FC3-4F25-9BE4-30F1739E6BD9}" type="presOf" srcId="{7BA8313D-8C09-4314-9637-731292CBC83C}" destId="{A86E4080-92AD-4939-B332-E07C48764045}" srcOrd="0" destOrd="0" presId="urn:microsoft.com/office/officeart/2005/8/layout/chevron1"/>
    <dgm:cxn modelId="{F21F6E3E-FE02-488F-A9F5-7FDF5CBDD97A}" type="presOf" srcId="{79B09C74-4B47-45CC-B14C-97FE958DDD10}" destId="{ABEC49F3-BDF7-424B-9830-26B6CE2FFD7D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3F48347D-9830-4873-A39B-9DC7A1A4DFF4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93C17CD0-D24C-4646-BCB8-F39685867703}" type="presParOf" srcId="{5CF2B12A-6C8F-4E68-A572-3EDBD3F899D1}" destId="{59B237D4-C896-464B-8B66-907E7BC384C0}" srcOrd="0" destOrd="0" presId="urn:microsoft.com/office/officeart/2005/8/layout/chevron1"/>
    <dgm:cxn modelId="{DEEC5040-7F3F-491D-AAEF-7B05080A2F07}" type="presParOf" srcId="{5CF2B12A-6C8F-4E68-A572-3EDBD3F899D1}" destId="{6DC5E9E8-AE98-4EBC-9670-F707EB7EC751}" srcOrd="1" destOrd="0" presId="urn:microsoft.com/office/officeart/2005/8/layout/chevron1"/>
    <dgm:cxn modelId="{B67E0498-00A9-4D24-B745-5D453EF809F8}" type="presParOf" srcId="{5CF2B12A-6C8F-4E68-A572-3EDBD3F899D1}" destId="{A86E4080-92AD-4939-B332-E07C48764045}" srcOrd="2" destOrd="0" presId="urn:microsoft.com/office/officeart/2005/8/layout/chevron1"/>
    <dgm:cxn modelId="{5F360000-F274-4A8C-AC5E-0D11BAD9C026}" type="presParOf" srcId="{5CF2B12A-6C8F-4E68-A572-3EDBD3F899D1}" destId="{642A9323-1F67-4A5D-8857-DF1A6BD242AE}" srcOrd="3" destOrd="0" presId="urn:microsoft.com/office/officeart/2005/8/layout/chevron1"/>
    <dgm:cxn modelId="{4B2C630E-F175-47A8-9071-67A9F7CAFD3B}" type="presParOf" srcId="{5CF2B12A-6C8F-4E68-A572-3EDBD3F899D1}" destId="{46C46EFF-D58B-4C32-A605-AB030B188E8A}" srcOrd="4" destOrd="0" presId="urn:microsoft.com/office/officeart/2005/8/layout/chevron1"/>
    <dgm:cxn modelId="{FABE3119-A145-4BD3-8CAB-70D3A5CF1516}" type="presParOf" srcId="{5CF2B12A-6C8F-4E68-A572-3EDBD3F899D1}" destId="{AE4BA504-6F3B-4F28-BB59-4E979864B31E}" srcOrd="5" destOrd="0" presId="urn:microsoft.com/office/officeart/2005/8/layout/chevron1"/>
    <dgm:cxn modelId="{BD40C0DA-36D5-4508-A50A-21C5986F9E4B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33BAC47-A60D-D84E-A445-84BC381CC5CE}" type="presOf" srcId="{79B09C74-4B47-45CC-B14C-97FE958DDD10}" destId="{ABEC49F3-BDF7-424B-9830-26B6CE2FFD7D}" srcOrd="0" destOrd="0" presId="urn:microsoft.com/office/officeart/2005/8/layout/chevron1"/>
    <dgm:cxn modelId="{70447B0F-AC84-3C49-8955-A50B508B1D78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7977A7CF-E44F-814C-B8FF-15A3DCED52F9}" type="presOf" srcId="{93E2F1D1-360B-4DFF-8B3E-7A0480FA2199}" destId="{5CF2B12A-6C8F-4E68-A572-3EDBD3F899D1}" srcOrd="0" destOrd="0" presId="urn:microsoft.com/office/officeart/2005/8/layout/chevron1"/>
    <dgm:cxn modelId="{7FA679C0-CDB5-554B-84F4-71174A1B3AB0}" type="presOf" srcId="{C283FA72-CECD-45CD-8757-CEBC1A4221FD}" destId="{46C46EFF-D58B-4C32-A605-AB030B188E8A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73E11B41-D0A4-AC4B-9092-6EFA7982DDDA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BAD1493B-1328-CE48-A83C-CA2B0863EA72}" type="presParOf" srcId="{5CF2B12A-6C8F-4E68-A572-3EDBD3F899D1}" destId="{59B237D4-C896-464B-8B66-907E7BC384C0}" srcOrd="0" destOrd="0" presId="urn:microsoft.com/office/officeart/2005/8/layout/chevron1"/>
    <dgm:cxn modelId="{6A362964-4BA7-9E49-A8D6-124BAABF6593}" type="presParOf" srcId="{5CF2B12A-6C8F-4E68-A572-3EDBD3F899D1}" destId="{6DC5E9E8-AE98-4EBC-9670-F707EB7EC751}" srcOrd="1" destOrd="0" presId="urn:microsoft.com/office/officeart/2005/8/layout/chevron1"/>
    <dgm:cxn modelId="{B2511A9A-07FC-AE4C-89C8-82B032681BAA}" type="presParOf" srcId="{5CF2B12A-6C8F-4E68-A572-3EDBD3F899D1}" destId="{A86E4080-92AD-4939-B332-E07C48764045}" srcOrd="2" destOrd="0" presId="urn:microsoft.com/office/officeart/2005/8/layout/chevron1"/>
    <dgm:cxn modelId="{E449CD48-7EBC-E74E-8A42-78E8F47562B8}" type="presParOf" srcId="{5CF2B12A-6C8F-4E68-A572-3EDBD3F899D1}" destId="{642A9323-1F67-4A5D-8857-DF1A6BD242AE}" srcOrd="3" destOrd="0" presId="urn:microsoft.com/office/officeart/2005/8/layout/chevron1"/>
    <dgm:cxn modelId="{2C906371-85AB-264C-A7A5-92EFE0FDCBB2}" type="presParOf" srcId="{5CF2B12A-6C8F-4E68-A572-3EDBD3F899D1}" destId="{46C46EFF-D58B-4C32-A605-AB030B188E8A}" srcOrd="4" destOrd="0" presId="urn:microsoft.com/office/officeart/2005/8/layout/chevron1"/>
    <dgm:cxn modelId="{F2CB5CDB-4D4F-C740-AFA5-6FC599ED40AB}" type="presParOf" srcId="{5CF2B12A-6C8F-4E68-A572-3EDBD3F899D1}" destId="{AE4BA504-6F3B-4F28-BB59-4E979864B31E}" srcOrd="5" destOrd="0" presId="urn:microsoft.com/office/officeart/2005/8/layout/chevron1"/>
    <dgm:cxn modelId="{38B24E5B-59F1-3B4B-9328-DCE8984CD4BE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51C187F-3232-AE42-B8A4-6A0E9E78FFBD}" type="presOf" srcId="{9BF9F257-8AA1-4884-82E7-D0FBEB140172}" destId="{59B237D4-C896-464B-8B66-907E7BC384C0}" srcOrd="0" destOrd="0" presId="urn:microsoft.com/office/officeart/2005/8/layout/chevron1"/>
    <dgm:cxn modelId="{A15F1178-6008-6F46-A174-23862F52003E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219A7BB8-0121-154D-A0C7-4AA9CEEEA1AD}" type="presOf" srcId="{C283FA72-CECD-45CD-8757-CEBC1A4221FD}" destId="{46C46EFF-D58B-4C32-A605-AB030B188E8A}" srcOrd="0" destOrd="0" presId="urn:microsoft.com/office/officeart/2005/8/layout/chevron1"/>
    <dgm:cxn modelId="{A7C059D6-780C-D549-8433-475132C53786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5166CBAC-D36D-3445-93E9-CBC7BDF43EB5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6DCD5D60-46A2-944B-8789-C3094E770384}" type="presParOf" srcId="{5CF2B12A-6C8F-4E68-A572-3EDBD3F899D1}" destId="{59B237D4-C896-464B-8B66-907E7BC384C0}" srcOrd="0" destOrd="0" presId="urn:microsoft.com/office/officeart/2005/8/layout/chevron1"/>
    <dgm:cxn modelId="{C9AFE573-9931-BE49-ABAB-3C2105A0F9DB}" type="presParOf" srcId="{5CF2B12A-6C8F-4E68-A572-3EDBD3F899D1}" destId="{6DC5E9E8-AE98-4EBC-9670-F707EB7EC751}" srcOrd="1" destOrd="0" presId="urn:microsoft.com/office/officeart/2005/8/layout/chevron1"/>
    <dgm:cxn modelId="{291613AB-2E0F-2740-BAEC-B8295AC68BA2}" type="presParOf" srcId="{5CF2B12A-6C8F-4E68-A572-3EDBD3F899D1}" destId="{A86E4080-92AD-4939-B332-E07C48764045}" srcOrd="2" destOrd="0" presId="urn:microsoft.com/office/officeart/2005/8/layout/chevron1"/>
    <dgm:cxn modelId="{4950E3B1-01E8-A04C-AE68-8A6A1CDDB0E1}" type="presParOf" srcId="{5CF2B12A-6C8F-4E68-A572-3EDBD3F899D1}" destId="{642A9323-1F67-4A5D-8857-DF1A6BD242AE}" srcOrd="3" destOrd="0" presId="urn:microsoft.com/office/officeart/2005/8/layout/chevron1"/>
    <dgm:cxn modelId="{4E545EBE-49C4-6D41-88AB-A91255EA3EB2}" type="presParOf" srcId="{5CF2B12A-6C8F-4E68-A572-3EDBD3F899D1}" destId="{46C46EFF-D58B-4C32-A605-AB030B188E8A}" srcOrd="4" destOrd="0" presId="urn:microsoft.com/office/officeart/2005/8/layout/chevron1"/>
    <dgm:cxn modelId="{E43723F7-97E1-C448-B7F2-DDFCEAABB49D}" type="presParOf" srcId="{5CF2B12A-6C8F-4E68-A572-3EDBD3F899D1}" destId="{AE4BA504-6F3B-4F28-BB59-4E979864B31E}" srcOrd="5" destOrd="0" presId="urn:microsoft.com/office/officeart/2005/8/layout/chevron1"/>
    <dgm:cxn modelId="{A8E6A718-5CD9-2340-AE00-9EEFDCE16250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7119C82-809F-4B5A-8184-59E6803BDF07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498A8E18-B4D1-411D-BFF4-10E075C78BFA}" type="presOf" srcId="{79B09C74-4B47-45CC-B14C-97FE958DDD10}" destId="{ABEC49F3-BDF7-424B-9830-26B6CE2FFD7D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18A40448-4917-468E-A351-45E2AE3BAECF}" type="presOf" srcId="{7BA8313D-8C09-4314-9637-731292CBC83C}" destId="{A86E4080-92AD-4939-B332-E07C48764045}" srcOrd="0" destOrd="0" presId="urn:microsoft.com/office/officeart/2005/8/layout/chevron1"/>
    <dgm:cxn modelId="{AA7C16C9-A83F-4416-BC38-2EB3A025A7DE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EA2F6E7D-3201-4F98-A622-7E6FA4EA9227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F69B3869-2497-40B4-B30E-1CAEFB5A93B2}" type="presParOf" srcId="{5CF2B12A-6C8F-4E68-A572-3EDBD3F899D1}" destId="{59B237D4-C896-464B-8B66-907E7BC384C0}" srcOrd="0" destOrd="0" presId="urn:microsoft.com/office/officeart/2005/8/layout/chevron1"/>
    <dgm:cxn modelId="{473E2CB5-9822-4518-BF2D-BD85FF248B15}" type="presParOf" srcId="{5CF2B12A-6C8F-4E68-A572-3EDBD3F899D1}" destId="{6DC5E9E8-AE98-4EBC-9670-F707EB7EC751}" srcOrd="1" destOrd="0" presId="urn:microsoft.com/office/officeart/2005/8/layout/chevron1"/>
    <dgm:cxn modelId="{EC098299-7B7B-42F7-B089-01D8FEA1F241}" type="presParOf" srcId="{5CF2B12A-6C8F-4E68-A572-3EDBD3F899D1}" destId="{A86E4080-92AD-4939-B332-E07C48764045}" srcOrd="2" destOrd="0" presId="urn:microsoft.com/office/officeart/2005/8/layout/chevron1"/>
    <dgm:cxn modelId="{1CCC355B-FE4E-4F31-AC06-FE3D86E066B4}" type="presParOf" srcId="{5CF2B12A-6C8F-4E68-A572-3EDBD3F899D1}" destId="{642A9323-1F67-4A5D-8857-DF1A6BD242AE}" srcOrd="3" destOrd="0" presId="urn:microsoft.com/office/officeart/2005/8/layout/chevron1"/>
    <dgm:cxn modelId="{A48E82EA-95BC-413F-8688-4706462DE173}" type="presParOf" srcId="{5CF2B12A-6C8F-4E68-A572-3EDBD3F899D1}" destId="{46C46EFF-D58B-4C32-A605-AB030B188E8A}" srcOrd="4" destOrd="0" presId="urn:microsoft.com/office/officeart/2005/8/layout/chevron1"/>
    <dgm:cxn modelId="{F5125E23-5951-43EC-BA0C-ABD9CA2621CD}" type="presParOf" srcId="{5CF2B12A-6C8F-4E68-A572-3EDBD3F899D1}" destId="{AE4BA504-6F3B-4F28-BB59-4E979864B31E}" srcOrd="5" destOrd="0" presId="urn:microsoft.com/office/officeart/2005/8/layout/chevron1"/>
    <dgm:cxn modelId="{C5EA3954-5269-4434-8D64-FAEF61404AC4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r>
            <a: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noFill/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 custScaleX="943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1" presStyleCnt="4" custScaleX="987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2" presStyleCnt="4" custScaleX="904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3" presStyleCnt="4" custScaleX="843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6569859-3D8E-4E88-9AA5-35C28744DD8C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3" destOrd="0" parTransId="{E44E42D3-9FBB-4D8F-8A4B-A70FE356537D}" sibTransId="{BAD4962B-4E42-4F51-AF82-04CAFA5E9A0A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433C1BBB-8128-4C23-B075-2248A5F98C67}" type="presOf" srcId="{93E2F1D1-360B-4DFF-8B3E-7A0480FA2199}" destId="{5CF2B12A-6C8F-4E68-A572-3EDBD3F899D1}" srcOrd="0" destOrd="0" presId="urn:microsoft.com/office/officeart/2005/8/layout/chevron1"/>
    <dgm:cxn modelId="{633F4C43-3A72-444D-9F31-3C46BE90D0FE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1" destOrd="0" parTransId="{645DC388-2576-44B7-9F16-D6B4FC3BEAC1}" sibTransId="{D6404340-BDF4-4F66-920B-0162CA6D5229}"/>
    <dgm:cxn modelId="{738BBD0A-765D-4E69-B14B-2EEFE70F2499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2" destOrd="0" parTransId="{58D46031-4B37-4A7C-BA2E-95F3BEFA5450}" sibTransId="{56EF64EC-F736-4A42-9234-C53AF2EC327E}"/>
    <dgm:cxn modelId="{01A22143-0DA8-4310-B294-228E61A7E543}" type="presOf" srcId="{7BA8313D-8C09-4314-9637-731292CBC83C}" destId="{A86E4080-92AD-4939-B332-E07C48764045}" srcOrd="0" destOrd="0" presId="urn:microsoft.com/office/officeart/2005/8/layout/chevron1"/>
    <dgm:cxn modelId="{A661B850-FD65-47F6-89DE-ECA8F11C3A73}" type="presParOf" srcId="{5CF2B12A-6C8F-4E68-A572-3EDBD3F899D1}" destId="{59B237D4-C896-464B-8B66-907E7BC384C0}" srcOrd="0" destOrd="0" presId="urn:microsoft.com/office/officeart/2005/8/layout/chevron1"/>
    <dgm:cxn modelId="{B04D2320-AEF6-4B78-BF59-BB3CC3681C36}" type="presParOf" srcId="{5CF2B12A-6C8F-4E68-A572-3EDBD3F899D1}" destId="{6DC5E9E8-AE98-4EBC-9670-F707EB7EC751}" srcOrd="1" destOrd="0" presId="urn:microsoft.com/office/officeart/2005/8/layout/chevron1"/>
    <dgm:cxn modelId="{509D0CE4-D00C-408D-A3F6-1F7A9B3C1491}" type="presParOf" srcId="{5CF2B12A-6C8F-4E68-A572-3EDBD3F899D1}" destId="{A86E4080-92AD-4939-B332-E07C48764045}" srcOrd="2" destOrd="0" presId="urn:microsoft.com/office/officeart/2005/8/layout/chevron1"/>
    <dgm:cxn modelId="{35A75B30-1723-4D27-ABAE-6A5C044B9193}" type="presParOf" srcId="{5CF2B12A-6C8F-4E68-A572-3EDBD3F899D1}" destId="{642A9323-1F67-4A5D-8857-DF1A6BD242AE}" srcOrd="3" destOrd="0" presId="urn:microsoft.com/office/officeart/2005/8/layout/chevron1"/>
    <dgm:cxn modelId="{F5AD5F09-D387-4DBF-BC12-E3CCC8ECC8BE}" type="presParOf" srcId="{5CF2B12A-6C8F-4E68-A572-3EDBD3F899D1}" destId="{46C46EFF-D58B-4C32-A605-AB030B188E8A}" srcOrd="4" destOrd="0" presId="urn:microsoft.com/office/officeart/2005/8/layout/chevron1"/>
    <dgm:cxn modelId="{201FBEEE-6B2A-44E6-B50C-23D0FC390408}" type="presParOf" srcId="{5CF2B12A-6C8F-4E68-A572-3EDBD3F899D1}" destId="{AE4BA504-6F3B-4F28-BB59-4E979864B31E}" srcOrd="5" destOrd="0" presId="urn:microsoft.com/office/officeart/2005/8/layout/chevron1"/>
    <dgm:cxn modelId="{C0FDBFF4-AFF2-4E07-9AAD-38C510269F8C}" type="presParOf" srcId="{5CF2B12A-6C8F-4E68-A572-3EDBD3F899D1}" destId="{ABEC49F3-BDF7-424B-9830-26B6CE2FFD7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1.iCode</a:t>
          </a:r>
          <a:r>
            <a: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2.</a:t>
          </a:r>
          <a:r>
            <a: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3.</a:t>
          </a:r>
          <a:r>
            <a: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4.</a:t>
          </a:r>
          <a:r>
            <a: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2EDA2341-8C82-E140-A0C1-43AE0F633891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iCafe</a:t>
          </a:r>
          <a:r>
            <a: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需求</a:t>
          </a:r>
          <a:r>
            <a: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bug</a:t>
          </a:r>
          <a:r>
            <a: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管理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F3FAF8A8-FAD5-914B-9EB0-9F5D82E0D44C}" type="parTrans" cxnId="{DE14A062-9E24-734A-8C92-F707BFD5D8FE}">
      <dgm:prSet/>
      <dgm:spPr/>
      <dgm:t>
        <a:bodyPr/>
        <a:lstStyle/>
        <a:p>
          <a:endParaRPr lang="zh-CN" altLang="en-US"/>
        </a:p>
      </dgm:t>
    </dgm:pt>
    <dgm:pt modelId="{312FFEFF-3CBF-C34F-84A4-FBCBAFBE2C18}" type="sibTrans" cxnId="{DE14A062-9E24-734A-8C92-F707BFD5D8FE}">
      <dgm:prSet/>
      <dgm:spPr/>
      <dgm:t>
        <a:bodyPr/>
        <a:lstStyle/>
        <a:p>
          <a:endParaRPr lang="zh-CN" altLang="en-US"/>
        </a:p>
      </dgm:t>
    </dgm:pt>
    <dgm:pt modelId="{92FA1688-4CFC-3D47-9626-93324FBB711F}">
      <dgm:prSet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altLang="zh-CN" sz="1600" b="1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Agile</a:t>
          </a:r>
          <a:r>
            <a:rPr lang="zh-CN" altLang="en-US" sz="1600" b="1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持续集成与交付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213420D8-188D-6A45-81C9-595C3A0E51C2}" type="parTrans" cxnId="{DA890102-DE8C-3E44-8812-B7B2416D06F7}">
      <dgm:prSet/>
      <dgm:spPr/>
      <dgm:t>
        <a:bodyPr/>
        <a:lstStyle/>
        <a:p>
          <a:endParaRPr lang="zh-CN" altLang="en-US"/>
        </a:p>
      </dgm:t>
    </dgm:pt>
    <dgm:pt modelId="{3F4B7229-7B2E-FC44-B475-B600C092F96D}" type="sibTrans" cxnId="{DA890102-DE8C-3E44-8812-B7B2416D06F7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DF9B9150-CBC9-C44E-B2FA-BEAA5F0F75D8}" type="pres">
      <dgm:prSet presAssocID="{2EDA2341-8C82-E140-A0C1-43AE0F633891}" presName="parTxOnly" presStyleLbl="node1" presStyleIdx="0" presStyleCnt="6" custLinFactNeighborY="-869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B193946-D922-5D43-B3E3-F549D3AA4F8A}" type="pres">
      <dgm:prSet presAssocID="{312FFEFF-3CBF-C34F-84A4-FBCBAFBE2C18}" presName="parTxOnlySpace" presStyleCnt="0"/>
      <dgm:spPr/>
    </dgm:pt>
    <dgm:pt modelId="{59B237D4-C896-464B-8B66-907E7BC384C0}" type="pres">
      <dgm:prSet presAssocID="{9BF9F257-8AA1-4884-82E7-D0FBEB140172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2CF491B-BF2F-644B-8B9E-1C6B5066D28F}" type="pres">
      <dgm:prSet presAssocID="{BAD4962B-4E42-4F51-AF82-04CAFA5E9A0A}" presName="parTxOnlySpace" presStyleCnt="0"/>
      <dgm:spPr/>
    </dgm:pt>
    <dgm:pt modelId="{A3EE54C2-F69F-9747-9DA7-895A5FEC7070}" type="pres">
      <dgm:prSet presAssocID="{92FA1688-4CFC-3D47-9626-93324FBB711F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01B4572-47F1-E34B-953D-155F313924F4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1" destOrd="0" parTransId="{F9E2886C-96BD-4BA7-9072-75C9628DF22F}" sibTransId="{9C410666-94B7-41AA-A5A0-948979B1B303}"/>
    <dgm:cxn modelId="{DA890102-DE8C-3E44-8812-B7B2416D06F7}" srcId="{93E2F1D1-360B-4DFF-8B3E-7A0480FA2199}" destId="{92FA1688-4CFC-3D47-9626-93324FBB711F}" srcOrd="5" destOrd="0" parTransId="{213420D8-188D-6A45-81C9-595C3A0E51C2}" sibTransId="{3F4B7229-7B2E-FC44-B475-B600C092F96D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DE14A062-9E24-734A-8C92-F707BFD5D8FE}" srcId="{93E2F1D1-360B-4DFF-8B3E-7A0480FA2199}" destId="{2EDA2341-8C82-E140-A0C1-43AE0F633891}" srcOrd="0" destOrd="0" parTransId="{F3FAF8A8-FAD5-914B-9EB0-9F5D82E0D44C}" sibTransId="{312FFEFF-3CBF-C34F-84A4-FBCBAFBE2C18}"/>
    <dgm:cxn modelId="{C4290209-3CF4-7244-8DA7-FE54F19D179C}" type="presOf" srcId="{C283FA72-CECD-45CD-8757-CEBC1A4221FD}" destId="{46C46EFF-D58B-4C32-A605-AB030B188E8A}" srcOrd="0" destOrd="0" presId="urn:microsoft.com/office/officeart/2005/8/layout/chevron1"/>
    <dgm:cxn modelId="{F9DE6C8E-D60E-D340-8141-07776C7F8A50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AA8A99F-3A45-4B4C-99F4-54160D87726A}" type="presOf" srcId="{2EDA2341-8C82-E140-A0C1-43AE0F633891}" destId="{DF9B9150-CBC9-C44E-B2FA-BEAA5F0F75D8}" srcOrd="0" destOrd="0" presId="urn:microsoft.com/office/officeart/2005/8/layout/chevron1"/>
    <dgm:cxn modelId="{C7249333-648F-C949-9A76-14D681F88F76}" type="presOf" srcId="{79B09C74-4B47-45CC-B14C-97FE958DDD10}" destId="{ABEC49F3-BDF7-424B-9830-26B6CE2FFD7D}" srcOrd="0" destOrd="0" presId="urn:microsoft.com/office/officeart/2005/8/layout/chevron1"/>
    <dgm:cxn modelId="{0667B31B-888D-A943-9AC9-B7D5F0C47A55}" type="presOf" srcId="{92FA1688-4CFC-3D47-9626-93324FBB711F}" destId="{A3EE54C2-F69F-9747-9DA7-895A5FEC7070}" srcOrd="0" destOrd="0" presId="urn:microsoft.com/office/officeart/2005/8/layout/chevron1"/>
    <dgm:cxn modelId="{518EE940-8EAB-4063-A0EE-B7581EA28221}" srcId="{93E2F1D1-360B-4DFF-8B3E-7A0480FA2199}" destId="{79B09C74-4B47-45CC-B14C-97FE958DDD10}" srcOrd="4" destOrd="0" parTransId="{E44E42D3-9FBB-4D8F-8A4B-A70FE356537D}" sibTransId="{BAD4962B-4E42-4F51-AF82-04CAFA5E9A0A}"/>
    <dgm:cxn modelId="{ACF182EF-3CF2-2E42-B908-134CB4E20E39}" type="presOf" srcId="{9BF9F257-8AA1-4884-82E7-D0FBEB140172}" destId="{59B237D4-C896-464B-8B66-907E7BC384C0}" srcOrd="0" destOrd="0" presId="urn:microsoft.com/office/officeart/2005/8/layout/chevron1"/>
    <dgm:cxn modelId="{E78A9EDF-DD72-5D44-8710-AA4B76D75072}" type="presParOf" srcId="{5CF2B12A-6C8F-4E68-A572-3EDBD3F899D1}" destId="{DF9B9150-CBC9-C44E-B2FA-BEAA5F0F75D8}" srcOrd="0" destOrd="0" presId="urn:microsoft.com/office/officeart/2005/8/layout/chevron1"/>
    <dgm:cxn modelId="{FAB392CA-600D-174D-9009-1E9144494CED}" type="presParOf" srcId="{5CF2B12A-6C8F-4E68-A572-3EDBD3F899D1}" destId="{7B193946-D922-5D43-B3E3-F549D3AA4F8A}" srcOrd="1" destOrd="0" presId="urn:microsoft.com/office/officeart/2005/8/layout/chevron1"/>
    <dgm:cxn modelId="{508A0855-B19B-8244-95D4-A8802FE97AD4}" type="presParOf" srcId="{5CF2B12A-6C8F-4E68-A572-3EDBD3F899D1}" destId="{59B237D4-C896-464B-8B66-907E7BC384C0}" srcOrd="2" destOrd="0" presId="urn:microsoft.com/office/officeart/2005/8/layout/chevron1"/>
    <dgm:cxn modelId="{4C98DF8D-8AF4-854E-AD8C-4BA9275D25EB}" type="presParOf" srcId="{5CF2B12A-6C8F-4E68-A572-3EDBD3F899D1}" destId="{6DC5E9E8-AE98-4EBC-9670-F707EB7EC751}" srcOrd="3" destOrd="0" presId="urn:microsoft.com/office/officeart/2005/8/layout/chevron1"/>
    <dgm:cxn modelId="{BCC867ED-7D0E-7842-8B1A-A9826FA09768}" type="presParOf" srcId="{5CF2B12A-6C8F-4E68-A572-3EDBD3F899D1}" destId="{A86E4080-92AD-4939-B332-E07C48764045}" srcOrd="4" destOrd="0" presId="urn:microsoft.com/office/officeart/2005/8/layout/chevron1"/>
    <dgm:cxn modelId="{2183CFEA-FBDB-7440-B155-BF5225F83F60}" type="presParOf" srcId="{5CF2B12A-6C8F-4E68-A572-3EDBD3F899D1}" destId="{642A9323-1F67-4A5D-8857-DF1A6BD242AE}" srcOrd="5" destOrd="0" presId="urn:microsoft.com/office/officeart/2005/8/layout/chevron1"/>
    <dgm:cxn modelId="{0AEF1C79-3142-284D-82AB-A96CDD67FA7C}" type="presParOf" srcId="{5CF2B12A-6C8F-4E68-A572-3EDBD3F899D1}" destId="{46C46EFF-D58B-4C32-A605-AB030B188E8A}" srcOrd="6" destOrd="0" presId="urn:microsoft.com/office/officeart/2005/8/layout/chevron1"/>
    <dgm:cxn modelId="{CCF827E9-9F0A-BC46-9B4D-11C0C83CF462}" type="presParOf" srcId="{5CF2B12A-6C8F-4E68-A572-3EDBD3F899D1}" destId="{AE4BA504-6F3B-4F28-BB59-4E979864B31E}" srcOrd="7" destOrd="0" presId="urn:microsoft.com/office/officeart/2005/8/layout/chevron1"/>
    <dgm:cxn modelId="{66EFE0F4-C280-2743-B4ED-D7FF1E49AE4A}" type="presParOf" srcId="{5CF2B12A-6C8F-4E68-A572-3EDBD3F899D1}" destId="{ABEC49F3-BDF7-424B-9830-26B6CE2FFD7D}" srcOrd="8" destOrd="0" presId="urn:microsoft.com/office/officeart/2005/8/layout/chevron1"/>
    <dgm:cxn modelId="{C61BCA2E-ECC8-424E-AB92-9FE5DAC6DC48}" type="presParOf" srcId="{5CF2B12A-6C8F-4E68-A572-3EDBD3F899D1}" destId="{12CF491B-BF2F-644B-8B9E-1C6B5066D28F}" srcOrd="9" destOrd="0" presId="urn:microsoft.com/office/officeart/2005/8/layout/chevron1"/>
    <dgm:cxn modelId="{0AABEA09-DB44-AA4D-8C78-B1E8298EE9B1}" type="presParOf" srcId="{5CF2B12A-6C8F-4E68-A572-3EDBD3F899D1}" destId="{A3EE54C2-F69F-9747-9DA7-895A5FEC7070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/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4B1FC3E-FDBF-4177-9246-7D960D54BAAE}" type="presOf" srcId="{C283FA72-CECD-45CD-8757-CEBC1A4221FD}" destId="{46C46EFF-D58B-4C32-A605-AB030B188E8A}" srcOrd="0" destOrd="0" presId="urn:microsoft.com/office/officeart/2005/8/layout/chevron1"/>
    <dgm:cxn modelId="{45271308-61DE-470A-B054-52F322D58F70}" type="presOf" srcId="{79B09C74-4B47-45CC-B14C-97FE958DDD10}" destId="{ABEC49F3-BDF7-424B-9830-26B6CE2FFD7D}" srcOrd="0" destOrd="0" presId="urn:microsoft.com/office/officeart/2005/8/layout/chevron1"/>
    <dgm:cxn modelId="{3FF0C39F-0178-497E-B8FD-8D3AC94922DB}" type="presOf" srcId="{DB175AB6-B2D5-9D49-A480-CECF3577104E}" destId="{E72FF970-7221-3E46-A347-DA3771E7F4CB}" srcOrd="0" destOrd="0" presId="urn:microsoft.com/office/officeart/2005/8/layout/chevron1"/>
    <dgm:cxn modelId="{FCB45078-2E65-482A-967B-EE523D83097D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680E4223-4D3E-415D-B5AE-266AF7409795}" type="presOf" srcId="{93E2F1D1-360B-4DFF-8B3E-7A0480FA2199}" destId="{5CF2B12A-6C8F-4E68-A572-3EDBD3F899D1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FF20CDB-7D91-430D-9786-F9954D6F735B}" type="presOf" srcId="{A1858176-B60B-354A-BAB9-CB26E40D9B22}" destId="{A53ACE9D-AA1E-DE47-9493-BAA766225D2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D62E23A6-4ED8-4F6F-83E5-9A4842EF1A54}" type="presParOf" srcId="{5CF2B12A-6C8F-4E68-A572-3EDBD3F899D1}" destId="{59B237D4-C896-464B-8B66-907E7BC384C0}" srcOrd="0" destOrd="0" presId="urn:microsoft.com/office/officeart/2005/8/layout/chevron1"/>
    <dgm:cxn modelId="{3A943564-EAA0-4BED-B7A3-3896FAEE674B}" type="presParOf" srcId="{5CF2B12A-6C8F-4E68-A572-3EDBD3F899D1}" destId="{6DC5E9E8-AE98-4EBC-9670-F707EB7EC751}" srcOrd="1" destOrd="0" presId="urn:microsoft.com/office/officeart/2005/8/layout/chevron1"/>
    <dgm:cxn modelId="{9F78F48B-9BB5-46F3-B869-9A4061387634}" type="presParOf" srcId="{5CF2B12A-6C8F-4E68-A572-3EDBD3F899D1}" destId="{46C46EFF-D58B-4C32-A605-AB030B188E8A}" srcOrd="2" destOrd="0" presId="urn:microsoft.com/office/officeart/2005/8/layout/chevron1"/>
    <dgm:cxn modelId="{B5EF8432-B908-45CD-B0A0-A1DDE98647D7}" type="presParOf" srcId="{5CF2B12A-6C8F-4E68-A572-3EDBD3F899D1}" destId="{AE4BA504-6F3B-4F28-BB59-4E979864B31E}" srcOrd="3" destOrd="0" presId="urn:microsoft.com/office/officeart/2005/8/layout/chevron1"/>
    <dgm:cxn modelId="{5A5DF8EC-4D29-420D-8E34-473465248DCB}" type="presParOf" srcId="{5CF2B12A-6C8F-4E68-A572-3EDBD3F899D1}" destId="{ABEC49F3-BDF7-424B-9830-26B6CE2FFD7D}" srcOrd="4" destOrd="0" presId="urn:microsoft.com/office/officeart/2005/8/layout/chevron1"/>
    <dgm:cxn modelId="{F0C15A80-E68D-4E81-A64A-A31194BDCD05}" type="presParOf" srcId="{5CF2B12A-6C8F-4E68-A572-3EDBD3F899D1}" destId="{69304563-E0AF-0646-9B19-C7406D3D2815}" srcOrd="5" destOrd="0" presId="urn:microsoft.com/office/officeart/2005/8/layout/chevron1"/>
    <dgm:cxn modelId="{C2347A0F-A8C4-4B61-AC10-C1850D4D9FB6}" type="presParOf" srcId="{5CF2B12A-6C8F-4E68-A572-3EDBD3F899D1}" destId="{E72FF970-7221-3E46-A347-DA3771E7F4CB}" srcOrd="6" destOrd="0" presId="urn:microsoft.com/office/officeart/2005/8/layout/chevron1"/>
    <dgm:cxn modelId="{297AA022-C29D-421E-8A35-D74C35A50839}" type="presParOf" srcId="{5CF2B12A-6C8F-4E68-A572-3EDBD3F899D1}" destId="{86CAC8BE-AC01-8C4B-BAF5-E1020C8522C8}" srcOrd="7" destOrd="0" presId="urn:microsoft.com/office/officeart/2005/8/layout/chevron1"/>
    <dgm:cxn modelId="{B96408F7-611D-4961-AD36-67A65FC48EEE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/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FEFDEAFC-60DB-4CC3-97B4-484AF9695949}" type="presOf" srcId="{93E2F1D1-360B-4DFF-8B3E-7A0480FA2199}" destId="{5CF2B12A-6C8F-4E68-A572-3EDBD3F899D1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13E634A9-AD9F-4CF3-A757-BC990621536A}" type="presOf" srcId="{A1858176-B60B-354A-BAB9-CB26E40D9B22}" destId="{A53ACE9D-AA1E-DE47-9493-BAA766225D20}" srcOrd="0" destOrd="0" presId="urn:microsoft.com/office/officeart/2005/8/layout/chevron1"/>
    <dgm:cxn modelId="{99752198-02A2-42CA-AB99-1E85AF1FC481}" type="presOf" srcId="{79B09C74-4B47-45CC-B14C-97FE958DDD10}" destId="{ABEC49F3-BDF7-424B-9830-26B6CE2FFD7D}" srcOrd="0" destOrd="0" presId="urn:microsoft.com/office/officeart/2005/8/layout/chevron1"/>
    <dgm:cxn modelId="{B86E88A4-7828-48F4-B625-BF6C5E37A7AA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36694C13-7EE1-4616-B1DB-61BF368D0058}" type="presOf" srcId="{DB175AB6-B2D5-9D49-A480-CECF3577104E}" destId="{E72FF970-7221-3E46-A347-DA3771E7F4CB}" srcOrd="0" destOrd="0" presId="urn:microsoft.com/office/officeart/2005/8/layout/chevron1"/>
    <dgm:cxn modelId="{86DCBBFC-1C99-4950-B656-DB08E44BA59B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37A6FD71-659B-4F64-B2AC-ADBD7CA46917}" type="presParOf" srcId="{5CF2B12A-6C8F-4E68-A572-3EDBD3F899D1}" destId="{59B237D4-C896-464B-8B66-907E7BC384C0}" srcOrd="0" destOrd="0" presId="urn:microsoft.com/office/officeart/2005/8/layout/chevron1"/>
    <dgm:cxn modelId="{16339731-C662-4CF8-9EAC-4F872017585C}" type="presParOf" srcId="{5CF2B12A-6C8F-4E68-A572-3EDBD3F899D1}" destId="{6DC5E9E8-AE98-4EBC-9670-F707EB7EC751}" srcOrd="1" destOrd="0" presId="urn:microsoft.com/office/officeart/2005/8/layout/chevron1"/>
    <dgm:cxn modelId="{6352A586-BED8-41F0-8D83-E94C1623FC9C}" type="presParOf" srcId="{5CF2B12A-6C8F-4E68-A572-3EDBD3F899D1}" destId="{46C46EFF-D58B-4C32-A605-AB030B188E8A}" srcOrd="2" destOrd="0" presId="urn:microsoft.com/office/officeart/2005/8/layout/chevron1"/>
    <dgm:cxn modelId="{DB6629FF-5E0A-46B4-88A0-5B5844C6BABF}" type="presParOf" srcId="{5CF2B12A-6C8F-4E68-A572-3EDBD3F899D1}" destId="{AE4BA504-6F3B-4F28-BB59-4E979864B31E}" srcOrd="3" destOrd="0" presId="urn:microsoft.com/office/officeart/2005/8/layout/chevron1"/>
    <dgm:cxn modelId="{04EE9CB2-6093-4090-BF12-37FAE37226D0}" type="presParOf" srcId="{5CF2B12A-6C8F-4E68-A572-3EDBD3F899D1}" destId="{ABEC49F3-BDF7-424B-9830-26B6CE2FFD7D}" srcOrd="4" destOrd="0" presId="urn:microsoft.com/office/officeart/2005/8/layout/chevron1"/>
    <dgm:cxn modelId="{B0042521-B7F7-4BD6-B720-2350B7E17D9F}" type="presParOf" srcId="{5CF2B12A-6C8F-4E68-A572-3EDBD3F899D1}" destId="{69304563-E0AF-0646-9B19-C7406D3D2815}" srcOrd="5" destOrd="0" presId="urn:microsoft.com/office/officeart/2005/8/layout/chevron1"/>
    <dgm:cxn modelId="{B9DF2788-C2F0-428B-BC6C-02021E51A204}" type="presParOf" srcId="{5CF2B12A-6C8F-4E68-A572-3EDBD3F899D1}" destId="{E72FF970-7221-3E46-A347-DA3771E7F4CB}" srcOrd="6" destOrd="0" presId="urn:microsoft.com/office/officeart/2005/8/layout/chevron1"/>
    <dgm:cxn modelId="{BF25B440-770E-4244-A305-FABCACAAF702}" type="presParOf" srcId="{5CF2B12A-6C8F-4E68-A572-3EDBD3F899D1}" destId="{86CAC8BE-AC01-8C4B-BAF5-E1020C8522C8}" srcOrd="7" destOrd="0" presId="urn:microsoft.com/office/officeart/2005/8/layout/chevron1"/>
    <dgm:cxn modelId="{BEC61D8E-004F-49EE-AE2F-82B6FCA645ED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B6D1BA-D9BD-40B4-8C0F-020F84E604EF}" type="presOf" srcId="{DB175AB6-B2D5-9D49-A480-CECF3577104E}" destId="{E72FF970-7221-3E46-A347-DA3771E7F4CB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3AD0210E-90B8-4B4C-8668-AA66BB804F72}" type="presOf" srcId="{A1858176-B60B-354A-BAB9-CB26E40D9B22}" destId="{A53ACE9D-AA1E-DE47-9493-BAA766225D20}" srcOrd="0" destOrd="0" presId="urn:microsoft.com/office/officeart/2005/8/layout/chevron1"/>
    <dgm:cxn modelId="{A9963B9B-30C3-4744-A936-33A8C8813771}" type="presOf" srcId="{93E2F1D1-360B-4DFF-8B3E-7A0480FA2199}" destId="{5CF2B12A-6C8F-4E68-A572-3EDBD3F899D1}" srcOrd="0" destOrd="0" presId="urn:microsoft.com/office/officeart/2005/8/layout/chevron1"/>
    <dgm:cxn modelId="{B1E68812-9AB0-411E-94DA-08EB5FFD035E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1677F482-F634-406D-B574-B708F944EAF8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DFFC02AE-1432-4235-AA76-8E0165E77C97}" type="presOf" srcId="{9BF9F257-8AA1-4884-82E7-D0FBEB140172}" destId="{59B237D4-C896-464B-8B66-907E7BC384C0}" srcOrd="0" destOrd="0" presId="urn:microsoft.com/office/officeart/2005/8/layout/chevron1"/>
    <dgm:cxn modelId="{268629F9-B89E-48D8-8136-9FD8F3872417}" type="presParOf" srcId="{5CF2B12A-6C8F-4E68-A572-3EDBD3F899D1}" destId="{59B237D4-C896-464B-8B66-907E7BC384C0}" srcOrd="0" destOrd="0" presId="urn:microsoft.com/office/officeart/2005/8/layout/chevron1"/>
    <dgm:cxn modelId="{E6575FDC-18C7-4A2E-BB15-19CADC8BCADB}" type="presParOf" srcId="{5CF2B12A-6C8F-4E68-A572-3EDBD3F899D1}" destId="{6DC5E9E8-AE98-4EBC-9670-F707EB7EC751}" srcOrd="1" destOrd="0" presId="urn:microsoft.com/office/officeart/2005/8/layout/chevron1"/>
    <dgm:cxn modelId="{063934A2-ADEB-4EF1-A974-D33028787985}" type="presParOf" srcId="{5CF2B12A-6C8F-4E68-A572-3EDBD3F899D1}" destId="{46C46EFF-D58B-4C32-A605-AB030B188E8A}" srcOrd="2" destOrd="0" presId="urn:microsoft.com/office/officeart/2005/8/layout/chevron1"/>
    <dgm:cxn modelId="{114F9A13-1951-4B44-B72D-749BA787C754}" type="presParOf" srcId="{5CF2B12A-6C8F-4E68-A572-3EDBD3F899D1}" destId="{AE4BA504-6F3B-4F28-BB59-4E979864B31E}" srcOrd="3" destOrd="0" presId="urn:microsoft.com/office/officeart/2005/8/layout/chevron1"/>
    <dgm:cxn modelId="{2EE2A319-F1ED-41C7-A371-35FF1257666D}" type="presParOf" srcId="{5CF2B12A-6C8F-4E68-A572-3EDBD3F899D1}" destId="{ABEC49F3-BDF7-424B-9830-26B6CE2FFD7D}" srcOrd="4" destOrd="0" presId="urn:microsoft.com/office/officeart/2005/8/layout/chevron1"/>
    <dgm:cxn modelId="{AAE33E2C-5E45-4796-AB07-CDDFE506C2A3}" type="presParOf" srcId="{5CF2B12A-6C8F-4E68-A572-3EDBD3F899D1}" destId="{69304563-E0AF-0646-9B19-C7406D3D2815}" srcOrd="5" destOrd="0" presId="urn:microsoft.com/office/officeart/2005/8/layout/chevron1"/>
    <dgm:cxn modelId="{D2B00F3E-55B1-4501-ABAB-E8978BFEB97F}" type="presParOf" srcId="{5CF2B12A-6C8F-4E68-A572-3EDBD3F899D1}" destId="{E72FF970-7221-3E46-A347-DA3771E7F4CB}" srcOrd="6" destOrd="0" presId="urn:microsoft.com/office/officeart/2005/8/layout/chevron1"/>
    <dgm:cxn modelId="{08E77D33-F030-43A3-A1E4-1F14A5EE215B}" type="presParOf" srcId="{5CF2B12A-6C8F-4E68-A572-3EDBD3F899D1}" destId="{86CAC8BE-AC01-8C4B-BAF5-E1020C8522C8}" srcOrd="7" destOrd="0" presId="urn:microsoft.com/office/officeart/2005/8/layout/chevron1"/>
    <dgm:cxn modelId="{98AC1F79-3107-4CE3-B465-FBACDD887B51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91E78171-22D6-419A-9936-485B55FB22EB}" type="presOf" srcId="{9BF9F257-8AA1-4884-82E7-D0FBEB140172}" destId="{59B237D4-C896-464B-8B66-907E7BC384C0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A9CB6F28-E780-47D6-A8C1-1B37D1045267}" type="presOf" srcId="{A1858176-B60B-354A-BAB9-CB26E40D9B22}" destId="{A53ACE9D-AA1E-DE47-9493-BAA766225D20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4F50A40E-10B9-47BF-944A-AF21811979D4}" type="presOf" srcId="{C283FA72-CECD-45CD-8757-CEBC1A4221FD}" destId="{46C46EFF-D58B-4C32-A605-AB030B188E8A}" srcOrd="0" destOrd="0" presId="urn:microsoft.com/office/officeart/2005/8/layout/chevron1"/>
    <dgm:cxn modelId="{EE6435D5-7C77-4037-8CDD-E30FAE77523B}" type="presOf" srcId="{79B09C74-4B47-45CC-B14C-97FE958DDD10}" destId="{ABEC49F3-BDF7-424B-9830-26B6CE2FFD7D}" srcOrd="0" destOrd="0" presId="urn:microsoft.com/office/officeart/2005/8/layout/chevron1"/>
    <dgm:cxn modelId="{5893BF30-5D9A-4925-94B7-7FA7D9E49E74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7D88762E-1EA3-4DFD-9259-DAE1FBC6EE58}" type="presOf" srcId="{DB175AB6-B2D5-9D49-A480-CECF3577104E}" destId="{E72FF970-7221-3E46-A347-DA3771E7F4CB}" srcOrd="0" destOrd="0" presId="urn:microsoft.com/office/officeart/2005/8/layout/chevron1"/>
    <dgm:cxn modelId="{9B578CC9-2C36-47D4-AFEC-0CFD30290983}" type="presParOf" srcId="{5CF2B12A-6C8F-4E68-A572-3EDBD3F899D1}" destId="{59B237D4-C896-464B-8B66-907E7BC384C0}" srcOrd="0" destOrd="0" presId="urn:microsoft.com/office/officeart/2005/8/layout/chevron1"/>
    <dgm:cxn modelId="{EEA579EF-7F62-46B6-8C1A-4A463C818808}" type="presParOf" srcId="{5CF2B12A-6C8F-4E68-A572-3EDBD3F899D1}" destId="{6DC5E9E8-AE98-4EBC-9670-F707EB7EC751}" srcOrd="1" destOrd="0" presId="urn:microsoft.com/office/officeart/2005/8/layout/chevron1"/>
    <dgm:cxn modelId="{F4EB6EB6-8A75-4870-A83B-6C4044B0B80C}" type="presParOf" srcId="{5CF2B12A-6C8F-4E68-A572-3EDBD3F899D1}" destId="{46C46EFF-D58B-4C32-A605-AB030B188E8A}" srcOrd="2" destOrd="0" presId="urn:microsoft.com/office/officeart/2005/8/layout/chevron1"/>
    <dgm:cxn modelId="{14381E5F-1707-42ED-B413-7073FE3453AB}" type="presParOf" srcId="{5CF2B12A-6C8F-4E68-A572-3EDBD3F899D1}" destId="{AE4BA504-6F3B-4F28-BB59-4E979864B31E}" srcOrd="3" destOrd="0" presId="urn:microsoft.com/office/officeart/2005/8/layout/chevron1"/>
    <dgm:cxn modelId="{861DA198-55C2-4C26-8FC0-7CB2D5CE1F1A}" type="presParOf" srcId="{5CF2B12A-6C8F-4E68-A572-3EDBD3F899D1}" destId="{ABEC49F3-BDF7-424B-9830-26B6CE2FFD7D}" srcOrd="4" destOrd="0" presId="urn:microsoft.com/office/officeart/2005/8/layout/chevron1"/>
    <dgm:cxn modelId="{98B8BB3F-CA7C-4D8F-B830-8A708A1A24D8}" type="presParOf" srcId="{5CF2B12A-6C8F-4E68-A572-3EDBD3F899D1}" destId="{69304563-E0AF-0646-9B19-C7406D3D2815}" srcOrd="5" destOrd="0" presId="urn:microsoft.com/office/officeart/2005/8/layout/chevron1"/>
    <dgm:cxn modelId="{B8C5C904-4F29-46BA-9ACE-6A95B070C9DC}" type="presParOf" srcId="{5CF2B12A-6C8F-4E68-A572-3EDBD3F899D1}" destId="{E72FF970-7221-3E46-A347-DA3771E7F4CB}" srcOrd="6" destOrd="0" presId="urn:microsoft.com/office/officeart/2005/8/layout/chevron1"/>
    <dgm:cxn modelId="{AB30553C-1DB3-4712-8CC0-443EFEDFA408}" type="presParOf" srcId="{5CF2B12A-6C8F-4E68-A572-3EDBD3F899D1}" destId="{86CAC8BE-AC01-8C4B-BAF5-E1020C8522C8}" srcOrd="7" destOrd="0" presId="urn:microsoft.com/office/officeart/2005/8/layout/chevron1"/>
    <dgm:cxn modelId="{B3416AAA-416F-411B-9D8B-3ECCBD903631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AAF77DC-73EA-41A1-B2B9-98171B313196}" type="presOf" srcId="{9BF9F257-8AA1-4884-82E7-D0FBEB140172}" destId="{59B237D4-C896-464B-8B66-907E7BC384C0}" srcOrd="0" destOrd="0" presId="urn:microsoft.com/office/officeart/2005/8/layout/chevron1"/>
    <dgm:cxn modelId="{687DEF7B-7FF0-44E1-9D86-681D93DDA1B3}" type="presOf" srcId="{DB175AB6-B2D5-9D49-A480-CECF3577104E}" destId="{E72FF970-7221-3E46-A347-DA3771E7F4CB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8BA5D3C9-3656-46E1-B553-855FFE5397A9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A3DB0FE2-F42C-4C71-8211-756F225165DA}" type="presOf" srcId="{A1858176-B60B-354A-BAB9-CB26E40D9B22}" destId="{A53ACE9D-AA1E-DE47-9493-BAA766225D20}" srcOrd="0" destOrd="0" presId="urn:microsoft.com/office/officeart/2005/8/layout/chevron1"/>
    <dgm:cxn modelId="{4258AA71-273C-4784-B9B1-98F00E1245A5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E7465591-D588-4EFF-A18E-5EBFDF1CFE3F}" type="presOf" srcId="{93E2F1D1-360B-4DFF-8B3E-7A0480FA2199}" destId="{5CF2B12A-6C8F-4E68-A572-3EDBD3F899D1}" srcOrd="0" destOrd="0" presId="urn:microsoft.com/office/officeart/2005/8/layout/chevron1"/>
    <dgm:cxn modelId="{025953B7-BA95-4FE3-A808-45A8EC11EEF1}" type="presParOf" srcId="{5CF2B12A-6C8F-4E68-A572-3EDBD3F899D1}" destId="{59B237D4-C896-464B-8B66-907E7BC384C0}" srcOrd="0" destOrd="0" presId="urn:microsoft.com/office/officeart/2005/8/layout/chevron1"/>
    <dgm:cxn modelId="{71594DE8-1C97-4131-8BC8-86D9D088E33E}" type="presParOf" srcId="{5CF2B12A-6C8F-4E68-A572-3EDBD3F899D1}" destId="{6DC5E9E8-AE98-4EBC-9670-F707EB7EC751}" srcOrd="1" destOrd="0" presId="urn:microsoft.com/office/officeart/2005/8/layout/chevron1"/>
    <dgm:cxn modelId="{7820BD5B-A004-4ACC-B24C-694A6A078848}" type="presParOf" srcId="{5CF2B12A-6C8F-4E68-A572-3EDBD3F899D1}" destId="{46C46EFF-D58B-4C32-A605-AB030B188E8A}" srcOrd="2" destOrd="0" presId="urn:microsoft.com/office/officeart/2005/8/layout/chevron1"/>
    <dgm:cxn modelId="{4F1525CC-4695-42D4-823F-AB234D96928F}" type="presParOf" srcId="{5CF2B12A-6C8F-4E68-A572-3EDBD3F899D1}" destId="{AE4BA504-6F3B-4F28-BB59-4E979864B31E}" srcOrd="3" destOrd="0" presId="urn:microsoft.com/office/officeart/2005/8/layout/chevron1"/>
    <dgm:cxn modelId="{E2EE35BD-C191-4F8E-AE82-E869C5986E83}" type="presParOf" srcId="{5CF2B12A-6C8F-4E68-A572-3EDBD3F899D1}" destId="{ABEC49F3-BDF7-424B-9830-26B6CE2FFD7D}" srcOrd="4" destOrd="0" presId="urn:microsoft.com/office/officeart/2005/8/layout/chevron1"/>
    <dgm:cxn modelId="{F67B4586-CD96-40F2-861D-262BA5C8D235}" type="presParOf" srcId="{5CF2B12A-6C8F-4E68-A572-3EDBD3F899D1}" destId="{69304563-E0AF-0646-9B19-C7406D3D2815}" srcOrd="5" destOrd="0" presId="urn:microsoft.com/office/officeart/2005/8/layout/chevron1"/>
    <dgm:cxn modelId="{B992E4FC-2C4B-4293-B28E-9D155FC0DE87}" type="presParOf" srcId="{5CF2B12A-6C8F-4E68-A572-3EDBD3F899D1}" destId="{E72FF970-7221-3E46-A347-DA3771E7F4CB}" srcOrd="6" destOrd="0" presId="urn:microsoft.com/office/officeart/2005/8/layout/chevron1"/>
    <dgm:cxn modelId="{C09B49B2-C98E-4C00-8AFC-0D5C11E7C5D9}" type="presParOf" srcId="{5CF2B12A-6C8F-4E68-A572-3EDBD3F899D1}" destId="{86CAC8BE-AC01-8C4B-BAF5-E1020C8522C8}" srcOrd="7" destOrd="0" presId="urn:microsoft.com/office/officeart/2005/8/layout/chevron1"/>
    <dgm:cxn modelId="{6EEF61B8-9AE5-4770-A4B7-C509D2DC4ADC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F73C70E-BCE9-41A1-AFB2-DC54E620B460}" type="presOf" srcId="{A1858176-B60B-354A-BAB9-CB26E40D9B22}" destId="{A53ACE9D-AA1E-DE47-9493-BAA766225D20}" srcOrd="0" destOrd="0" presId="urn:microsoft.com/office/officeart/2005/8/layout/chevron1"/>
    <dgm:cxn modelId="{024F04B9-DAFF-44DB-A8B1-717B1DEEEF72}" type="presOf" srcId="{DB175AB6-B2D5-9D49-A480-CECF3577104E}" destId="{E72FF970-7221-3E46-A347-DA3771E7F4CB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66453847-F804-432A-807A-6526E7D9B9B8}" type="presOf" srcId="{93E2F1D1-360B-4DFF-8B3E-7A0480FA2199}" destId="{5CF2B12A-6C8F-4E68-A572-3EDBD3F899D1}" srcOrd="0" destOrd="0" presId="urn:microsoft.com/office/officeart/2005/8/layout/chevron1"/>
    <dgm:cxn modelId="{39B50E3A-5F69-43F6-A9CF-D6E82C92F3A7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ADFDA9DB-5A10-4039-B324-476B0262F385}" type="presOf" srcId="{9BF9F257-8AA1-4884-82E7-D0FBEB140172}" destId="{59B237D4-C896-464B-8B66-907E7BC384C0}" srcOrd="0" destOrd="0" presId="urn:microsoft.com/office/officeart/2005/8/layout/chevron1"/>
    <dgm:cxn modelId="{5B909A4C-473D-4711-92DA-8E4871835C62}" type="presOf" srcId="{79B09C74-4B47-45CC-B14C-97FE958DDD10}" destId="{ABEC49F3-BDF7-424B-9830-26B6CE2FFD7D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9EA513E9-A9FD-4634-A32D-4B06211A5DFC}" type="presParOf" srcId="{5CF2B12A-6C8F-4E68-A572-3EDBD3F899D1}" destId="{59B237D4-C896-464B-8B66-907E7BC384C0}" srcOrd="0" destOrd="0" presId="urn:microsoft.com/office/officeart/2005/8/layout/chevron1"/>
    <dgm:cxn modelId="{AF15F6F4-1626-4C6E-A436-AC8D24C45893}" type="presParOf" srcId="{5CF2B12A-6C8F-4E68-A572-3EDBD3F899D1}" destId="{6DC5E9E8-AE98-4EBC-9670-F707EB7EC751}" srcOrd="1" destOrd="0" presId="urn:microsoft.com/office/officeart/2005/8/layout/chevron1"/>
    <dgm:cxn modelId="{AB9C88A9-5D99-4EDF-B0E7-0BB08C95ECC9}" type="presParOf" srcId="{5CF2B12A-6C8F-4E68-A572-3EDBD3F899D1}" destId="{46C46EFF-D58B-4C32-A605-AB030B188E8A}" srcOrd="2" destOrd="0" presId="urn:microsoft.com/office/officeart/2005/8/layout/chevron1"/>
    <dgm:cxn modelId="{00484AF2-C293-4691-B83D-F0CCD3B3D296}" type="presParOf" srcId="{5CF2B12A-6C8F-4E68-A572-3EDBD3F899D1}" destId="{AE4BA504-6F3B-4F28-BB59-4E979864B31E}" srcOrd="3" destOrd="0" presId="urn:microsoft.com/office/officeart/2005/8/layout/chevron1"/>
    <dgm:cxn modelId="{02571F2F-2EED-4092-8DF8-5F3E72FBC650}" type="presParOf" srcId="{5CF2B12A-6C8F-4E68-A572-3EDBD3F899D1}" destId="{ABEC49F3-BDF7-424B-9830-26B6CE2FFD7D}" srcOrd="4" destOrd="0" presId="urn:microsoft.com/office/officeart/2005/8/layout/chevron1"/>
    <dgm:cxn modelId="{7C65F19E-C58D-45A9-BD12-9F57C2C709D6}" type="presParOf" srcId="{5CF2B12A-6C8F-4E68-A572-3EDBD3F899D1}" destId="{69304563-E0AF-0646-9B19-C7406D3D2815}" srcOrd="5" destOrd="0" presId="urn:microsoft.com/office/officeart/2005/8/layout/chevron1"/>
    <dgm:cxn modelId="{5C1B9729-74D1-417B-88F6-5EC78BCAE5BF}" type="presParOf" srcId="{5CF2B12A-6C8F-4E68-A572-3EDBD3F899D1}" destId="{E72FF970-7221-3E46-A347-DA3771E7F4CB}" srcOrd="6" destOrd="0" presId="urn:microsoft.com/office/officeart/2005/8/layout/chevron1"/>
    <dgm:cxn modelId="{C715A6C9-FBEF-4047-9117-33763AF26DB5}" type="presParOf" srcId="{5CF2B12A-6C8F-4E68-A572-3EDBD3F899D1}" destId="{86CAC8BE-AC01-8C4B-BAF5-E1020C8522C8}" srcOrd="7" destOrd="0" presId="urn:microsoft.com/office/officeart/2005/8/layout/chevron1"/>
    <dgm:cxn modelId="{2525C4F1-6569-43E1-BA5E-A59DEE8F98A4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A7F6F9-B67B-465D-A81F-FFB1550BD99C}" type="presOf" srcId="{93E2F1D1-360B-4DFF-8B3E-7A0480FA2199}" destId="{5CF2B12A-6C8F-4E68-A572-3EDBD3F899D1}" srcOrd="0" destOrd="0" presId="urn:microsoft.com/office/officeart/2005/8/layout/chevron1"/>
    <dgm:cxn modelId="{74F35712-67C9-4245-91C3-3B772613FE01}" type="presOf" srcId="{9BF9F257-8AA1-4884-82E7-D0FBEB140172}" destId="{59B237D4-C896-464B-8B66-907E7BC384C0}" srcOrd="0" destOrd="0" presId="urn:microsoft.com/office/officeart/2005/8/layout/chevron1"/>
    <dgm:cxn modelId="{C922D881-CDB6-47CB-96B4-C97DDAB06839}" type="presOf" srcId="{DB175AB6-B2D5-9D49-A480-CECF3577104E}" destId="{E72FF970-7221-3E46-A347-DA3771E7F4CB}" srcOrd="0" destOrd="0" presId="urn:microsoft.com/office/officeart/2005/8/layout/chevron1"/>
    <dgm:cxn modelId="{B096C6FB-C091-4287-9FD1-7E696DA26222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75D8A4C6-8EE9-4FC8-805F-87CDB0C8BF33}" type="presOf" srcId="{79B09C74-4B47-45CC-B14C-97FE958DDD10}" destId="{ABEC49F3-BDF7-424B-9830-26B6CE2FFD7D}" srcOrd="0" destOrd="0" presId="urn:microsoft.com/office/officeart/2005/8/layout/chevron1"/>
    <dgm:cxn modelId="{C3E43F9D-1A20-4D75-BC48-905AFBC99444}" type="presOf" srcId="{A1858176-B60B-354A-BAB9-CB26E40D9B22}" destId="{A53ACE9D-AA1E-DE47-9493-BAA766225D20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6B396C18-D97E-4D22-A34E-576210CBD292}" type="presParOf" srcId="{5CF2B12A-6C8F-4E68-A572-3EDBD3F899D1}" destId="{59B237D4-C896-464B-8B66-907E7BC384C0}" srcOrd="0" destOrd="0" presId="urn:microsoft.com/office/officeart/2005/8/layout/chevron1"/>
    <dgm:cxn modelId="{E305DF23-A60F-4E16-9B54-DB526FC2E88F}" type="presParOf" srcId="{5CF2B12A-6C8F-4E68-A572-3EDBD3F899D1}" destId="{6DC5E9E8-AE98-4EBC-9670-F707EB7EC751}" srcOrd="1" destOrd="0" presId="urn:microsoft.com/office/officeart/2005/8/layout/chevron1"/>
    <dgm:cxn modelId="{FC9BCF47-F60B-4DE7-BB29-42827A83AD44}" type="presParOf" srcId="{5CF2B12A-6C8F-4E68-A572-3EDBD3F899D1}" destId="{46C46EFF-D58B-4C32-A605-AB030B188E8A}" srcOrd="2" destOrd="0" presId="urn:microsoft.com/office/officeart/2005/8/layout/chevron1"/>
    <dgm:cxn modelId="{E61DF4DB-8CD3-4DA2-B8A9-A305746896CB}" type="presParOf" srcId="{5CF2B12A-6C8F-4E68-A572-3EDBD3F899D1}" destId="{AE4BA504-6F3B-4F28-BB59-4E979864B31E}" srcOrd="3" destOrd="0" presId="urn:microsoft.com/office/officeart/2005/8/layout/chevron1"/>
    <dgm:cxn modelId="{D0B032D2-763F-4D6C-8FEF-C360830017D6}" type="presParOf" srcId="{5CF2B12A-6C8F-4E68-A572-3EDBD3F899D1}" destId="{ABEC49F3-BDF7-424B-9830-26B6CE2FFD7D}" srcOrd="4" destOrd="0" presId="urn:microsoft.com/office/officeart/2005/8/layout/chevron1"/>
    <dgm:cxn modelId="{27041DD7-2A53-4089-B6BC-6B11790345F2}" type="presParOf" srcId="{5CF2B12A-6C8F-4E68-A572-3EDBD3F899D1}" destId="{69304563-E0AF-0646-9B19-C7406D3D2815}" srcOrd="5" destOrd="0" presId="urn:microsoft.com/office/officeart/2005/8/layout/chevron1"/>
    <dgm:cxn modelId="{D9A2A013-5BB7-4F4E-B9BA-EAF34854BF2B}" type="presParOf" srcId="{5CF2B12A-6C8F-4E68-A572-3EDBD3F899D1}" destId="{E72FF970-7221-3E46-A347-DA3771E7F4CB}" srcOrd="6" destOrd="0" presId="urn:microsoft.com/office/officeart/2005/8/layout/chevron1"/>
    <dgm:cxn modelId="{6FBE831B-1169-40B7-9B4E-A33CF1A698A7}" type="presParOf" srcId="{5CF2B12A-6C8F-4E68-A572-3EDBD3F899D1}" destId="{86CAC8BE-AC01-8C4B-BAF5-E1020C8522C8}" srcOrd="7" destOrd="0" presId="urn:microsoft.com/office/officeart/2005/8/layout/chevron1"/>
    <dgm:cxn modelId="{2BFA1F0D-24CA-4DFB-82CC-8C88A97282E5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D33452-FCB2-460A-BFA5-1B6323C0D185}" type="presOf" srcId="{A1858176-B60B-354A-BAB9-CB26E40D9B22}" destId="{A53ACE9D-AA1E-DE47-9493-BAA766225D20}" srcOrd="0" destOrd="0" presId="urn:microsoft.com/office/officeart/2005/8/layout/chevron1"/>
    <dgm:cxn modelId="{F2D6D1AC-DEA5-4CE1-88C2-710B1A38BF7E}" type="presOf" srcId="{C283FA72-CECD-45CD-8757-CEBC1A4221FD}" destId="{46C46EFF-D58B-4C32-A605-AB030B188E8A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639F66BE-78C1-46CE-A136-4492837CD2F3}" type="presOf" srcId="{DB175AB6-B2D5-9D49-A480-CECF3577104E}" destId="{E72FF970-7221-3E46-A347-DA3771E7F4CB}" srcOrd="0" destOrd="0" presId="urn:microsoft.com/office/officeart/2005/8/layout/chevron1"/>
    <dgm:cxn modelId="{404677D7-D3C0-46E7-B6D1-FD6B0A9D8A7E}" type="presOf" srcId="{93E2F1D1-360B-4DFF-8B3E-7A0480FA2199}" destId="{5CF2B12A-6C8F-4E68-A572-3EDBD3F899D1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5F357BA4-A71F-4655-8847-89B58CB548BB}" type="presOf" srcId="{79B09C74-4B47-45CC-B14C-97FE958DDD10}" destId="{ABEC49F3-BDF7-424B-9830-26B6CE2FFD7D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BC2AD44D-DAA4-433E-8EBF-C33EBD535048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BD7EB1DB-CCC5-44D6-9738-F2893D383C97}" type="presParOf" srcId="{5CF2B12A-6C8F-4E68-A572-3EDBD3F899D1}" destId="{59B237D4-C896-464B-8B66-907E7BC384C0}" srcOrd="0" destOrd="0" presId="urn:microsoft.com/office/officeart/2005/8/layout/chevron1"/>
    <dgm:cxn modelId="{4100D634-A6B5-4EF5-AABA-2413EF848199}" type="presParOf" srcId="{5CF2B12A-6C8F-4E68-A572-3EDBD3F899D1}" destId="{6DC5E9E8-AE98-4EBC-9670-F707EB7EC751}" srcOrd="1" destOrd="0" presId="urn:microsoft.com/office/officeart/2005/8/layout/chevron1"/>
    <dgm:cxn modelId="{3EF1D24F-9AA1-4734-A23A-C74416DAEA03}" type="presParOf" srcId="{5CF2B12A-6C8F-4E68-A572-3EDBD3F899D1}" destId="{46C46EFF-D58B-4C32-A605-AB030B188E8A}" srcOrd="2" destOrd="0" presId="urn:microsoft.com/office/officeart/2005/8/layout/chevron1"/>
    <dgm:cxn modelId="{91E66ADC-066C-4F0F-8299-DFED33F940D3}" type="presParOf" srcId="{5CF2B12A-6C8F-4E68-A572-3EDBD3F899D1}" destId="{AE4BA504-6F3B-4F28-BB59-4E979864B31E}" srcOrd="3" destOrd="0" presId="urn:microsoft.com/office/officeart/2005/8/layout/chevron1"/>
    <dgm:cxn modelId="{D751F335-7654-40C3-A8CE-05D9A2861265}" type="presParOf" srcId="{5CF2B12A-6C8F-4E68-A572-3EDBD3F899D1}" destId="{ABEC49F3-BDF7-424B-9830-26B6CE2FFD7D}" srcOrd="4" destOrd="0" presId="urn:microsoft.com/office/officeart/2005/8/layout/chevron1"/>
    <dgm:cxn modelId="{F598F9F5-4088-4BE9-8581-C949CC91CC93}" type="presParOf" srcId="{5CF2B12A-6C8F-4E68-A572-3EDBD3F899D1}" destId="{69304563-E0AF-0646-9B19-C7406D3D2815}" srcOrd="5" destOrd="0" presId="urn:microsoft.com/office/officeart/2005/8/layout/chevron1"/>
    <dgm:cxn modelId="{83179F95-0B71-4AF8-B000-70DFDAAE59A2}" type="presParOf" srcId="{5CF2B12A-6C8F-4E68-A572-3EDBD3F899D1}" destId="{E72FF970-7221-3E46-A347-DA3771E7F4CB}" srcOrd="6" destOrd="0" presId="urn:microsoft.com/office/officeart/2005/8/layout/chevron1"/>
    <dgm:cxn modelId="{3ABBA81B-89B7-4D4F-A820-A2F94F92DE7A}" type="presParOf" srcId="{5CF2B12A-6C8F-4E68-A572-3EDBD3F899D1}" destId="{86CAC8BE-AC01-8C4B-BAF5-E1020C8522C8}" srcOrd="7" destOrd="0" presId="urn:microsoft.com/office/officeart/2005/8/layout/chevron1"/>
    <dgm:cxn modelId="{18D99808-32E6-48AE-8C63-323E62BE0632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C6DF286-9F73-437C-8300-CC3104ED73C7}" type="presOf" srcId="{DB175AB6-B2D5-9D49-A480-CECF3577104E}" destId="{E72FF970-7221-3E46-A347-DA3771E7F4CB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B677CABF-D0D6-4B79-9942-8345446941B8}" type="presOf" srcId="{9BF9F257-8AA1-4884-82E7-D0FBEB140172}" destId="{59B237D4-C896-464B-8B66-907E7BC384C0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49FE9362-0E2B-4B6E-BDC9-42F0ED75581C}" type="presOf" srcId="{A1858176-B60B-354A-BAB9-CB26E40D9B22}" destId="{A53ACE9D-AA1E-DE47-9493-BAA766225D2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0C061EF5-F78D-48FD-AD8C-7C69071A88E5}" type="presOf" srcId="{93E2F1D1-360B-4DFF-8B3E-7A0480FA2199}" destId="{5CF2B12A-6C8F-4E68-A572-3EDBD3F899D1}" srcOrd="0" destOrd="0" presId="urn:microsoft.com/office/officeart/2005/8/layout/chevron1"/>
    <dgm:cxn modelId="{5DA3939E-4CC3-447A-B15B-C18DD776A8D8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8889508A-9931-45A8-8166-FAC141B9BE41}" type="presOf" srcId="{C283FA72-CECD-45CD-8757-CEBC1A4221FD}" destId="{46C46EFF-D58B-4C32-A605-AB030B188E8A}" srcOrd="0" destOrd="0" presId="urn:microsoft.com/office/officeart/2005/8/layout/chevron1"/>
    <dgm:cxn modelId="{CA946690-A56A-4D3A-9236-B1B051E4D38B}" type="presParOf" srcId="{5CF2B12A-6C8F-4E68-A572-3EDBD3F899D1}" destId="{59B237D4-C896-464B-8B66-907E7BC384C0}" srcOrd="0" destOrd="0" presId="urn:microsoft.com/office/officeart/2005/8/layout/chevron1"/>
    <dgm:cxn modelId="{4FFB7B18-A582-4546-9536-0A775B6EA24C}" type="presParOf" srcId="{5CF2B12A-6C8F-4E68-A572-3EDBD3F899D1}" destId="{6DC5E9E8-AE98-4EBC-9670-F707EB7EC751}" srcOrd="1" destOrd="0" presId="urn:microsoft.com/office/officeart/2005/8/layout/chevron1"/>
    <dgm:cxn modelId="{AF5340C9-E1C8-40EF-AC40-CD207397FF34}" type="presParOf" srcId="{5CF2B12A-6C8F-4E68-A572-3EDBD3F899D1}" destId="{46C46EFF-D58B-4C32-A605-AB030B188E8A}" srcOrd="2" destOrd="0" presId="urn:microsoft.com/office/officeart/2005/8/layout/chevron1"/>
    <dgm:cxn modelId="{1BC089AE-1759-421D-A0F2-9DFBBD889B75}" type="presParOf" srcId="{5CF2B12A-6C8F-4E68-A572-3EDBD3F899D1}" destId="{AE4BA504-6F3B-4F28-BB59-4E979864B31E}" srcOrd="3" destOrd="0" presId="urn:microsoft.com/office/officeart/2005/8/layout/chevron1"/>
    <dgm:cxn modelId="{5A3E0E97-5EAD-4EAB-93B3-142F539C2C47}" type="presParOf" srcId="{5CF2B12A-6C8F-4E68-A572-3EDBD3F899D1}" destId="{ABEC49F3-BDF7-424B-9830-26B6CE2FFD7D}" srcOrd="4" destOrd="0" presId="urn:microsoft.com/office/officeart/2005/8/layout/chevron1"/>
    <dgm:cxn modelId="{2A45F176-3AEA-4268-A5AD-8AAFAAB1F67F}" type="presParOf" srcId="{5CF2B12A-6C8F-4E68-A572-3EDBD3F899D1}" destId="{69304563-E0AF-0646-9B19-C7406D3D2815}" srcOrd="5" destOrd="0" presId="urn:microsoft.com/office/officeart/2005/8/layout/chevron1"/>
    <dgm:cxn modelId="{CB46E8D8-C648-48C8-A5DF-F6BEEE8AB34B}" type="presParOf" srcId="{5CF2B12A-6C8F-4E68-A572-3EDBD3F899D1}" destId="{E72FF970-7221-3E46-A347-DA3771E7F4CB}" srcOrd="6" destOrd="0" presId="urn:microsoft.com/office/officeart/2005/8/layout/chevron1"/>
    <dgm:cxn modelId="{3A69D2D1-1558-413D-80A8-58B47CA77A1C}" type="presParOf" srcId="{5CF2B12A-6C8F-4E68-A572-3EDBD3F899D1}" destId="{86CAC8BE-AC01-8C4B-BAF5-E1020C8522C8}" srcOrd="7" destOrd="0" presId="urn:microsoft.com/office/officeart/2005/8/layout/chevron1"/>
    <dgm:cxn modelId="{19D4F589-47F9-42F7-8D91-48EBAA4BFBF8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3F5D8DC-7EEC-4612-9AF8-CA84B6D5F5F5}" type="presOf" srcId="{C283FA72-CECD-45CD-8757-CEBC1A4221FD}" destId="{46C46EFF-D58B-4C32-A605-AB030B188E8A}" srcOrd="0" destOrd="0" presId="urn:microsoft.com/office/officeart/2005/8/layout/chevron1"/>
    <dgm:cxn modelId="{32840ABB-5829-4715-9882-6666D9D6A031}" type="presOf" srcId="{93E2F1D1-360B-4DFF-8B3E-7A0480FA2199}" destId="{5CF2B12A-6C8F-4E68-A572-3EDBD3F899D1}" srcOrd="0" destOrd="0" presId="urn:microsoft.com/office/officeart/2005/8/layout/chevron1"/>
    <dgm:cxn modelId="{D02A6B75-6F34-4545-8C19-09A02B3206BE}" type="presOf" srcId="{DB175AB6-B2D5-9D49-A480-CECF3577104E}" destId="{E72FF970-7221-3E46-A347-DA3771E7F4CB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DD73C3D7-5484-4E9B-AB9B-FB0C94F93BBB}" type="presOf" srcId="{A1858176-B60B-354A-BAB9-CB26E40D9B22}" destId="{A53ACE9D-AA1E-DE47-9493-BAA766225D20}" srcOrd="0" destOrd="0" presId="urn:microsoft.com/office/officeart/2005/8/layout/chevron1"/>
    <dgm:cxn modelId="{12423C2E-3F0E-4D8D-97F9-ABA8BCFBF953}" type="presOf" srcId="{79B09C74-4B47-45CC-B14C-97FE958DDD10}" destId="{ABEC49F3-BDF7-424B-9830-26B6CE2FFD7D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8E99553-536D-4F0A-A8C8-5665A4A7E11A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B504D1BC-344C-47A3-8171-C8759B023709}" type="presParOf" srcId="{5CF2B12A-6C8F-4E68-A572-3EDBD3F899D1}" destId="{59B237D4-C896-464B-8B66-907E7BC384C0}" srcOrd="0" destOrd="0" presId="urn:microsoft.com/office/officeart/2005/8/layout/chevron1"/>
    <dgm:cxn modelId="{1633E2C8-40B5-450A-9463-A5286552985F}" type="presParOf" srcId="{5CF2B12A-6C8F-4E68-A572-3EDBD3F899D1}" destId="{6DC5E9E8-AE98-4EBC-9670-F707EB7EC751}" srcOrd="1" destOrd="0" presId="urn:microsoft.com/office/officeart/2005/8/layout/chevron1"/>
    <dgm:cxn modelId="{FE2E43CC-93EE-4782-B477-8B5CA349C4F0}" type="presParOf" srcId="{5CF2B12A-6C8F-4E68-A572-3EDBD3F899D1}" destId="{46C46EFF-D58B-4C32-A605-AB030B188E8A}" srcOrd="2" destOrd="0" presId="urn:microsoft.com/office/officeart/2005/8/layout/chevron1"/>
    <dgm:cxn modelId="{C531566E-8BEC-417A-9D4F-F6A2D30AF9B0}" type="presParOf" srcId="{5CF2B12A-6C8F-4E68-A572-3EDBD3F899D1}" destId="{AE4BA504-6F3B-4F28-BB59-4E979864B31E}" srcOrd="3" destOrd="0" presId="urn:microsoft.com/office/officeart/2005/8/layout/chevron1"/>
    <dgm:cxn modelId="{71848A2B-B554-4F2B-B095-5EA90AB4864E}" type="presParOf" srcId="{5CF2B12A-6C8F-4E68-A572-3EDBD3F899D1}" destId="{ABEC49F3-BDF7-424B-9830-26B6CE2FFD7D}" srcOrd="4" destOrd="0" presId="urn:microsoft.com/office/officeart/2005/8/layout/chevron1"/>
    <dgm:cxn modelId="{6EE6598C-EE23-444D-8CDB-E3C9112F9667}" type="presParOf" srcId="{5CF2B12A-6C8F-4E68-A572-3EDBD3F899D1}" destId="{69304563-E0AF-0646-9B19-C7406D3D2815}" srcOrd="5" destOrd="0" presId="urn:microsoft.com/office/officeart/2005/8/layout/chevron1"/>
    <dgm:cxn modelId="{375106C7-AA1A-414A-9378-AD677AA32D8A}" type="presParOf" srcId="{5CF2B12A-6C8F-4E68-A572-3EDBD3F899D1}" destId="{E72FF970-7221-3E46-A347-DA3771E7F4CB}" srcOrd="6" destOrd="0" presId="urn:microsoft.com/office/officeart/2005/8/layout/chevron1"/>
    <dgm:cxn modelId="{61E83BA9-B779-40E8-B96C-B374BEEC7655}" type="presParOf" srcId="{5CF2B12A-6C8F-4E68-A572-3EDBD3F899D1}" destId="{86CAC8BE-AC01-8C4B-BAF5-E1020C8522C8}" srcOrd="7" destOrd="0" presId="urn:microsoft.com/office/officeart/2005/8/layout/chevron1"/>
    <dgm:cxn modelId="{44CA75EF-941C-4462-B3C6-E2E28F515845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AA9A79DE-FF53-465F-9EC4-95E6740FD8EA}" type="presOf" srcId="{93E2F1D1-360B-4DFF-8B3E-7A0480FA2199}" destId="{5CF2B12A-6C8F-4E68-A572-3EDBD3F899D1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A32D2F48-4C12-4081-BB3D-1CA328232290}" type="presOf" srcId="{79B09C74-4B47-45CC-B14C-97FE958DDD10}" destId="{ABEC49F3-BDF7-424B-9830-26B6CE2FFD7D}" srcOrd="0" destOrd="0" presId="urn:microsoft.com/office/officeart/2005/8/layout/chevron1"/>
    <dgm:cxn modelId="{93445971-B7F5-4E84-80F8-C87EA59F3796}" type="presOf" srcId="{DB175AB6-B2D5-9D49-A480-CECF3577104E}" destId="{E72FF970-7221-3E46-A347-DA3771E7F4CB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775A5691-1445-4939-9751-AA8D7A3AA96B}" type="presOf" srcId="{A1858176-B60B-354A-BAB9-CB26E40D9B22}" destId="{A53ACE9D-AA1E-DE47-9493-BAA766225D20}" srcOrd="0" destOrd="0" presId="urn:microsoft.com/office/officeart/2005/8/layout/chevron1"/>
    <dgm:cxn modelId="{A5B763D3-7032-4756-9BD0-1F3001ED71BC}" type="presOf" srcId="{9BF9F257-8AA1-4884-82E7-D0FBEB140172}" destId="{59B237D4-C896-464B-8B66-907E7BC384C0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FADFA6E5-9F5A-4126-A593-961B3BD01582}" type="presOf" srcId="{C283FA72-CECD-45CD-8757-CEBC1A4221FD}" destId="{46C46EFF-D58B-4C32-A605-AB030B188E8A}" srcOrd="0" destOrd="0" presId="urn:microsoft.com/office/officeart/2005/8/layout/chevron1"/>
    <dgm:cxn modelId="{11743005-D06B-4200-AF05-9FA57A11E6C9}" type="presParOf" srcId="{5CF2B12A-6C8F-4E68-A572-3EDBD3F899D1}" destId="{59B237D4-C896-464B-8B66-907E7BC384C0}" srcOrd="0" destOrd="0" presId="urn:microsoft.com/office/officeart/2005/8/layout/chevron1"/>
    <dgm:cxn modelId="{04EC7647-D7EB-4987-92FC-12E2A2344835}" type="presParOf" srcId="{5CF2B12A-6C8F-4E68-A572-3EDBD3F899D1}" destId="{6DC5E9E8-AE98-4EBC-9670-F707EB7EC751}" srcOrd="1" destOrd="0" presId="urn:microsoft.com/office/officeart/2005/8/layout/chevron1"/>
    <dgm:cxn modelId="{63C8A197-CA00-4A9C-AF0A-0E20676AE014}" type="presParOf" srcId="{5CF2B12A-6C8F-4E68-A572-3EDBD3F899D1}" destId="{46C46EFF-D58B-4C32-A605-AB030B188E8A}" srcOrd="2" destOrd="0" presId="urn:microsoft.com/office/officeart/2005/8/layout/chevron1"/>
    <dgm:cxn modelId="{312D2F11-76D8-4966-9C57-3A19EAC9923A}" type="presParOf" srcId="{5CF2B12A-6C8F-4E68-A572-3EDBD3F899D1}" destId="{AE4BA504-6F3B-4F28-BB59-4E979864B31E}" srcOrd="3" destOrd="0" presId="urn:microsoft.com/office/officeart/2005/8/layout/chevron1"/>
    <dgm:cxn modelId="{5913983B-B829-466B-92FC-F2150925B2FF}" type="presParOf" srcId="{5CF2B12A-6C8F-4E68-A572-3EDBD3F899D1}" destId="{ABEC49F3-BDF7-424B-9830-26B6CE2FFD7D}" srcOrd="4" destOrd="0" presId="urn:microsoft.com/office/officeart/2005/8/layout/chevron1"/>
    <dgm:cxn modelId="{A8BA1ABE-05E1-4223-A186-A34DC3FEAEB4}" type="presParOf" srcId="{5CF2B12A-6C8F-4E68-A572-3EDBD3F899D1}" destId="{69304563-E0AF-0646-9B19-C7406D3D2815}" srcOrd="5" destOrd="0" presId="urn:microsoft.com/office/officeart/2005/8/layout/chevron1"/>
    <dgm:cxn modelId="{6F063457-3C1B-4690-AE0E-87163588F01F}" type="presParOf" srcId="{5CF2B12A-6C8F-4E68-A572-3EDBD3F899D1}" destId="{E72FF970-7221-3E46-A347-DA3771E7F4CB}" srcOrd="6" destOrd="0" presId="urn:microsoft.com/office/officeart/2005/8/layout/chevron1"/>
    <dgm:cxn modelId="{625766C8-6412-454C-A3C8-567E415D0FDD}" type="presParOf" srcId="{5CF2B12A-6C8F-4E68-A572-3EDBD3F899D1}" destId="{86CAC8BE-AC01-8C4B-BAF5-E1020C8522C8}" srcOrd="7" destOrd="0" presId="urn:microsoft.com/office/officeart/2005/8/layout/chevron1"/>
    <dgm:cxn modelId="{DCFBDE1A-1857-4638-9802-750054DA998A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/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FB8DFD7-06F2-4501-B0AB-EC32CC94BF87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9A44C36B-570C-4E8F-86EC-FE7339D2106A}" type="presOf" srcId="{DB175AB6-B2D5-9D49-A480-CECF3577104E}" destId="{E72FF970-7221-3E46-A347-DA3771E7F4CB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B69B4026-5A4C-4280-A3AB-631DC81DD586}" type="presOf" srcId="{79B09C74-4B47-45CC-B14C-97FE958DDD10}" destId="{ABEC49F3-BDF7-424B-9830-26B6CE2FFD7D}" srcOrd="0" destOrd="0" presId="urn:microsoft.com/office/officeart/2005/8/layout/chevron1"/>
    <dgm:cxn modelId="{8C650A1C-2573-4448-82D4-3DFB16ED194A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AB359DDA-3E8F-4DDF-AAC5-2D6D9AD80750}" type="presOf" srcId="{93E2F1D1-360B-4DFF-8B3E-7A0480FA2199}" destId="{5CF2B12A-6C8F-4E68-A572-3EDBD3F899D1}" srcOrd="0" destOrd="0" presId="urn:microsoft.com/office/officeart/2005/8/layout/chevron1"/>
    <dgm:cxn modelId="{22420A44-1312-4C77-85E4-339394AC9094}" type="presOf" srcId="{A1858176-B60B-354A-BAB9-CB26E40D9B22}" destId="{A53ACE9D-AA1E-DE47-9493-BAA766225D20}" srcOrd="0" destOrd="0" presId="urn:microsoft.com/office/officeart/2005/8/layout/chevron1"/>
    <dgm:cxn modelId="{8AC2DEC0-FF9A-441C-8EDA-5206B5B873EC}" type="presParOf" srcId="{5CF2B12A-6C8F-4E68-A572-3EDBD3F899D1}" destId="{59B237D4-C896-464B-8B66-907E7BC384C0}" srcOrd="0" destOrd="0" presId="urn:microsoft.com/office/officeart/2005/8/layout/chevron1"/>
    <dgm:cxn modelId="{B24CC74A-34AA-45BE-8136-0DA0D5BEFF5C}" type="presParOf" srcId="{5CF2B12A-6C8F-4E68-A572-3EDBD3F899D1}" destId="{6DC5E9E8-AE98-4EBC-9670-F707EB7EC751}" srcOrd="1" destOrd="0" presId="urn:microsoft.com/office/officeart/2005/8/layout/chevron1"/>
    <dgm:cxn modelId="{112CC859-9BAF-41BA-9221-FF9D93EA0D2F}" type="presParOf" srcId="{5CF2B12A-6C8F-4E68-A572-3EDBD3F899D1}" destId="{46C46EFF-D58B-4C32-A605-AB030B188E8A}" srcOrd="2" destOrd="0" presId="urn:microsoft.com/office/officeart/2005/8/layout/chevron1"/>
    <dgm:cxn modelId="{A9A1E23C-3DA7-449A-BD83-64B539551825}" type="presParOf" srcId="{5CF2B12A-6C8F-4E68-A572-3EDBD3F899D1}" destId="{AE4BA504-6F3B-4F28-BB59-4E979864B31E}" srcOrd="3" destOrd="0" presId="urn:microsoft.com/office/officeart/2005/8/layout/chevron1"/>
    <dgm:cxn modelId="{E0C8603F-88C1-4D96-A54B-801918150046}" type="presParOf" srcId="{5CF2B12A-6C8F-4E68-A572-3EDBD3F899D1}" destId="{ABEC49F3-BDF7-424B-9830-26B6CE2FFD7D}" srcOrd="4" destOrd="0" presId="urn:microsoft.com/office/officeart/2005/8/layout/chevron1"/>
    <dgm:cxn modelId="{612CA731-21B2-43C4-A918-7172DD51FCED}" type="presParOf" srcId="{5CF2B12A-6C8F-4E68-A572-3EDBD3F899D1}" destId="{69304563-E0AF-0646-9B19-C7406D3D2815}" srcOrd="5" destOrd="0" presId="urn:microsoft.com/office/officeart/2005/8/layout/chevron1"/>
    <dgm:cxn modelId="{1B7942E2-C2F7-4EA1-B1AB-4446B4EFC543}" type="presParOf" srcId="{5CF2B12A-6C8F-4E68-A572-3EDBD3F899D1}" destId="{E72FF970-7221-3E46-A347-DA3771E7F4CB}" srcOrd="6" destOrd="0" presId="urn:microsoft.com/office/officeart/2005/8/layout/chevron1"/>
    <dgm:cxn modelId="{E8C75396-2F02-4CF1-9FA7-E04E2570415E}" type="presParOf" srcId="{5CF2B12A-6C8F-4E68-A572-3EDBD3F899D1}" destId="{86CAC8BE-AC01-8C4B-BAF5-E1020C8522C8}" srcOrd="7" destOrd="0" presId="urn:microsoft.com/office/officeart/2005/8/layout/chevron1"/>
    <dgm:cxn modelId="{DEC29F34-6AEF-4C9F-9C08-206AEAEB6A28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12F30E6D-15F0-49CF-B9D4-48347855D9C1}" type="presOf" srcId="{A1858176-B60B-354A-BAB9-CB26E40D9B22}" destId="{A53ACE9D-AA1E-DE47-9493-BAA766225D20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B1BA76C5-A281-4C5F-9E20-6053995FA08E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78373E4B-297A-40AF-B518-50A1097919CF}" type="presOf" srcId="{DB175AB6-B2D5-9D49-A480-CECF3577104E}" destId="{E72FF970-7221-3E46-A347-DA3771E7F4CB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0E1A47E8-A336-47E3-8A5A-E7EAAE5262D2}" type="presOf" srcId="{79B09C74-4B47-45CC-B14C-97FE958DDD10}" destId="{ABEC49F3-BDF7-424B-9830-26B6CE2FFD7D}" srcOrd="0" destOrd="0" presId="urn:microsoft.com/office/officeart/2005/8/layout/chevron1"/>
    <dgm:cxn modelId="{890E36F1-F538-4864-912A-2B848DC09F9B}" type="presOf" srcId="{93E2F1D1-360B-4DFF-8B3E-7A0480FA2199}" destId="{5CF2B12A-6C8F-4E68-A572-3EDBD3F899D1}" srcOrd="0" destOrd="0" presId="urn:microsoft.com/office/officeart/2005/8/layout/chevron1"/>
    <dgm:cxn modelId="{B71A83F5-680D-4D75-B591-578FCFB2B7DA}" type="presOf" srcId="{C283FA72-CECD-45CD-8757-CEBC1A4221FD}" destId="{46C46EFF-D58B-4C32-A605-AB030B188E8A}" srcOrd="0" destOrd="0" presId="urn:microsoft.com/office/officeart/2005/8/layout/chevron1"/>
    <dgm:cxn modelId="{2EB5271D-A40D-4CB3-84F7-AB643EA50D66}" type="presParOf" srcId="{5CF2B12A-6C8F-4E68-A572-3EDBD3F899D1}" destId="{59B237D4-C896-464B-8B66-907E7BC384C0}" srcOrd="0" destOrd="0" presId="urn:microsoft.com/office/officeart/2005/8/layout/chevron1"/>
    <dgm:cxn modelId="{0F945D81-55B9-47C7-BA26-046F38BE459C}" type="presParOf" srcId="{5CF2B12A-6C8F-4E68-A572-3EDBD3F899D1}" destId="{6DC5E9E8-AE98-4EBC-9670-F707EB7EC751}" srcOrd="1" destOrd="0" presId="urn:microsoft.com/office/officeart/2005/8/layout/chevron1"/>
    <dgm:cxn modelId="{9B89D4FA-CC8C-4664-AD3E-C1A59E941804}" type="presParOf" srcId="{5CF2B12A-6C8F-4E68-A572-3EDBD3F899D1}" destId="{46C46EFF-D58B-4C32-A605-AB030B188E8A}" srcOrd="2" destOrd="0" presId="urn:microsoft.com/office/officeart/2005/8/layout/chevron1"/>
    <dgm:cxn modelId="{7C9042DF-3241-4ECE-9716-6312F1E20093}" type="presParOf" srcId="{5CF2B12A-6C8F-4E68-A572-3EDBD3F899D1}" destId="{AE4BA504-6F3B-4F28-BB59-4E979864B31E}" srcOrd="3" destOrd="0" presId="urn:microsoft.com/office/officeart/2005/8/layout/chevron1"/>
    <dgm:cxn modelId="{ADCB5EF9-9060-4ED4-A783-F72F773ED92B}" type="presParOf" srcId="{5CF2B12A-6C8F-4E68-A572-3EDBD3F899D1}" destId="{ABEC49F3-BDF7-424B-9830-26B6CE2FFD7D}" srcOrd="4" destOrd="0" presId="urn:microsoft.com/office/officeart/2005/8/layout/chevron1"/>
    <dgm:cxn modelId="{2E675690-3CAA-4CA3-9F03-E9DDD5C4D15E}" type="presParOf" srcId="{5CF2B12A-6C8F-4E68-A572-3EDBD3F899D1}" destId="{69304563-E0AF-0646-9B19-C7406D3D2815}" srcOrd="5" destOrd="0" presId="urn:microsoft.com/office/officeart/2005/8/layout/chevron1"/>
    <dgm:cxn modelId="{CB4E17DB-BCA9-46FD-8B05-A0C76ABA9869}" type="presParOf" srcId="{5CF2B12A-6C8F-4E68-A572-3EDBD3F899D1}" destId="{E72FF970-7221-3E46-A347-DA3771E7F4CB}" srcOrd="6" destOrd="0" presId="urn:microsoft.com/office/officeart/2005/8/layout/chevron1"/>
    <dgm:cxn modelId="{1400C87D-E076-4B52-9127-B14B45C98875}" type="presParOf" srcId="{5CF2B12A-6C8F-4E68-A572-3EDBD3F899D1}" destId="{86CAC8BE-AC01-8C4B-BAF5-E1020C8522C8}" srcOrd="7" destOrd="0" presId="urn:microsoft.com/office/officeart/2005/8/layout/chevron1"/>
    <dgm:cxn modelId="{60F9A79D-4179-4998-8D1E-06F97E942DB9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D899451D-E7D3-4127-9604-C9A421447C27}" type="presOf" srcId="{C283FA72-CECD-45CD-8757-CEBC1A4221FD}" destId="{46C46EFF-D58B-4C32-A605-AB030B188E8A}" srcOrd="0" destOrd="0" presId="urn:microsoft.com/office/officeart/2005/8/layout/chevron1"/>
    <dgm:cxn modelId="{4CB83D66-6A9B-4652-ACFD-F09BDAAE40BA}" type="presOf" srcId="{A1858176-B60B-354A-BAB9-CB26E40D9B22}" destId="{A53ACE9D-AA1E-DE47-9493-BAA766225D2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281EC7C2-1FE3-4223-99C8-F1CC37232995}" type="presOf" srcId="{93E2F1D1-360B-4DFF-8B3E-7A0480FA2199}" destId="{5CF2B12A-6C8F-4E68-A572-3EDBD3F899D1}" srcOrd="0" destOrd="0" presId="urn:microsoft.com/office/officeart/2005/8/layout/chevron1"/>
    <dgm:cxn modelId="{AF08FEE8-05B4-4AF6-B6BF-F859B43C18E8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9B767ABD-BDD9-451E-8835-8E2B00F53E5B}" type="presOf" srcId="{9BF9F257-8AA1-4884-82E7-D0FBEB140172}" destId="{59B237D4-C896-464B-8B66-907E7BC384C0}" srcOrd="0" destOrd="0" presId="urn:microsoft.com/office/officeart/2005/8/layout/chevron1"/>
    <dgm:cxn modelId="{32AB7EDD-94CD-4FB7-8A94-9493A967EEA1}" type="presOf" srcId="{DB175AB6-B2D5-9D49-A480-CECF3577104E}" destId="{E72FF970-7221-3E46-A347-DA3771E7F4CB}" srcOrd="0" destOrd="0" presId="urn:microsoft.com/office/officeart/2005/8/layout/chevron1"/>
    <dgm:cxn modelId="{4470CD96-E92E-4FBB-AB75-A1F5A4754431}" type="presParOf" srcId="{5CF2B12A-6C8F-4E68-A572-3EDBD3F899D1}" destId="{59B237D4-C896-464B-8B66-907E7BC384C0}" srcOrd="0" destOrd="0" presId="urn:microsoft.com/office/officeart/2005/8/layout/chevron1"/>
    <dgm:cxn modelId="{832B0EA3-7C01-4FE1-98B4-AF68FF186677}" type="presParOf" srcId="{5CF2B12A-6C8F-4E68-A572-3EDBD3F899D1}" destId="{6DC5E9E8-AE98-4EBC-9670-F707EB7EC751}" srcOrd="1" destOrd="0" presId="urn:microsoft.com/office/officeart/2005/8/layout/chevron1"/>
    <dgm:cxn modelId="{80092379-860A-4EEF-B1B2-EA41BA9D04DE}" type="presParOf" srcId="{5CF2B12A-6C8F-4E68-A572-3EDBD3F899D1}" destId="{46C46EFF-D58B-4C32-A605-AB030B188E8A}" srcOrd="2" destOrd="0" presId="urn:microsoft.com/office/officeart/2005/8/layout/chevron1"/>
    <dgm:cxn modelId="{63244CE7-0FB1-48C0-8C7C-88F4558C44CE}" type="presParOf" srcId="{5CF2B12A-6C8F-4E68-A572-3EDBD3F899D1}" destId="{AE4BA504-6F3B-4F28-BB59-4E979864B31E}" srcOrd="3" destOrd="0" presId="urn:microsoft.com/office/officeart/2005/8/layout/chevron1"/>
    <dgm:cxn modelId="{EDB4BD05-53BE-4BC3-9ED6-3931C2CD116B}" type="presParOf" srcId="{5CF2B12A-6C8F-4E68-A572-3EDBD3F899D1}" destId="{ABEC49F3-BDF7-424B-9830-26B6CE2FFD7D}" srcOrd="4" destOrd="0" presId="urn:microsoft.com/office/officeart/2005/8/layout/chevron1"/>
    <dgm:cxn modelId="{9EAE7BD1-B0E3-4883-A710-2BF650644166}" type="presParOf" srcId="{5CF2B12A-6C8F-4E68-A572-3EDBD3F899D1}" destId="{69304563-E0AF-0646-9B19-C7406D3D2815}" srcOrd="5" destOrd="0" presId="urn:microsoft.com/office/officeart/2005/8/layout/chevron1"/>
    <dgm:cxn modelId="{72D941B7-9EA9-4EFD-B8FE-9375F09C75E7}" type="presParOf" srcId="{5CF2B12A-6C8F-4E68-A572-3EDBD3F899D1}" destId="{E72FF970-7221-3E46-A347-DA3771E7F4CB}" srcOrd="6" destOrd="0" presId="urn:microsoft.com/office/officeart/2005/8/layout/chevron1"/>
    <dgm:cxn modelId="{2EB59504-D319-4E3D-BFAF-9366DCF22228}" type="presParOf" srcId="{5CF2B12A-6C8F-4E68-A572-3EDBD3F899D1}" destId="{86CAC8BE-AC01-8C4B-BAF5-E1020C8522C8}" srcOrd="7" destOrd="0" presId="urn:microsoft.com/office/officeart/2005/8/layout/chevron1"/>
    <dgm:cxn modelId="{9977B0CF-7D91-4421-9657-3C7EE2A04AF9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2F9A507D-72CB-4BA8-AB35-75521F632171}" type="presOf" srcId="{A1858176-B60B-354A-BAB9-CB26E40D9B22}" destId="{A53ACE9D-AA1E-DE47-9493-BAA766225D20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F0769D2E-E987-48CF-A516-291CEDCD44F7}" type="presOf" srcId="{79B09C74-4B47-45CC-B14C-97FE958DDD10}" destId="{ABEC49F3-BDF7-424B-9830-26B6CE2FFD7D}" srcOrd="0" destOrd="0" presId="urn:microsoft.com/office/officeart/2005/8/layout/chevron1"/>
    <dgm:cxn modelId="{96205F04-2F97-45A5-9E27-1E1E3212EFB0}" type="presOf" srcId="{DB175AB6-B2D5-9D49-A480-CECF3577104E}" destId="{E72FF970-7221-3E46-A347-DA3771E7F4CB}" srcOrd="0" destOrd="0" presId="urn:microsoft.com/office/officeart/2005/8/layout/chevron1"/>
    <dgm:cxn modelId="{39A2F2A3-8325-478E-8E24-7164E21DBE2F}" type="presOf" srcId="{C283FA72-CECD-45CD-8757-CEBC1A4221FD}" destId="{46C46EFF-D58B-4C32-A605-AB030B188E8A}" srcOrd="0" destOrd="0" presId="urn:microsoft.com/office/officeart/2005/8/layout/chevron1"/>
    <dgm:cxn modelId="{6FBC4643-1D7B-493D-A94A-22792050C77F}" type="presOf" srcId="{9BF9F257-8AA1-4884-82E7-D0FBEB140172}" destId="{59B237D4-C896-464B-8B66-907E7BC384C0}" srcOrd="0" destOrd="0" presId="urn:microsoft.com/office/officeart/2005/8/layout/chevron1"/>
    <dgm:cxn modelId="{3E6F2A33-C187-4CB4-9198-7E595BD4897B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82F54CCF-286D-42BF-820A-9A12C0C9E942}" type="presParOf" srcId="{5CF2B12A-6C8F-4E68-A572-3EDBD3F899D1}" destId="{59B237D4-C896-464B-8B66-907E7BC384C0}" srcOrd="0" destOrd="0" presId="urn:microsoft.com/office/officeart/2005/8/layout/chevron1"/>
    <dgm:cxn modelId="{A33602B8-6F02-4CCF-8B1E-7584E1A96453}" type="presParOf" srcId="{5CF2B12A-6C8F-4E68-A572-3EDBD3F899D1}" destId="{6DC5E9E8-AE98-4EBC-9670-F707EB7EC751}" srcOrd="1" destOrd="0" presId="urn:microsoft.com/office/officeart/2005/8/layout/chevron1"/>
    <dgm:cxn modelId="{EC870D50-E483-43FE-85AD-AD5DA240D9FA}" type="presParOf" srcId="{5CF2B12A-6C8F-4E68-A572-3EDBD3F899D1}" destId="{46C46EFF-D58B-4C32-A605-AB030B188E8A}" srcOrd="2" destOrd="0" presId="urn:microsoft.com/office/officeart/2005/8/layout/chevron1"/>
    <dgm:cxn modelId="{65D487C6-0D10-46B0-A3A9-D82C5CEB59F7}" type="presParOf" srcId="{5CF2B12A-6C8F-4E68-A572-3EDBD3F899D1}" destId="{AE4BA504-6F3B-4F28-BB59-4E979864B31E}" srcOrd="3" destOrd="0" presId="urn:microsoft.com/office/officeart/2005/8/layout/chevron1"/>
    <dgm:cxn modelId="{2DAA6EBD-2C4B-4A0A-AE7F-9EB85DE1B65A}" type="presParOf" srcId="{5CF2B12A-6C8F-4E68-A572-3EDBD3F899D1}" destId="{ABEC49F3-BDF7-424B-9830-26B6CE2FFD7D}" srcOrd="4" destOrd="0" presId="urn:microsoft.com/office/officeart/2005/8/layout/chevron1"/>
    <dgm:cxn modelId="{95A104ED-C5D1-4ECC-AB7A-0F66D0B1882E}" type="presParOf" srcId="{5CF2B12A-6C8F-4E68-A572-3EDBD3F899D1}" destId="{69304563-E0AF-0646-9B19-C7406D3D2815}" srcOrd="5" destOrd="0" presId="urn:microsoft.com/office/officeart/2005/8/layout/chevron1"/>
    <dgm:cxn modelId="{93407C3A-D8FD-41A7-BF2E-FF1D8A148DEC}" type="presParOf" srcId="{5CF2B12A-6C8F-4E68-A572-3EDBD3F899D1}" destId="{E72FF970-7221-3E46-A347-DA3771E7F4CB}" srcOrd="6" destOrd="0" presId="urn:microsoft.com/office/officeart/2005/8/layout/chevron1"/>
    <dgm:cxn modelId="{C6FFDB5A-189D-4E88-AF6A-6ECC51C394C9}" type="presParOf" srcId="{5CF2B12A-6C8F-4E68-A572-3EDBD3F899D1}" destId="{86CAC8BE-AC01-8C4B-BAF5-E1020C8522C8}" srcOrd="7" destOrd="0" presId="urn:microsoft.com/office/officeart/2005/8/layout/chevron1"/>
    <dgm:cxn modelId="{4E538C6E-C558-41D6-AF22-0D3E5C9CD120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D6B8FAC-3321-48BC-96FB-EDE51B847655}" type="presOf" srcId="{A1858176-B60B-354A-BAB9-CB26E40D9B22}" destId="{A53ACE9D-AA1E-DE47-9493-BAA766225D2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A529B20E-5885-45D6-A016-8E52E2B0E19C}" type="presOf" srcId="{DB175AB6-B2D5-9D49-A480-CECF3577104E}" destId="{E72FF970-7221-3E46-A347-DA3771E7F4CB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84C460AB-389E-4C0B-BB7B-7A7628FDED82}" type="presOf" srcId="{93E2F1D1-360B-4DFF-8B3E-7A0480FA2199}" destId="{5CF2B12A-6C8F-4E68-A572-3EDBD3F899D1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C7FC2CAC-A1A0-48A9-A364-1086A69A7B57}" type="presOf" srcId="{C283FA72-CECD-45CD-8757-CEBC1A4221FD}" destId="{46C46EFF-D58B-4C32-A605-AB030B188E8A}" srcOrd="0" destOrd="0" presId="urn:microsoft.com/office/officeart/2005/8/layout/chevron1"/>
    <dgm:cxn modelId="{069C11D1-AE3F-4EAD-9F1A-9A02EF8EEBA8}" type="presOf" srcId="{79B09C74-4B47-45CC-B14C-97FE958DDD10}" destId="{ABEC49F3-BDF7-424B-9830-26B6CE2FFD7D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A3762E14-6E75-44CB-82B7-8EC08D6DC56E}" type="presOf" srcId="{9BF9F257-8AA1-4884-82E7-D0FBEB140172}" destId="{59B237D4-C896-464B-8B66-907E7BC384C0}" srcOrd="0" destOrd="0" presId="urn:microsoft.com/office/officeart/2005/8/layout/chevron1"/>
    <dgm:cxn modelId="{3C1714BF-440B-4095-AC5B-4C42CE9B4D27}" type="presParOf" srcId="{5CF2B12A-6C8F-4E68-A572-3EDBD3F899D1}" destId="{59B237D4-C896-464B-8B66-907E7BC384C0}" srcOrd="0" destOrd="0" presId="urn:microsoft.com/office/officeart/2005/8/layout/chevron1"/>
    <dgm:cxn modelId="{E4A22490-9877-422F-8416-6AE1B3278D71}" type="presParOf" srcId="{5CF2B12A-6C8F-4E68-A572-3EDBD3F899D1}" destId="{6DC5E9E8-AE98-4EBC-9670-F707EB7EC751}" srcOrd="1" destOrd="0" presId="urn:microsoft.com/office/officeart/2005/8/layout/chevron1"/>
    <dgm:cxn modelId="{1D2EF848-C989-46D5-B560-0B172958A946}" type="presParOf" srcId="{5CF2B12A-6C8F-4E68-A572-3EDBD3F899D1}" destId="{46C46EFF-D58B-4C32-A605-AB030B188E8A}" srcOrd="2" destOrd="0" presId="urn:microsoft.com/office/officeart/2005/8/layout/chevron1"/>
    <dgm:cxn modelId="{2CD25012-8FE4-4DBD-AD64-6D428AD84813}" type="presParOf" srcId="{5CF2B12A-6C8F-4E68-A572-3EDBD3F899D1}" destId="{AE4BA504-6F3B-4F28-BB59-4E979864B31E}" srcOrd="3" destOrd="0" presId="urn:microsoft.com/office/officeart/2005/8/layout/chevron1"/>
    <dgm:cxn modelId="{2F56D02D-D63D-40F8-9F05-6AB874C238E3}" type="presParOf" srcId="{5CF2B12A-6C8F-4E68-A572-3EDBD3F899D1}" destId="{ABEC49F3-BDF7-424B-9830-26B6CE2FFD7D}" srcOrd="4" destOrd="0" presId="urn:microsoft.com/office/officeart/2005/8/layout/chevron1"/>
    <dgm:cxn modelId="{49F698B4-C416-4667-822F-39071C538CAF}" type="presParOf" srcId="{5CF2B12A-6C8F-4E68-A572-3EDBD3F899D1}" destId="{69304563-E0AF-0646-9B19-C7406D3D2815}" srcOrd="5" destOrd="0" presId="urn:microsoft.com/office/officeart/2005/8/layout/chevron1"/>
    <dgm:cxn modelId="{3C894A9F-0CFD-459D-BE27-19B40EFBD317}" type="presParOf" srcId="{5CF2B12A-6C8F-4E68-A572-3EDBD3F899D1}" destId="{E72FF970-7221-3E46-A347-DA3771E7F4CB}" srcOrd="6" destOrd="0" presId="urn:microsoft.com/office/officeart/2005/8/layout/chevron1"/>
    <dgm:cxn modelId="{666BDC58-0E02-4F4D-99F6-D8C692B39218}" type="presParOf" srcId="{5CF2B12A-6C8F-4E68-A572-3EDBD3F899D1}" destId="{86CAC8BE-AC01-8C4B-BAF5-E1020C8522C8}" srcOrd="7" destOrd="0" presId="urn:microsoft.com/office/officeart/2005/8/layout/chevron1"/>
    <dgm:cxn modelId="{F2100F11-FDEC-4CCF-A5D8-5073FEEAED2D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C03B884A-8704-48A1-BFB7-D05BE25FF815}" type="presOf" srcId="{9BF9F257-8AA1-4884-82E7-D0FBEB140172}" destId="{59B237D4-C896-464B-8B66-907E7BC384C0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9F989927-65C3-4335-8681-92E6E9160B71}" type="presOf" srcId="{C283FA72-CECD-45CD-8757-CEBC1A4221FD}" destId="{46C46EFF-D58B-4C32-A605-AB030B188E8A}" srcOrd="0" destOrd="0" presId="urn:microsoft.com/office/officeart/2005/8/layout/chevron1"/>
    <dgm:cxn modelId="{6C2289CC-94BB-4C0A-83D2-DF092035EDD0}" type="presOf" srcId="{A1858176-B60B-354A-BAB9-CB26E40D9B22}" destId="{A53ACE9D-AA1E-DE47-9493-BAA766225D2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00863F85-0351-4383-8B61-C9CEC88B5E45}" type="presOf" srcId="{93E2F1D1-360B-4DFF-8B3E-7A0480FA2199}" destId="{5CF2B12A-6C8F-4E68-A572-3EDBD3F899D1}" srcOrd="0" destOrd="0" presId="urn:microsoft.com/office/officeart/2005/8/layout/chevron1"/>
    <dgm:cxn modelId="{F758C5F2-9096-48C7-AA01-06756E6D696F}" type="presOf" srcId="{79B09C74-4B47-45CC-B14C-97FE958DDD10}" destId="{ABEC49F3-BDF7-424B-9830-26B6CE2FFD7D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41147CFA-C321-4801-A4BB-8151F2BBEA96}" type="presOf" srcId="{DB175AB6-B2D5-9D49-A480-CECF3577104E}" destId="{E72FF970-7221-3E46-A347-DA3771E7F4CB}" srcOrd="0" destOrd="0" presId="urn:microsoft.com/office/officeart/2005/8/layout/chevron1"/>
    <dgm:cxn modelId="{C7431472-D44C-4D9E-B2EA-9A9F37785C06}" type="presParOf" srcId="{5CF2B12A-6C8F-4E68-A572-3EDBD3F899D1}" destId="{59B237D4-C896-464B-8B66-907E7BC384C0}" srcOrd="0" destOrd="0" presId="urn:microsoft.com/office/officeart/2005/8/layout/chevron1"/>
    <dgm:cxn modelId="{282E93EF-3B87-4E09-A35E-A391E4ADCC34}" type="presParOf" srcId="{5CF2B12A-6C8F-4E68-A572-3EDBD3F899D1}" destId="{6DC5E9E8-AE98-4EBC-9670-F707EB7EC751}" srcOrd="1" destOrd="0" presId="urn:microsoft.com/office/officeart/2005/8/layout/chevron1"/>
    <dgm:cxn modelId="{9B795D03-08B0-4F17-8D66-375C038D0A07}" type="presParOf" srcId="{5CF2B12A-6C8F-4E68-A572-3EDBD3F899D1}" destId="{46C46EFF-D58B-4C32-A605-AB030B188E8A}" srcOrd="2" destOrd="0" presId="urn:microsoft.com/office/officeart/2005/8/layout/chevron1"/>
    <dgm:cxn modelId="{1830631E-6314-4EE5-BEA4-ED0B4DE8DDEA}" type="presParOf" srcId="{5CF2B12A-6C8F-4E68-A572-3EDBD3F899D1}" destId="{AE4BA504-6F3B-4F28-BB59-4E979864B31E}" srcOrd="3" destOrd="0" presId="urn:microsoft.com/office/officeart/2005/8/layout/chevron1"/>
    <dgm:cxn modelId="{2E3548DA-DB01-489E-9326-77921F679D62}" type="presParOf" srcId="{5CF2B12A-6C8F-4E68-A572-3EDBD3F899D1}" destId="{ABEC49F3-BDF7-424B-9830-26B6CE2FFD7D}" srcOrd="4" destOrd="0" presId="urn:microsoft.com/office/officeart/2005/8/layout/chevron1"/>
    <dgm:cxn modelId="{65A6EE5B-AC7D-44B0-B210-FA972D3A2196}" type="presParOf" srcId="{5CF2B12A-6C8F-4E68-A572-3EDBD3F899D1}" destId="{69304563-E0AF-0646-9B19-C7406D3D2815}" srcOrd="5" destOrd="0" presId="urn:microsoft.com/office/officeart/2005/8/layout/chevron1"/>
    <dgm:cxn modelId="{56FCCCD7-2169-46EA-AC9B-B5D58ED5E9FE}" type="presParOf" srcId="{5CF2B12A-6C8F-4E68-A572-3EDBD3F899D1}" destId="{E72FF970-7221-3E46-A347-DA3771E7F4CB}" srcOrd="6" destOrd="0" presId="urn:microsoft.com/office/officeart/2005/8/layout/chevron1"/>
    <dgm:cxn modelId="{A3DFA33E-6D31-41EE-BE66-978B7477353D}" type="presParOf" srcId="{5CF2B12A-6C8F-4E68-A572-3EDBD3F899D1}" destId="{86CAC8BE-AC01-8C4B-BAF5-E1020C8522C8}" srcOrd="7" destOrd="0" presId="urn:microsoft.com/office/officeart/2005/8/layout/chevron1"/>
    <dgm:cxn modelId="{2E9D896F-E11F-4EEB-8751-A13E2788FC46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FA63C670-7B60-46C9-B962-F38C86D20276}" type="presOf" srcId="{79B09C74-4B47-45CC-B14C-97FE958DDD10}" destId="{ABEC49F3-BDF7-424B-9830-26B6CE2FFD7D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23BC69B1-510C-4DC8-97E7-39BA7FD20884}" type="presOf" srcId="{9BF9F257-8AA1-4884-82E7-D0FBEB140172}" destId="{59B237D4-C896-464B-8B66-907E7BC384C0}" srcOrd="0" destOrd="0" presId="urn:microsoft.com/office/officeart/2005/8/layout/chevron1"/>
    <dgm:cxn modelId="{4CAFA144-8FFD-40C5-A1A4-5D8D68255E10}" type="presOf" srcId="{C283FA72-CECD-45CD-8757-CEBC1A4221FD}" destId="{46C46EFF-D58B-4C32-A605-AB030B188E8A}" srcOrd="0" destOrd="0" presId="urn:microsoft.com/office/officeart/2005/8/layout/chevron1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9DD0AC08-28E7-423A-B708-059ED8F5CA83}" type="presOf" srcId="{93E2F1D1-360B-4DFF-8B3E-7A0480FA2199}" destId="{5CF2B12A-6C8F-4E68-A572-3EDBD3F899D1}" srcOrd="0" destOrd="0" presId="urn:microsoft.com/office/officeart/2005/8/layout/chevron1"/>
    <dgm:cxn modelId="{6FEF56A9-F452-4CC2-9E0B-66B379E20A49}" type="presOf" srcId="{DB175AB6-B2D5-9D49-A480-CECF3577104E}" destId="{E72FF970-7221-3E46-A347-DA3771E7F4CB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E26260B2-83BE-45A6-9ADF-CDDC562E7DAD}" type="presOf" srcId="{A1858176-B60B-354A-BAB9-CB26E40D9B22}" destId="{A53ACE9D-AA1E-DE47-9493-BAA766225D20}" srcOrd="0" destOrd="0" presId="urn:microsoft.com/office/officeart/2005/8/layout/chevron1"/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ADBD7C86-075B-4B91-BC8B-C8CB10D74E0C}" type="presParOf" srcId="{5CF2B12A-6C8F-4E68-A572-3EDBD3F899D1}" destId="{59B237D4-C896-464B-8B66-907E7BC384C0}" srcOrd="0" destOrd="0" presId="urn:microsoft.com/office/officeart/2005/8/layout/chevron1"/>
    <dgm:cxn modelId="{E18DAE88-00DE-40BE-AAAA-30E41207DE41}" type="presParOf" srcId="{5CF2B12A-6C8F-4E68-A572-3EDBD3F899D1}" destId="{6DC5E9E8-AE98-4EBC-9670-F707EB7EC751}" srcOrd="1" destOrd="0" presId="urn:microsoft.com/office/officeart/2005/8/layout/chevron1"/>
    <dgm:cxn modelId="{C660B769-0861-4FDB-AF5E-290CDC87B0B5}" type="presParOf" srcId="{5CF2B12A-6C8F-4E68-A572-3EDBD3F899D1}" destId="{46C46EFF-D58B-4C32-A605-AB030B188E8A}" srcOrd="2" destOrd="0" presId="urn:microsoft.com/office/officeart/2005/8/layout/chevron1"/>
    <dgm:cxn modelId="{5990D36A-A7DF-4EAA-9B77-91C1E525A791}" type="presParOf" srcId="{5CF2B12A-6C8F-4E68-A572-3EDBD3F899D1}" destId="{AE4BA504-6F3B-4F28-BB59-4E979864B31E}" srcOrd="3" destOrd="0" presId="urn:microsoft.com/office/officeart/2005/8/layout/chevron1"/>
    <dgm:cxn modelId="{7B3C57CB-A7B8-4928-AF93-AECCCA66A605}" type="presParOf" srcId="{5CF2B12A-6C8F-4E68-A572-3EDBD3F899D1}" destId="{ABEC49F3-BDF7-424B-9830-26B6CE2FFD7D}" srcOrd="4" destOrd="0" presId="urn:microsoft.com/office/officeart/2005/8/layout/chevron1"/>
    <dgm:cxn modelId="{B3AC566A-62B8-40B5-B5F1-3EADA5711FA2}" type="presParOf" srcId="{5CF2B12A-6C8F-4E68-A572-3EDBD3F899D1}" destId="{69304563-E0AF-0646-9B19-C7406D3D2815}" srcOrd="5" destOrd="0" presId="urn:microsoft.com/office/officeart/2005/8/layout/chevron1"/>
    <dgm:cxn modelId="{DCF5A917-BBF3-40C9-83C1-4683CEED6AE4}" type="presParOf" srcId="{5CF2B12A-6C8F-4E68-A572-3EDBD3F899D1}" destId="{E72FF970-7221-3E46-A347-DA3771E7F4CB}" srcOrd="6" destOrd="0" presId="urn:microsoft.com/office/officeart/2005/8/layout/chevron1"/>
    <dgm:cxn modelId="{3EA2F576-F011-4E02-978A-68B8DD748FEF}" type="presParOf" srcId="{5CF2B12A-6C8F-4E68-A572-3EDBD3F899D1}" destId="{86CAC8BE-AC01-8C4B-BAF5-E1020C8522C8}" srcOrd="7" destOrd="0" presId="urn:microsoft.com/office/officeart/2005/8/layout/chevron1"/>
    <dgm:cxn modelId="{BC333359-9FC1-48B4-86C4-424636DEE8ED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#1" qsCatId="simple" csTypeId="urn:microsoft.com/office/officeart/2005/8/colors/accent1_1" csCatId="accent1" phldr="1"/>
      <dgm:spPr/>
    </dgm:pt>
    <dgm:pt modelId="{9BF9F257-8AA1-4884-82E7-D0FBEB140172}">
      <dgm:prSet phldrT="[文本]"/>
      <dgm:spPr>
        <a:noFill/>
      </dgm:spPr>
      <dgm:t>
        <a:bodyPr/>
        <a:lstStyle/>
        <a:p>
          <a:r>
            <a:rPr lang="en-US" altLang="zh-CN" b="1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b="1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C283FA72-CECD-45CD-8757-CEBC1A4221FD}">
      <dgm:prSet/>
      <dgm:spPr>
        <a:noFill/>
      </dgm:spPr>
      <dgm:t>
        <a:bodyPr/>
        <a:lstStyle/>
        <a:p>
          <a:r>
            <a:rPr lang="zh-CN" altLang="en-US" sz="1400" b="1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400" b="1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79B09C74-4B47-45CC-B14C-97FE958DDD10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endParaRPr lang="zh-CN" altLang="en-US" sz="1400" b="1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DB175AB6-B2D5-9D49-A480-CECF3577104E}">
      <dgm:prSet custT="1"/>
      <dgm:spPr>
        <a:noFill/>
      </dgm:spPr>
      <dgm:t>
        <a:bodyPr/>
        <a:lstStyle/>
        <a:p>
          <a:r>
            <a: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gm:t>
    </dgm:pt>
    <dgm:pt modelId="{A09DCEDF-CCC7-B848-BFD9-B147F861E351}" type="par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3487A40-4DDC-A745-8564-B7BEC1DB0E8E}" type="sibTrans" cxnId="{610B237F-1251-DF40-A46F-0D6680B0F544}">
      <dgm:prSet/>
      <dgm:spPr/>
      <dgm:t>
        <a:bodyPr/>
        <a:lstStyle/>
        <a:p>
          <a:endParaRPr lang="zh-CN" altLang="en-US"/>
        </a:p>
      </dgm:t>
    </dgm:pt>
    <dgm:pt modelId="{A1858176-B60B-354A-BAB9-CB26E40D9B22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200" b="1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gm:t>
    </dgm:pt>
    <dgm:pt modelId="{D844804E-3FDC-1146-A7AA-6BDDBAC08178}" type="par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C6949DAE-1FB0-7642-BCF7-A465C7491281}" type="sibTrans" cxnId="{8C54AEC2-5F39-3D46-90B5-6E5DE2015A8E}">
      <dgm:prSet/>
      <dgm:spPr/>
      <dgm:t>
        <a:bodyPr/>
        <a:lstStyle/>
        <a:p>
          <a:endParaRPr lang="zh-CN" altLang="en-US"/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304563-E0AF-0646-9B19-C7406D3D2815}" type="pres">
      <dgm:prSet presAssocID="{BAD4962B-4E42-4F51-AF82-04CAFA5E9A0A}" presName="parTxOnlySpace" presStyleCnt="0"/>
      <dgm:spPr/>
    </dgm:pt>
    <dgm:pt modelId="{E72FF970-7221-3E46-A347-DA3771E7F4CB}" type="pres">
      <dgm:prSet presAssocID="{DB175AB6-B2D5-9D49-A480-CECF3577104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CAC8BE-AC01-8C4B-BAF5-E1020C8522C8}" type="pres">
      <dgm:prSet presAssocID="{A3487A40-4DDC-A745-8564-B7BEC1DB0E8E}" presName="parTxOnlySpace" presStyleCnt="0"/>
      <dgm:spPr/>
    </dgm:pt>
    <dgm:pt modelId="{A53ACE9D-AA1E-DE47-9493-BAA766225D20}" type="pres">
      <dgm:prSet presAssocID="{A1858176-B60B-354A-BAB9-CB26E40D9B2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8EE940-8EAB-4063-A0EE-B7581EA28221}" srcId="{93E2F1D1-360B-4DFF-8B3E-7A0480FA2199}" destId="{79B09C74-4B47-45CC-B14C-97FE958DDD10}" srcOrd="2" destOrd="0" parTransId="{E44E42D3-9FBB-4D8F-8A4B-A70FE356537D}" sibTransId="{BAD4962B-4E42-4F51-AF82-04CAFA5E9A0A}"/>
    <dgm:cxn modelId="{4DB799C9-84A3-404F-AB3D-CE1690340BDF}" type="presOf" srcId="{DB175AB6-B2D5-9D49-A480-CECF3577104E}" destId="{E72FF970-7221-3E46-A347-DA3771E7F4CB}" srcOrd="0" destOrd="0" presId="urn:microsoft.com/office/officeart/2005/8/layout/chevron1"/>
    <dgm:cxn modelId="{36203E25-3013-4E4B-B71D-D5A4FFDD14B8}" type="presOf" srcId="{A1858176-B60B-354A-BAB9-CB26E40D9B22}" destId="{A53ACE9D-AA1E-DE47-9493-BAA766225D20}" srcOrd="0" destOrd="0" presId="urn:microsoft.com/office/officeart/2005/8/layout/chevron1"/>
    <dgm:cxn modelId="{0A6930F2-7177-42C4-BD36-55BE419B7F16}" type="presOf" srcId="{93E2F1D1-360B-4DFF-8B3E-7A0480FA2199}" destId="{5CF2B12A-6C8F-4E68-A572-3EDBD3F899D1}" srcOrd="0" destOrd="0" presId="urn:microsoft.com/office/officeart/2005/8/layout/chevron1"/>
    <dgm:cxn modelId="{D51D8B4B-4FD1-46F3-9115-10CBC851F03B}" type="presOf" srcId="{79B09C74-4B47-45CC-B14C-97FE958DDD10}" destId="{ABEC49F3-BDF7-424B-9830-26B6CE2FFD7D}" srcOrd="0" destOrd="0" presId="urn:microsoft.com/office/officeart/2005/8/layout/chevron1"/>
    <dgm:cxn modelId="{97AFBD78-4110-4DAD-8A7B-C8E55B68161F}" type="presOf" srcId="{C283FA72-CECD-45CD-8757-CEBC1A4221FD}" destId="{46C46EFF-D58B-4C32-A605-AB030B188E8A}" srcOrd="0" destOrd="0" presId="urn:microsoft.com/office/officeart/2005/8/layout/chevron1"/>
    <dgm:cxn modelId="{8C54AEC2-5F39-3D46-90B5-6E5DE2015A8E}" srcId="{93E2F1D1-360B-4DFF-8B3E-7A0480FA2199}" destId="{A1858176-B60B-354A-BAB9-CB26E40D9B22}" srcOrd="4" destOrd="0" parTransId="{D844804E-3FDC-1146-A7AA-6BDDBAC08178}" sibTransId="{C6949DAE-1FB0-7642-BCF7-A465C7491281}"/>
    <dgm:cxn modelId="{610B237F-1251-DF40-A46F-0D6680B0F544}" srcId="{93E2F1D1-360B-4DFF-8B3E-7A0480FA2199}" destId="{DB175AB6-B2D5-9D49-A480-CECF3577104E}" srcOrd="3" destOrd="0" parTransId="{A09DCEDF-CCC7-B848-BFD9-B147F861E351}" sibTransId="{A3487A40-4DDC-A745-8564-B7BEC1DB0E8E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6E22FE48-99D5-47FC-B950-2BE58E8CB688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1" destOrd="0" parTransId="{58D46031-4B37-4A7C-BA2E-95F3BEFA5450}" sibTransId="{56EF64EC-F736-4A42-9234-C53AF2EC327E}"/>
    <dgm:cxn modelId="{EC072397-65CC-46F3-8DDD-0A8A377F207E}" type="presParOf" srcId="{5CF2B12A-6C8F-4E68-A572-3EDBD3F899D1}" destId="{59B237D4-C896-464B-8B66-907E7BC384C0}" srcOrd="0" destOrd="0" presId="urn:microsoft.com/office/officeart/2005/8/layout/chevron1"/>
    <dgm:cxn modelId="{7E057EBB-0E0E-4E62-AAEF-B048F94A51FD}" type="presParOf" srcId="{5CF2B12A-6C8F-4E68-A572-3EDBD3F899D1}" destId="{6DC5E9E8-AE98-4EBC-9670-F707EB7EC751}" srcOrd="1" destOrd="0" presId="urn:microsoft.com/office/officeart/2005/8/layout/chevron1"/>
    <dgm:cxn modelId="{6367E8C3-AE70-4074-A374-6EB2998A7AC8}" type="presParOf" srcId="{5CF2B12A-6C8F-4E68-A572-3EDBD3F899D1}" destId="{46C46EFF-D58B-4C32-A605-AB030B188E8A}" srcOrd="2" destOrd="0" presId="urn:microsoft.com/office/officeart/2005/8/layout/chevron1"/>
    <dgm:cxn modelId="{A9E438E2-FBC4-462A-A05E-C5FFEAAE6D68}" type="presParOf" srcId="{5CF2B12A-6C8F-4E68-A572-3EDBD3F899D1}" destId="{AE4BA504-6F3B-4F28-BB59-4E979864B31E}" srcOrd="3" destOrd="0" presId="urn:microsoft.com/office/officeart/2005/8/layout/chevron1"/>
    <dgm:cxn modelId="{0BD6F2D6-739D-4C19-8A76-87AD8E75FABC}" type="presParOf" srcId="{5CF2B12A-6C8F-4E68-A572-3EDBD3F899D1}" destId="{ABEC49F3-BDF7-424B-9830-26B6CE2FFD7D}" srcOrd="4" destOrd="0" presId="urn:microsoft.com/office/officeart/2005/8/layout/chevron1"/>
    <dgm:cxn modelId="{C0792283-79D3-40D5-A1F0-0B1121F86744}" type="presParOf" srcId="{5CF2B12A-6C8F-4E68-A572-3EDBD3F899D1}" destId="{69304563-E0AF-0646-9B19-C7406D3D2815}" srcOrd="5" destOrd="0" presId="urn:microsoft.com/office/officeart/2005/8/layout/chevron1"/>
    <dgm:cxn modelId="{CAC5B0D0-959F-464A-94F9-3E11D72064AA}" type="presParOf" srcId="{5CF2B12A-6C8F-4E68-A572-3EDBD3F899D1}" destId="{E72FF970-7221-3E46-A347-DA3771E7F4CB}" srcOrd="6" destOrd="0" presId="urn:microsoft.com/office/officeart/2005/8/layout/chevron1"/>
    <dgm:cxn modelId="{9EBE5DE4-2580-46E9-9AE6-087B5EBA15EE}" type="presParOf" srcId="{5CF2B12A-6C8F-4E68-A572-3EDBD3F899D1}" destId="{86CAC8BE-AC01-8C4B-BAF5-E1020C8522C8}" srcOrd="7" destOrd="0" presId="urn:microsoft.com/office/officeart/2005/8/layout/chevron1"/>
    <dgm:cxn modelId="{AD7C21A4-8BEA-4614-B1AA-67506152741E}" type="presParOf" srcId="{5CF2B12A-6C8F-4E68-A572-3EDBD3F899D1}" destId="{A53ACE9D-AA1E-DE47-9493-BAA766225D2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55" y="0"/>
          <a:ext cx="1508670" cy="48476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46439" y="0"/>
        <a:ext cx="1023903" cy="484767"/>
      </dsp:txXfrm>
    </dsp:sp>
    <dsp:sp modelId="{A86E4080-92AD-4939-B332-E07C48764045}">
      <dsp:nvSpPr>
        <dsp:cNvPr id="0" name=""/>
        <dsp:cNvSpPr/>
      </dsp:nvSpPr>
      <dsp:spPr>
        <a:xfrm>
          <a:off x="1361858" y="0"/>
          <a:ext cx="1508670" cy="48476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04242" y="0"/>
        <a:ext cx="1023903" cy="484767"/>
      </dsp:txXfrm>
    </dsp:sp>
    <dsp:sp modelId="{46C46EFF-D58B-4C32-A605-AB030B188E8A}">
      <dsp:nvSpPr>
        <dsp:cNvPr id="0" name=""/>
        <dsp:cNvSpPr/>
      </dsp:nvSpPr>
      <dsp:spPr>
        <a:xfrm>
          <a:off x="2719662" y="0"/>
          <a:ext cx="1508670" cy="48476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62046" y="0"/>
        <a:ext cx="1023903" cy="484767"/>
      </dsp:txXfrm>
    </dsp:sp>
    <dsp:sp modelId="{53248EB4-CEF6-4177-84FC-8846ABBB4977}">
      <dsp:nvSpPr>
        <dsp:cNvPr id="0" name=""/>
        <dsp:cNvSpPr/>
      </dsp:nvSpPr>
      <dsp:spPr>
        <a:xfrm>
          <a:off x="4077465" y="0"/>
          <a:ext cx="1508670" cy="48476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9849" y="0"/>
        <a:ext cx="1023903" cy="484767"/>
      </dsp:txXfrm>
    </dsp:sp>
    <dsp:sp modelId="{B980CE8B-C3C6-4D16-BF96-7D51B6888099}">
      <dsp:nvSpPr>
        <dsp:cNvPr id="0" name=""/>
        <dsp:cNvSpPr/>
      </dsp:nvSpPr>
      <dsp:spPr>
        <a:xfrm>
          <a:off x="5435268" y="0"/>
          <a:ext cx="1508670" cy="48476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77652" y="0"/>
        <a:ext cx="1023903" cy="484767"/>
      </dsp:txXfrm>
    </dsp:sp>
    <dsp:sp modelId="{ABEC49F3-BDF7-424B-9830-26B6CE2FFD7D}">
      <dsp:nvSpPr>
        <dsp:cNvPr id="0" name=""/>
        <dsp:cNvSpPr/>
      </dsp:nvSpPr>
      <dsp:spPr>
        <a:xfrm>
          <a:off x="6793072" y="0"/>
          <a:ext cx="1508670" cy="48476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35456" y="0"/>
        <a:ext cx="1023903" cy="4847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17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284186" y="0"/>
        <a:ext cx="934024" cy="560337"/>
      </dsp:txXfrm>
    </dsp:sp>
    <dsp:sp modelId="{A86E4080-92AD-4939-B332-E07C48764045}">
      <dsp:nvSpPr>
        <dsp:cNvPr id="0" name=""/>
        <dsp:cNvSpPr/>
      </dsp:nvSpPr>
      <dsp:spPr>
        <a:xfrm>
          <a:off x="1348942" y="0"/>
          <a:ext cx="1494361" cy="56033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29111" y="0"/>
        <a:ext cx="934024" cy="560337"/>
      </dsp:txXfrm>
    </dsp:sp>
    <dsp:sp modelId="{46C46EFF-D58B-4C32-A605-AB030B188E8A}">
      <dsp:nvSpPr>
        <dsp:cNvPr id="0" name=""/>
        <dsp:cNvSpPr/>
      </dsp:nvSpPr>
      <dsp:spPr>
        <a:xfrm>
          <a:off x="269386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974035" y="0"/>
        <a:ext cx="934024" cy="560337"/>
      </dsp:txXfrm>
    </dsp:sp>
    <dsp:sp modelId="{53248EB4-CEF6-4177-84FC-8846ABBB4977}">
      <dsp:nvSpPr>
        <dsp:cNvPr id="0" name=""/>
        <dsp:cNvSpPr/>
      </dsp:nvSpPr>
      <dsp:spPr>
        <a:xfrm>
          <a:off x="4038791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18960" y="0"/>
        <a:ext cx="934024" cy="560337"/>
      </dsp:txXfrm>
    </dsp:sp>
    <dsp:sp modelId="{B980CE8B-C3C6-4D16-BF96-7D51B6888099}">
      <dsp:nvSpPr>
        <dsp:cNvPr id="0" name=""/>
        <dsp:cNvSpPr/>
      </dsp:nvSpPr>
      <dsp:spPr>
        <a:xfrm>
          <a:off x="5383716" y="0"/>
          <a:ext cx="1494361" cy="5603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663885" y="0"/>
        <a:ext cx="934024" cy="560337"/>
      </dsp:txXfrm>
    </dsp:sp>
    <dsp:sp modelId="{ABEC49F3-BDF7-424B-9830-26B6CE2FFD7D}">
      <dsp:nvSpPr>
        <dsp:cNvPr id="0" name=""/>
        <dsp:cNvSpPr/>
      </dsp:nvSpPr>
      <dsp:spPr>
        <a:xfrm>
          <a:off x="6728641" y="0"/>
          <a:ext cx="1494361" cy="56033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08810" y="0"/>
        <a:ext cx="934024" cy="5603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4055" y="88581"/>
          <a:ext cx="1508670" cy="6034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空间配置</a:t>
          </a:r>
        </a:p>
      </dsp:txBody>
      <dsp:txXfrm>
        <a:off x="305789" y="88581"/>
        <a:ext cx="905202" cy="603468"/>
      </dsp:txXfrm>
    </dsp:sp>
    <dsp:sp modelId="{A86E4080-92AD-4939-B332-E07C48764045}">
      <dsp:nvSpPr>
        <dsp:cNvPr id="0" name=""/>
        <dsp:cNvSpPr/>
      </dsp:nvSpPr>
      <dsp:spPr>
        <a:xfrm>
          <a:off x="1361858" y="88581"/>
          <a:ext cx="1508670" cy="6034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产品规划</a:t>
          </a:r>
        </a:p>
      </dsp:txBody>
      <dsp:txXfrm>
        <a:off x="1663592" y="88581"/>
        <a:ext cx="905202" cy="603468"/>
      </dsp:txXfrm>
    </dsp:sp>
    <dsp:sp modelId="{46C46EFF-D58B-4C32-A605-AB030B188E8A}">
      <dsp:nvSpPr>
        <dsp:cNvPr id="0" name=""/>
        <dsp:cNvSpPr/>
      </dsp:nvSpPr>
      <dsp:spPr>
        <a:xfrm>
          <a:off x="2719662" y="88581"/>
          <a:ext cx="1508670" cy="6034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迭代计划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21396" y="88581"/>
        <a:ext cx="905202" cy="603468"/>
      </dsp:txXfrm>
    </dsp:sp>
    <dsp:sp modelId="{53248EB4-CEF6-4177-84FC-8846ABBB4977}">
      <dsp:nvSpPr>
        <dsp:cNvPr id="0" name=""/>
        <dsp:cNvSpPr/>
      </dsp:nvSpPr>
      <dsp:spPr>
        <a:xfrm>
          <a:off x="4077465" y="88581"/>
          <a:ext cx="1508670" cy="6034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迭代执行</a:t>
          </a:r>
        </a:p>
      </dsp:txBody>
      <dsp:txXfrm>
        <a:off x="4379199" y="88581"/>
        <a:ext cx="905202" cy="603468"/>
      </dsp:txXfrm>
    </dsp:sp>
    <dsp:sp modelId="{B980CE8B-C3C6-4D16-BF96-7D51B6888099}">
      <dsp:nvSpPr>
        <dsp:cNvPr id="0" name=""/>
        <dsp:cNvSpPr/>
      </dsp:nvSpPr>
      <dsp:spPr>
        <a:xfrm>
          <a:off x="5435268" y="88581"/>
          <a:ext cx="1508670" cy="6034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showcase</a:t>
          </a:r>
          <a:endParaRPr lang="zh-CN" altLang="en-US" sz="13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737002" y="88581"/>
        <a:ext cx="905202" cy="603468"/>
      </dsp:txXfrm>
    </dsp:sp>
    <dsp:sp modelId="{ABEC49F3-BDF7-424B-9830-26B6CE2FFD7D}">
      <dsp:nvSpPr>
        <dsp:cNvPr id="0" name=""/>
        <dsp:cNvSpPr/>
      </dsp:nvSpPr>
      <dsp:spPr>
        <a:xfrm>
          <a:off x="6793072" y="88581"/>
          <a:ext cx="1508670" cy="6034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回顾</a:t>
          </a:r>
        </a:p>
      </dsp:txBody>
      <dsp:txXfrm>
        <a:off x="7094806" y="88581"/>
        <a:ext cx="905202" cy="60346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712" y="0"/>
          <a:ext cx="151358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iCode</a:t>
          </a: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71282" y="0"/>
        <a:ext cx="972449" cy="541139"/>
      </dsp:txXfrm>
    </dsp:sp>
    <dsp:sp modelId="{A86E4080-92AD-4939-B332-E07C48764045}">
      <dsp:nvSpPr>
        <dsp:cNvPr id="0" name=""/>
        <dsp:cNvSpPr/>
      </dsp:nvSpPr>
      <dsp:spPr>
        <a:xfrm>
          <a:off x="1353901" y="0"/>
          <a:ext cx="1583458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1624471" y="0"/>
        <a:ext cx="1042319" cy="541139"/>
      </dsp:txXfrm>
    </dsp:sp>
    <dsp:sp modelId="{46C46EFF-D58B-4C32-A605-AB030B188E8A}">
      <dsp:nvSpPr>
        <dsp:cNvPr id="0" name=""/>
        <dsp:cNvSpPr/>
      </dsp:nvSpPr>
      <dsp:spPr>
        <a:xfrm>
          <a:off x="2776960" y="0"/>
          <a:ext cx="1450070" cy="541139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047530" y="0"/>
        <a:ext cx="908931" cy="541139"/>
      </dsp:txXfrm>
    </dsp:sp>
    <dsp:sp modelId="{ABEC49F3-BDF7-424B-9830-26B6CE2FFD7D}">
      <dsp:nvSpPr>
        <dsp:cNvPr id="0" name=""/>
        <dsp:cNvSpPr/>
      </dsp:nvSpPr>
      <dsp:spPr>
        <a:xfrm>
          <a:off x="4066631" y="0"/>
          <a:ext cx="1353397" cy="541139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4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4337201" y="0"/>
        <a:ext cx="812258" cy="541139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B9150-CBC9-C44E-B2FA-BEAA5F0F75D8}">
      <dsp:nvSpPr>
        <dsp:cNvPr id="0" name=""/>
        <dsp:cNvSpPr/>
      </dsp:nvSpPr>
      <dsp:spPr>
        <a:xfrm>
          <a:off x="5221" y="0"/>
          <a:ext cx="1942355" cy="648072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iCafe</a:t>
          </a:r>
          <a:r>
            <a:rPr lang="zh-CN" altLang="en-US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需求</a:t>
          </a:r>
          <a:r>
            <a:rPr lang="en-US" altLang="zh-CN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bug</a:t>
          </a:r>
          <a:r>
            <a:rPr lang="zh-CN" altLang="en-US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管理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29257" y="0"/>
        <a:ext cx="1294283" cy="648072"/>
      </dsp:txXfrm>
    </dsp:sp>
    <dsp:sp modelId="{59B237D4-C896-464B-8B66-907E7BC384C0}">
      <dsp:nvSpPr>
        <dsp:cNvPr id="0" name=""/>
        <dsp:cNvSpPr/>
      </dsp:nvSpPr>
      <dsp:spPr>
        <a:xfrm>
          <a:off x="1753341" y="0"/>
          <a:ext cx="1942355" cy="648072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1.iCode</a:t>
          </a:r>
          <a:r>
            <a:rPr lang="zh-CN" altLang="en-US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简介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2077377" y="0"/>
        <a:ext cx="1294283" cy="648072"/>
      </dsp:txXfrm>
    </dsp:sp>
    <dsp:sp modelId="{A86E4080-92AD-4939-B332-E07C48764045}">
      <dsp:nvSpPr>
        <dsp:cNvPr id="0" name=""/>
        <dsp:cNvSpPr/>
      </dsp:nvSpPr>
      <dsp:spPr>
        <a:xfrm>
          <a:off x="3501461" y="0"/>
          <a:ext cx="1942355" cy="648072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2.</a:t>
          </a:r>
          <a:r>
            <a:rPr lang="zh-CN" altLang="en-US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3825497" y="0"/>
        <a:ext cx="1294283" cy="648072"/>
      </dsp:txXfrm>
    </dsp:sp>
    <dsp:sp modelId="{46C46EFF-D58B-4C32-A605-AB030B188E8A}">
      <dsp:nvSpPr>
        <dsp:cNvPr id="0" name=""/>
        <dsp:cNvSpPr/>
      </dsp:nvSpPr>
      <dsp:spPr>
        <a:xfrm>
          <a:off x="5249582" y="0"/>
          <a:ext cx="1942355" cy="648072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3.</a:t>
          </a:r>
          <a:r>
            <a:rPr lang="zh-CN" altLang="en-US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代码准入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5573618" y="0"/>
        <a:ext cx="1294283" cy="648072"/>
      </dsp:txXfrm>
    </dsp:sp>
    <dsp:sp modelId="{ABEC49F3-BDF7-424B-9830-26B6CE2FFD7D}">
      <dsp:nvSpPr>
        <dsp:cNvPr id="0" name=""/>
        <dsp:cNvSpPr/>
      </dsp:nvSpPr>
      <dsp:spPr>
        <a:xfrm>
          <a:off x="6997702" y="0"/>
          <a:ext cx="1942355" cy="648072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4.</a:t>
          </a:r>
          <a:r>
            <a:rPr lang="zh-CN" altLang="en-US" sz="1600" b="1" kern="12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工作流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7321738" y="0"/>
        <a:ext cx="1294283" cy="648072"/>
      </dsp:txXfrm>
    </dsp:sp>
    <dsp:sp modelId="{A3EE54C2-F69F-9747-9DA7-895A5FEC7070}">
      <dsp:nvSpPr>
        <dsp:cNvPr id="0" name=""/>
        <dsp:cNvSpPr/>
      </dsp:nvSpPr>
      <dsp:spPr>
        <a:xfrm>
          <a:off x="8745822" y="0"/>
          <a:ext cx="1942355" cy="648072"/>
        </a:xfrm>
        <a:prstGeom prst="chevron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Agile</a:t>
          </a:r>
          <a:r>
            <a:rPr lang="zh-CN" altLang="en-US" sz="1600" b="1" kern="12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持续集成与交付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>
        <a:off x="9069858" y="0"/>
        <a:ext cx="1294283" cy="648072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476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latin typeface="Microsoft YaHei" charset="-122"/>
              <a:ea typeface="Microsoft YaHei" charset="-122"/>
              <a:cs typeface="Microsoft YaHei" charset="-122"/>
            </a:rPr>
            <a:t>AGILE</a:t>
          </a: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简介</a:t>
          </a:r>
        </a:p>
      </dsp:txBody>
      <dsp:txXfrm>
        <a:off x="217500" y="0"/>
        <a:ext cx="882239" cy="432047"/>
      </dsp:txXfrm>
    </dsp:sp>
    <dsp:sp modelId="{46C46EFF-D58B-4C32-A605-AB030B188E8A}">
      <dsp:nvSpPr>
        <dsp:cNvPr id="0" name=""/>
        <dsp:cNvSpPr/>
      </dsp:nvSpPr>
      <dsp:spPr>
        <a:xfrm>
          <a:off x="1184334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流水线管理</a:t>
          </a:r>
          <a:endParaRPr lang="en-US" altLang="zh-CN" sz="1200" b="1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400358" y="0"/>
        <a:ext cx="882239" cy="432047"/>
      </dsp:txXfrm>
    </dsp:sp>
    <dsp:sp modelId="{ABEC49F3-BDF7-424B-9830-26B6CE2FFD7D}">
      <dsp:nvSpPr>
        <dsp:cNvPr id="0" name=""/>
        <dsp:cNvSpPr/>
      </dsp:nvSpPr>
      <dsp:spPr>
        <a:xfrm>
          <a:off x="2367192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资源管理</a:t>
          </a:r>
        </a:p>
      </dsp:txBody>
      <dsp:txXfrm>
        <a:off x="2583216" y="0"/>
        <a:ext cx="882239" cy="432047"/>
      </dsp:txXfrm>
    </dsp:sp>
    <dsp:sp modelId="{E72FF970-7221-3E46-A347-DA3771E7F4CB}">
      <dsp:nvSpPr>
        <dsp:cNvPr id="0" name=""/>
        <dsp:cNvSpPr/>
      </dsp:nvSpPr>
      <dsp:spPr>
        <a:xfrm>
          <a:off x="3550050" y="0"/>
          <a:ext cx="1314286" cy="432047"/>
        </a:xfrm>
        <a:prstGeom prst="chevron">
          <a:avLst/>
        </a:pr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权限管理</a:t>
          </a:r>
        </a:p>
      </dsp:txBody>
      <dsp:txXfrm>
        <a:off x="3766074" y="0"/>
        <a:ext cx="882239" cy="432047"/>
      </dsp:txXfrm>
    </dsp:sp>
    <dsp:sp modelId="{A53ACE9D-AA1E-DE47-9493-BAA766225D20}">
      <dsp:nvSpPr>
        <dsp:cNvPr id="0" name=""/>
        <dsp:cNvSpPr/>
      </dsp:nvSpPr>
      <dsp:spPr>
        <a:xfrm>
          <a:off x="4732908" y="0"/>
          <a:ext cx="1314286" cy="432047"/>
        </a:xfrm>
        <a:prstGeom prst="chevron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200" b="1" kern="1200" dirty="0">
              <a:latin typeface="Microsoft YaHei" charset="-122"/>
              <a:ea typeface="Microsoft YaHei" charset="-122"/>
              <a:cs typeface="Microsoft YaHei" charset="-122"/>
            </a:rPr>
            <a:t>支撑工程能力地图落地</a:t>
          </a:r>
        </a:p>
      </dsp:txBody>
      <dsp:txXfrm>
        <a:off x="4948932" y="0"/>
        <a:ext cx="882239" cy="432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BF5A-6B8E-4734-B50A-6FA94DE9FA88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8C9BA-D35E-4FDA-8FF8-15D600311D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93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C30A-1F7E-4621-9A1B-097C8CDFA4A3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91AF7-1A50-4AB1-A0DA-F4E33539341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2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前言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300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393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602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413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829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22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573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56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656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365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000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9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2952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配置视图</a:t>
            </a:r>
            <a:endParaRPr lang="en-US" altLang="zh-CN" dirty="0"/>
          </a:p>
          <a:p>
            <a:r>
              <a:rPr lang="zh-CN" altLang="en-US" dirty="0"/>
              <a:t>计划树排序、置顶</a:t>
            </a:r>
            <a:endParaRPr lang="en-US" altLang="zh-CN" dirty="0"/>
          </a:p>
          <a:p>
            <a:r>
              <a:rPr lang="zh-CN" altLang="en-US" dirty="0"/>
              <a:t>拖拽到计划</a:t>
            </a:r>
            <a:endParaRPr lang="en-US" altLang="zh-CN" dirty="0"/>
          </a:p>
          <a:p>
            <a:r>
              <a:rPr lang="zh-CN" altLang="en-US" dirty="0"/>
              <a:t>拖拽到人头像</a:t>
            </a:r>
            <a:endParaRPr lang="en-US" altLang="zh-CN" dirty="0"/>
          </a:p>
          <a:p>
            <a:r>
              <a:rPr lang="zh-CN" altLang="en-US" dirty="0"/>
              <a:t>拖拽排序</a:t>
            </a:r>
            <a:endParaRPr lang="en-US" altLang="zh-CN" dirty="0"/>
          </a:p>
          <a:p>
            <a:r>
              <a:rPr lang="zh-CN" altLang="en-US" dirty="0"/>
              <a:t>全屏</a:t>
            </a:r>
            <a:endParaRPr lang="en-US" altLang="zh-CN" dirty="0"/>
          </a:p>
          <a:p>
            <a:r>
              <a:rPr lang="zh-CN" altLang="en-US" dirty="0"/>
              <a:t>卡片操作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324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855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配置计划起止时间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13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配置计划起止时间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5772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1417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前言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3805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前言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539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前言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22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0149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7944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825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3490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1771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119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1971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9199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046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zh-CN" altLang="en-US" dirty="0"/>
              <a:t>前言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9545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</a:rPr>
              <a:t>流水线</a:t>
            </a:r>
            <a:r>
              <a:rPr lang="zh-CN" altLang="en-US" sz="1200" dirty="0"/>
              <a:t>是对软件交付过程的抽象和建模，通过固化端到端的交付流水线，打造可靠可重复的交付过程，实现软件交付全局可视化自动化、问题精准定位、能力快速移植，最终达成提升研发质量缩短交付周期的目标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0387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62715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417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84181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9157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24811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2242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37490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39716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96287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5787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296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（例如用户</a:t>
            </a: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A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在构建组，但是用户</a:t>
            </a:r>
            <a:r>
              <a:rPr lang="en-US" altLang="zh-CN" sz="1200" dirty="0">
                <a:latin typeface="Microsoft YaHei" charset="-122"/>
                <a:ea typeface="Microsoft YaHei" charset="-122"/>
                <a:cs typeface="Microsoft YaHei" charset="-122"/>
              </a:rPr>
              <a:t>A</a:t>
            </a:r>
            <a:r>
              <a:rPr lang="zh-CN" altLang="en-US" sz="1200" dirty="0">
                <a:latin typeface="Microsoft YaHei" charset="-122"/>
                <a:ea typeface="Microsoft YaHei" charset="-122"/>
                <a:cs typeface="Microsoft YaHei" charset="-122"/>
              </a:rPr>
              <a:t>所在的邮件组是管理员组，那么用户的最终角色是管理员）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49938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55200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53941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4240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6354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25177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09912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25340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62690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55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63604" y="5565062"/>
            <a:ext cx="2495127" cy="320076"/>
          </a:xfrm>
        </p:spPr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644" y="4492699"/>
            <a:ext cx="1000911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04" y="1277739"/>
            <a:ext cx="3330837" cy="24920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705" y="3863179"/>
            <a:ext cx="9089390" cy="11940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4705" y="2548084"/>
            <a:ext cx="9089390" cy="131509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1686" y="2476297"/>
            <a:ext cx="2601158" cy="77216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132" y="4771119"/>
            <a:ext cx="10297144" cy="72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091" y="3361450"/>
            <a:ext cx="1519225" cy="11366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5639" y="1230206"/>
            <a:ext cx="5537918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1781" y="1230206"/>
            <a:ext cx="5537919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345712"/>
            <a:ext cx="4724775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670" y="1906540"/>
            <a:ext cx="4724775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32099" y="1345712"/>
            <a:ext cx="4726631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32099" y="1906540"/>
            <a:ext cx="4726631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1" y="239361"/>
            <a:ext cx="3518055" cy="10186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0822" y="239361"/>
            <a:ext cx="5977908" cy="51309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671" y="1258038"/>
            <a:ext cx="3518055" cy="41122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981" y="4208304"/>
            <a:ext cx="6416040" cy="4968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95981" y="537171"/>
            <a:ext cx="6416040" cy="36071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95981" y="4705118"/>
            <a:ext cx="6416040" cy="70555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67112" y="211529"/>
            <a:ext cx="2812588" cy="44963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5639" y="211529"/>
            <a:ext cx="8263250" cy="44963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402768"/>
            <a:ext cx="9624060" cy="396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4670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2018/6/12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53579" y="5572107"/>
            <a:ext cx="3386243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63603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8148" y="5454203"/>
            <a:ext cx="9937104" cy="4571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813" y="5525457"/>
            <a:ext cx="2027471" cy="4328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baidu.com/pages/viewpage.action?pageId=39660578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gmap.baidu.com/dashboar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4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5.png"/><Relationship Id="rId9" Type="http://schemas.microsoft.com/office/2007/relationships/diagramDrawing" Target="../diagrams/drawing4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6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7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29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30.png"/><Relationship Id="rId9" Type="http://schemas.microsoft.com/office/2007/relationships/diagramDrawing" Target="../diagrams/drawing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microsoft.com/office/2007/relationships/diagramDrawing" Target="../diagrams/drawing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diagramColors" Target="../diagrams/colors9.xml"/><Relationship Id="rId5" Type="http://schemas.openxmlformats.org/officeDocument/2006/relationships/image" Target="../media/image33.png"/><Relationship Id="rId10" Type="http://schemas.openxmlformats.org/officeDocument/2006/relationships/diagramQuickStyle" Target="../diagrams/quickStyle9.xml"/><Relationship Id="rId4" Type="http://schemas.openxmlformats.org/officeDocument/2006/relationships/image" Target="../media/image32.png"/><Relationship Id="rId9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0.xml"/><Relationship Id="rId3" Type="http://schemas.openxmlformats.org/officeDocument/2006/relationships/image" Target="../media/image36.png"/><Relationship Id="rId7" Type="http://schemas.openxmlformats.org/officeDocument/2006/relationships/diagramLayout" Target="../diagrams/layout1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0.xml"/><Relationship Id="rId5" Type="http://schemas.openxmlformats.org/officeDocument/2006/relationships/image" Target="../media/image38.png"/><Relationship Id="rId10" Type="http://schemas.microsoft.com/office/2007/relationships/diagramDrawing" Target="../diagrams/drawing10.xml"/><Relationship Id="rId4" Type="http://schemas.openxmlformats.org/officeDocument/2006/relationships/image" Target="../media/image37.png"/><Relationship Id="rId9" Type="http://schemas.openxmlformats.org/officeDocument/2006/relationships/diagramColors" Target="../diagrams/colors1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39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40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41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microsoft.com/office/2007/relationships/diagramDrawing" Target="../diagrams/drawing1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diagramColors" Target="../diagrams/colors16.xml"/><Relationship Id="rId5" Type="http://schemas.openxmlformats.org/officeDocument/2006/relationships/image" Target="../media/image44.png"/><Relationship Id="rId10" Type="http://schemas.openxmlformats.org/officeDocument/2006/relationships/diagramQuickStyle" Target="../diagrams/quickStyle16.xml"/><Relationship Id="rId4" Type="http://schemas.openxmlformats.org/officeDocument/2006/relationships/image" Target="../media/image43.png"/><Relationship Id="rId9" Type="http://schemas.openxmlformats.org/officeDocument/2006/relationships/diagramLayout" Target="../diagrams/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9.xml"/><Relationship Id="rId5" Type="http://schemas.openxmlformats.org/officeDocument/2006/relationships/diagramLayout" Target="../diagrams/layout19.xml"/><Relationship Id="rId4" Type="http://schemas.openxmlformats.org/officeDocument/2006/relationships/diagramData" Target="../diagrams/data19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51.png"/><Relationship Id="rId7" Type="http://schemas.openxmlformats.org/officeDocument/2006/relationships/diagramColors" Target="../diagrams/colors2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52.png"/><Relationship Id="rId7" Type="http://schemas.openxmlformats.org/officeDocument/2006/relationships/diagramColors" Target="../diagrams/colors2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4.xml"/><Relationship Id="rId3" Type="http://schemas.openxmlformats.org/officeDocument/2006/relationships/image" Target="../media/image53.png"/><Relationship Id="rId7" Type="http://schemas.openxmlformats.org/officeDocument/2006/relationships/diagramQuickStyle" Target="../diagrams/quickStyle2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4.xml"/><Relationship Id="rId5" Type="http://schemas.openxmlformats.org/officeDocument/2006/relationships/diagramData" Target="../diagrams/data24.xml"/><Relationship Id="rId4" Type="http://schemas.openxmlformats.org/officeDocument/2006/relationships/image" Target="../media/image54.png"/><Relationship Id="rId9" Type="http://schemas.microsoft.com/office/2007/relationships/diagramDrawing" Target="../diagrams/drawing24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3" Type="http://schemas.openxmlformats.org/officeDocument/2006/relationships/image" Target="../media/image55.png"/><Relationship Id="rId7" Type="http://schemas.openxmlformats.org/officeDocument/2006/relationships/diagramColors" Target="../diagrams/colors2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5.xml"/><Relationship Id="rId5" Type="http://schemas.openxmlformats.org/officeDocument/2006/relationships/diagramLayout" Target="../diagrams/layout25.xml"/><Relationship Id="rId4" Type="http://schemas.openxmlformats.org/officeDocument/2006/relationships/diagramData" Target="../diagrams/data25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56.png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://buildcloud.baidu.com/?ht_kb_category=bcloud" TargetMode="External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12" Type="http://schemas.openxmlformats.org/officeDocument/2006/relationships/hyperlink" Target="http://npm.baidu.com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11" Type="http://schemas.openxmlformats.org/officeDocument/2006/relationships/hyperlink" Target="http://wiki.baidu.com/pages/viewpage.action?pageId=484053320" TargetMode="External"/><Relationship Id="rId5" Type="http://schemas.openxmlformats.org/officeDocument/2006/relationships/diagramQuickStyle" Target="../diagrams/quickStyle28.xml"/><Relationship Id="rId10" Type="http://schemas.openxmlformats.org/officeDocument/2006/relationships/hyperlink" Target="http://wiki.baidu.com/pages/viewpage.action?pageId=483354090" TargetMode="External"/><Relationship Id="rId4" Type="http://schemas.openxmlformats.org/officeDocument/2006/relationships/diagramLayout" Target="../diagrams/layout28.xml"/><Relationship Id="rId9" Type="http://schemas.openxmlformats.org/officeDocument/2006/relationships/hyperlink" Target="http://wiki.baidu.com/pages/viewpage.action?pageId=465488650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0.xml"/><Relationship Id="rId3" Type="http://schemas.openxmlformats.org/officeDocument/2006/relationships/hyperlink" Target="http://wiki.baidu.com/pages/viewpage.action?pageId=486637055" TargetMode="External"/><Relationship Id="rId7" Type="http://schemas.openxmlformats.org/officeDocument/2006/relationships/diagramColors" Target="../diagrams/colors30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0.xml"/><Relationship Id="rId5" Type="http://schemas.openxmlformats.org/officeDocument/2006/relationships/diagramLayout" Target="../diagrams/layout30.xml"/><Relationship Id="rId4" Type="http://schemas.openxmlformats.org/officeDocument/2006/relationships/diagramData" Target="../diagrams/data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2.xml"/><Relationship Id="rId3" Type="http://schemas.openxmlformats.org/officeDocument/2006/relationships/image" Target="../media/image57.png"/><Relationship Id="rId7" Type="http://schemas.openxmlformats.org/officeDocument/2006/relationships/diagramColors" Target="../diagrams/colors3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2.xml"/><Relationship Id="rId5" Type="http://schemas.openxmlformats.org/officeDocument/2006/relationships/diagramLayout" Target="../diagrams/layout32.xml"/><Relationship Id="rId4" Type="http://schemas.openxmlformats.org/officeDocument/2006/relationships/diagramData" Target="../diagrams/data32.xml"/></Relationships>
</file>

<file path=ppt/slides/_rels/slide4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3.xml"/><Relationship Id="rId3" Type="http://schemas.openxmlformats.org/officeDocument/2006/relationships/image" Target="../media/image58.png"/><Relationship Id="rId7" Type="http://schemas.openxmlformats.org/officeDocument/2006/relationships/diagramColors" Target="../diagrams/colors3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3.xml"/><Relationship Id="rId5" Type="http://schemas.openxmlformats.org/officeDocument/2006/relationships/diagramLayout" Target="../diagrams/layout33.xml"/><Relationship Id="rId4" Type="http://schemas.openxmlformats.org/officeDocument/2006/relationships/diagramData" Target="../diagrams/data33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59.png"/><Relationship Id="rId7" Type="http://schemas.openxmlformats.org/officeDocument/2006/relationships/diagramColors" Target="../diagrams/colors34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4" Type="http://schemas.openxmlformats.org/officeDocument/2006/relationships/diagramData" Target="../diagrams/data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60.png"/><Relationship Id="rId7" Type="http://schemas.openxmlformats.org/officeDocument/2006/relationships/diagramColors" Target="../diagrams/colors36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6.xml"/></Relationships>
</file>

<file path=ppt/slides/_rels/slide5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7.xml"/><Relationship Id="rId3" Type="http://schemas.openxmlformats.org/officeDocument/2006/relationships/image" Target="../media/image61.png"/><Relationship Id="rId7" Type="http://schemas.openxmlformats.org/officeDocument/2006/relationships/diagramColors" Target="../diagrams/colors37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7.xml"/><Relationship Id="rId5" Type="http://schemas.openxmlformats.org/officeDocument/2006/relationships/diagramLayout" Target="../diagrams/layout37.xml"/><Relationship Id="rId4" Type="http://schemas.openxmlformats.org/officeDocument/2006/relationships/diagramData" Target="../diagrams/data3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9.xml"/><Relationship Id="rId3" Type="http://schemas.openxmlformats.org/officeDocument/2006/relationships/image" Target="../media/image61.png"/><Relationship Id="rId7" Type="http://schemas.openxmlformats.org/officeDocument/2006/relationships/diagramQuickStyle" Target="../diagrams/quickStyle39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9.xml"/><Relationship Id="rId5" Type="http://schemas.openxmlformats.org/officeDocument/2006/relationships/diagramData" Target="../diagrams/data39.xml"/><Relationship Id="rId4" Type="http://schemas.openxmlformats.org/officeDocument/2006/relationships/image" Target="../media/image63.png"/><Relationship Id="rId9" Type="http://schemas.microsoft.com/office/2007/relationships/diagramDrawing" Target="../diagrams/drawing39.xml"/></Relationships>
</file>

<file path=ppt/slides/_rels/slide5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0.xml"/><Relationship Id="rId3" Type="http://schemas.openxmlformats.org/officeDocument/2006/relationships/hyperlink" Target="http://buildcloud.baidu.com/" TargetMode="External"/><Relationship Id="rId7" Type="http://schemas.openxmlformats.org/officeDocument/2006/relationships/diagramColors" Target="../diagrams/colors40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0.xml"/><Relationship Id="rId5" Type="http://schemas.openxmlformats.org/officeDocument/2006/relationships/diagramLayout" Target="../diagrams/layout40.xml"/><Relationship Id="rId4" Type="http://schemas.openxmlformats.org/officeDocument/2006/relationships/diagramData" Target="../diagrams/data40.xml"/></Relationships>
</file>

<file path=ppt/slides/_rels/slide5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1.xml"/><Relationship Id="rId3" Type="http://schemas.openxmlformats.org/officeDocument/2006/relationships/image" Target="../media/image64.png"/><Relationship Id="rId7" Type="http://schemas.openxmlformats.org/officeDocument/2006/relationships/diagramColors" Target="../diagrams/colors41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1.xml"/><Relationship Id="rId5" Type="http://schemas.openxmlformats.org/officeDocument/2006/relationships/diagramLayout" Target="../diagrams/layout41.xml"/><Relationship Id="rId4" Type="http://schemas.openxmlformats.org/officeDocument/2006/relationships/diagramData" Target="../diagrams/data4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2.xml"/><Relationship Id="rId3" Type="http://schemas.openxmlformats.org/officeDocument/2006/relationships/image" Target="../media/image65.png"/><Relationship Id="rId7" Type="http://schemas.openxmlformats.org/officeDocument/2006/relationships/diagramQuickStyle" Target="../diagrams/quickStyle42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2.xml"/><Relationship Id="rId5" Type="http://schemas.openxmlformats.org/officeDocument/2006/relationships/diagramData" Target="../diagrams/data42.xml"/><Relationship Id="rId4" Type="http://schemas.openxmlformats.org/officeDocument/2006/relationships/image" Target="../media/image66.png"/><Relationship Id="rId9" Type="http://schemas.microsoft.com/office/2007/relationships/diagramDrawing" Target="../diagrams/drawing4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3.xml"/><Relationship Id="rId3" Type="http://schemas.openxmlformats.org/officeDocument/2006/relationships/image" Target="../media/image67.png"/><Relationship Id="rId7" Type="http://schemas.openxmlformats.org/officeDocument/2006/relationships/diagramQuickStyle" Target="../diagrams/quickStyle4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3.xml"/><Relationship Id="rId5" Type="http://schemas.openxmlformats.org/officeDocument/2006/relationships/diagramData" Target="../diagrams/data43.xml"/><Relationship Id="rId10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microsoft.com/office/2007/relationships/diagramDrawing" Target="../diagrams/drawing4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4" Type="http://schemas.openxmlformats.org/officeDocument/2006/relationships/diagramLayout" Target="../diagrams/layout44.xml"/></Relationships>
</file>

<file path=ppt/slides/_rels/slide5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5.xml"/><Relationship Id="rId3" Type="http://schemas.openxmlformats.org/officeDocument/2006/relationships/image" Target="../media/image70.png"/><Relationship Id="rId7" Type="http://schemas.openxmlformats.org/officeDocument/2006/relationships/diagramColors" Target="../diagrams/colors45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5.xml"/><Relationship Id="rId5" Type="http://schemas.openxmlformats.org/officeDocument/2006/relationships/diagramLayout" Target="../diagrams/layout45.xml"/><Relationship Id="rId4" Type="http://schemas.openxmlformats.org/officeDocument/2006/relationships/diagramData" Target="../diagrams/data45.xml"/></Relationships>
</file>

<file path=ppt/slides/_rels/slide6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6.xml"/><Relationship Id="rId3" Type="http://schemas.openxmlformats.org/officeDocument/2006/relationships/hyperlink" Target="http://learn.baidu.com/pages/index.html#/specialInfo?specialId=3748&amp;_k=k1hbpb" TargetMode="External"/><Relationship Id="rId7" Type="http://schemas.openxmlformats.org/officeDocument/2006/relationships/diagramColors" Target="../diagrams/colors46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6.xml"/><Relationship Id="rId5" Type="http://schemas.openxmlformats.org/officeDocument/2006/relationships/diagramLayout" Target="../diagrams/layout46.xml"/><Relationship Id="rId4" Type="http://schemas.openxmlformats.org/officeDocument/2006/relationships/diagramData" Target="../diagrams/data46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7.xml"/><Relationship Id="rId3" Type="http://schemas.openxmlformats.org/officeDocument/2006/relationships/image" Target="../media/image71.png"/><Relationship Id="rId7" Type="http://schemas.openxmlformats.org/officeDocument/2006/relationships/diagramQuickStyle" Target="../diagrams/quickStyle47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7.xml"/><Relationship Id="rId5" Type="http://schemas.openxmlformats.org/officeDocument/2006/relationships/diagramData" Target="../diagrams/data47.xml"/><Relationship Id="rId4" Type="http://schemas.openxmlformats.org/officeDocument/2006/relationships/image" Target="../media/image72.png"/><Relationship Id="rId9" Type="http://schemas.microsoft.com/office/2007/relationships/diagramDrawing" Target="../diagrams/drawing4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Data" Target="../diagrams/data48.xml"/><Relationship Id="rId7" Type="http://schemas.microsoft.com/office/2007/relationships/diagramDrawing" Target="../diagrams/drawing48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8.xml"/><Relationship Id="rId5" Type="http://schemas.openxmlformats.org/officeDocument/2006/relationships/diagramQuickStyle" Target="../diagrams/quickStyle48.xml"/><Relationship Id="rId4" Type="http://schemas.openxmlformats.org/officeDocument/2006/relationships/diagramLayout" Target="../diagrams/layout48.xml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9.xml"/><Relationship Id="rId3" Type="http://schemas.openxmlformats.org/officeDocument/2006/relationships/image" Target="../media/image73.png"/><Relationship Id="rId7" Type="http://schemas.openxmlformats.org/officeDocument/2006/relationships/diagramColors" Target="../diagrams/colors49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9.xml"/><Relationship Id="rId5" Type="http://schemas.openxmlformats.org/officeDocument/2006/relationships/diagramLayout" Target="../diagrams/layout49.xml"/><Relationship Id="rId4" Type="http://schemas.openxmlformats.org/officeDocument/2006/relationships/diagramData" Target="../diagrams/data4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0.xml"/><Relationship Id="rId5" Type="http://schemas.openxmlformats.org/officeDocument/2006/relationships/diagramQuickStyle" Target="../diagrams/quickStyle50.xml"/><Relationship Id="rId4" Type="http://schemas.openxmlformats.org/officeDocument/2006/relationships/diagramLayout" Target="../diagrams/layout5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2.xml"/><Relationship Id="rId5" Type="http://schemas.openxmlformats.org/officeDocument/2006/relationships/diagramQuickStyle" Target="../diagrams/quickStyle52.xml"/><Relationship Id="rId4" Type="http://schemas.openxmlformats.org/officeDocument/2006/relationships/diagramLayout" Target="../diagrams/layout5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baidu.com/pages/viewpage.action?pageId=118523093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hyperlink" Target="mailto:icode-ts@baidu.com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4" Type="http://schemas.openxmlformats.org/officeDocument/2006/relationships/diagramLayout" Target="../diagrams/layout53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Relationship Id="rId9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diagramData" Target="../diagrams/data56.xml"/><Relationship Id="rId7" Type="http://schemas.microsoft.com/office/2007/relationships/diagramDrawing" Target="../diagrams/drawing56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6.xml"/><Relationship Id="rId5" Type="http://schemas.openxmlformats.org/officeDocument/2006/relationships/diagramQuickStyle" Target="../diagrams/quickStyle56.xml"/><Relationship Id="rId10" Type="http://schemas.openxmlformats.org/officeDocument/2006/relationships/image" Target="../media/image82.png"/><Relationship Id="rId4" Type="http://schemas.openxmlformats.org/officeDocument/2006/relationships/diagramLayout" Target="../diagrams/layout56.xml"/><Relationship Id="rId9" Type="http://schemas.openxmlformats.org/officeDocument/2006/relationships/image" Target="../media/image8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hyperlink" Target="http://wiki.baidu.com/pages/viewpage.action?pageId=158561807" TargetMode="External"/><Relationship Id="rId3" Type="http://schemas.openxmlformats.org/officeDocument/2006/relationships/diagramData" Target="../diagrams/data57.xml"/><Relationship Id="rId7" Type="http://schemas.microsoft.com/office/2007/relationships/diagramDrawing" Target="../diagrams/drawing57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7.xml"/><Relationship Id="rId5" Type="http://schemas.openxmlformats.org/officeDocument/2006/relationships/diagramQuickStyle" Target="../diagrams/quickStyle57.xml"/><Relationship Id="rId4" Type="http://schemas.openxmlformats.org/officeDocument/2006/relationships/diagramLayout" Target="../diagrams/layout57.xml"/><Relationship Id="rId9" Type="http://schemas.openxmlformats.org/officeDocument/2006/relationships/image" Target="../media/image8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diagramData" Target="../diagrams/data58.xml"/><Relationship Id="rId7" Type="http://schemas.microsoft.com/office/2007/relationships/diagramDrawing" Target="../diagrams/drawing58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8.xml"/><Relationship Id="rId5" Type="http://schemas.openxmlformats.org/officeDocument/2006/relationships/diagramQuickStyle" Target="../diagrams/quickStyle58.xml"/><Relationship Id="rId4" Type="http://schemas.openxmlformats.org/officeDocument/2006/relationships/diagramLayout" Target="../diagrams/layout5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diagramData" Target="../diagrams/data59.xml"/><Relationship Id="rId7" Type="http://schemas.microsoft.com/office/2007/relationships/diagramDrawing" Target="../diagrams/drawing59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9.xml"/><Relationship Id="rId5" Type="http://schemas.openxmlformats.org/officeDocument/2006/relationships/diagramQuickStyle" Target="../diagrams/quickStyle59.xml"/><Relationship Id="rId4" Type="http://schemas.openxmlformats.org/officeDocument/2006/relationships/diagramLayout" Target="../diagrams/layout59.xml"/><Relationship Id="rId9" Type="http://schemas.openxmlformats.org/officeDocument/2006/relationships/image" Target="../media/image8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diagramData" Target="../diagrams/data60.xml"/><Relationship Id="rId7" Type="http://schemas.microsoft.com/office/2007/relationships/diagramDrawing" Target="../diagrams/drawing60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0.xml"/><Relationship Id="rId5" Type="http://schemas.openxmlformats.org/officeDocument/2006/relationships/diagramQuickStyle" Target="../diagrams/quickStyle60.xml"/><Relationship Id="rId4" Type="http://schemas.openxmlformats.org/officeDocument/2006/relationships/diagramLayout" Target="../diagrams/layout60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diagramData" Target="../diagrams/data61.xml"/><Relationship Id="rId7" Type="http://schemas.microsoft.com/office/2007/relationships/diagramDrawing" Target="../diagrams/drawing61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1.xml"/><Relationship Id="rId11" Type="http://schemas.openxmlformats.org/officeDocument/2006/relationships/image" Target="../media/image91.png"/><Relationship Id="rId5" Type="http://schemas.openxmlformats.org/officeDocument/2006/relationships/diagramQuickStyle" Target="../diagrams/quickStyle61.xml"/><Relationship Id="rId10" Type="http://schemas.openxmlformats.org/officeDocument/2006/relationships/image" Target="../media/image90.png"/><Relationship Id="rId4" Type="http://schemas.openxmlformats.org/officeDocument/2006/relationships/diagramLayout" Target="../diagrams/layout61.xml"/><Relationship Id="rId9" Type="http://schemas.openxmlformats.org/officeDocument/2006/relationships/image" Target="../media/image8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diagramData" Target="../diagrams/data62.xml"/><Relationship Id="rId7" Type="http://schemas.microsoft.com/office/2007/relationships/diagramDrawing" Target="../diagrams/drawing62.xml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2.xml"/><Relationship Id="rId11" Type="http://schemas.openxmlformats.org/officeDocument/2006/relationships/image" Target="../media/image95.png"/><Relationship Id="rId5" Type="http://schemas.openxmlformats.org/officeDocument/2006/relationships/diagramQuickStyle" Target="../diagrams/quickStyle62.xml"/><Relationship Id="rId10" Type="http://schemas.openxmlformats.org/officeDocument/2006/relationships/image" Target="../media/image94.png"/><Relationship Id="rId4" Type="http://schemas.openxmlformats.org/officeDocument/2006/relationships/diagramLayout" Target="../diagrams/layout62.xml"/><Relationship Id="rId9" Type="http://schemas.openxmlformats.org/officeDocument/2006/relationships/image" Target="../media/image93.png"/></Relationships>
</file>

<file path=ppt/slides/_rels/slide8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3.xml"/><Relationship Id="rId3" Type="http://schemas.openxmlformats.org/officeDocument/2006/relationships/image" Target="../media/image97.png"/><Relationship Id="rId7" Type="http://schemas.openxmlformats.org/officeDocument/2006/relationships/diagramColors" Target="../diagrams/colors63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3.xml"/><Relationship Id="rId5" Type="http://schemas.openxmlformats.org/officeDocument/2006/relationships/diagramLayout" Target="../diagrams/layout63.xml"/><Relationship Id="rId4" Type="http://schemas.openxmlformats.org/officeDocument/2006/relationships/diagramData" Target="../diagrams/data63.xml"/><Relationship Id="rId9" Type="http://schemas.openxmlformats.org/officeDocument/2006/relationships/image" Target="../media/image98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diagramData" Target="../diagrams/data64.xml"/><Relationship Id="rId7" Type="http://schemas.microsoft.com/office/2007/relationships/diagramDrawing" Target="../diagrams/drawing64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4.xml"/><Relationship Id="rId5" Type="http://schemas.openxmlformats.org/officeDocument/2006/relationships/diagramQuickStyle" Target="../diagrams/quickStyle64.xml"/><Relationship Id="rId4" Type="http://schemas.openxmlformats.org/officeDocument/2006/relationships/diagramLayout" Target="../diagrams/layout6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5.xml"/><Relationship Id="rId7" Type="http://schemas.microsoft.com/office/2007/relationships/diagramDrawing" Target="../diagrams/drawing65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5.xml"/><Relationship Id="rId5" Type="http://schemas.openxmlformats.org/officeDocument/2006/relationships/diagramQuickStyle" Target="../diagrams/quickStyle65.xml"/><Relationship Id="rId4" Type="http://schemas.openxmlformats.org/officeDocument/2006/relationships/diagramLayout" Target="../diagrams/layout65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diagramData" Target="../diagrams/data66.xml"/><Relationship Id="rId7" Type="http://schemas.microsoft.com/office/2007/relationships/diagramDrawing" Target="../diagrams/drawing66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6.xml"/><Relationship Id="rId5" Type="http://schemas.openxmlformats.org/officeDocument/2006/relationships/diagramQuickStyle" Target="../diagrams/quickStyle66.xml"/><Relationship Id="rId4" Type="http://schemas.openxmlformats.org/officeDocument/2006/relationships/diagramLayout" Target="../diagrams/layout66.xml"/><Relationship Id="rId9" Type="http://schemas.openxmlformats.org/officeDocument/2006/relationships/image" Target="../media/image101.png"/></Relationships>
</file>

<file path=ppt/slides/_rels/slide8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7.xml"/><Relationship Id="rId3" Type="http://schemas.openxmlformats.org/officeDocument/2006/relationships/image" Target="../media/image102.png"/><Relationship Id="rId7" Type="http://schemas.openxmlformats.org/officeDocument/2006/relationships/diagramColors" Target="../diagrams/colors67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7.xml"/><Relationship Id="rId5" Type="http://schemas.openxmlformats.org/officeDocument/2006/relationships/diagramLayout" Target="../diagrams/layout67.xml"/><Relationship Id="rId4" Type="http://schemas.openxmlformats.org/officeDocument/2006/relationships/diagramData" Target="../diagrams/data67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8.xml"/><Relationship Id="rId3" Type="http://schemas.openxmlformats.org/officeDocument/2006/relationships/image" Target="../media/image103.png"/><Relationship Id="rId7" Type="http://schemas.openxmlformats.org/officeDocument/2006/relationships/diagramQuickStyle" Target="../diagrams/quickStyle68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8.xml"/><Relationship Id="rId5" Type="http://schemas.openxmlformats.org/officeDocument/2006/relationships/diagramData" Target="../diagrams/data68.xml"/><Relationship Id="rId4" Type="http://schemas.openxmlformats.org/officeDocument/2006/relationships/image" Target="../media/image17.png"/><Relationship Id="rId9" Type="http://schemas.microsoft.com/office/2007/relationships/diagramDrawing" Target="../diagrams/drawing68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diagramData" Target="../diagrams/data69.xml"/><Relationship Id="rId7" Type="http://schemas.microsoft.com/office/2007/relationships/diagramDrawing" Target="../diagrams/drawing69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9.xml"/><Relationship Id="rId5" Type="http://schemas.openxmlformats.org/officeDocument/2006/relationships/diagramQuickStyle" Target="../diagrams/quickStyle69.xml"/><Relationship Id="rId4" Type="http://schemas.openxmlformats.org/officeDocument/2006/relationships/diagramLayout" Target="../diagrams/layout69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diagramData" Target="../diagrams/data70.xml"/><Relationship Id="rId7" Type="http://schemas.microsoft.com/office/2007/relationships/diagramDrawing" Target="../diagrams/drawing70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0.xml"/><Relationship Id="rId5" Type="http://schemas.openxmlformats.org/officeDocument/2006/relationships/diagramQuickStyle" Target="../diagrams/quickStyle70.xml"/><Relationship Id="rId4" Type="http://schemas.openxmlformats.org/officeDocument/2006/relationships/diagramLayout" Target="../diagrams/layout70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diagramData" Target="../diagrams/data71.xml"/><Relationship Id="rId7" Type="http://schemas.microsoft.com/office/2007/relationships/diagramDrawing" Target="../diagrams/drawing71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1.xml"/><Relationship Id="rId5" Type="http://schemas.openxmlformats.org/officeDocument/2006/relationships/diagramQuickStyle" Target="../diagrams/quickStyle71.xml"/><Relationship Id="rId10" Type="http://schemas.openxmlformats.org/officeDocument/2006/relationships/image" Target="../media/image108.png"/><Relationship Id="rId4" Type="http://schemas.openxmlformats.org/officeDocument/2006/relationships/diagramLayout" Target="../diagrams/layout71.xml"/><Relationship Id="rId9" Type="http://schemas.openxmlformats.org/officeDocument/2006/relationships/image" Target="../media/image107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baidu.com/pages/viewpage.action?pageId=158561726" TargetMode="Externa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58468" y="3654003"/>
            <a:ext cx="4104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百度研发工具链</a:t>
            </a:r>
            <a:endParaRPr lang="en-US" altLang="zh-CN" sz="4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工程效率部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(EE)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74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课程目标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839951" y="1277739"/>
            <a:ext cx="93305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工程能力地图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在各研发环节的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优秀实践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 百度软件研发流程，包括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需求、开发、交付 </a:t>
            </a:r>
            <a:r>
              <a:rPr lang="en-US" altLang="zh-CN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个研发阶段</a:t>
            </a:r>
            <a:endParaRPr lang="en-US" altLang="zh-CN" sz="20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 百度研发工具链配套工具 的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使用方法</a:t>
            </a: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iCafe</a:t>
            </a: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iCode</a:t>
            </a: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Agile</a:t>
            </a: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bcloud</a:t>
            </a:r>
            <a:r>
              <a:rPr lang="zh-CN" altLang="en-US" sz="20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0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697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275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软件交付过程中的问题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7" name="组 6"/>
          <p:cNvGrpSpPr/>
          <p:nvPr/>
        </p:nvGrpSpPr>
        <p:grpSpPr>
          <a:xfrm>
            <a:off x="378148" y="845691"/>
            <a:ext cx="9822308" cy="4449954"/>
            <a:chOff x="863921" y="1002631"/>
            <a:chExt cx="10704687" cy="4797070"/>
          </a:xfrm>
        </p:grpSpPr>
        <p:pic>
          <p:nvPicPr>
            <p:cNvPr id="8" name="Picture 97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272" y="2896363"/>
              <a:ext cx="1549739" cy="1465650"/>
            </a:xfrm>
            <a:prstGeom prst="rect">
              <a:avLst/>
            </a:prstGeom>
          </p:spPr>
        </p:pic>
        <p:grpSp>
          <p:nvGrpSpPr>
            <p:cNvPr id="11" name="Group 99"/>
            <p:cNvGrpSpPr/>
            <p:nvPr/>
          </p:nvGrpSpPr>
          <p:grpSpPr>
            <a:xfrm>
              <a:off x="4181643" y="2968367"/>
              <a:ext cx="1324629" cy="1149590"/>
              <a:chOff x="-1461071" y="3707294"/>
              <a:chExt cx="1682303" cy="1836892"/>
            </a:xfrm>
            <a:solidFill>
              <a:schemeClr val="bg1">
                <a:lumMod val="85000"/>
              </a:schemeClr>
            </a:solidFill>
          </p:grpSpPr>
          <p:sp>
            <p:nvSpPr>
              <p:cNvPr id="37" name="Freeform 21"/>
              <p:cNvSpPr>
                <a:spLocks/>
              </p:cNvSpPr>
              <p:nvPr/>
            </p:nvSpPr>
            <p:spPr bwMode="auto">
              <a:xfrm>
                <a:off x="-1361042" y="4825797"/>
                <a:ext cx="763856" cy="718389"/>
              </a:xfrm>
              <a:custGeom>
                <a:avLst/>
                <a:gdLst>
                  <a:gd name="T0" fmla="*/ 168 w 168"/>
                  <a:gd name="T1" fmla="*/ 158 h 158"/>
                  <a:gd name="T2" fmla="*/ 168 w 168"/>
                  <a:gd name="T3" fmla="*/ 158 h 158"/>
                  <a:gd name="T4" fmla="*/ 116 w 168"/>
                  <a:gd name="T5" fmla="*/ 158 h 158"/>
                  <a:gd name="T6" fmla="*/ 116 w 168"/>
                  <a:gd name="T7" fmla="*/ 158 h 158"/>
                  <a:gd name="T8" fmla="*/ 116 w 168"/>
                  <a:gd name="T9" fmla="*/ 52 h 158"/>
                  <a:gd name="T10" fmla="*/ 116 w 168"/>
                  <a:gd name="T11" fmla="*/ 52 h 158"/>
                  <a:gd name="T12" fmla="*/ 72 w 168"/>
                  <a:gd name="T13" fmla="*/ 52 h 158"/>
                  <a:gd name="T14" fmla="*/ 72 w 168"/>
                  <a:gd name="T15" fmla="*/ 52 h 158"/>
                  <a:gd name="T16" fmla="*/ 52 w 168"/>
                  <a:gd name="T17" fmla="*/ 52 h 158"/>
                  <a:gd name="T18" fmla="*/ 30 w 168"/>
                  <a:gd name="T19" fmla="*/ 52 h 158"/>
                  <a:gd name="T20" fmla="*/ 30 w 168"/>
                  <a:gd name="T21" fmla="*/ 52 h 158"/>
                  <a:gd name="T22" fmla="*/ 22 w 168"/>
                  <a:gd name="T23" fmla="*/ 52 h 158"/>
                  <a:gd name="T24" fmla="*/ 18 w 168"/>
                  <a:gd name="T25" fmla="*/ 50 h 158"/>
                  <a:gd name="T26" fmla="*/ 12 w 168"/>
                  <a:gd name="T27" fmla="*/ 48 h 158"/>
                  <a:gd name="T28" fmla="*/ 8 w 168"/>
                  <a:gd name="T29" fmla="*/ 46 h 158"/>
                  <a:gd name="T30" fmla="*/ 4 w 168"/>
                  <a:gd name="T31" fmla="*/ 36 h 158"/>
                  <a:gd name="T32" fmla="*/ 0 w 168"/>
                  <a:gd name="T33" fmla="*/ 26 h 158"/>
                  <a:gd name="T34" fmla="*/ 0 w 168"/>
                  <a:gd name="T35" fmla="*/ 26 h 158"/>
                  <a:gd name="T36" fmla="*/ 0 w 168"/>
                  <a:gd name="T37" fmla="*/ 14 h 158"/>
                  <a:gd name="T38" fmla="*/ 0 w 168"/>
                  <a:gd name="T39" fmla="*/ 2 h 158"/>
                  <a:gd name="T40" fmla="*/ 0 w 168"/>
                  <a:gd name="T41" fmla="*/ 2 h 158"/>
                  <a:gd name="T42" fmla="*/ 8 w 168"/>
                  <a:gd name="T43" fmla="*/ 0 h 158"/>
                  <a:gd name="T44" fmla="*/ 8 w 168"/>
                  <a:gd name="T45" fmla="*/ 0 h 158"/>
                  <a:gd name="T46" fmla="*/ 136 w 168"/>
                  <a:gd name="T47" fmla="*/ 0 h 158"/>
                  <a:gd name="T48" fmla="*/ 136 w 168"/>
                  <a:gd name="T49" fmla="*/ 0 h 158"/>
                  <a:gd name="T50" fmla="*/ 144 w 168"/>
                  <a:gd name="T51" fmla="*/ 2 h 158"/>
                  <a:gd name="T52" fmla="*/ 152 w 168"/>
                  <a:gd name="T53" fmla="*/ 4 h 158"/>
                  <a:gd name="T54" fmla="*/ 152 w 168"/>
                  <a:gd name="T55" fmla="*/ 4 h 158"/>
                  <a:gd name="T56" fmla="*/ 160 w 168"/>
                  <a:gd name="T57" fmla="*/ 6 h 158"/>
                  <a:gd name="T58" fmla="*/ 164 w 168"/>
                  <a:gd name="T59" fmla="*/ 12 h 158"/>
                  <a:gd name="T60" fmla="*/ 166 w 168"/>
                  <a:gd name="T61" fmla="*/ 18 h 158"/>
                  <a:gd name="T62" fmla="*/ 168 w 168"/>
                  <a:gd name="T63" fmla="*/ 26 h 158"/>
                  <a:gd name="T64" fmla="*/ 168 w 168"/>
                  <a:gd name="T65" fmla="*/ 26 h 158"/>
                  <a:gd name="T66" fmla="*/ 168 w 168"/>
                  <a:gd name="T67" fmla="*/ 150 h 158"/>
                  <a:gd name="T68" fmla="*/ 168 w 168"/>
                  <a:gd name="T69" fmla="*/ 150 h 158"/>
                  <a:gd name="T70" fmla="*/ 168 w 168"/>
                  <a:gd name="T71" fmla="*/ 158 h 158"/>
                  <a:gd name="T72" fmla="*/ 168 w 168"/>
                  <a:gd name="T73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8" h="158">
                    <a:moveTo>
                      <a:pt x="168" y="158"/>
                    </a:moveTo>
                    <a:lnTo>
                      <a:pt x="168" y="158"/>
                    </a:lnTo>
                    <a:lnTo>
                      <a:pt x="116" y="158"/>
                    </a:lnTo>
                    <a:lnTo>
                      <a:pt x="116" y="158"/>
                    </a:lnTo>
                    <a:lnTo>
                      <a:pt x="116" y="52"/>
                    </a:lnTo>
                    <a:lnTo>
                      <a:pt x="116" y="52"/>
                    </a:lnTo>
                    <a:lnTo>
                      <a:pt x="72" y="52"/>
                    </a:lnTo>
                    <a:lnTo>
                      <a:pt x="72" y="52"/>
                    </a:lnTo>
                    <a:lnTo>
                      <a:pt x="52" y="52"/>
                    </a:lnTo>
                    <a:lnTo>
                      <a:pt x="30" y="52"/>
                    </a:lnTo>
                    <a:lnTo>
                      <a:pt x="30" y="52"/>
                    </a:lnTo>
                    <a:lnTo>
                      <a:pt x="22" y="52"/>
                    </a:lnTo>
                    <a:lnTo>
                      <a:pt x="18" y="50"/>
                    </a:lnTo>
                    <a:lnTo>
                      <a:pt x="12" y="48"/>
                    </a:lnTo>
                    <a:lnTo>
                      <a:pt x="8" y="46"/>
                    </a:lnTo>
                    <a:lnTo>
                      <a:pt x="4" y="36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1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136" y="0"/>
                    </a:lnTo>
                    <a:lnTo>
                      <a:pt x="136" y="0"/>
                    </a:lnTo>
                    <a:lnTo>
                      <a:pt x="144" y="2"/>
                    </a:lnTo>
                    <a:lnTo>
                      <a:pt x="152" y="4"/>
                    </a:lnTo>
                    <a:lnTo>
                      <a:pt x="152" y="4"/>
                    </a:lnTo>
                    <a:lnTo>
                      <a:pt x="160" y="6"/>
                    </a:lnTo>
                    <a:lnTo>
                      <a:pt x="164" y="12"/>
                    </a:lnTo>
                    <a:lnTo>
                      <a:pt x="166" y="18"/>
                    </a:lnTo>
                    <a:lnTo>
                      <a:pt x="168" y="26"/>
                    </a:lnTo>
                    <a:lnTo>
                      <a:pt x="168" y="26"/>
                    </a:lnTo>
                    <a:lnTo>
                      <a:pt x="168" y="150"/>
                    </a:lnTo>
                    <a:lnTo>
                      <a:pt x="168" y="150"/>
                    </a:lnTo>
                    <a:lnTo>
                      <a:pt x="168" y="158"/>
                    </a:lnTo>
                    <a:lnTo>
                      <a:pt x="16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8" name="Freeform 24"/>
              <p:cNvSpPr>
                <a:spLocks/>
              </p:cNvSpPr>
              <p:nvPr/>
            </p:nvSpPr>
            <p:spPr bwMode="auto">
              <a:xfrm>
                <a:off x="-1461071" y="4252905"/>
                <a:ext cx="600173" cy="1291281"/>
              </a:xfrm>
              <a:custGeom>
                <a:avLst/>
                <a:gdLst>
                  <a:gd name="T0" fmla="*/ 0 w 132"/>
                  <a:gd name="T1" fmla="*/ 0 h 284"/>
                  <a:gd name="T2" fmla="*/ 0 w 132"/>
                  <a:gd name="T3" fmla="*/ 0 h 284"/>
                  <a:gd name="T4" fmla="*/ 16 w 132"/>
                  <a:gd name="T5" fmla="*/ 0 h 284"/>
                  <a:gd name="T6" fmla="*/ 16 w 132"/>
                  <a:gd name="T7" fmla="*/ 0 h 284"/>
                  <a:gd name="T8" fmla="*/ 16 w 132"/>
                  <a:gd name="T9" fmla="*/ 182 h 284"/>
                  <a:gd name="T10" fmla="*/ 16 w 132"/>
                  <a:gd name="T11" fmla="*/ 182 h 284"/>
                  <a:gd name="T12" fmla="*/ 132 w 132"/>
                  <a:gd name="T13" fmla="*/ 182 h 284"/>
                  <a:gd name="T14" fmla="*/ 132 w 132"/>
                  <a:gd name="T15" fmla="*/ 182 h 284"/>
                  <a:gd name="T16" fmla="*/ 132 w 132"/>
                  <a:gd name="T17" fmla="*/ 284 h 284"/>
                  <a:gd name="T18" fmla="*/ 132 w 132"/>
                  <a:gd name="T19" fmla="*/ 284 h 284"/>
                  <a:gd name="T20" fmla="*/ 116 w 132"/>
                  <a:gd name="T21" fmla="*/ 284 h 284"/>
                  <a:gd name="T22" fmla="*/ 116 w 132"/>
                  <a:gd name="T23" fmla="*/ 284 h 284"/>
                  <a:gd name="T24" fmla="*/ 116 w 132"/>
                  <a:gd name="T25" fmla="*/ 214 h 284"/>
                  <a:gd name="T26" fmla="*/ 116 w 132"/>
                  <a:gd name="T27" fmla="*/ 214 h 284"/>
                  <a:gd name="T28" fmla="*/ 16 w 132"/>
                  <a:gd name="T29" fmla="*/ 214 h 284"/>
                  <a:gd name="T30" fmla="*/ 16 w 132"/>
                  <a:gd name="T31" fmla="*/ 214 h 284"/>
                  <a:gd name="T32" fmla="*/ 16 w 132"/>
                  <a:gd name="T33" fmla="*/ 284 h 284"/>
                  <a:gd name="T34" fmla="*/ 16 w 132"/>
                  <a:gd name="T35" fmla="*/ 284 h 284"/>
                  <a:gd name="T36" fmla="*/ 0 w 132"/>
                  <a:gd name="T37" fmla="*/ 284 h 284"/>
                  <a:gd name="T38" fmla="*/ 0 w 132"/>
                  <a:gd name="T39" fmla="*/ 284 h 284"/>
                  <a:gd name="T40" fmla="*/ 0 w 132"/>
                  <a:gd name="T41" fmla="*/ 0 h 284"/>
                  <a:gd name="T42" fmla="*/ 0 w 132"/>
                  <a:gd name="T43" fmla="*/ 0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2" h="284">
                    <a:moveTo>
                      <a:pt x="0" y="0"/>
                    </a:moveTo>
                    <a:lnTo>
                      <a:pt x="0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6" y="182"/>
                    </a:lnTo>
                    <a:lnTo>
                      <a:pt x="16" y="182"/>
                    </a:lnTo>
                    <a:lnTo>
                      <a:pt x="132" y="182"/>
                    </a:lnTo>
                    <a:lnTo>
                      <a:pt x="132" y="182"/>
                    </a:lnTo>
                    <a:lnTo>
                      <a:pt x="132" y="284"/>
                    </a:lnTo>
                    <a:lnTo>
                      <a:pt x="132" y="284"/>
                    </a:lnTo>
                    <a:lnTo>
                      <a:pt x="116" y="284"/>
                    </a:lnTo>
                    <a:lnTo>
                      <a:pt x="116" y="284"/>
                    </a:lnTo>
                    <a:lnTo>
                      <a:pt x="116" y="214"/>
                    </a:lnTo>
                    <a:lnTo>
                      <a:pt x="116" y="214"/>
                    </a:lnTo>
                    <a:lnTo>
                      <a:pt x="16" y="214"/>
                    </a:lnTo>
                    <a:lnTo>
                      <a:pt x="16" y="214"/>
                    </a:lnTo>
                    <a:lnTo>
                      <a:pt x="16" y="284"/>
                    </a:lnTo>
                    <a:lnTo>
                      <a:pt x="16" y="284"/>
                    </a:lnTo>
                    <a:lnTo>
                      <a:pt x="0" y="284"/>
                    </a:lnTo>
                    <a:lnTo>
                      <a:pt x="0" y="2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39" name="Freeform 26"/>
              <p:cNvSpPr>
                <a:spLocks/>
              </p:cNvSpPr>
              <p:nvPr/>
            </p:nvSpPr>
            <p:spPr bwMode="auto">
              <a:xfrm>
                <a:off x="-1279200" y="4243812"/>
                <a:ext cx="663828" cy="454676"/>
              </a:xfrm>
              <a:custGeom>
                <a:avLst/>
                <a:gdLst>
                  <a:gd name="T0" fmla="*/ 46 w 146"/>
                  <a:gd name="T1" fmla="*/ 54 h 100"/>
                  <a:gd name="T2" fmla="*/ 46 w 146"/>
                  <a:gd name="T3" fmla="*/ 54 h 100"/>
                  <a:gd name="T4" fmla="*/ 114 w 146"/>
                  <a:gd name="T5" fmla="*/ 38 h 100"/>
                  <a:gd name="T6" fmla="*/ 114 w 146"/>
                  <a:gd name="T7" fmla="*/ 38 h 100"/>
                  <a:gd name="T8" fmla="*/ 126 w 146"/>
                  <a:gd name="T9" fmla="*/ 36 h 100"/>
                  <a:gd name="T10" fmla="*/ 134 w 146"/>
                  <a:gd name="T11" fmla="*/ 38 h 100"/>
                  <a:gd name="T12" fmla="*/ 142 w 146"/>
                  <a:gd name="T13" fmla="*/ 42 h 100"/>
                  <a:gd name="T14" fmla="*/ 146 w 146"/>
                  <a:gd name="T15" fmla="*/ 50 h 100"/>
                  <a:gd name="T16" fmla="*/ 146 w 146"/>
                  <a:gd name="T17" fmla="*/ 50 h 100"/>
                  <a:gd name="T18" fmla="*/ 146 w 146"/>
                  <a:gd name="T19" fmla="*/ 60 h 100"/>
                  <a:gd name="T20" fmla="*/ 142 w 146"/>
                  <a:gd name="T21" fmla="*/ 66 h 100"/>
                  <a:gd name="T22" fmla="*/ 134 w 146"/>
                  <a:gd name="T23" fmla="*/ 72 h 100"/>
                  <a:gd name="T24" fmla="*/ 124 w 146"/>
                  <a:gd name="T25" fmla="*/ 78 h 100"/>
                  <a:gd name="T26" fmla="*/ 124 w 146"/>
                  <a:gd name="T27" fmla="*/ 78 h 100"/>
                  <a:gd name="T28" fmla="*/ 36 w 146"/>
                  <a:gd name="T29" fmla="*/ 98 h 100"/>
                  <a:gd name="T30" fmla="*/ 36 w 146"/>
                  <a:gd name="T31" fmla="*/ 98 h 100"/>
                  <a:gd name="T32" fmla="*/ 26 w 146"/>
                  <a:gd name="T33" fmla="*/ 100 h 100"/>
                  <a:gd name="T34" fmla="*/ 16 w 146"/>
                  <a:gd name="T35" fmla="*/ 96 h 100"/>
                  <a:gd name="T36" fmla="*/ 10 w 146"/>
                  <a:gd name="T37" fmla="*/ 88 h 100"/>
                  <a:gd name="T38" fmla="*/ 8 w 146"/>
                  <a:gd name="T39" fmla="*/ 78 h 100"/>
                  <a:gd name="T40" fmla="*/ 8 w 146"/>
                  <a:gd name="T41" fmla="*/ 78 h 100"/>
                  <a:gd name="T42" fmla="*/ 0 w 146"/>
                  <a:gd name="T43" fmla="*/ 26 h 100"/>
                  <a:gd name="T44" fmla="*/ 0 w 146"/>
                  <a:gd name="T45" fmla="*/ 26 h 100"/>
                  <a:gd name="T46" fmla="*/ 0 w 146"/>
                  <a:gd name="T47" fmla="*/ 16 h 100"/>
                  <a:gd name="T48" fmla="*/ 4 w 146"/>
                  <a:gd name="T49" fmla="*/ 8 h 100"/>
                  <a:gd name="T50" fmla="*/ 10 w 146"/>
                  <a:gd name="T51" fmla="*/ 2 h 100"/>
                  <a:gd name="T52" fmla="*/ 18 w 146"/>
                  <a:gd name="T53" fmla="*/ 0 h 100"/>
                  <a:gd name="T54" fmla="*/ 18 w 146"/>
                  <a:gd name="T55" fmla="*/ 0 h 100"/>
                  <a:gd name="T56" fmla="*/ 26 w 146"/>
                  <a:gd name="T57" fmla="*/ 0 h 100"/>
                  <a:gd name="T58" fmla="*/ 34 w 146"/>
                  <a:gd name="T59" fmla="*/ 4 h 100"/>
                  <a:gd name="T60" fmla="*/ 40 w 146"/>
                  <a:gd name="T61" fmla="*/ 12 h 100"/>
                  <a:gd name="T62" fmla="*/ 42 w 146"/>
                  <a:gd name="T63" fmla="*/ 20 h 100"/>
                  <a:gd name="T64" fmla="*/ 42 w 146"/>
                  <a:gd name="T65" fmla="*/ 20 h 100"/>
                  <a:gd name="T66" fmla="*/ 46 w 146"/>
                  <a:gd name="T67" fmla="*/ 54 h 100"/>
                  <a:gd name="T68" fmla="*/ 46 w 146"/>
                  <a:gd name="T69" fmla="*/ 5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6" h="100">
                    <a:moveTo>
                      <a:pt x="46" y="54"/>
                    </a:moveTo>
                    <a:lnTo>
                      <a:pt x="46" y="54"/>
                    </a:lnTo>
                    <a:lnTo>
                      <a:pt x="114" y="38"/>
                    </a:lnTo>
                    <a:lnTo>
                      <a:pt x="114" y="38"/>
                    </a:lnTo>
                    <a:lnTo>
                      <a:pt x="126" y="36"/>
                    </a:lnTo>
                    <a:lnTo>
                      <a:pt x="134" y="38"/>
                    </a:lnTo>
                    <a:lnTo>
                      <a:pt x="142" y="42"/>
                    </a:lnTo>
                    <a:lnTo>
                      <a:pt x="146" y="50"/>
                    </a:lnTo>
                    <a:lnTo>
                      <a:pt x="146" y="50"/>
                    </a:lnTo>
                    <a:lnTo>
                      <a:pt x="146" y="60"/>
                    </a:lnTo>
                    <a:lnTo>
                      <a:pt x="142" y="66"/>
                    </a:lnTo>
                    <a:lnTo>
                      <a:pt x="134" y="72"/>
                    </a:lnTo>
                    <a:lnTo>
                      <a:pt x="124" y="78"/>
                    </a:lnTo>
                    <a:lnTo>
                      <a:pt x="124" y="78"/>
                    </a:lnTo>
                    <a:lnTo>
                      <a:pt x="36" y="98"/>
                    </a:lnTo>
                    <a:lnTo>
                      <a:pt x="36" y="98"/>
                    </a:lnTo>
                    <a:lnTo>
                      <a:pt x="26" y="100"/>
                    </a:lnTo>
                    <a:lnTo>
                      <a:pt x="16" y="96"/>
                    </a:lnTo>
                    <a:lnTo>
                      <a:pt x="10" y="88"/>
                    </a:lnTo>
                    <a:lnTo>
                      <a:pt x="8" y="78"/>
                    </a:lnTo>
                    <a:lnTo>
                      <a:pt x="8" y="78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16"/>
                    </a:lnTo>
                    <a:lnTo>
                      <a:pt x="4" y="8"/>
                    </a:lnTo>
                    <a:lnTo>
                      <a:pt x="10" y="2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6" y="0"/>
                    </a:lnTo>
                    <a:lnTo>
                      <a:pt x="34" y="4"/>
                    </a:lnTo>
                    <a:lnTo>
                      <a:pt x="40" y="12"/>
                    </a:lnTo>
                    <a:lnTo>
                      <a:pt x="42" y="20"/>
                    </a:lnTo>
                    <a:lnTo>
                      <a:pt x="42" y="20"/>
                    </a:lnTo>
                    <a:lnTo>
                      <a:pt x="46" y="54"/>
                    </a:lnTo>
                    <a:lnTo>
                      <a:pt x="46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0" name="Freeform 28"/>
              <p:cNvSpPr>
                <a:spLocks/>
              </p:cNvSpPr>
              <p:nvPr/>
            </p:nvSpPr>
            <p:spPr bwMode="auto">
              <a:xfrm>
                <a:off x="-1324668" y="3707294"/>
                <a:ext cx="381928" cy="418302"/>
              </a:xfrm>
              <a:custGeom>
                <a:avLst/>
                <a:gdLst>
                  <a:gd name="T0" fmla="*/ 84 w 84"/>
                  <a:gd name="T1" fmla="*/ 46 h 92"/>
                  <a:gd name="T2" fmla="*/ 84 w 84"/>
                  <a:gd name="T3" fmla="*/ 46 h 92"/>
                  <a:gd name="T4" fmla="*/ 82 w 84"/>
                  <a:gd name="T5" fmla="*/ 54 h 92"/>
                  <a:gd name="T6" fmla="*/ 80 w 84"/>
                  <a:gd name="T7" fmla="*/ 64 h 92"/>
                  <a:gd name="T8" fmla="*/ 76 w 84"/>
                  <a:gd name="T9" fmla="*/ 72 h 92"/>
                  <a:gd name="T10" fmla="*/ 70 w 84"/>
                  <a:gd name="T11" fmla="*/ 78 h 92"/>
                  <a:gd name="T12" fmla="*/ 64 w 84"/>
                  <a:gd name="T13" fmla="*/ 84 h 92"/>
                  <a:gd name="T14" fmla="*/ 58 w 84"/>
                  <a:gd name="T15" fmla="*/ 88 h 92"/>
                  <a:gd name="T16" fmla="*/ 50 w 84"/>
                  <a:gd name="T17" fmla="*/ 90 h 92"/>
                  <a:gd name="T18" fmla="*/ 42 w 84"/>
                  <a:gd name="T19" fmla="*/ 92 h 92"/>
                  <a:gd name="T20" fmla="*/ 42 w 84"/>
                  <a:gd name="T21" fmla="*/ 92 h 92"/>
                  <a:gd name="T22" fmla="*/ 32 w 84"/>
                  <a:gd name="T23" fmla="*/ 90 h 92"/>
                  <a:gd name="T24" fmla="*/ 24 w 84"/>
                  <a:gd name="T25" fmla="*/ 88 h 92"/>
                  <a:gd name="T26" fmla="*/ 18 w 84"/>
                  <a:gd name="T27" fmla="*/ 84 h 92"/>
                  <a:gd name="T28" fmla="*/ 12 w 84"/>
                  <a:gd name="T29" fmla="*/ 78 h 92"/>
                  <a:gd name="T30" fmla="*/ 6 w 84"/>
                  <a:gd name="T31" fmla="*/ 70 h 92"/>
                  <a:gd name="T32" fmla="*/ 2 w 84"/>
                  <a:gd name="T33" fmla="*/ 64 h 92"/>
                  <a:gd name="T34" fmla="*/ 0 w 84"/>
                  <a:gd name="T35" fmla="*/ 54 h 92"/>
                  <a:gd name="T36" fmla="*/ 0 w 84"/>
                  <a:gd name="T37" fmla="*/ 46 h 92"/>
                  <a:gd name="T38" fmla="*/ 0 w 84"/>
                  <a:gd name="T39" fmla="*/ 46 h 92"/>
                  <a:gd name="T40" fmla="*/ 0 w 84"/>
                  <a:gd name="T41" fmla="*/ 36 h 92"/>
                  <a:gd name="T42" fmla="*/ 2 w 84"/>
                  <a:gd name="T43" fmla="*/ 28 h 92"/>
                  <a:gd name="T44" fmla="*/ 6 w 84"/>
                  <a:gd name="T45" fmla="*/ 20 h 92"/>
                  <a:gd name="T46" fmla="*/ 12 w 84"/>
                  <a:gd name="T47" fmla="*/ 14 h 92"/>
                  <a:gd name="T48" fmla="*/ 18 w 84"/>
                  <a:gd name="T49" fmla="*/ 8 h 92"/>
                  <a:gd name="T50" fmla="*/ 26 w 84"/>
                  <a:gd name="T51" fmla="*/ 4 h 92"/>
                  <a:gd name="T52" fmla="*/ 32 w 84"/>
                  <a:gd name="T53" fmla="*/ 0 h 92"/>
                  <a:gd name="T54" fmla="*/ 42 w 84"/>
                  <a:gd name="T55" fmla="*/ 0 h 92"/>
                  <a:gd name="T56" fmla="*/ 42 w 84"/>
                  <a:gd name="T57" fmla="*/ 0 h 92"/>
                  <a:gd name="T58" fmla="*/ 50 w 84"/>
                  <a:gd name="T59" fmla="*/ 0 h 92"/>
                  <a:gd name="T60" fmla="*/ 58 w 84"/>
                  <a:gd name="T61" fmla="*/ 4 h 92"/>
                  <a:gd name="T62" fmla="*/ 64 w 84"/>
                  <a:gd name="T63" fmla="*/ 8 h 92"/>
                  <a:gd name="T64" fmla="*/ 70 w 84"/>
                  <a:gd name="T65" fmla="*/ 14 h 92"/>
                  <a:gd name="T66" fmla="*/ 76 w 84"/>
                  <a:gd name="T67" fmla="*/ 20 h 92"/>
                  <a:gd name="T68" fmla="*/ 80 w 84"/>
                  <a:gd name="T69" fmla="*/ 28 h 92"/>
                  <a:gd name="T70" fmla="*/ 82 w 84"/>
                  <a:gd name="T71" fmla="*/ 36 h 92"/>
                  <a:gd name="T72" fmla="*/ 84 w 84"/>
                  <a:gd name="T73" fmla="*/ 46 h 92"/>
                  <a:gd name="T74" fmla="*/ 84 w 84"/>
                  <a:gd name="T75" fmla="*/ 46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4" h="92">
                    <a:moveTo>
                      <a:pt x="84" y="46"/>
                    </a:moveTo>
                    <a:lnTo>
                      <a:pt x="84" y="46"/>
                    </a:lnTo>
                    <a:lnTo>
                      <a:pt x="82" y="54"/>
                    </a:lnTo>
                    <a:lnTo>
                      <a:pt x="80" y="64"/>
                    </a:lnTo>
                    <a:lnTo>
                      <a:pt x="76" y="72"/>
                    </a:lnTo>
                    <a:lnTo>
                      <a:pt x="70" y="78"/>
                    </a:lnTo>
                    <a:lnTo>
                      <a:pt x="64" y="84"/>
                    </a:lnTo>
                    <a:lnTo>
                      <a:pt x="58" y="88"/>
                    </a:lnTo>
                    <a:lnTo>
                      <a:pt x="50" y="90"/>
                    </a:lnTo>
                    <a:lnTo>
                      <a:pt x="42" y="92"/>
                    </a:lnTo>
                    <a:lnTo>
                      <a:pt x="42" y="92"/>
                    </a:lnTo>
                    <a:lnTo>
                      <a:pt x="32" y="90"/>
                    </a:lnTo>
                    <a:lnTo>
                      <a:pt x="24" y="88"/>
                    </a:lnTo>
                    <a:lnTo>
                      <a:pt x="18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4"/>
                    </a:lnTo>
                    <a:lnTo>
                      <a:pt x="0" y="54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0" y="36"/>
                    </a:lnTo>
                    <a:lnTo>
                      <a:pt x="2" y="28"/>
                    </a:lnTo>
                    <a:lnTo>
                      <a:pt x="6" y="20"/>
                    </a:lnTo>
                    <a:lnTo>
                      <a:pt x="12" y="14"/>
                    </a:lnTo>
                    <a:lnTo>
                      <a:pt x="18" y="8"/>
                    </a:lnTo>
                    <a:lnTo>
                      <a:pt x="26" y="4"/>
                    </a:lnTo>
                    <a:lnTo>
                      <a:pt x="3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50" y="0"/>
                    </a:lnTo>
                    <a:lnTo>
                      <a:pt x="58" y="4"/>
                    </a:lnTo>
                    <a:lnTo>
                      <a:pt x="64" y="8"/>
                    </a:lnTo>
                    <a:lnTo>
                      <a:pt x="70" y="14"/>
                    </a:lnTo>
                    <a:lnTo>
                      <a:pt x="76" y="20"/>
                    </a:lnTo>
                    <a:lnTo>
                      <a:pt x="80" y="28"/>
                    </a:lnTo>
                    <a:lnTo>
                      <a:pt x="82" y="36"/>
                    </a:lnTo>
                    <a:lnTo>
                      <a:pt x="84" y="46"/>
                    </a:lnTo>
                    <a:lnTo>
                      <a:pt x="8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1" name="Freeform 30"/>
              <p:cNvSpPr>
                <a:spLocks/>
              </p:cNvSpPr>
              <p:nvPr/>
            </p:nvSpPr>
            <p:spPr bwMode="auto">
              <a:xfrm>
                <a:off x="-1351949" y="4143783"/>
                <a:ext cx="381928" cy="654734"/>
              </a:xfrm>
              <a:custGeom>
                <a:avLst/>
                <a:gdLst>
                  <a:gd name="T0" fmla="*/ 68 w 84"/>
                  <a:gd name="T1" fmla="*/ 70 h 144"/>
                  <a:gd name="T2" fmla="*/ 68 w 84"/>
                  <a:gd name="T3" fmla="*/ 70 h 144"/>
                  <a:gd name="T4" fmla="*/ 62 w 84"/>
                  <a:gd name="T5" fmla="*/ 38 h 144"/>
                  <a:gd name="T6" fmla="*/ 62 w 84"/>
                  <a:gd name="T7" fmla="*/ 38 h 144"/>
                  <a:gd name="T8" fmla="*/ 60 w 84"/>
                  <a:gd name="T9" fmla="*/ 28 h 144"/>
                  <a:gd name="T10" fmla="*/ 54 w 84"/>
                  <a:gd name="T11" fmla="*/ 20 h 144"/>
                  <a:gd name="T12" fmla="*/ 46 w 84"/>
                  <a:gd name="T13" fmla="*/ 16 h 144"/>
                  <a:gd name="T14" fmla="*/ 36 w 84"/>
                  <a:gd name="T15" fmla="*/ 16 h 144"/>
                  <a:gd name="T16" fmla="*/ 36 w 84"/>
                  <a:gd name="T17" fmla="*/ 16 h 144"/>
                  <a:gd name="T18" fmla="*/ 26 w 84"/>
                  <a:gd name="T19" fmla="*/ 18 h 144"/>
                  <a:gd name="T20" fmla="*/ 18 w 84"/>
                  <a:gd name="T21" fmla="*/ 24 h 144"/>
                  <a:gd name="T22" fmla="*/ 12 w 84"/>
                  <a:gd name="T23" fmla="*/ 32 h 144"/>
                  <a:gd name="T24" fmla="*/ 10 w 84"/>
                  <a:gd name="T25" fmla="*/ 36 h 144"/>
                  <a:gd name="T26" fmla="*/ 10 w 84"/>
                  <a:gd name="T27" fmla="*/ 42 h 144"/>
                  <a:gd name="T28" fmla="*/ 10 w 84"/>
                  <a:gd name="T29" fmla="*/ 42 h 144"/>
                  <a:gd name="T30" fmla="*/ 14 w 84"/>
                  <a:gd name="T31" fmla="*/ 76 h 144"/>
                  <a:gd name="T32" fmla="*/ 20 w 84"/>
                  <a:gd name="T33" fmla="*/ 108 h 144"/>
                  <a:gd name="T34" fmla="*/ 20 w 84"/>
                  <a:gd name="T35" fmla="*/ 108 h 144"/>
                  <a:gd name="T36" fmla="*/ 22 w 84"/>
                  <a:gd name="T37" fmla="*/ 114 h 144"/>
                  <a:gd name="T38" fmla="*/ 24 w 84"/>
                  <a:gd name="T39" fmla="*/ 118 h 144"/>
                  <a:gd name="T40" fmla="*/ 32 w 84"/>
                  <a:gd name="T41" fmla="*/ 124 h 144"/>
                  <a:gd name="T42" fmla="*/ 40 w 84"/>
                  <a:gd name="T43" fmla="*/ 128 h 144"/>
                  <a:gd name="T44" fmla="*/ 52 w 84"/>
                  <a:gd name="T45" fmla="*/ 128 h 144"/>
                  <a:gd name="T46" fmla="*/ 52 w 84"/>
                  <a:gd name="T47" fmla="*/ 128 h 144"/>
                  <a:gd name="T48" fmla="*/ 76 w 84"/>
                  <a:gd name="T49" fmla="*/ 122 h 144"/>
                  <a:gd name="T50" fmla="*/ 76 w 84"/>
                  <a:gd name="T51" fmla="*/ 122 h 144"/>
                  <a:gd name="T52" fmla="*/ 74 w 84"/>
                  <a:gd name="T53" fmla="*/ 144 h 144"/>
                  <a:gd name="T54" fmla="*/ 74 w 84"/>
                  <a:gd name="T55" fmla="*/ 144 h 144"/>
                  <a:gd name="T56" fmla="*/ 0 w 84"/>
                  <a:gd name="T57" fmla="*/ 144 h 144"/>
                  <a:gd name="T58" fmla="*/ 0 w 84"/>
                  <a:gd name="T59" fmla="*/ 144 h 144"/>
                  <a:gd name="T60" fmla="*/ 0 w 84"/>
                  <a:gd name="T61" fmla="*/ 144 h 144"/>
                  <a:gd name="T62" fmla="*/ 0 w 84"/>
                  <a:gd name="T63" fmla="*/ 144 h 144"/>
                  <a:gd name="T64" fmla="*/ 0 w 84"/>
                  <a:gd name="T65" fmla="*/ 86 h 144"/>
                  <a:gd name="T66" fmla="*/ 0 w 84"/>
                  <a:gd name="T67" fmla="*/ 28 h 144"/>
                  <a:gd name="T68" fmla="*/ 0 w 84"/>
                  <a:gd name="T69" fmla="*/ 28 h 144"/>
                  <a:gd name="T70" fmla="*/ 4 w 84"/>
                  <a:gd name="T71" fmla="*/ 14 h 144"/>
                  <a:gd name="T72" fmla="*/ 6 w 84"/>
                  <a:gd name="T73" fmla="*/ 10 h 144"/>
                  <a:gd name="T74" fmla="*/ 10 w 84"/>
                  <a:gd name="T75" fmla="*/ 6 h 144"/>
                  <a:gd name="T76" fmla="*/ 14 w 84"/>
                  <a:gd name="T77" fmla="*/ 2 h 144"/>
                  <a:gd name="T78" fmla="*/ 20 w 84"/>
                  <a:gd name="T79" fmla="*/ 0 h 144"/>
                  <a:gd name="T80" fmla="*/ 34 w 84"/>
                  <a:gd name="T81" fmla="*/ 0 h 144"/>
                  <a:gd name="T82" fmla="*/ 34 w 84"/>
                  <a:gd name="T83" fmla="*/ 0 h 144"/>
                  <a:gd name="T84" fmla="*/ 54 w 84"/>
                  <a:gd name="T85" fmla="*/ 0 h 144"/>
                  <a:gd name="T86" fmla="*/ 54 w 84"/>
                  <a:gd name="T87" fmla="*/ 0 h 144"/>
                  <a:gd name="T88" fmla="*/ 60 w 84"/>
                  <a:gd name="T89" fmla="*/ 0 h 144"/>
                  <a:gd name="T90" fmla="*/ 66 w 84"/>
                  <a:gd name="T91" fmla="*/ 2 h 144"/>
                  <a:gd name="T92" fmla="*/ 70 w 84"/>
                  <a:gd name="T93" fmla="*/ 6 h 144"/>
                  <a:gd name="T94" fmla="*/ 74 w 84"/>
                  <a:gd name="T95" fmla="*/ 14 h 144"/>
                  <a:gd name="T96" fmla="*/ 74 w 84"/>
                  <a:gd name="T97" fmla="*/ 14 h 144"/>
                  <a:gd name="T98" fmla="*/ 78 w 84"/>
                  <a:gd name="T99" fmla="*/ 38 h 144"/>
                  <a:gd name="T100" fmla="*/ 84 w 84"/>
                  <a:gd name="T101" fmla="*/ 66 h 144"/>
                  <a:gd name="T102" fmla="*/ 84 w 84"/>
                  <a:gd name="T103" fmla="*/ 66 h 144"/>
                  <a:gd name="T104" fmla="*/ 68 w 84"/>
                  <a:gd name="T105" fmla="*/ 70 h 144"/>
                  <a:gd name="T106" fmla="*/ 68 w 84"/>
                  <a:gd name="T107" fmla="*/ 7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4" h="144">
                    <a:moveTo>
                      <a:pt x="68" y="70"/>
                    </a:moveTo>
                    <a:lnTo>
                      <a:pt x="68" y="70"/>
                    </a:lnTo>
                    <a:lnTo>
                      <a:pt x="62" y="38"/>
                    </a:lnTo>
                    <a:lnTo>
                      <a:pt x="62" y="38"/>
                    </a:lnTo>
                    <a:lnTo>
                      <a:pt x="60" y="28"/>
                    </a:lnTo>
                    <a:lnTo>
                      <a:pt x="54" y="20"/>
                    </a:lnTo>
                    <a:lnTo>
                      <a:pt x="46" y="16"/>
                    </a:lnTo>
                    <a:lnTo>
                      <a:pt x="36" y="16"/>
                    </a:lnTo>
                    <a:lnTo>
                      <a:pt x="36" y="16"/>
                    </a:lnTo>
                    <a:lnTo>
                      <a:pt x="26" y="18"/>
                    </a:lnTo>
                    <a:lnTo>
                      <a:pt x="18" y="24"/>
                    </a:lnTo>
                    <a:lnTo>
                      <a:pt x="12" y="32"/>
                    </a:lnTo>
                    <a:lnTo>
                      <a:pt x="10" y="36"/>
                    </a:lnTo>
                    <a:lnTo>
                      <a:pt x="10" y="42"/>
                    </a:lnTo>
                    <a:lnTo>
                      <a:pt x="10" y="42"/>
                    </a:lnTo>
                    <a:lnTo>
                      <a:pt x="14" y="76"/>
                    </a:lnTo>
                    <a:lnTo>
                      <a:pt x="20" y="108"/>
                    </a:lnTo>
                    <a:lnTo>
                      <a:pt x="20" y="108"/>
                    </a:lnTo>
                    <a:lnTo>
                      <a:pt x="22" y="114"/>
                    </a:lnTo>
                    <a:lnTo>
                      <a:pt x="24" y="118"/>
                    </a:lnTo>
                    <a:lnTo>
                      <a:pt x="32" y="124"/>
                    </a:lnTo>
                    <a:lnTo>
                      <a:pt x="40" y="128"/>
                    </a:lnTo>
                    <a:lnTo>
                      <a:pt x="52" y="128"/>
                    </a:lnTo>
                    <a:lnTo>
                      <a:pt x="52" y="128"/>
                    </a:lnTo>
                    <a:lnTo>
                      <a:pt x="76" y="122"/>
                    </a:lnTo>
                    <a:lnTo>
                      <a:pt x="76" y="122"/>
                    </a:lnTo>
                    <a:lnTo>
                      <a:pt x="74" y="144"/>
                    </a:lnTo>
                    <a:lnTo>
                      <a:pt x="74" y="144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0" y="86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4" y="14"/>
                    </a:lnTo>
                    <a:lnTo>
                      <a:pt x="6" y="10"/>
                    </a:lnTo>
                    <a:lnTo>
                      <a:pt x="10" y="6"/>
                    </a:lnTo>
                    <a:lnTo>
                      <a:pt x="14" y="2"/>
                    </a:lnTo>
                    <a:lnTo>
                      <a:pt x="20" y="0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60" y="0"/>
                    </a:lnTo>
                    <a:lnTo>
                      <a:pt x="66" y="2"/>
                    </a:lnTo>
                    <a:lnTo>
                      <a:pt x="70" y="6"/>
                    </a:lnTo>
                    <a:lnTo>
                      <a:pt x="74" y="14"/>
                    </a:lnTo>
                    <a:lnTo>
                      <a:pt x="74" y="14"/>
                    </a:lnTo>
                    <a:lnTo>
                      <a:pt x="78" y="38"/>
                    </a:lnTo>
                    <a:lnTo>
                      <a:pt x="84" y="66"/>
                    </a:lnTo>
                    <a:lnTo>
                      <a:pt x="84" y="66"/>
                    </a:lnTo>
                    <a:lnTo>
                      <a:pt x="68" y="70"/>
                    </a:lnTo>
                    <a:lnTo>
                      <a:pt x="68" y="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2" name="Freeform 31"/>
              <p:cNvSpPr>
                <a:spLocks/>
              </p:cNvSpPr>
              <p:nvPr/>
            </p:nvSpPr>
            <p:spPr bwMode="auto">
              <a:xfrm>
                <a:off x="-351660" y="4753049"/>
                <a:ext cx="145496" cy="791137"/>
              </a:xfrm>
              <a:custGeom>
                <a:avLst/>
                <a:gdLst>
                  <a:gd name="T0" fmla="*/ 32 w 32"/>
                  <a:gd name="T1" fmla="*/ 174 h 174"/>
                  <a:gd name="T2" fmla="*/ 32 w 32"/>
                  <a:gd name="T3" fmla="*/ 174 h 174"/>
                  <a:gd name="T4" fmla="*/ 20 w 32"/>
                  <a:gd name="T5" fmla="*/ 174 h 174"/>
                  <a:gd name="T6" fmla="*/ 20 w 32"/>
                  <a:gd name="T7" fmla="*/ 174 h 174"/>
                  <a:gd name="T8" fmla="*/ 20 w 32"/>
                  <a:gd name="T9" fmla="*/ 164 h 174"/>
                  <a:gd name="T10" fmla="*/ 20 w 32"/>
                  <a:gd name="T11" fmla="*/ 164 h 174"/>
                  <a:gd name="T12" fmla="*/ 20 w 32"/>
                  <a:gd name="T13" fmla="*/ 18 h 174"/>
                  <a:gd name="T14" fmla="*/ 20 w 32"/>
                  <a:gd name="T15" fmla="*/ 18 h 174"/>
                  <a:gd name="T16" fmla="*/ 20 w 32"/>
                  <a:gd name="T17" fmla="*/ 10 h 174"/>
                  <a:gd name="T18" fmla="*/ 18 w 32"/>
                  <a:gd name="T19" fmla="*/ 10 h 174"/>
                  <a:gd name="T20" fmla="*/ 12 w 32"/>
                  <a:gd name="T21" fmla="*/ 10 h 174"/>
                  <a:gd name="T22" fmla="*/ 12 w 32"/>
                  <a:gd name="T23" fmla="*/ 10 h 174"/>
                  <a:gd name="T24" fmla="*/ 12 w 32"/>
                  <a:gd name="T25" fmla="*/ 174 h 174"/>
                  <a:gd name="T26" fmla="*/ 12 w 32"/>
                  <a:gd name="T27" fmla="*/ 174 h 174"/>
                  <a:gd name="T28" fmla="*/ 0 w 32"/>
                  <a:gd name="T29" fmla="*/ 174 h 174"/>
                  <a:gd name="T30" fmla="*/ 0 w 32"/>
                  <a:gd name="T31" fmla="*/ 174 h 174"/>
                  <a:gd name="T32" fmla="*/ 0 w 32"/>
                  <a:gd name="T33" fmla="*/ 0 h 174"/>
                  <a:gd name="T34" fmla="*/ 0 w 32"/>
                  <a:gd name="T35" fmla="*/ 0 h 174"/>
                  <a:gd name="T36" fmla="*/ 32 w 32"/>
                  <a:gd name="T37" fmla="*/ 0 h 174"/>
                  <a:gd name="T38" fmla="*/ 32 w 32"/>
                  <a:gd name="T39" fmla="*/ 0 h 174"/>
                  <a:gd name="T40" fmla="*/ 32 w 32"/>
                  <a:gd name="T41" fmla="*/ 174 h 174"/>
                  <a:gd name="T42" fmla="*/ 32 w 32"/>
                  <a:gd name="T43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" h="174">
                    <a:moveTo>
                      <a:pt x="32" y="174"/>
                    </a:moveTo>
                    <a:lnTo>
                      <a:pt x="32" y="174"/>
                    </a:lnTo>
                    <a:lnTo>
                      <a:pt x="20" y="174"/>
                    </a:lnTo>
                    <a:lnTo>
                      <a:pt x="20" y="174"/>
                    </a:lnTo>
                    <a:lnTo>
                      <a:pt x="20" y="164"/>
                    </a:lnTo>
                    <a:lnTo>
                      <a:pt x="20" y="164"/>
                    </a:lnTo>
                    <a:lnTo>
                      <a:pt x="20" y="18"/>
                    </a:lnTo>
                    <a:lnTo>
                      <a:pt x="20" y="18"/>
                    </a:lnTo>
                    <a:lnTo>
                      <a:pt x="20" y="10"/>
                    </a:lnTo>
                    <a:lnTo>
                      <a:pt x="18" y="10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2" y="174"/>
                    </a:lnTo>
                    <a:lnTo>
                      <a:pt x="12" y="17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0"/>
                    </a:lnTo>
                    <a:lnTo>
                      <a:pt x="32" y="174"/>
                    </a:lnTo>
                    <a:lnTo>
                      <a:pt x="32" y="1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3" name="Freeform 33"/>
              <p:cNvSpPr>
                <a:spLocks/>
              </p:cNvSpPr>
              <p:nvPr/>
            </p:nvSpPr>
            <p:spPr bwMode="auto">
              <a:xfrm>
                <a:off x="-706308" y="4098315"/>
                <a:ext cx="763856" cy="572892"/>
              </a:xfrm>
              <a:custGeom>
                <a:avLst/>
                <a:gdLst>
                  <a:gd name="T0" fmla="*/ 66 w 168"/>
                  <a:gd name="T1" fmla="*/ 126 h 126"/>
                  <a:gd name="T2" fmla="*/ 66 w 168"/>
                  <a:gd name="T3" fmla="*/ 126 h 126"/>
                  <a:gd name="T4" fmla="*/ 10 w 168"/>
                  <a:gd name="T5" fmla="*/ 126 h 126"/>
                  <a:gd name="T6" fmla="*/ 10 w 168"/>
                  <a:gd name="T7" fmla="*/ 126 h 126"/>
                  <a:gd name="T8" fmla="*/ 4 w 168"/>
                  <a:gd name="T9" fmla="*/ 126 h 126"/>
                  <a:gd name="T10" fmla="*/ 2 w 168"/>
                  <a:gd name="T11" fmla="*/ 124 h 126"/>
                  <a:gd name="T12" fmla="*/ 0 w 168"/>
                  <a:gd name="T13" fmla="*/ 120 h 126"/>
                  <a:gd name="T14" fmla="*/ 0 w 168"/>
                  <a:gd name="T15" fmla="*/ 120 h 126"/>
                  <a:gd name="T16" fmla="*/ 2 w 168"/>
                  <a:gd name="T17" fmla="*/ 116 h 126"/>
                  <a:gd name="T18" fmla="*/ 4 w 168"/>
                  <a:gd name="T19" fmla="*/ 114 h 126"/>
                  <a:gd name="T20" fmla="*/ 10 w 168"/>
                  <a:gd name="T21" fmla="*/ 112 h 126"/>
                  <a:gd name="T22" fmla="*/ 10 w 168"/>
                  <a:gd name="T23" fmla="*/ 112 h 126"/>
                  <a:gd name="T24" fmla="*/ 116 w 168"/>
                  <a:gd name="T25" fmla="*/ 112 h 126"/>
                  <a:gd name="T26" fmla="*/ 116 w 168"/>
                  <a:gd name="T27" fmla="*/ 112 h 126"/>
                  <a:gd name="T28" fmla="*/ 120 w 168"/>
                  <a:gd name="T29" fmla="*/ 112 h 126"/>
                  <a:gd name="T30" fmla="*/ 124 w 168"/>
                  <a:gd name="T31" fmla="*/ 112 h 126"/>
                  <a:gd name="T32" fmla="*/ 126 w 168"/>
                  <a:gd name="T33" fmla="*/ 108 h 126"/>
                  <a:gd name="T34" fmla="*/ 128 w 168"/>
                  <a:gd name="T35" fmla="*/ 104 h 126"/>
                  <a:gd name="T36" fmla="*/ 128 w 168"/>
                  <a:gd name="T37" fmla="*/ 104 h 126"/>
                  <a:gd name="T38" fmla="*/ 158 w 168"/>
                  <a:gd name="T39" fmla="*/ 10 h 126"/>
                  <a:gd name="T40" fmla="*/ 158 w 168"/>
                  <a:gd name="T41" fmla="*/ 10 h 126"/>
                  <a:gd name="T42" fmla="*/ 160 w 168"/>
                  <a:gd name="T43" fmla="*/ 4 h 126"/>
                  <a:gd name="T44" fmla="*/ 160 w 168"/>
                  <a:gd name="T45" fmla="*/ 4 h 126"/>
                  <a:gd name="T46" fmla="*/ 166 w 168"/>
                  <a:gd name="T47" fmla="*/ 0 h 126"/>
                  <a:gd name="T48" fmla="*/ 166 w 168"/>
                  <a:gd name="T49" fmla="*/ 0 h 126"/>
                  <a:gd name="T50" fmla="*/ 168 w 168"/>
                  <a:gd name="T51" fmla="*/ 4 h 126"/>
                  <a:gd name="T52" fmla="*/ 168 w 168"/>
                  <a:gd name="T53" fmla="*/ 6 h 126"/>
                  <a:gd name="T54" fmla="*/ 168 w 168"/>
                  <a:gd name="T55" fmla="*/ 6 h 126"/>
                  <a:gd name="T56" fmla="*/ 162 w 168"/>
                  <a:gd name="T57" fmla="*/ 26 h 126"/>
                  <a:gd name="T58" fmla="*/ 162 w 168"/>
                  <a:gd name="T59" fmla="*/ 26 h 126"/>
                  <a:gd name="T60" fmla="*/ 134 w 168"/>
                  <a:gd name="T61" fmla="*/ 116 h 126"/>
                  <a:gd name="T62" fmla="*/ 134 w 168"/>
                  <a:gd name="T63" fmla="*/ 116 h 126"/>
                  <a:gd name="T64" fmla="*/ 132 w 168"/>
                  <a:gd name="T65" fmla="*/ 122 h 126"/>
                  <a:gd name="T66" fmla="*/ 128 w 168"/>
                  <a:gd name="T67" fmla="*/ 124 h 126"/>
                  <a:gd name="T68" fmla="*/ 124 w 168"/>
                  <a:gd name="T69" fmla="*/ 126 h 126"/>
                  <a:gd name="T70" fmla="*/ 120 w 168"/>
                  <a:gd name="T71" fmla="*/ 126 h 126"/>
                  <a:gd name="T72" fmla="*/ 120 w 168"/>
                  <a:gd name="T73" fmla="*/ 126 h 126"/>
                  <a:gd name="T74" fmla="*/ 66 w 168"/>
                  <a:gd name="T75" fmla="*/ 126 h 126"/>
                  <a:gd name="T76" fmla="*/ 66 w 168"/>
                  <a:gd name="T77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8" h="126">
                    <a:moveTo>
                      <a:pt x="66" y="126"/>
                    </a:moveTo>
                    <a:lnTo>
                      <a:pt x="66" y="126"/>
                    </a:lnTo>
                    <a:lnTo>
                      <a:pt x="10" y="126"/>
                    </a:lnTo>
                    <a:lnTo>
                      <a:pt x="10" y="126"/>
                    </a:lnTo>
                    <a:lnTo>
                      <a:pt x="4" y="126"/>
                    </a:lnTo>
                    <a:lnTo>
                      <a:pt x="2" y="124"/>
                    </a:lnTo>
                    <a:lnTo>
                      <a:pt x="0" y="120"/>
                    </a:lnTo>
                    <a:lnTo>
                      <a:pt x="0" y="120"/>
                    </a:lnTo>
                    <a:lnTo>
                      <a:pt x="2" y="116"/>
                    </a:lnTo>
                    <a:lnTo>
                      <a:pt x="4" y="114"/>
                    </a:lnTo>
                    <a:lnTo>
                      <a:pt x="10" y="112"/>
                    </a:lnTo>
                    <a:lnTo>
                      <a:pt x="10" y="112"/>
                    </a:lnTo>
                    <a:lnTo>
                      <a:pt x="116" y="112"/>
                    </a:lnTo>
                    <a:lnTo>
                      <a:pt x="116" y="112"/>
                    </a:lnTo>
                    <a:lnTo>
                      <a:pt x="120" y="112"/>
                    </a:lnTo>
                    <a:lnTo>
                      <a:pt x="124" y="112"/>
                    </a:lnTo>
                    <a:lnTo>
                      <a:pt x="126" y="108"/>
                    </a:lnTo>
                    <a:lnTo>
                      <a:pt x="128" y="104"/>
                    </a:lnTo>
                    <a:lnTo>
                      <a:pt x="128" y="104"/>
                    </a:lnTo>
                    <a:lnTo>
                      <a:pt x="158" y="10"/>
                    </a:lnTo>
                    <a:lnTo>
                      <a:pt x="158" y="10"/>
                    </a:lnTo>
                    <a:lnTo>
                      <a:pt x="160" y="4"/>
                    </a:lnTo>
                    <a:lnTo>
                      <a:pt x="160" y="4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8" y="4"/>
                    </a:lnTo>
                    <a:lnTo>
                      <a:pt x="168" y="6"/>
                    </a:lnTo>
                    <a:lnTo>
                      <a:pt x="168" y="6"/>
                    </a:lnTo>
                    <a:lnTo>
                      <a:pt x="162" y="26"/>
                    </a:lnTo>
                    <a:lnTo>
                      <a:pt x="162" y="26"/>
                    </a:lnTo>
                    <a:lnTo>
                      <a:pt x="134" y="116"/>
                    </a:lnTo>
                    <a:lnTo>
                      <a:pt x="134" y="116"/>
                    </a:lnTo>
                    <a:lnTo>
                      <a:pt x="132" y="122"/>
                    </a:lnTo>
                    <a:lnTo>
                      <a:pt x="128" y="124"/>
                    </a:lnTo>
                    <a:lnTo>
                      <a:pt x="124" y="126"/>
                    </a:lnTo>
                    <a:lnTo>
                      <a:pt x="120" y="126"/>
                    </a:lnTo>
                    <a:lnTo>
                      <a:pt x="120" y="126"/>
                    </a:lnTo>
                    <a:lnTo>
                      <a:pt x="66" y="126"/>
                    </a:lnTo>
                    <a:lnTo>
                      <a:pt x="66" y="1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4" name="Freeform 34"/>
              <p:cNvSpPr>
                <a:spLocks/>
              </p:cNvSpPr>
              <p:nvPr/>
            </p:nvSpPr>
            <p:spPr bwMode="auto">
              <a:xfrm>
                <a:off x="-779056" y="4689394"/>
                <a:ext cx="1000288" cy="54561"/>
              </a:xfrm>
              <a:custGeom>
                <a:avLst/>
                <a:gdLst>
                  <a:gd name="T0" fmla="*/ 220 w 220"/>
                  <a:gd name="T1" fmla="*/ 0 h 12"/>
                  <a:gd name="T2" fmla="*/ 220 w 220"/>
                  <a:gd name="T3" fmla="*/ 0 h 12"/>
                  <a:gd name="T4" fmla="*/ 220 w 220"/>
                  <a:gd name="T5" fmla="*/ 12 h 12"/>
                  <a:gd name="T6" fmla="*/ 220 w 220"/>
                  <a:gd name="T7" fmla="*/ 12 h 12"/>
                  <a:gd name="T8" fmla="*/ 0 w 220"/>
                  <a:gd name="T9" fmla="*/ 12 h 12"/>
                  <a:gd name="T10" fmla="*/ 0 w 220"/>
                  <a:gd name="T11" fmla="*/ 12 h 12"/>
                  <a:gd name="T12" fmla="*/ 0 w 220"/>
                  <a:gd name="T13" fmla="*/ 0 h 12"/>
                  <a:gd name="T14" fmla="*/ 0 w 220"/>
                  <a:gd name="T15" fmla="*/ 0 h 12"/>
                  <a:gd name="T16" fmla="*/ 220 w 220"/>
                  <a:gd name="T17" fmla="*/ 0 h 12"/>
                  <a:gd name="T18" fmla="*/ 220 w 220"/>
                  <a:gd name="T1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0" h="12">
                    <a:moveTo>
                      <a:pt x="220" y="0"/>
                    </a:moveTo>
                    <a:lnTo>
                      <a:pt x="220" y="0"/>
                    </a:lnTo>
                    <a:lnTo>
                      <a:pt x="220" y="12"/>
                    </a:lnTo>
                    <a:lnTo>
                      <a:pt x="22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20" y="0"/>
                    </a:lnTo>
                    <a:lnTo>
                      <a:pt x="2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sp>
          <p:nvSpPr>
            <p:cNvPr id="12" name="TextBox 114"/>
            <p:cNvSpPr txBox="1"/>
            <p:nvPr/>
          </p:nvSpPr>
          <p:spPr>
            <a:xfrm>
              <a:off x="941281" y="2466603"/>
              <a:ext cx="1259960" cy="338516"/>
            </a:xfrm>
            <a:prstGeom prst="rect">
              <a:avLst/>
            </a:prstGeom>
            <a:noFill/>
          </p:spPr>
          <p:txBody>
            <a:bodyPr wrap="square" lIns="91402" tIns="45701" rIns="91402" bIns="45701" rtlCol="0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需求</a:t>
              </a:r>
              <a:endParaRPr lang="en-US" sz="16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15"/>
            <p:cNvSpPr txBox="1"/>
            <p:nvPr/>
          </p:nvSpPr>
          <p:spPr>
            <a:xfrm>
              <a:off x="4109636" y="2466603"/>
              <a:ext cx="1588239" cy="338516"/>
            </a:xfrm>
            <a:prstGeom prst="rect">
              <a:avLst/>
            </a:prstGeom>
            <a:noFill/>
          </p:spPr>
          <p:txBody>
            <a:bodyPr wrap="square" lIns="91402" tIns="45701" rIns="91402" bIns="45701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开发</a:t>
              </a:r>
              <a:endParaRPr lang="en-US" sz="16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grpSp>
          <p:nvGrpSpPr>
            <p:cNvPr id="14" name="Group 108"/>
            <p:cNvGrpSpPr/>
            <p:nvPr/>
          </p:nvGrpSpPr>
          <p:grpSpPr>
            <a:xfrm>
              <a:off x="10302320" y="3040378"/>
              <a:ext cx="1224136" cy="1224137"/>
              <a:chOff x="5923079" y="4963887"/>
              <a:chExt cx="1218354" cy="1038660"/>
            </a:xfrm>
          </p:grpSpPr>
          <p:pic>
            <p:nvPicPr>
              <p:cNvPr id="35" name="Picture 7" descr="C:\Users\manhar.puri\AppData\Local\Microsoft\Windows\Temporary Internet Files\Content.IE5\TOKEJI6Q\MP900390068[1]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91165" y="4963887"/>
                <a:ext cx="750268" cy="7502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120"/>
              <p:cNvPicPr>
                <a:picLocks noChangeAspect="1"/>
              </p:cNvPicPr>
              <p:nvPr/>
            </p:nvPicPr>
            <p:blipFill>
              <a:blip r:embed="rId5">
                <a:lum bright="70000" contrast="-70000"/>
              </a:blip>
              <a:stretch>
                <a:fillRect/>
              </a:stretch>
            </p:blipFill>
            <p:spPr>
              <a:xfrm>
                <a:off x="5923079" y="4995331"/>
                <a:ext cx="763250" cy="1007216"/>
              </a:xfrm>
              <a:prstGeom prst="rect">
                <a:avLst/>
              </a:prstGeom>
            </p:spPr>
          </p:pic>
        </p:grpSp>
        <p:sp>
          <p:nvSpPr>
            <p:cNvPr id="15" name="TextBox 122"/>
            <p:cNvSpPr txBox="1"/>
            <p:nvPr/>
          </p:nvSpPr>
          <p:spPr>
            <a:xfrm>
              <a:off x="9870272" y="2466603"/>
              <a:ext cx="1588239" cy="338516"/>
            </a:xfrm>
            <a:prstGeom prst="rect">
              <a:avLst/>
            </a:prstGeom>
            <a:noFill/>
          </p:spPr>
          <p:txBody>
            <a:bodyPr wrap="square" lIns="91402" tIns="45701" rIns="91402" bIns="45701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运维</a:t>
              </a:r>
              <a:endParaRPr lang="en-US" sz="16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grpSp>
          <p:nvGrpSpPr>
            <p:cNvPr id="16" name="Group 27"/>
            <p:cNvGrpSpPr/>
            <p:nvPr/>
          </p:nvGrpSpPr>
          <p:grpSpPr>
            <a:xfrm flipH="1">
              <a:off x="7277984" y="3040375"/>
              <a:ext cx="1201610" cy="1322028"/>
              <a:chOff x="6844462" y="1739090"/>
              <a:chExt cx="844095" cy="992696"/>
            </a:xfrm>
          </p:grpSpPr>
          <p:pic>
            <p:nvPicPr>
              <p:cNvPr id="33" name="Picture 28"/>
              <p:cNvPicPr>
                <a:picLocks noChangeAspect="1"/>
              </p:cNvPicPr>
              <p:nvPr/>
            </p:nvPicPr>
            <p:blipFill>
              <a:blip r:embed="rId6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41732" y="1739090"/>
                <a:ext cx="546825" cy="992696"/>
              </a:xfrm>
              <a:prstGeom prst="rect">
                <a:avLst/>
              </a:prstGeom>
            </p:spPr>
          </p:pic>
          <p:pic>
            <p:nvPicPr>
              <p:cNvPr id="34" name="Picture 29"/>
              <p:cNvPicPr>
                <a:picLocks noChangeAspect="1"/>
              </p:cNvPicPr>
              <p:nvPr/>
            </p:nvPicPr>
            <p:blipFill rotWithShape="1">
              <a:blip r:embed="rId7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30280" b="29918"/>
              <a:stretch/>
            </p:blipFill>
            <p:spPr>
              <a:xfrm rot="20558792">
                <a:off x="6844462" y="1884589"/>
                <a:ext cx="347700" cy="349505"/>
              </a:xfrm>
              <a:prstGeom prst="rect">
                <a:avLst/>
              </a:prstGeom>
            </p:spPr>
          </p:pic>
        </p:grpSp>
        <p:sp>
          <p:nvSpPr>
            <p:cNvPr id="17" name="TextBox 114"/>
            <p:cNvSpPr txBox="1"/>
            <p:nvPr/>
          </p:nvSpPr>
          <p:spPr>
            <a:xfrm>
              <a:off x="7133968" y="2466603"/>
              <a:ext cx="1259960" cy="338516"/>
            </a:xfrm>
            <a:prstGeom prst="rect">
              <a:avLst/>
            </a:prstGeom>
            <a:noFill/>
          </p:spPr>
          <p:txBody>
            <a:bodyPr wrap="square" lIns="91402" tIns="45701" rIns="91402" bIns="45701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测试</a:t>
              </a:r>
              <a:endParaRPr lang="en-US" sz="16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cxnSp>
          <p:nvCxnSpPr>
            <p:cNvPr id="18" name="Straight Arrow Connector 59"/>
            <p:cNvCxnSpPr/>
            <p:nvPr/>
          </p:nvCxnSpPr>
          <p:spPr>
            <a:xfrm>
              <a:off x="2309434" y="3544432"/>
              <a:ext cx="1381597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Arrow Connector 59"/>
            <p:cNvCxnSpPr/>
            <p:nvPr/>
          </p:nvCxnSpPr>
          <p:spPr>
            <a:xfrm>
              <a:off x="5765814" y="3544432"/>
              <a:ext cx="1381597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Arrow Connector 59"/>
            <p:cNvCxnSpPr/>
            <p:nvPr/>
          </p:nvCxnSpPr>
          <p:spPr>
            <a:xfrm>
              <a:off x="8790150" y="3544432"/>
              <a:ext cx="1381597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5259910" y="1241405"/>
              <a:ext cx="1761944" cy="338516"/>
            </a:xfrm>
            <a:prstGeom prst="rect">
              <a:avLst/>
            </a:prstGeom>
          </p:spPr>
          <p:txBody>
            <a:bodyPr wrap="none" lIns="91402" tIns="45701" rIns="91402" bIns="45701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价值流被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[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墙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]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阻断</a:t>
              </a:r>
              <a:endPara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22" name="Picture 6" descr="http://darulfiqh.com/wp-content/uploads/2012/05/pound-coins.jpg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55437" y="1002631"/>
              <a:ext cx="913171" cy="107604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" name="Straight Arrow Connector 113"/>
            <p:cNvCxnSpPr/>
            <p:nvPr/>
          </p:nvCxnSpPr>
          <p:spPr>
            <a:xfrm>
              <a:off x="2104374" y="1622835"/>
              <a:ext cx="8416951" cy="414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w="lg" len="lg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4" name="Picture 6" descr="C:\Users\manhar.puri\AppData\Local\Microsoft\Windows\Temporary Internet Files\Content.IE5\TOKEJI6Q\MC900441397[1]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921" y="1031477"/>
              <a:ext cx="1316847" cy="124539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ontent Placeholder 1"/>
            <p:cNvSpPr txBox="1">
              <a:spLocks/>
            </p:cNvSpPr>
            <p:nvPr/>
          </p:nvSpPr>
          <p:spPr>
            <a:xfrm>
              <a:off x="2875791" y="2810596"/>
              <a:ext cx="378705" cy="139073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35985" tIns="35985" rIns="35985" bIns="35985" numCol="1" anchor="ctr" anchorCtr="0" compatLnSpc="1">
              <a:prstTxWarp prst="textNoShape">
                <a:avLst/>
              </a:prstTxWarp>
              <a:noAutofit/>
            </a:bodyPr>
            <a:lstStyle>
              <a:lvl1pPr marL="180000" indent="-180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defRPr lang="de-DE" sz="18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–"/>
                <a:defRPr lang="de-DE" sz="16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144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tabLst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4000" indent="-144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–"/>
                <a:defRPr lang="de-DE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28000" indent="-108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defRPr lang="de-DE" sz="11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墙</a:t>
              </a:r>
              <a:endPara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Content Placeholder 1"/>
            <p:cNvSpPr txBox="1">
              <a:spLocks/>
            </p:cNvSpPr>
            <p:nvPr/>
          </p:nvSpPr>
          <p:spPr>
            <a:xfrm>
              <a:off x="6116151" y="2810596"/>
              <a:ext cx="378705" cy="139073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35985" tIns="35985" rIns="35985" bIns="35985" numCol="1" anchor="ctr" anchorCtr="0" compatLnSpc="1">
              <a:prstTxWarp prst="textNoShape">
                <a:avLst/>
              </a:prstTxWarp>
              <a:noAutofit/>
            </a:bodyPr>
            <a:lstStyle>
              <a:lvl1pPr marL="180000" indent="-180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defRPr lang="de-DE" sz="18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–"/>
                <a:defRPr lang="de-DE" sz="16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144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tabLst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4000" indent="-144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–"/>
                <a:defRPr lang="de-DE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28000" indent="-108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defRPr lang="de-DE" sz="11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墙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Content Placeholder 1"/>
            <p:cNvSpPr txBox="1">
              <a:spLocks/>
            </p:cNvSpPr>
            <p:nvPr/>
          </p:nvSpPr>
          <p:spPr>
            <a:xfrm>
              <a:off x="9212495" y="2810596"/>
              <a:ext cx="378705" cy="139073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35985" tIns="35985" rIns="35985" bIns="35985" numCol="1" anchor="ctr" anchorCtr="0" compatLnSpc="1">
              <a:prstTxWarp prst="textNoShape">
                <a:avLst/>
              </a:prstTxWarp>
              <a:noAutofit/>
            </a:bodyPr>
            <a:lstStyle>
              <a:lvl1pPr marL="180000" indent="-180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defRPr lang="de-DE" sz="18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–"/>
                <a:defRPr lang="de-DE" sz="16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144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tabLst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4000" indent="-144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–"/>
                <a:defRPr lang="de-DE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28000" indent="-108000" algn="l" rtl="0" eaLnBrk="1" fontAlgn="base" hangingPunct="1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Arial" pitchFamily="34" charset="0"/>
                <a:buChar char="•"/>
                <a:defRPr lang="de-DE" sz="11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墙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eft Brace 110"/>
            <p:cNvSpPr/>
            <p:nvPr/>
          </p:nvSpPr>
          <p:spPr>
            <a:xfrm rot="5400000" flipH="1">
              <a:off x="6184721" y="183685"/>
              <a:ext cx="216023" cy="10225136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lIns="91402" tIns="45701" rIns="91402" bIns="45701" rtlCol="0" anchor="ctr"/>
            <a:lstStyle/>
            <a:p>
              <a:pPr algn="ctr"/>
              <a:endParaRPr lang="en-US" sz="160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404796" y="5461185"/>
              <a:ext cx="6624736" cy="338516"/>
            </a:xfrm>
            <a:prstGeom prst="rect">
              <a:avLst/>
            </a:prstGeom>
          </p:spPr>
          <p:txBody>
            <a:bodyPr wrap="square" lIns="91402" tIns="45701" rIns="91402" bIns="45701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软件研发和交付过程无法满足业务快速、稳定交付的要求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198026" y="4806253"/>
              <a:ext cx="1826064" cy="338516"/>
            </a:xfrm>
            <a:prstGeom prst="rect">
              <a:avLst/>
            </a:prstGeom>
          </p:spPr>
          <p:txBody>
            <a:bodyPr wrap="none" lIns="91402" tIns="45701" rIns="91402" bIns="45701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效率低，存在浪费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5337097" y="4806253"/>
              <a:ext cx="2236433" cy="338516"/>
            </a:xfrm>
            <a:prstGeom prst="rect">
              <a:avLst/>
            </a:prstGeom>
          </p:spPr>
          <p:txBody>
            <a:bodyPr wrap="none" lIns="91402" tIns="45701" rIns="91402" bIns="45701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反馈慢，质量保证不全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8476169" y="4806253"/>
              <a:ext cx="2452535" cy="338516"/>
            </a:xfrm>
            <a:prstGeom prst="rect">
              <a:avLst/>
            </a:prstGeom>
          </p:spPr>
          <p:txBody>
            <a:bodyPr wrap="square" lIns="91402" tIns="45701" rIns="91402" bIns="45701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rPr>
                <a:t>故障多，操作耗时长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97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百度软件研发流程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1242244" y="5031954"/>
            <a:ext cx="8141041" cy="339039"/>
            <a:chOff x="1242244" y="5009757"/>
            <a:chExt cx="8141041" cy="339039"/>
          </a:xfrm>
        </p:grpSpPr>
        <p:grpSp>
          <p:nvGrpSpPr>
            <p:cNvPr id="27" name="组合 26"/>
            <p:cNvGrpSpPr/>
            <p:nvPr/>
          </p:nvGrpSpPr>
          <p:grpSpPr>
            <a:xfrm>
              <a:off x="1242244" y="5019711"/>
              <a:ext cx="399621" cy="329085"/>
              <a:chOff x="482583" y="1823272"/>
              <a:chExt cx="399621" cy="329085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516804" y="1823272"/>
                <a:ext cx="329085" cy="329085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82583" y="1833925"/>
                <a:ext cx="3996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UE</a:t>
                </a:r>
                <a:endParaRPr lang="zh-CN" altLang="en-US" sz="1400" b="1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2604916" y="5019415"/>
              <a:ext cx="474934" cy="329085"/>
              <a:chOff x="438051" y="2265109"/>
              <a:chExt cx="474934" cy="329085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516873" y="2265109"/>
                <a:ext cx="329085" cy="329085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38051" y="2266106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PM</a:t>
                </a:r>
                <a:endParaRPr lang="zh-CN" altLang="en-US" sz="1400" b="1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5989292" y="5009974"/>
              <a:ext cx="457742" cy="338526"/>
              <a:chOff x="333452" y="984172"/>
              <a:chExt cx="457742" cy="338526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387798" y="993613"/>
                <a:ext cx="329085" cy="329085"/>
              </a:xfrm>
              <a:prstGeom prst="ellipse">
                <a:avLst/>
              </a:prstGeom>
              <a:solidFill>
                <a:srgbClr val="F74BBA"/>
              </a:solidFill>
              <a:ln>
                <a:solidFill>
                  <a:srgbClr val="F74BB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33452" y="984172"/>
                <a:ext cx="457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QA</a:t>
                </a:r>
                <a:endParaRPr lang="zh-CN" altLang="en-US" sz="1400" b="1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4226687" y="5009974"/>
              <a:ext cx="474934" cy="329085"/>
              <a:chOff x="738188" y="2876961"/>
              <a:chExt cx="474934" cy="329085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817010" y="2876961"/>
                <a:ext cx="329085" cy="329085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738188" y="2877958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RD</a:t>
                </a:r>
                <a:endParaRPr lang="zh-CN" altLang="en-US" sz="1400" b="1" dirty="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7717484" y="5009757"/>
              <a:ext cx="441665" cy="329085"/>
              <a:chOff x="997859" y="4301078"/>
              <a:chExt cx="441665" cy="329085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1054477" y="4301078"/>
                <a:ext cx="329085" cy="32908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997859" y="4307797"/>
                <a:ext cx="441665" cy="31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OP</a:t>
                </a:r>
                <a:endParaRPr lang="zh-CN" altLang="en-US" sz="1400" b="1" dirty="0"/>
              </a:p>
            </p:txBody>
          </p:sp>
        </p:grpSp>
        <p:sp>
          <p:nvSpPr>
            <p:cNvPr id="31" name="文本框 30"/>
            <p:cNvSpPr txBox="1"/>
            <p:nvPr/>
          </p:nvSpPr>
          <p:spPr>
            <a:xfrm>
              <a:off x="1707268" y="5014680"/>
              <a:ext cx="825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设计师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108972" y="5016476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产品经理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664064" y="5021444"/>
              <a:ext cx="12532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研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发工程师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372723" y="5014680"/>
              <a:ext cx="12532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测试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工程师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130065" y="5016476"/>
              <a:ext cx="12532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运维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工程师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50156" y="879905"/>
            <a:ext cx="9865096" cy="4070242"/>
            <a:chOff x="450156" y="879905"/>
            <a:chExt cx="9865096" cy="4070242"/>
          </a:xfrm>
        </p:grpSpPr>
        <p:sp>
          <p:nvSpPr>
            <p:cNvPr id="111" name="矩形 110"/>
            <p:cNvSpPr/>
            <p:nvPr/>
          </p:nvSpPr>
          <p:spPr>
            <a:xfrm>
              <a:off x="450156" y="879905"/>
              <a:ext cx="9865096" cy="407024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右箭头 1"/>
            <p:cNvSpPr/>
            <p:nvPr/>
          </p:nvSpPr>
          <p:spPr>
            <a:xfrm>
              <a:off x="1314252" y="2135974"/>
              <a:ext cx="8064896" cy="43204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1871412" y="1637489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3777455" y="1637489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741852" y="1637779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7619282" y="1637489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右箭头 12"/>
            <p:cNvSpPr/>
            <p:nvPr/>
          </p:nvSpPr>
          <p:spPr>
            <a:xfrm flipH="1">
              <a:off x="1327250" y="3509697"/>
              <a:ext cx="7911454" cy="43204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2913967" y="3005641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4743296" y="3005641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6693174" y="3005931"/>
              <a:ext cx="1080120" cy="10801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818308" y="1803281"/>
              <a:ext cx="11903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User Story</a:t>
              </a:r>
              <a:endParaRPr lang="zh-CN" altLang="en-US" sz="1600" b="1" dirty="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2015428" y="2218411"/>
              <a:ext cx="399621" cy="329085"/>
              <a:chOff x="482583" y="1823272"/>
              <a:chExt cx="399621" cy="329085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516804" y="1823272"/>
                <a:ext cx="329085" cy="329085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482583" y="1833925"/>
                <a:ext cx="3996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UE</a:t>
                </a:r>
                <a:endParaRPr lang="zh-CN" altLang="en-US" sz="1400" b="1" dirty="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335848" y="2217290"/>
              <a:ext cx="474934" cy="329085"/>
              <a:chOff x="438051" y="2265109"/>
              <a:chExt cx="474934" cy="329085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516873" y="2265109"/>
                <a:ext cx="329085" cy="329085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438051" y="2266106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PM</a:t>
                </a:r>
                <a:endParaRPr lang="zh-CN" altLang="en-US" sz="1400" b="1" dirty="0"/>
              </a:p>
            </p:txBody>
          </p:sp>
        </p:grpSp>
        <p:sp>
          <p:nvSpPr>
            <p:cNvPr id="43" name="文本框 42"/>
            <p:cNvSpPr txBox="1"/>
            <p:nvPr/>
          </p:nvSpPr>
          <p:spPr>
            <a:xfrm>
              <a:off x="3785100" y="1768245"/>
              <a:ext cx="109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Plan</a:t>
              </a:r>
              <a:endParaRPr lang="zh-CN" altLang="en-US" sz="1600" b="1" dirty="0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3777455" y="2217290"/>
              <a:ext cx="474934" cy="329085"/>
              <a:chOff x="438051" y="2265109"/>
              <a:chExt cx="474934" cy="329085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516873" y="2265109"/>
                <a:ext cx="329085" cy="329085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438051" y="2266106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PM</a:t>
                </a:r>
                <a:endParaRPr lang="zh-CN" altLang="en-US" sz="1400" b="1" dirty="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4065487" y="2229064"/>
              <a:ext cx="474934" cy="329085"/>
              <a:chOff x="738188" y="2876961"/>
              <a:chExt cx="474934" cy="329085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817010" y="2876961"/>
                <a:ext cx="329085" cy="329085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38188" y="2877958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RD</a:t>
                </a:r>
                <a:endParaRPr lang="zh-CN" altLang="en-US" sz="1400" b="1" dirty="0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4353519" y="2221578"/>
              <a:ext cx="457742" cy="338526"/>
              <a:chOff x="333452" y="984172"/>
              <a:chExt cx="457742" cy="338526"/>
            </a:xfrm>
          </p:grpSpPr>
          <p:sp>
            <p:nvSpPr>
              <p:cNvPr id="51" name="椭圆 50"/>
              <p:cNvSpPr/>
              <p:nvPr/>
            </p:nvSpPr>
            <p:spPr>
              <a:xfrm>
                <a:off x="387798" y="993613"/>
                <a:ext cx="329085" cy="329085"/>
              </a:xfrm>
              <a:prstGeom prst="ellipse">
                <a:avLst/>
              </a:prstGeom>
              <a:solidFill>
                <a:srgbClr val="F74BBA"/>
              </a:solidFill>
              <a:ln>
                <a:solidFill>
                  <a:srgbClr val="F74BB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33452" y="984172"/>
                <a:ext cx="457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QA</a:t>
                </a:r>
                <a:endParaRPr lang="zh-CN" altLang="en-US" sz="1400" b="1" dirty="0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6044445" y="2217290"/>
              <a:ext cx="474934" cy="329085"/>
              <a:chOff x="738188" y="2876961"/>
              <a:chExt cx="474934" cy="329085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817010" y="2876961"/>
                <a:ext cx="329085" cy="329085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738188" y="2877958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RD</a:t>
                </a:r>
                <a:endParaRPr lang="zh-CN" altLang="en-US" sz="1400" b="1" dirty="0"/>
              </a:p>
            </p:txBody>
          </p:sp>
        </p:grpSp>
        <p:sp>
          <p:nvSpPr>
            <p:cNvPr id="56" name="文本框 55"/>
            <p:cNvSpPr txBox="1"/>
            <p:nvPr/>
          </p:nvSpPr>
          <p:spPr>
            <a:xfrm>
              <a:off x="5723900" y="1792184"/>
              <a:ext cx="109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Code</a:t>
              </a:r>
              <a:endParaRPr lang="zh-CN" altLang="en-US" sz="1600" b="1" dirty="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604351" y="1791894"/>
              <a:ext cx="109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Commit</a:t>
              </a:r>
              <a:endParaRPr lang="zh-CN" altLang="en-US" sz="1600" b="1" dirty="0"/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7921875" y="2213553"/>
              <a:ext cx="474934" cy="329085"/>
              <a:chOff x="738188" y="2876961"/>
              <a:chExt cx="474934" cy="329085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817010" y="2876961"/>
                <a:ext cx="329085" cy="329085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738188" y="2877958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RD</a:t>
                </a:r>
                <a:endParaRPr lang="zh-CN" altLang="en-US" sz="1400" b="1" dirty="0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3166971" y="3600033"/>
              <a:ext cx="474934" cy="329085"/>
              <a:chOff x="438051" y="2265109"/>
              <a:chExt cx="474934" cy="329085"/>
            </a:xfrm>
          </p:grpSpPr>
          <p:sp>
            <p:nvSpPr>
              <p:cNvPr id="62" name="椭圆 61"/>
              <p:cNvSpPr/>
              <p:nvPr/>
            </p:nvSpPr>
            <p:spPr>
              <a:xfrm>
                <a:off x="516873" y="2265109"/>
                <a:ext cx="329085" cy="329085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438051" y="2266106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PM</a:t>
                </a:r>
                <a:endParaRPr lang="zh-CN" altLang="en-US" sz="1400" b="1" dirty="0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5062523" y="3612660"/>
              <a:ext cx="441665" cy="329085"/>
              <a:chOff x="997859" y="4301078"/>
              <a:chExt cx="441665" cy="329085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1054477" y="4301078"/>
                <a:ext cx="329085" cy="32908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997859" y="4307797"/>
                <a:ext cx="441665" cy="31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OP</a:t>
                </a:r>
                <a:endParaRPr lang="zh-CN" altLang="en-US" sz="1400" b="1" dirty="0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6837190" y="3598382"/>
              <a:ext cx="474934" cy="329085"/>
              <a:chOff x="738188" y="2876961"/>
              <a:chExt cx="474934" cy="329085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817010" y="2876961"/>
                <a:ext cx="329085" cy="329085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738188" y="2877958"/>
                <a:ext cx="474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RD</a:t>
                </a:r>
                <a:endParaRPr lang="zh-CN" altLang="en-US" sz="1400" b="1" dirty="0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7125222" y="3590896"/>
              <a:ext cx="457742" cy="338526"/>
              <a:chOff x="333452" y="984172"/>
              <a:chExt cx="457742" cy="338526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387798" y="993613"/>
                <a:ext cx="329085" cy="329085"/>
              </a:xfrm>
              <a:prstGeom prst="ellipse">
                <a:avLst/>
              </a:prstGeom>
              <a:solidFill>
                <a:srgbClr val="F74BBA"/>
              </a:solidFill>
              <a:ln>
                <a:solidFill>
                  <a:srgbClr val="F74BB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333452" y="984172"/>
                <a:ext cx="4577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smtClean="0"/>
                  <a:t>QA</a:t>
                </a:r>
                <a:endParaRPr lang="zh-CN" altLang="en-US" sz="1400" b="1" dirty="0"/>
              </a:p>
            </p:txBody>
          </p:sp>
        </p:grpSp>
        <p:sp>
          <p:nvSpPr>
            <p:cNvPr id="73" name="文本框 72"/>
            <p:cNvSpPr txBox="1"/>
            <p:nvPr/>
          </p:nvSpPr>
          <p:spPr>
            <a:xfrm>
              <a:off x="2906697" y="3117463"/>
              <a:ext cx="109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Feedback</a:t>
              </a:r>
              <a:endParaRPr lang="zh-CN" altLang="en-US" sz="1600" b="1" dirty="0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4742515" y="3148245"/>
              <a:ext cx="109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Deploy</a:t>
              </a:r>
              <a:endParaRPr lang="zh-CN" altLang="en-US" sz="1600" b="1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699921" y="3148245"/>
              <a:ext cx="1095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/>
                <a:t>Test</a:t>
              </a:r>
              <a:endParaRPr lang="zh-CN" altLang="en-US" sz="1600" b="1" dirty="0"/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9451156" y="1925811"/>
              <a:ext cx="504056" cy="1732883"/>
              <a:chOff x="8687720" y="1847942"/>
              <a:chExt cx="504056" cy="1399286"/>
            </a:xfrm>
          </p:grpSpPr>
          <p:sp>
            <p:nvSpPr>
              <p:cNvPr id="81" name="弧形 80"/>
              <p:cNvSpPr/>
              <p:nvPr/>
            </p:nvSpPr>
            <p:spPr>
              <a:xfrm>
                <a:off x="8687720" y="1847942"/>
                <a:ext cx="504056" cy="488545"/>
              </a:xfrm>
              <a:prstGeom prst="arc">
                <a:avLst/>
              </a:prstGeom>
              <a:ln w="19050"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弧形 81"/>
              <p:cNvSpPr/>
              <p:nvPr/>
            </p:nvSpPr>
            <p:spPr>
              <a:xfrm rot="5400000">
                <a:off x="8695475" y="2750927"/>
                <a:ext cx="504056" cy="488545"/>
              </a:xfrm>
              <a:prstGeom prst="arc">
                <a:avLst/>
              </a:prstGeom>
              <a:ln w="19050"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4" name="直接连接符 83"/>
              <p:cNvCxnSpPr>
                <a:stCxn id="81" idx="2"/>
                <a:endCxn id="82" idx="0"/>
              </p:cNvCxnSpPr>
              <p:nvPr/>
            </p:nvCxnSpPr>
            <p:spPr>
              <a:xfrm>
                <a:off x="9191776" y="2092215"/>
                <a:ext cx="0" cy="90298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/>
            <p:cNvGrpSpPr/>
            <p:nvPr/>
          </p:nvGrpSpPr>
          <p:grpSpPr>
            <a:xfrm rot="10800000">
              <a:off x="810196" y="1931904"/>
              <a:ext cx="504056" cy="1701226"/>
              <a:chOff x="8687720" y="1847942"/>
              <a:chExt cx="504056" cy="1399286"/>
            </a:xfrm>
          </p:grpSpPr>
          <p:sp>
            <p:nvSpPr>
              <p:cNvPr id="93" name="弧形 92"/>
              <p:cNvSpPr/>
              <p:nvPr/>
            </p:nvSpPr>
            <p:spPr>
              <a:xfrm>
                <a:off x="8687720" y="1847942"/>
                <a:ext cx="504056" cy="488545"/>
              </a:xfrm>
              <a:prstGeom prst="arc">
                <a:avLst/>
              </a:prstGeom>
              <a:ln w="19050"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弧形 93"/>
              <p:cNvSpPr/>
              <p:nvPr/>
            </p:nvSpPr>
            <p:spPr>
              <a:xfrm rot="5400000">
                <a:off x="8695475" y="2750927"/>
                <a:ext cx="504056" cy="488545"/>
              </a:xfrm>
              <a:prstGeom prst="arc">
                <a:avLst/>
              </a:prstGeom>
              <a:ln w="19050"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5" name="直接连接符 94"/>
              <p:cNvCxnSpPr>
                <a:stCxn id="93" idx="2"/>
                <a:endCxn id="94" idx="0"/>
              </p:cNvCxnSpPr>
              <p:nvPr/>
            </p:nvCxnSpPr>
            <p:spPr>
              <a:xfrm>
                <a:off x="9191776" y="2092215"/>
                <a:ext cx="0" cy="90298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线形标注 2(无边框) 96"/>
            <p:cNvSpPr/>
            <p:nvPr/>
          </p:nvSpPr>
          <p:spPr>
            <a:xfrm>
              <a:off x="2326792" y="1673250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线形标注 2(无边框) 97"/>
            <p:cNvSpPr/>
            <p:nvPr/>
          </p:nvSpPr>
          <p:spPr>
            <a:xfrm>
              <a:off x="4256130" y="1676324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线形标注 2(无边框) 98"/>
            <p:cNvSpPr/>
            <p:nvPr/>
          </p:nvSpPr>
          <p:spPr>
            <a:xfrm>
              <a:off x="6191070" y="1698065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线形标注 2(无边框) 99"/>
            <p:cNvSpPr/>
            <p:nvPr/>
          </p:nvSpPr>
          <p:spPr>
            <a:xfrm>
              <a:off x="8066234" y="1719980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2547439" y="918862"/>
              <a:ext cx="16271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提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炼用户价值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定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义用户交互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4439659" y="1061715"/>
              <a:ext cx="1627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同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步目标和计划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424204" y="1070195"/>
              <a:ext cx="995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贡献代码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8331432" y="966312"/>
              <a:ext cx="1047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代码检查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同行评审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5" name="线形标注 2(无边框) 104"/>
            <p:cNvSpPr/>
            <p:nvPr/>
          </p:nvSpPr>
          <p:spPr>
            <a:xfrm rot="10800000">
              <a:off x="2664689" y="3846214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线形标注 2(无边框) 105"/>
            <p:cNvSpPr/>
            <p:nvPr/>
          </p:nvSpPr>
          <p:spPr>
            <a:xfrm rot="10800000">
              <a:off x="4499058" y="3850073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线形标注 2(无边框) 106"/>
            <p:cNvSpPr/>
            <p:nvPr/>
          </p:nvSpPr>
          <p:spPr>
            <a:xfrm rot="10800000">
              <a:off x="6461594" y="3846214"/>
              <a:ext cx="795354" cy="298421"/>
            </a:xfrm>
            <a:prstGeom prst="callout2">
              <a:avLst>
                <a:gd name="adj1" fmla="val -150170"/>
                <a:gd name="adj2" fmla="val 24094"/>
                <a:gd name="adj3" fmla="val -150170"/>
                <a:gd name="adj4" fmla="val -12246"/>
                <a:gd name="adj5" fmla="val 112500"/>
                <a:gd name="adj6" fmla="val -55511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335848" y="4320770"/>
              <a:ext cx="10605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用户反馈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持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续迭代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4171347" y="4325022"/>
              <a:ext cx="10605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一键发布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产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出管理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5832807" y="4328207"/>
              <a:ext cx="133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自动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化测试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实时展</a:t>
              </a:r>
              <a:r>
                <a:rPr lang="zh-CN" altLang="en-US" sz="1400" b="1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示进度</a:t>
              </a:r>
              <a:endParaRPr lang="en-US" altLang="zh-CN" sz="1400" b="1" dirty="0" smtClean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9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98585" y="879905"/>
            <a:ext cx="9904562" cy="45742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583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百度软件研发优秀实践集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242245" y="1859790"/>
            <a:ext cx="864096" cy="86409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目标</a:t>
            </a:r>
          </a:p>
        </p:txBody>
      </p:sp>
      <p:sp>
        <p:nvSpPr>
          <p:cNvPr id="8" name="椭圆 7"/>
          <p:cNvSpPr/>
          <p:nvPr/>
        </p:nvSpPr>
        <p:spPr>
          <a:xfrm>
            <a:off x="2970437" y="1859790"/>
            <a:ext cx="864096" cy="86409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版本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698629" y="1859790"/>
            <a:ext cx="864096" cy="86409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迭代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426821" y="1859790"/>
            <a:ext cx="864096" cy="86409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执行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155013" y="1864215"/>
            <a:ext cx="864096" cy="86409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改进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13" name="直接箭头连接符 12"/>
          <p:cNvCxnSpPr>
            <a:stCxn id="3" idx="6"/>
            <a:endCxn id="8" idx="2"/>
          </p:cNvCxnSpPr>
          <p:nvPr/>
        </p:nvCxnSpPr>
        <p:spPr>
          <a:xfrm>
            <a:off x="2106341" y="2291838"/>
            <a:ext cx="864096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6"/>
            <a:endCxn id="9" idx="2"/>
          </p:cNvCxnSpPr>
          <p:nvPr/>
        </p:nvCxnSpPr>
        <p:spPr>
          <a:xfrm>
            <a:off x="3834533" y="2291838"/>
            <a:ext cx="864096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6"/>
            <a:endCxn id="11" idx="2"/>
          </p:cNvCxnSpPr>
          <p:nvPr/>
        </p:nvCxnSpPr>
        <p:spPr>
          <a:xfrm>
            <a:off x="5562725" y="2291838"/>
            <a:ext cx="864096" cy="0"/>
          </a:xfrm>
          <a:prstGeom prst="straightConnector1">
            <a:avLst/>
          </a:prstGeom>
          <a:ln w="19050">
            <a:solidFill>
              <a:srgbClr val="EAAF0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1" idx="6"/>
            <a:endCxn id="12" idx="2"/>
          </p:cNvCxnSpPr>
          <p:nvPr/>
        </p:nvCxnSpPr>
        <p:spPr>
          <a:xfrm>
            <a:off x="7290917" y="2291838"/>
            <a:ext cx="864096" cy="4425"/>
          </a:xfrm>
          <a:prstGeom prst="straightConnector1">
            <a:avLst/>
          </a:prstGeom>
          <a:ln w="19050">
            <a:solidFill>
              <a:srgbClr val="EAAF0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/>
          <p:cNvCxnSpPr>
            <a:stCxn id="12" idx="7"/>
            <a:endCxn id="3" idx="0"/>
          </p:cNvCxnSpPr>
          <p:nvPr/>
        </p:nvCxnSpPr>
        <p:spPr>
          <a:xfrm rot="16200000" flipV="1">
            <a:off x="5217945" y="-1683861"/>
            <a:ext cx="130969" cy="7218272"/>
          </a:xfrm>
          <a:prstGeom prst="curvedConnector3">
            <a:avLst>
              <a:gd name="adj1" fmla="val 793257"/>
            </a:avLst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曲线连接符 25"/>
          <p:cNvCxnSpPr>
            <a:stCxn id="12" idx="0"/>
            <a:endCxn id="8" idx="0"/>
          </p:cNvCxnSpPr>
          <p:nvPr/>
        </p:nvCxnSpPr>
        <p:spPr>
          <a:xfrm rot="16200000" flipV="1">
            <a:off x="5992561" y="-730285"/>
            <a:ext cx="4425" cy="5184576"/>
          </a:xfrm>
          <a:prstGeom prst="curvedConnector3">
            <a:avLst>
              <a:gd name="adj1" fmla="val 14498757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12" idx="1"/>
            <a:endCxn id="9" idx="0"/>
          </p:cNvCxnSpPr>
          <p:nvPr/>
        </p:nvCxnSpPr>
        <p:spPr>
          <a:xfrm rot="16200000" flipV="1">
            <a:off x="6640633" y="349835"/>
            <a:ext cx="130969" cy="3150880"/>
          </a:xfrm>
          <a:prstGeom prst="curvedConnector3">
            <a:avLst>
              <a:gd name="adj1" fmla="val 386207"/>
            </a:avLst>
          </a:prstGeom>
          <a:ln w="19050">
            <a:solidFill>
              <a:srgbClr val="EAAF0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800837" y="1565771"/>
            <a:ext cx="111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3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产</a:t>
            </a:r>
            <a:r>
              <a:rPr lang="zh-CN" altLang="en-US" sz="1600" b="1" dirty="0" smtClean="0">
                <a:solidFill>
                  <a:schemeClr val="accent3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品闭环</a:t>
            </a:r>
            <a:endParaRPr lang="zh-CN" altLang="en-US" sz="1600" b="1" dirty="0">
              <a:solidFill>
                <a:schemeClr val="accent3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29029" y="1570196"/>
            <a:ext cx="111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闭环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309637" y="1571274"/>
            <a:ext cx="111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EAAF0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迭代</a:t>
            </a:r>
            <a:r>
              <a:rPr lang="zh-CN" altLang="en-US" sz="1600" b="1" dirty="0" smtClean="0">
                <a:solidFill>
                  <a:srgbClr val="EAAF08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闭环</a:t>
            </a:r>
            <a:endParaRPr lang="zh-CN" altLang="en-US" sz="1600" b="1" dirty="0">
              <a:solidFill>
                <a:srgbClr val="EAAF08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55751" y="3020849"/>
            <a:ext cx="115870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精益画布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955751" y="3405172"/>
            <a:ext cx="115870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影响地图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618509" y="3020849"/>
            <a:ext cx="1310157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用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户故事地图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618510" y="3405172"/>
            <a:ext cx="1310156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影响地图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418709" y="3020849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站会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418709" y="3405172"/>
            <a:ext cx="1161791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看板跟踪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66383" y="3020849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燃尽图</a:t>
            </a:r>
          </a:p>
        </p:txBody>
      </p:sp>
      <p:sp>
        <p:nvSpPr>
          <p:cNvPr id="42" name="矩形 41"/>
          <p:cNvSpPr/>
          <p:nvPr/>
        </p:nvSpPr>
        <p:spPr>
          <a:xfrm>
            <a:off x="7166383" y="3405172"/>
            <a:ext cx="1161791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敏捷度量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881045" y="3040610"/>
            <a:ext cx="1146175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回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顾复盘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881046" y="3424933"/>
            <a:ext cx="1146174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用户反馈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0157" y="2789907"/>
            <a:ext cx="430887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管理实践集</a:t>
            </a:r>
            <a:endPara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0156" y="4230067"/>
            <a:ext cx="430887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工程实践集</a:t>
            </a:r>
            <a:endPara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70436" y="3873274"/>
            <a:ext cx="726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需求</a:t>
            </a:r>
            <a:endPara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634732" y="3870027"/>
            <a:ext cx="726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开发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8292455" y="3871914"/>
            <a:ext cx="726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交付</a:t>
            </a:r>
            <a:endPara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 flipH="1">
            <a:off x="450156" y="4039304"/>
            <a:ext cx="2467865" cy="1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1" idx="3"/>
            <a:endCxn id="52" idx="1"/>
          </p:cNvCxnSpPr>
          <p:nvPr/>
        </p:nvCxnSpPr>
        <p:spPr>
          <a:xfrm flipV="1">
            <a:off x="3697089" y="4039304"/>
            <a:ext cx="1937643" cy="324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2" idx="3"/>
            <a:endCxn id="53" idx="1"/>
          </p:cNvCxnSpPr>
          <p:nvPr/>
        </p:nvCxnSpPr>
        <p:spPr>
          <a:xfrm>
            <a:off x="6361385" y="4039304"/>
            <a:ext cx="1931070" cy="188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9046704" y="4041728"/>
            <a:ext cx="1492294" cy="1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5418709" y="4302075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码协作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418709" y="4686398"/>
            <a:ext cx="1161791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规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范检查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418709" y="5069903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持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续集成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166382" y="4318449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编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译加速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166382" y="4702772"/>
            <a:ext cx="1161791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自动化测试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166382" y="5086277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</a:t>
            </a:r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布管理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892566" y="4302075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开发运维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892566" y="4686398"/>
            <a:ext cx="1161791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灰度发布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892566" y="5069903"/>
            <a:ext cx="1161792" cy="3010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研发数据链</a:t>
            </a:r>
            <a:endParaRPr lang="zh-CN" altLang="en-US" sz="1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77" name="直接箭头连接符 76"/>
          <p:cNvCxnSpPr/>
          <p:nvPr/>
        </p:nvCxnSpPr>
        <p:spPr>
          <a:xfrm>
            <a:off x="2535102" y="2414949"/>
            <a:ext cx="0" cy="518974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4266581" y="2414949"/>
            <a:ext cx="0" cy="518974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5992238" y="2414949"/>
            <a:ext cx="0" cy="518974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7731062" y="2414949"/>
            <a:ext cx="0" cy="518974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9440964" y="2414949"/>
            <a:ext cx="0" cy="518974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80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百度工程能力地图 </a:t>
            </a:r>
            <a:r>
              <a:rPr lang="en-US" altLang="zh-CN" sz="2400" b="1" dirty="0" smtClean="0">
                <a:latin typeface="微软雅黑"/>
                <a:ea typeface="微软雅黑"/>
                <a:cs typeface="微软雅黑"/>
              </a:rPr>
              <a:t>- </a:t>
            </a:r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规范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E953302D-531F-4EBA-AD7A-F01C72B2AC58}"/>
              </a:ext>
            </a:extLst>
          </p:cNvPr>
          <p:cNvSpPr/>
          <p:nvPr/>
        </p:nvSpPr>
        <p:spPr>
          <a:xfrm>
            <a:off x="522164" y="1061715"/>
            <a:ext cx="3184903" cy="58477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定义</a:t>
            </a:r>
            <a:r>
              <a:rPr lang="zh-CN" altLang="en-US" sz="20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工程能力标准化</a:t>
            </a:r>
            <a:endParaRPr lang="zh-CN" altLang="en-US" sz="2000" b="1" dirty="0">
              <a:ln w="1905"/>
              <a:solidFill>
                <a:srgbClr val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E9287549-4AA2-4DE8-8FB4-02516AF448C6}"/>
              </a:ext>
            </a:extLst>
          </p:cNvPr>
          <p:cNvSpPr/>
          <p:nvPr/>
        </p:nvSpPr>
        <p:spPr>
          <a:xfrm>
            <a:off x="522164" y="1781795"/>
            <a:ext cx="3830927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凝聚研发各个阶段的优秀实践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C17300AC-E89F-4A17-BC09-06CAEF3A35ED}"/>
              </a:ext>
            </a:extLst>
          </p:cNvPr>
          <p:cNvSpPr/>
          <p:nvPr/>
        </p:nvSpPr>
        <p:spPr>
          <a:xfrm>
            <a:off x="522164" y="2285851"/>
            <a:ext cx="3830927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提炼适合百度的研发工程规范</a:t>
            </a:r>
          </a:p>
        </p:txBody>
      </p:sp>
      <p:sp>
        <p:nvSpPr>
          <p:cNvPr id="11" name="矩形 10"/>
          <p:cNvSpPr/>
          <p:nvPr/>
        </p:nvSpPr>
        <p:spPr>
          <a:xfrm>
            <a:off x="738188" y="2933923"/>
            <a:ext cx="1944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更多参考：</a:t>
            </a:r>
            <a:endParaRPr lang="en-US" altLang="zh-CN" dirty="0" smtClean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/>
            <a:r>
              <a:rPr lang="zh-CN" altLang="en-US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百度工程师手册</a:t>
            </a:r>
            <a:endParaRPr lang="zh-CN" altLang="en-US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428" y="2933923"/>
            <a:ext cx="832460" cy="115989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67" y="1133723"/>
            <a:ext cx="6590446" cy="3267869"/>
          </a:xfrm>
          <a:prstGeom prst="rect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3696A363-9DF0-46E6-856B-1E9B8ABC455C}"/>
              </a:ext>
            </a:extLst>
          </p:cNvPr>
          <p:cNvSpPr txBox="1"/>
          <p:nvPr/>
        </p:nvSpPr>
        <p:spPr>
          <a:xfrm>
            <a:off x="7866980" y="773683"/>
            <a:ext cx="2653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从需求到上线的全流程规范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6BA2B38C-3EB4-4761-85C8-55DCBF4A0338}"/>
              </a:ext>
            </a:extLst>
          </p:cNvPr>
          <p:cNvSpPr txBox="1"/>
          <p:nvPr/>
        </p:nvSpPr>
        <p:spPr>
          <a:xfrm>
            <a:off x="738188" y="4302075"/>
            <a:ext cx="3547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1600" dirty="0">
                <a:solidFill>
                  <a:srgbClr val="000000"/>
                </a:solidFill>
              </a:rPr>
              <a:t>经</a:t>
            </a:r>
            <a:r>
              <a:rPr lang="en-US" altLang="zh-CN" sz="1600" dirty="0">
                <a:solidFill>
                  <a:srgbClr val="000000"/>
                </a:solidFill>
              </a:rPr>
              <a:t>TC</a:t>
            </a:r>
            <a:r>
              <a:rPr lang="zh-CN" altLang="en-US" sz="1600" dirty="0">
                <a:solidFill>
                  <a:srgbClr val="000000"/>
                </a:solidFill>
              </a:rPr>
              <a:t>评审过的实践规范细则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BB4F5BCE-C55B-4076-950A-9E1AA3860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96" y="4644261"/>
            <a:ext cx="9408673" cy="7379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8402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百度工程能力地图</a:t>
            </a:r>
            <a:r>
              <a:rPr lang="en-US" altLang="zh-CN" sz="2400" b="1" dirty="0"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2400" b="1" dirty="0" smtClean="0">
                <a:latin typeface="微软雅黑"/>
                <a:ea typeface="微软雅黑"/>
                <a:cs typeface="微软雅黑"/>
              </a:rPr>
              <a:t>- </a:t>
            </a:r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可见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48F94126-9322-4941-BD2C-BB2E7A57B02F}"/>
              </a:ext>
            </a:extLst>
          </p:cNvPr>
          <p:cNvSpPr txBox="1"/>
          <p:nvPr/>
        </p:nvSpPr>
        <p:spPr>
          <a:xfrm>
            <a:off x="402205" y="849532"/>
            <a:ext cx="10255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客观展示团队工程能力现状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准确帮助团队提升工程能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力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6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地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址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http://</a:t>
            </a:r>
            <a:r>
              <a: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engmap.baidu.com/dashboard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365" y="1300326"/>
            <a:ext cx="8105775" cy="407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2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674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/>
                <a:ea typeface="微软雅黑"/>
                <a:cs typeface="微软雅黑"/>
              </a:rPr>
              <a:t>百度软件研发工具链</a:t>
            </a:r>
            <a:endParaRPr lang="da-DK" altLang="zh-CN" sz="2400" b="1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8" y="879905"/>
            <a:ext cx="9429350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9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34532" y="3870027"/>
            <a:ext cx="30243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需求管理平台</a:t>
            </a:r>
            <a:r>
              <a:rPr lang="en-US" altLang="zh-Hans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iCafe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867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3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746300" y="1345741"/>
            <a:ext cx="2088232" cy="3820430"/>
            <a:chOff x="1746300" y="1345741"/>
            <a:chExt cx="2088232" cy="3820430"/>
          </a:xfrm>
        </p:grpSpPr>
        <p:sp>
          <p:nvSpPr>
            <p:cNvPr id="7" name="椭圆 6"/>
            <p:cNvSpPr>
              <a:spLocks noChangeAspect="1"/>
            </p:cNvSpPr>
            <p:nvPr/>
          </p:nvSpPr>
          <p:spPr>
            <a:xfrm>
              <a:off x="1746300" y="13457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椭圆 42"/>
            <p:cNvSpPr>
              <a:spLocks noChangeAspect="1"/>
            </p:cNvSpPr>
            <p:nvPr/>
          </p:nvSpPr>
          <p:spPr>
            <a:xfrm>
              <a:off x="2117556" y="214142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2477596" y="29379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>
              <a:spLocks noChangeAspect="1"/>
            </p:cNvSpPr>
            <p:nvPr/>
          </p:nvSpPr>
          <p:spPr>
            <a:xfrm>
              <a:off x="2837636" y="373362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椭圆 45"/>
            <p:cNvSpPr>
              <a:spLocks noChangeAspect="1"/>
            </p:cNvSpPr>
            <p:nvPr/>
          </p:nvSpPr>
          <p:spPr>
            <a:xfrm>
              <a:off x="3197676" y="4529315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54412" y="147950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Hans" dirty="0" err="1">
                <a:latin typeface="等线" panose="02010600030101010101" pitchFamily="2" charset="-122"/>
                <a:ea typeface="等线" panose="02010600030101010101" pitchFamily="2" charset="-122"/>
              </a:rPr>
              <a:t>Cafe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简介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042444" y="227519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空间配置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31020" y="307743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产品规划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726520" y="386739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迭代管理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122564" y="465734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报表分析</a:t>
            </a:r>
          </a:p>
        </p:txBody>
      </p:sp>
    </p:spTree>
    <p:extLst>
      <p:ext uri="{BB962C8B-B14F-4D97-AF65-F5344CB8AC3E}">
        <p14:creationId xmlns:p14="http://schemas.microsoft.com/office/powerpoint/2010/main" val="27051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en-US" altLang="zh-Han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264614" y="950793"/>
            <a:ext cx="689818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iCafe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</a:t>
            </a:r>
            <a:endParaRPr lang="en-US" altLang="zh-CN" sz="20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Hans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空间、计划、卡片、帖子</a:t>
            </a: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iCafe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组件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仪表盘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：展示本空间卡片概况，人员概况                     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产品规划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：用来做需求梳理、产品规划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Hans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迭代管理（计划跟踪）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：用来做研发团队的迭代管理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卡片查询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：各种查询方式来支持卡片的查询操作，是卡片的数据库。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报表分析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：对卡片，计划进行数据分析与可视化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讨论区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：创建帖子，讨论想法，分享观点的地方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en-US" altLang="zh-CN" sz="1600" b="1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AGroup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文档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：打通了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Agroup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文档，便于团队文档管理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空间配置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：管理员的专属区域，对空间进行各类配置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         </a:t>
            </a:r>
            <a:r>
              <a:rPr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个人工作台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：普通用户最爱，个人工作管理的地方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0974D579-BE3C-364D-9FB4-B84F0AC2E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40" y="801687"/>
            <a:ext cx="1714500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4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B1DC850B-8342-5E4A-A43A-EBCBD0285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00" y="654454"/>
            <a:ext cx="6425625" cy="4151677"/>
          </a:xfrm>
          <a:prstGeom prst="rect">
            <a:avLst/>
          </a:prstGeom>
        </p:spPr>
      </p:pic>
      <p:sp>
        <p:nvSpPr>
          <p:cNvPr id="12" name="圆角矩形 11">
            <a:extLst>
              <a:ext uri="{FF2B5EF4-FFF2-40B4-BE49-F238E27FC236}">
                <a16:creationId xmlns:a16="http://schemas.microsoft.com/office/drawing/2014/main" xmlns="" id="{DA68DC9F-F5FB-E342-B305-70E00CDBBD28}"/>
              </a:ext>
            </a:extLst>
          </p:cNvPr>
          <p:cNvSpPr/>
          <p:nvPr/>
        </p:nvSpPr>
        <p:spPr>
          <a:xfrm>
            <a:off x="1571143" y="2851925"/>
            <a:ext cx="1096819" cy="1920636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62865" marR="0" lvl="0" indent="-62865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91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870E2FE0-F699-2F45-B968-0572672BE29F}"/>
              </a:ext>
            </a:extLst>
          </p:cNvPr>
          <p:cNvSpPr/>
          <p:nvPr/>
        </p:nvSpPr>
        <p:spPr>
          <a:xfrm>
            <a:off x="1098228" y="4302041"/>
            <a:ext cx="356382" cy="332712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15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1215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xmlns="" id="{469C62E5-DAD3-0F46-AECA-D6DA9063B9E7}"/>
              </a:ext>
            </a:extLst>
          </p:cNvPr>
          <p:cNvSpPr/>
          <p:nvPr/>
        </p:nvSpPr>
        <p:spPr>
          <a:xfrm>
            <a:off x="2720700" y="2851925"/>
            <a:ext cx="1277915" cy="1920635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62865" marR="0" lvl="0" indent="-62865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91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B7C706ED-CE69-8542-9965-A839191B7BCC}"/>
              </a:ext>
            </a:extLst>
          </p:cNvPr>
          <p:cNvSpPr/>
          <p:nvPr/>
        </p:nvSpPr>
        <p:spPr>
          <a:xfrm>
            <a:off x="4101991" y="4302041"/>
            <a:ext cx="356382" cy="332712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15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1215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xmlns="" id="{8A56A928-9B5A-B742-A04E-513548F511DF}"/>
              </a:ext>
            </a:extLst>
          </p:cNvPr>
          <p:cNvSpPr/>
          <p:nvPr/>
        </p:nvSpPr>
        <p:spPr>
          <a:xfrm>
            <a:off x="4726070" y="1591260"/>
            <a:ext cx="1823916" cy="2273252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62865" marR="0" lvl="0" indent="-62865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91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0F17EEEF-7ECE-6546-86A8-B926039B6174}"/>
              </a:ext>
            </a:extLst>
          </p:cNvPr>
          <p:cNvSpPr/>
          <p:nvPr/>
        </p:nvSpPr>
        <p:spPr>
          <a:xfrm>
            <a:off x="4310695" y="2198210"/>
            <a:ext cx="356382" cy="332712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15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1215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xmlns="" id="{13B2B19C-6413-9745-A0A3-185C1B2368DE}"/>
              </a:ext>
            </a:extLst>
          </p:cNvPr>
          <p:cNvSpPr/>
          <p:nvPr/>
        </p:nvSpPr>
        <p:spPr>
          <a:xfrm>
            <a:off x="6075459" y="839303"/>
            <a:ext cx="1950437" cy="1237476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62865" marR="0" lvl="0" indent="-62865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91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xmlns="" id="{3F95EDBB-1FFC-4845-8B5F-9447F924D8A6}"/>
              </a:ext>
            </a:extLst>
          </p:cNvPr>
          <p:cNvSpPr/>
          <p:nvPr/>
        </p:nvSpPr>
        <p:spPr>
          <a:xfrm>
            <a:off x="8211809" y="1327083"/>
            <a:ext cx="356382" cy="332712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15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zh-CN" altLang="en-US" sz="1215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xmlns="" id="{E885F67E-2DF7-1F44-90AC-04E55B31F8E0}"/>
              </a:ext>
            </a:extLst>
          </p:cNvPr>
          <p:cNvSpPr/>
          <p:nvPr/>
        </p:nvSpPr>
        <p:spPr>
          <a:xfrm>
            <a:off x="6836541" y="2325423"/>
            <a:ext cx="1229362" cy="1602884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62865" marR="0" lvl="0" indent="-62865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91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xmlns="" id="{F48D7738-7C04-C242-B765-4E150276EF0D}"/>
              </a:ext>
            </a:extLst>
          </p:cNvPr>
          <p:cNvSpPr/>
          <p:nvPr/>
        </p:nvSpPr>
        <p:spPr>
          <a:xfrm>
            <a:off x="8211809" y="2983568"/>
            <a:ext cx="356382" cy="332712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15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zh-CN" altLang="en-US" sz="1215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xmlns="" id="{6FBEDB9E-BD44-ED40-8227-9EA59673EE0E}"/>
              </a:ext>
            </a:extLst>
          </p:cNvPr>
          <p:cNvSpPr/>
          <p:nvPr/>
        </p:nvSpPr>
        <p:spPr>
          <a:xfrm>
            <a:off x="6815276" y="4066562"/>
            <a:ext cx="1229362" cy="653249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62865" marR="0" lvl="0" indent="-62865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zh-CN" altLang="en-US" sz="91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xmlns="" id="{C62EEEA9-A825-3D46-891D-ACFDA4DACB4B}"/>
              </a:ext>
            </a:extLst>
          </p:cNvPr>
          <p:cNvSpPr/>
          <p:nvPr/>
        </p:nvSpPr>
        <p:spPr>
          <a:xfrm>
            <a:off x="8211809" y="4261555"/>
            <a:ext cx="356382" cy="332712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15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zh-CN" altLang="en-US" sz="1215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1421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en-US" altLang="zh-Han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如何落地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敏捷管理框架</a:t>
            </a:r>
            <a:endParaRPr lang="da-DK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图示 6">
            <a:extLst>
              <a:ext uri="{FF2B5EF4-FFF2-40B4-BE49-F238E27FC236}">
                <a16:creationId xmlns:a16="http://schemas.microsoft.com/office/drawing/2014/main" xmlns="" id="{A1C2349A-ACD2-AD49-B146-91370937925A}"/>
              </a:ext>
            </a:extLst>
          </p:cNvPr>
          <p:cNvGraphicFramePr/>
          <p:nvPr>
            <p:extLst/>
          </p:nvPr>
        </p:nvGraphicFramePr>
        <p:xfrm>
          <a:off x="845889" y="4878139"/>
          <a:ext cx="8305798" cy="484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3118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Graphic spid="24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xmlns="" id="{BA67BD87-3851-BF46-91A4-11E1056C1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380" y="1732721"/>
            <a:ext cx="7898946" cy="3195955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CC3EB5DE-213A-2446-B482-BD7DC944A4A6}"/>
              </a:ext>
            </a:extLst>
          </p:cNvPr>
          <p:cNvSpPr/>
          <p:nvPr/>
        </p:nvSpPr>
        <p:spPr>
          <a:xfrm>
            <a:off x="234132" y="1869847"/>
            <a:ext cx="2399426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119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个人邮箱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0245" lvl="2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（立即生效）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119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已有邮件组，已有的成员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0245" lvl="2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（立即生效）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119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新建的邮件组或已有邮件组，新添加的成员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90245" lvl="2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（第二天生效）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2012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添加空间成员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4E61FBB-0B95-9248-B844-0C363FFA4C7F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1A7C3936-AD61-B14D-B892-0D760466ED76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25198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14991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is-I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A1D6D617-CA0B-4046-A801-7BCC81E2E659}"/>
              </a:ext>
            </a:extLst>
          </p:cNvPr>
          <p:cNvSpPr/>
          <p:nvPr/>
        </p:nvSpPr>
        <p:spPr>
          <a:xfrm>
            <a:off x="250846" y="1991429"/>
            <a:ext cx="23981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5440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推荐：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119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  <a:endParaRPr lang="zh-CN" altLang="en-US" sz="1600" dirty="0">
              <a:solidFill>
                <a:srgbClr val="0432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75995" lvl="2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Story</a:t>
            </a:r>
            <a:endParaRPr lang="zh-CN" altLang="en-US" sz="1600" dirty="0">
              <a:solidFill>
                <a:srgbClr val="0432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21435" lvl="3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Task</a:t>
            </a:r>
            <a:endParaRPr lang="zh-CN" altLang="en-US" sz="1600" dirty="0">
              <a:solidFill>
                <a:srgbClr val="0432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119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Bug</a:t>
            </a:r>
            <a:endParaRPr lang="zh-CN" altLang="en-US" sz="1600" dirty="0">
              <a:solidFill>
                <a:srgbClr val="0432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A5F515BE-8E9B-E34F-A36D-533ADD22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566551"/>
            <a:ext cx="6324600" cy="374363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A03D463D-2EF9-3A48-8158-1634D857B546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图示 6">
            <a:extLst>
              <a:ext uri="{FF2B5EF4-FFF2-40B4-BE49-F238E27FC236}">
                <a16:creationId xmlns:a16="http://schemas.microsoft.com/office/drawing/2014/main" xmlns="" id="{6D1A256C-61A0-0044-AA3E-4BBE62EF73E9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82607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14991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配置字段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20E6D99-8EBC-3C4F-B78E-673D3EDD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786" y="1503624"/>
            <a:ext cx="7966628" cy="39067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38436D56-5BB9-A148-A7B3-981F253C3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8" y="1488884"/>
            <a:ext cx="9163124" cy="395146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4FAE839D-889F-4549-8494-867077F11A24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图示 6">
            <a:extLst>
              <a:ext uri="{FF2B5EF4-FFF2-40B4-BE49-F238E27FC236}">
                <a16:creationId xmlns:a16="http://schemas.microsoft.com/office/drawing/2014/main" xmlns="" id="{B8051A91-BC7A-C948-BA56-8CEEA12EE58E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2260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99A5A497-6788-3C4C-BBFC-59E520CDF844}"/>
              </a:ext>
            </a:extLst>
          </p:cNvPr>
          <p:cNvSpPr/>
          <p:nvPr/>
        </p:nvSpPr>
        <p:spPr>
          <a:xfrm>
            <a:off x="438051" y="1103514"/>
            <a:ext cx="2525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流程状态和工作流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xmlns="" id="{3571895E-07DF-074E-8ADE-FAAFD5BA05DC}"/>
              </a:ext>
            </a:extLst>
          </p:cNvPr>
          <p:cNvSpPr txBox="1">
            <a:spLocks/>
          </p:cNvSpPr>
          <p:nvPr/>
        </p:nvSpPr>
        <p:spPr>
          <a:xfrm>
            <a:off x="810318" y="1781795"/>
            <a:ext cx="9576942" cy="3545992"/>
          </a:xfrm>
          <a:prstGeom prst="rect">
            <a:avLst/>
          </a:prstGeom>
        </p:spPr>
        <p:txBody>
          <a:bodyPr lIns="91422" tIns="45711" rIns="91422" bIns="45711">
            <a:noAutofit/>
          </a:bodyPr>
          <a:lstStyle>
            <a:lvl1pPr marL="25908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0705" indent="-2159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62965" indent="-17272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7770" indent="-17272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53210" indent="-17272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898650" indent="-17272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243455" indent="-17272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2588895" indent="-17272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2933700" indent="-17272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0" dirty="0">
                <a:solidFill>
                  <a:srgbClr val="323B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流程状态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”指的是卡片状态。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Hans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每种卡片类型都有自己的状态规则，表示自己的生命周期中需要经历的阶段。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Hans" altLang="en-US" sz="1600" kern="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600" kern="0" dirty="0">
                <a:solidFill>
                  <a:srgbClr val="323B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en-US" altLang="zh-CN" sz="1600" kern="0" dirty="0">
              <a:solidFill>
                <a:srgbClr val="323BE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1600" kern="0" dirty="0">
              <a:solidFill>
                <a:srgbClr val="0432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0" dirty="0">
                <a:solidFill>
                  <a:srgbClr val="323B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工作流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”指的是卡片流经不同状态时的制约规则。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Hans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每种卡片类型都有自己的状态规则，表示自己的生命周期中需要经历的阶段。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Hans" altLang="en-US" sz="1600" kern="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600" kern="0" dirty="0">
                <a:solidFill>
                  <a:srgbClr val="323B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我们不能将“开发中”的卡片直接设置为“已上线”，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因为所有开发工作都要经过验收和测试才能够上线。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zh-CN" altLang="en-US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CC246C31-7D1B-0041-AE23-8146F4D0D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324" y="2681819"/>
            <a:ext cx="7620000" cy="54013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14E68ED-7CD6-BB42-B5AD-A464CA1C08D0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2D1FB0E6-0497-6A4A-9DAE-D5FEE3CD3FF0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69768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2012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配置流程状态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3FB81DCD-1544-EA40-9FAB-3E272ADE4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52" y="1432473"/>
            <a:ext cx="8059842" cy="40217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FE9C581D-5996-8942-9C52-83679903CFEC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AEA17B77-8C8D-C545-9D00-AF90BE58CA90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77947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03A1BFBF-ECCE-E94D-9C74-48B086F57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68" y="1384419"/>
            <a:ext cx="7272808" cy="405030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99A5A497-6788-3C4C-BBFC-59E520CDF844}"/>
              </a:ext>
            </a:extLst>
          </p:cNvPr>
          <p:cNvSpPr/>
          <p:nvPr/>
        </p:nvSpPr>
        <p:spPr>
          <a:xfrm>
            <a:off x="438051" y="1103514"/>
            <a:ext cx="17556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配置工作流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CD843806-C154-F047-9C81-FF1530C35F39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图示 6">
            <a:extLst>
              <a:ext uri="{FF2B5EF4-FFF2-40B4-BE49-F238E27FC236}">
                <a16:creationId xmlns:a16="http://schemas.microsoft.com/office/drawing/2014/main" xmlns="" id="{A04A7CB5-9298-D449-84D2-8D969EABD1F5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79491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2525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配置状态自动流转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ECD3DDC9-2852-9A40-9384-A6267A12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" y="1503624"/>
            <a:ext cx="5554812" cy="39527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90143EA-02F7-034E-9C6A-216F0A91F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201" y="1614603"/>
            <a:ext cx="6168199" cy="38396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C897500E-7CF8-C645-96BC-B0B5E9D0B37C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4D89482A-A828-7D47-A7B1-90BA8D37E0BC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0965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22974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配置模板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级联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B5D05EE0-FBE9-4A4F-8E7B-6698CF6BB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371" y="898721"/>
            <a:ext cx="5300193" cy="28406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90491AA3-EC51-8342-B4C1-4BC919100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72" y="1623753"/>
            <a:ext cx="2641600" cy="889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C6C1AB2-712A-8144-B2F3-B932258A6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31" y="1530471"/>
            <a:ext cx="1752600" cy="762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0C6E4766-6CE2-E849-92F2-40A812177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80" y="3529122"/>
            <a:ext cx="9144000" cy="170905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D1329193-C64C-F444-A1FA-6D651C9D93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204" y="3566038"/>
            <a:ext cx="9144000" cy="13716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D1CE1E3F-452D-DD47-89C8-ED2513E68D4C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图示 6">
            <a:extLst>
              <a:ext uri="{FF2B5EF4-FFF2-40B4-BE49-F238E27FC236}">
                <a16:creationId xmlns:a16="http://schemas.microsoft.com/office/drawing/2014/main" xmlns="" id="{595F8448-96BE-0C4A-A721-56F4DE15BBC2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09899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438051" y="1103514"/>
            <a:ext cx="2012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配置消息规则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5E7F7069-B84E-FA4C-80BA-22F248CA5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21" y="1660081"/>
            <a:ext cx="8077198" cy="36501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088E2752-C5F1-0C46-AEA8-399913953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20" y="1742720"/>
            <a:ext cx="4394200" cy="33655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89956CE8-0A76-364C-9A8F-14D35AD22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121" y="2098520"/>
            <a:ext cx="4197350" cy="265389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480ABC05-F458-5A46-B68E-7B0DDB588573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空间配置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图示 6">
            <a:extLst>
              <a:ext uri="{FF2B5EF4-FFF2-40B4-BE49-F238E27FC236}">
                <a16:creationId xmlns:a16="http://schemas.microsoft.com/office/drawing/2014/main" xmlns="" id="{A92F8845-2FE5-8947-84A3-2127480F4B84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77554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7" name="组合 3">
            <a:extLst>
              <a:ext uri="{FF2B5EF4-FFF2-40B4-BE49-F238E27FC236}">
                <a16:creationId xmlns:a16="http://schemas.microsoft.com/office/drawing/2014/main" xmlns="" id="{469FF4CF-BD67-D84A-95F5-FF1EB7405AC0}"/>
              </a:ext>
            </a:extLst>
          </p:cNvPr>
          <p:cNvGrpSpPr/>
          <p:nvPr/>
        </p:nvGrpSpPr>
        <p:grpSpPr>
          <a:xfrm>
            <a:off x="2247428" y="1638719"/>
            <a:ext cx="159500" cy="270763"/>
            <a:chOff x="5424672" y="3786526"/>
            <a:chExt cx="171091" cy="267725"/>
          </a:xfrm>
        </p:grpSpPr>
        <p:sp>
          <p:nvSpPr>
            <p:cNvPr id="98" name="AutoShape 20">
              <a:extLst>
                <a:ext uri="{FF2B5EF4-FFF2-40B4-BE49-F238E27FC236}">
                  <a16:creationId xmlns:a16="http://schemas.microsoft.com/office/drawing/2014/main" xmlns="" id="{D8BB9349-47FA-5340-859A-499C584F9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672" y="3869853"/>
              <a:ext cx="171091" cy="184398"/>
            </a:xfrm>
            <a:prstGeom prst="pentagon">
              <a:avLst/>
            </a:prstGeom>
            <a:solidFill>
              <a:srgbClr val="8B8D31"/>
            </a:solidFill>
            <a:ln w="12700" cap="flat">
              <a:noFill/>
              <a:miter lim="800000"/>
              <a:headEnd type="none" w="med" len="med"/>
              <a:tailEnd type="none" w="med" len="med"/>
            </a:ln>
            <a:effectLst>
              <a:outerShdw dist="25399" dir="2700000" algn="ctr" rotWithShape="0">
                <a:srgbClr val="EEECE1">
                  <a:alpha val="75000"/>
                </a:srgbClr>
              </a:outerShdw>
            </a:effectLst>
          </p:spPr>
          <p:txBody>
            <a:bodyPr lIns="0" tIns="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99" name="Oval 21">
              <a:extLst>
                <a:ext uri="{FF2B5EF4-FFF2-40B4-BE49-F238E27FC236}">
                  <a16:creationId xmlns:a16="http://schemas.microsoft.com/office/drawing/2014/main" xmlns="" id="{3E39814C-97E3-AF4C-909E-59419F4A8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176" y="3786526"/>
              <a:ext cx="151223" cy="120902"/>
            </a:xfrm>
            <a:prstGeom prst="ellipse">
              <a:avLst/>
            </a:prstGeom>
            <a:solidFill>
              <a:srgbClr val="F79646">
                <a:lumMod val="40000"/>
                <a:lumOff val="60000"/>
              </a:srgbClr>
            </a:solidFill>
            <a:ln w="12700" cap="flat">
              <a:noFill/>
              <a:miter lim="800000"/>
              <a:headEnd type="none" w="med" len="med"/>
              <a:tailEnd type="none" w="med" len="med"/>
            </a:ln>
            <a:effectLst>
              <a:outerShdw dist="25399" dir="2700000" algn="ctr" rotWithShape="0">
                <a:srgbClr val="EEECE1">
                  <a:alpha val="75000"/>
                </a:srgbClr>
              </a:outerShdw>
            </a:effectLst>
          </p:spPr>
          <p:txBody>
            <a:bodyPr lIns="0" tIns="0" rIns="0" bIns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100" name="矩形 99">
            <a:extLst>
              <a:ext uri="{FF2B5EF4-FFF2-40B4-BE49-F238E27FC236}">
                <a16:creationId xmlns:a16="http://schemas.microsoft.com/office/drawing/2014/main" xmlns="" id="{77BD63F3-3477-8B4F-963F-CF4F80280045}"/>
              </a:ext>
            </a:extLst>
          </p:cNvPr>
          <p:cNvSpPr/>
          <p:nvPr/>
        </p:nvSpPr>
        <p:spPr>
          <a:xfrm>
            <a:off x="2259958" y="1948977"/>
            <a:ext cx="705444" cy="288995"/>
          </a:xfrm>
          <a:prstGeom prst="rect">
            <a:avLst/>
          </a:prstGeom>
          <a:solidFill>
            <a:srgbClr val="E46C0A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xmlns="" id="{16D07194-4AB6-534C-9155-A82AD1BD1978}"/>
              </a:ext>
            </a:extLst>
          </p:cNvPr>
          <p:cNvSpPr/>
          <p:nvPr/>
        </p:nvSpPr>
        <p:spPr>
          <a:xfrm>
            <a:off x="3467599" y="1947431"/>
            <a:ext cx="705444" cy="288995"/>
          </a:xfrm>
          <a:prstGeom prst="rect">
            <a:avLst/>
          </a:prstGeom>
          <a:solidFill>
            <a:srgbClr val="E46C0A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xmlns="" id="{1FF8F0E7-68A2-8B47-BD0F-0660986ECB5C}"/>
              </a:ext>
            </a:extLst>
          </p:cNvPr>
          <p:cNvSpPr/>
          <p:nvPr/>
        </p:nvSpPr>
        <p:spPr>
          <a:xfrm>
            <a:off x="5302389" y="1947431"/>
            <a:ext cx="705444" cy="288995"/>
          </a:xfrm>
          <a:prstGeom prst="rect">
            <a:avLst/>
          </a:prstGeom>
          <a:solidFill>
            <a:srgbClr val="E46C0A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xmlns="" id="{759B539E-46BA-C544-93A5-E48633A45784}"/>
              </a:ext>
            </a:extLst>
          </p:cNvPr>
          <p:cNvSpPr/>
          <p:nvPr/>
        </p:nvSpPr>
        <p:spPr>
          <a:xfrm>
            <a:off x="6511162" y="1947431"/>
            <a:ext cx="705444" cy="288995"/>
          </a:xfrm>
          <a:prstGeom prst="rect">
            <a:avLst/>
          </a:prstGeom>
          <a:solidFill>
            <a:srgbClr val="E46C0A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xmlns="" id="{F2F3E742-1DBD-3F4B-BC94-5A33BF9D2025}"/>
              </a:ext>
            </a:extLst>
          </p:cNvPr>
          <p:cNvSpPr/>
          <p:nvPr/>
        </p:nvSpPr>
        <p:spPr>
          <a:xfrm>
            <a:off x="1942458" y="2468904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xmlns="" id="{C1CDBC74-C727-234C-A931-6D0D6F444178}"/>
              </a:ext>
            </a:extLst>
          </p:cNvPr>
          <p:cNvSpPr/>
          <p:nvPr/>
        </p:nvSpPr>
        <p:spPr>
          <a:xfrm>
            <a:off x="2546279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xmlns="" id="{765B3C20-AF41-4F4A-B5CC-C14E76AA9B18}"/>
              </a:ext>
            </a:extLst>
          </p:cNvPr>
          <p:cNvSpPr/>
          <p:nvPr/>
        </p:nvSpPr>
        <p:spPr>
          <a:xfrm>
            <a:off x="3150099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xmlns="" id="{BFCF7042-0CDB-7B48-9285-DBBD0CFED028}"/>
              </a:ext>
            </a:extLst>
          </p:cNvPr>
          <p:cNvSpPr/>
          <p:nvPr/>
        </p:nvSpPr>
        <p:spPr>
          <a:xfrm>
            <a:off x="3753920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xmlns="" id="{F3E3C2EC-F110-424D-A0E6-E38451C1D3C5}"/>
              </a:ext>
            </a:extLst>
          </p:cNvPr>
          <p:cNvSpPr/>
          <p:nvPr/>
        </p:nvSpPr>
        <p:spPr>
          <a:xfrm>
            <a:off x="4357741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xmlns="" id="{D4CC712A-C6FB-3F45-9FA8-C1D0175E4640}"/>
              </a:ext>
            </a:extLst>
          </p:cNvPr>
          <p:cNvSpPr/>
          <p:nvPr/>
        </p:nvSpPr>
        <p:spPr>
          <a:xfrm>
            <a:off x="4986020" y="2478539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xmlns="" id="{A63A6BF3-788A-FD4D-BCB6-A9CACAA011AD}"/>
              </a:ext>
            </a:extLst>
          </p:cNvPr>
          <p:cNvSpPr/>
          <p:nvPr/>
        </p:nvSpPr>
        <p:spPr>
          <a:xfrm>
            <a:off x="5589841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xmlns="" id="{4272F8CD-4CDB-C546-9E90-CDBBEC9A0D0B}"/>
              </a:ext>
            </a:extLst>
          </p:cNvPr>
          <p:cNvSpPr/>
          <p:nvPr/>
        </p:nvSpPr>
        <p:spPr>
          <a:xfrm>
            <a:off x="6193662" y="2479593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xmlns="" id="{A0AB803B-3A96-7841-BE03-294FDB179220}"/>
              </a:ext>
            </a:extLst>
          </p:cNvPr>
          <p:cNvSpPr/>
          <p:nvPr/>
        </p:nvSpPr>
        <p:spPr>
          <a:xfrm>
            <a:off x="6797483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xmlns="" id="{500B2F4F-147C-934A-9556-DBAA1C46A21D}"/>
              </a:ext>
            </a:extLst>
          </p:cNvPr>
          <p:cNvSpPr/>
          <p:nvPr/>
        </p:nvSpPr>
        <p:spPr>
          <a:xfrm>
            <a:off x="7412497" y="2478046"/>
            <a:ext cx="519046" cy="23836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xmlns="" id="{E324E5B1-7A02-214B-BBD6-D82DD09F3125}"/>
              </a:ext>
            </a:extLst>
          </p:cNvPr>
          <p:cNvSpPr/>
          <p:nvPr/>
        </p:nvSpPr>
        <p:spPr>
          <a:xfrm>
            <a:off x="1942458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xmlns="" id="{5655E041-FE0E-754F-8EFF-4E2F304C1BFF}"/>
              </a:ext>
            </a:extLst>
          </p:cNvPr>
          <p:cNvSpPr/>
          <p:nvPr/>
        </p:nvSpPr>
        <p:spPr>
          <a:xfrm>
            <a:off x="1942458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xmlns="" id="{82DFD119-101D-6743-BDF2-9D23D53CBC0F}"/>
              </a:ext>
            </a:extLst>
          </p:cNvPr>
          <p:cNvSpPr/>
          <p:nvPr/>
        </p:nvSpPr>
        <p:spPr>
          <a:xfrm>
            <a:off x="1942458" y="3768172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xmlns="" id="{4278B0F2-E79D-2C42-AED2-C97E4A20CE68}"/>
              </a:ext>
            </a:extLst>
          </p:cNvPr>
          <p:cNvSpPr/>
          <p:nvPr/>
        </p:nvSpPr>
        <p:spPr>
          <a:xfrm>
            <a:off x="1942458" y="4084516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xmlns="" id="{79BA1B03-D9C5-AB44-AE7A-EA0D19B4D35D}"/>
              </a:ext>
            </a:extLst>
          </p:cNvPr>
          <p:cNvSpPr/>
          <p:nvPr/>
        </p:nvSpPr>
        <p:spPr>
          <a:xfrm>
            <a:off x="1942458" y="4714483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xmlns="" id="{1537D27C-F9F9-4F43-94EF-4504B13CD626}"/>
              </a:ext>
            </a:extLst>
          </p:cNvPr>
          <p:cNvSpPr/>
          <p:nvPr/>
        </p:nvSpPr>
        <p:spPr>
          <a:xfrm>
            <a:off x="1942458" y="503082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xmlns="" id="{639F7DAE-5843-BF48-96CD-BDA267698EC8}"/>
              </a:ext>
            </a:extLst>
          </p:cNvPr>
          <p:cNvSpPr/>
          <p:nvPr/>
        </p:nvSpPr>
        <p:spPr>
          <a:xfrm>
            <a:off x="2546279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xmlns="" id="{549CD8EA-CD61-4E40-A384-3786FF0F88AA}"/>
              </a:ext>
            </a:extLst>
          </p:cNvPr>
          <p:cNvSpPr/>
          <p:nvPr/>
        </p:nvSpPr>
        <p:spPr>
          <a:xfrm>
            <a:off x="2546279" y="3774712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xmlns="" id="{B83BBD55-C80B-5E47-BADE-1129FB137266}"/>
              </a:ext>
            </a:extLst>
          </p:cNvPr>
          <p:cNvSpPr/>
          <p:nvPr/>
        </p:nvSpPr>
        <p:spPr>
          <a:xfrm>
            <a:off x="2546279" y="4718717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xmlns="" id="{2BE32C0A-6AD7-BE4E-9E32-3C60FE1993C3}"/>
              </a:ext>
            </a:extLst>
          </p:cNvPr>
          <p:cNvSpPr/>
          <p:nvPr/>
        </p:nvSpPr>
        <p:spPr>
          <a:xfrm>
            <a:off x="3150100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xmlns="" id="{BA5168FF-DC86-2249-A337-CBE45DC50003}"/>
              </a:ext>
            </a:extLst>
          </p:cNvPr>
          <p:cNvSpPr/>
          <p:nvPr/>
        </p:nvSpPr>
        <p:spPr>
          <a:xfrm>
            <a:off x="3150099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xmlns="" id="{EBB10C18-2DE3-EA40-B94D-AFEA28748FA8}"/>
              </a:ext>
            </a:extLst>
          </p:cNvPr>
          <p:cNvSpPr/>
          <p:nvPr/>
        </p:nvSpPr>
        <p:spPr>
          <a:xfrm>
            <a:off x="3150099" y="3768587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xmlns="" id="{1BC85740-137B-F340-8F05-4035264D514D}"/>
              </a:ext>
            </a:extLst>
          </p:cNvPr>
          <p:cNvSpPr/>
          <p:nvPr/>
        </p:nvSpPr>
        <p:spPr>
          <a:xfrm>
            <a:off x="3150099" y="4084932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xmlns="" id="{C375008E-6B34-DC4B-B2E8-04F333D24157}"/>
              </a:ext>
            </a:extLst>
          </p:cNvPr>
          <p:cNvSpPr/>
          <p:nvPr/>
        </p:nvSpPr>
        <p:spPr>
          <a:xfrm>
            <a:off x="3150099" y="4718717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xmlns="" id="{97530FEA-CD9A-5546-ADBD-1DC4D9681002}"/>
              </a:ext>
            </a:extLst>
          </p:cNvPr>
          <p:cNvSpPr/>
          <p:nvPr/>
        </p:nvSpPr>
        <p:spPr>
          <a:xfrm>
            <a:off x="3760620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xmlns="" id="{7E4B841D-8D50-5743-ADF3-F340AC46F6E2}"/>
              </a:ext>
            </a:extLst>
          </p:cNvPr>
          <p:cNvSpPr/>
          <p:nvPr/>
        </p:nvSpPr>
        <p:spPr>
          <a:xfrm>
            <a:off x="3760620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xmlns="" id="{E4D86C75-F427-EE4D-A344-B8767716B618}"/>
              </a:ext>
            </a:extLst>
          </p:cNvPr>
          <p:cNvSpPr/>
          <p:nvPr/>
        </p:nvSpPr>
        <p:spPr>
          <a:xfrm>
            <a:off x="3760620" y="3448948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xmlns="" id="{0C6874DD-8538-1543-8D4E-9BA044348FBB}"/>
              </a:ext>
            </a:extLst>
          </p:cNvPr>
          <p:cNvSpPr/>
          <p:nvPr/>
        </p:nvSpPr>
        <p:spPr>
          <a:xfrm>
            <a:off x="3760620" y="3765293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xmlns="" id="{98640022-1D68-644D-A02D-DBAE10DA3604}"/>
              </a:ext>
            </a:extLst>
          </p:cNvPr>
          <p:cNvSpPr/>
          <p:nvPr/>
        </p:nvSpPr>
        <p:spPr>
          <a:xfrm>
            <a:off x="3760620" y="4081638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xmlns="" id="{F2A569FF-EB2B-0042-9906-839734D77FEB}"/>
              </a:ext>
            </a:extLst>
          </p:cNvPr>
          <p:cNvSpPr/>
          <p:nvPr/>
        </p:nvSpPr>
        <p:spPr>
          <a:xfrm>
            <a:off x="4371140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xmlns="" id="{AEF0F0DC-B818-B249-BCC7-758FD57D643F}"/>
              </a:ext>
            </a:extLst>
          </p:cNvPr>
          <p:cNvSpPr/>
          <p:nvPr/>
        </p:nvSpPr>
        <p:spPr>
          <a:xfrm>
            <a:off x="4371140" y="3768172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xmlns="" id="{D378CDCC-5F3E-2A4D-BB0C-155478BC299C}"/>
              </a:ext>
            </a:extLst>
          </p:cNvPr>
          <p:cNvSpPr/>
          <p:nvPr/>
        </p:nvSpPr>
        <p:spPr>
          <a:xfrm>
            <a:off x="4371140" y="4084516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xmlns="" id="{06B68109-C6D0-3B4E-B3FB-4107C6AE31CB}"/>
              </a:ext>
            </a:extLst>
          </p:cNvPr>
          <p:cNvSpPr/>
          <p:nvPr/>
        </p:nvSpPr>
        <p:spPr>
          <a:xfrm>
            <a:off x="4371140" y="4400861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xmlns="" id="{AC45D364-A483-A746-BE6A-CA85496E1C6D}"/>
              </a:ext>
            </a:extLst>
          </p:cNvPr>
          <p:cNvSpPr/>
          <p:nvPr/>
        </p:nvSpPr>
        <p:spPr>
          <a:xfrm>
            <a:off x="4986021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xmlns="" id="{D9122AF3-12AC-7C44-8150-78E399809231}"/>
              </a:ext>
            </a:extLst>
          </p:cNvPr>
          <p:cNvSpPr/>
          <p:nvPr/>
        </p:nvSpPr>
        <p:spPr>
          <a:xfrm>
            <a:off x="4986020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xmlns="" id="{68632F7A-2CAA-184A-932D-F6D31E64A900}"/>
              </a:ext>
            </a:extLst>
          </p:cNvPr>
          <p:cNvSpPr/>
          <p:nvPr/>
        </p:nvSpPr>
        <p:spPr>
          <a:xfrm>
            <a:off x="4986020" y="377852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xmlns="" id="{5F309EBE-4D50-564C-9324-1A1265E5ABF9}"/>
              </a:ext>
            </a:extLst>
          </p:cNvPr>
          <p:cNvSpPr/>
          <p:nvPr/>
        </p:nvSpPr>
        <p:spPr>
          <a:xfrm>
            <a:off x="5600902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xmlns="" id="{8290EDBF-23FE-9345-BA35-D8E5A57C34E0}"/>
              </a:ext>
            </a:extLst>
          </p:cNvPr>
          <p:cNvSpPr/>
          <p:nvPr/>
        </p:nvSpPr>
        <p:spPr>
          <a:xfrm>
            <a:off x="5600901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xmlns="" id="{A5646050-07C1-0346-ACD5-6D41699638BA}"/>
              </a:ext>
            </a:extLst>
          </p:cNvPr>
          <p:cNvSpPr/>
          <p:nvPr/>
        </p:nvSpPr>
        <p:spPr>
          <a:xfrm>
            <a:off x="5600901" y="4744965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xmlns="" id="{A115984F-C255-9441-BBE6-6E182F9CD2FC}"/>
              </a:ext>
            </a:extLst>
          </p:cNvPr>
          <p:cNvSpPr/>
          <p:nvPr/>
        </p:nvSpPr>
        <p:spPr>
          <a:xfrm>
            <a:off x="6215783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xmlns="" id="{C5DA0F9F-5BDD-0842-ACAF-A1960400CE14}"/>
              </a:ext>
            </a:extLst>
          </p:cNvPr>
          <p:cNvSpPr/>
          <p:nvPr/>
        </p:nvSpPr>
        <p:spPr>
          <a:xfrm>
            <a:off x="6215782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xmlns="" id="{14F5C4E4-5E80-B744-A9F6-9F3895446286}"/>
              </a:ext>
            </a:extLst>
          </p:cNvPr>
          <p:cNvSpPr/>
          <p:nvPr/>
        </p:nvSpPr>
        <p:spPr>
          <a:xfrm>
            <a:off x="6215782" y="377198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xmlns="" id="{58E87BDA-CE1B-EB4A-BD4A-7E17ACFE4AA6}"/>
              </a:ext>
            </a:extLst>
          </p:cNvPr>
          <p:cNvSpPr/>
          <p:nvPr/>
        </p:nvSpPr>
        <p:spPr>
          <a:xfrm>
            <a:off x="6215782" y="408833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xmlns="" id="{4C8BC055-D170-9C4A-B0FF-4FD11EDB232E}"/>
              </a:ext>
            </a:extLst>
          </p:cNvPr>
          <p:cNvSpPr/>
          <p:nvPr/>
        </p:nvSpPr>
        <p:spPr>
          <a:xfrm>
            <a:off x="6215782" y="440467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xmlns="" id="{9283DE2B-E108-FD40-B2D5-64C27919CCF5}"/>
              </a:ext>
            </a:extLst>
          </p:cNvPr>
          <p:cNvSpPr/>
          <p:nvPr/>
        </p:nvSpPr>
        <p:spPr>
          <a:xfrm>
            <a:off x="6822101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xmlns="" id="{1AF58955-CDE6-AA42-9583-5245EA205FC6}"/>
              </a:ext>
            </a:extLst>
          </p:cNvPr>
          <p:cNvSpPr/>
          <p:nvPr/>
        </p:nvSpPr>
        <p:spPr>
          <a:xfrm>
            <a:off x="6822100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xmlns="" id="{CAE75B12-29F0-7C4D-897E-37C2D575AC8A}"/>
              </a:ext>
            </a:extLst>
          </p:cNvPr>
          <p:cNvSpPr/>
          <p:nvPr/>
        </p:nvSpPr>
        <p:spPr>
          <a:xfrm>
            <a:off x="6822100" y="3448948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xmlns="" id="{66DAEB40-88D4-424E-8105-4C05501DCAC6}"/>
              </a:ext>
            </a:extLst>
          </p:cNvPr>
          <p:cNvSpPr/>
          <p:nvPr/>
        </p:nvSpPr>
        <p:spPr>
          <a:xfrm>
            <a:off x="6822100" y="3765293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xmlns="" id="{D1A80F86-780E-9C4B-8066-7D226565CD2C}"/>
              </a:ext>
            </a:extLst>
          </p:cNvPr>
          <p:cNvSpPr/>
          <p:nvPr/>
        </p:nvSpPr>
        <p:spPr>
          <a:xfrm>
            <a:off x="6822100" y="476264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xmlns="" id="{7400870A-CC2B-B64D-B86A-B9788303859E}"/>
              </a:ext>
            </a:extLst>
          </p:cNvPr>
          <p:cNvSpPr/>
          <p:nvPr/>
        </p:nvSpPr>
        <p:spPr>
          <a:xfrm>
            <a:off x="6822100" y="502964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xmlns="" id="{E5A70543-738C-8C40-B381-603B589D8C4A}"/>
              </a:ext>
            </a:extLst>
          </p:cNvPr>
          <p:cNvSpPr/>
          <p:nvPr/>
        </p:nvSpPr>
        <p:spPr>
          <a:xfrm>
            <a:off x="7428419" y="2816259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xmlns="" id="{68D7E30B-66AD-684E-9C41-8C1EA2B145EA}"/>
              </a:ext>
            </a:extLst>
          </p:cNvPr>
          <p:cNvSpPr/>
          <p:nvPr/>
        </p:nvSpPr>
        <p:spPr>
          <a:xfrm>
            <a:off x="7428418" y="3132604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xmlns="" id="{CFB57607-7E17-1D4E-894E-7BEDB0DB8233}"/>
              </a:ext>
            </a:extLst>
          </p:cNvPr>
          <p:cNvSpPr/>
          <p:nvPr/>
        </p:nvSpPr>
        <p:spPr>
          <a:xfrm>
            <a:off x="7428418" y="3768172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xmlns="" id="{7CC99B81-630E-EA4B-A27E-D7EB4FA0B943}"/>
              </a:ext>
            </a:extLst>
          </p:cNvPr>
          <p:cNvSpPr/>
          <p:nvPr/>
        </p:nvSpPr>
        <p:spPr>
          <a:xfrm>
            <a:off x="7428418" y="4756525"/>
            <a:ext cx="519046" cy="207350"/>
          </a:xfrm>
          <a:prstGeom prst="rect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58" name="AutoShape 20">
            <a:extLst>
              <a:ext uri="{FF2B5EF4-FFF2-40B4-BE49-F238E27FC236}">
                <a16:creationId xmlns:a16="http://schemas.microsoft.com/office/drawing/2014/main" xmlns="" id="{BA30A64E-51A7-7E4D-B4BB-EB4F6EABA2C9}"/>
              </a:ext>
            </a:extLst>
          </p:cNvPr>
          <p:cNvSpPr>
            <a:spLocks/>
          </p:cNvSpPr>
          <p:nvPr/>
        </p:nvSpPr>
        <p:spPr bwMode="auto">
          <a:xfrm>
            <a:off x="5290733" y="1715868"/>
            <a:ext cx="159500" cy="186490"/>
          </a:xfrm>
          <a:prstGeom prst="pentagon">
            <a:avLst/>
          </a:prstGeom>
          <a:solidFill>
            <a:srgbClr val="8B8D31"/>
          </a:solidFill>
          <a:ln w="12700" cap="flat">
            <a:noFill/>
            <a:miter lim="800000"/>
            <a:headEnd type="none" w="med" len="med"/>
            <a:tailEnd type="none" w="med" len="med"/>
          </a:ln>
          <a:effectLst>
            <a:outerShdw dist="25399" dir="2700000" algn="ctr" rotWithShape="0">
              <a:srgbClr val="EEECE1">
                <a:alpha val="75000"/>
              </a:srgbClr>
            </a:outerShdw>
          </a:effectLst>
        </p:spPr>
        <p:txBody>
          <a:bodyPr lIns="0" tIns="0" rIns="0" bIns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59" name="Oval 21">
            <a:extLst>
              <a:ext uri="{FF2B5EF4-FFF2-40B4-BE49-F238E27FC236}">
                <a16:creationId xmlns:a16="http://schemas.microsoft.com/office/drawing/2014/main" xmlns="" id="{2C9180F3-DEBF-BC45-BA09-EA28A7F8E4BF}"/>
              </a:ext>
            </a:extLst>
          </p:cNvPr>
          <p:cNvSpPr>
            <a:spLocks/>
          </p:cNvSpPr>
          <p:nvPr/>
        </p:nvSpPr>
        <p:spPr bwMode="auto">
          <a:xfrm>
            <a:off x="5302389" y="1631596"/>
            <a:ext cx="140978" cy="122274"/>
          </a:xfrm>
          <a:prstGeom prst="ellipse">
            <a:avLst/>
          </a:prstGeom>
          <a:solidFill>
            <a:srgbClr val="F79646">
              <a:lumMod val="40000"/>
              <a:lumOff val="60000"/>
            </a:srgbClr>
          </a:solidFill>
          <a:ln w="12700" cap="flat">
            <a:noFill/>
            <a:miter lim="800000"/>
            <a:headEnd type="none" w="med" len="med"/>
            <a:tailEnd type="none" w="med" len="med"/>
          </a:ln>
          <a:effectLst>
            <a:outerShdw dist="25399" dir="2700000" algn="ctr" rotWithShape="0">
              <a:srgbClr val="EEECE1">
                <a:alpha val="75000"/>
              </a:srgbClr>
            </a:outerShdw>
          </a:effectLst>
        </p:spPr>
        <p:txBody>
          <a:bodyPr lIns="0" tIns="0" rIns="0" bIns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60" name="AutoShape 20">
            <a:extLst>
              <a:ext uri="{FF2B5EF4-FFF2-40B4-BE49-F238E27FC236}">
                <a16:creationId xmlns:a16="http://schemas.microsoft.com/office/drawing/2014/main" xmlns="" id="{6C4B0FA7-4516-7F49-926E-7349AC30CDA4}"/>
              </a:ext>
            </a:extLst>
          </p:cNvPr>
          <p:cNvSpPr>
            <a:spLocks/>
          </p:cNvSpPr>
          <p:nvPr/>
        </p:nvSpPr>
        <p:spPr bwMode="auto">
          <a:xfrm>
            <a:off x="5463752" y="1720578"/>
            <a:ext cx="159500" cy="186490"/>
          </a:xfrm>
          <a:prstGeom prst="pentagon">
            <a:avLst/>
          </a:prstGeom>
          <a:solidFill>
            <a:srgbClr val="FF0000"/>
          </a:solidFill>
          <a:ln w="12700" cap="flat">
            <a:noFill/>
            <a:miter lim="800000"/>
            <a:headEnd type="none" w="med" len="med"/>
            <a:tailEnd type="none" w="med" len="med"/>
          </a:ln>
          <a:effectLst>
            <a:outerShdw dist="25399" dir="2700000" algn="ctr" rotWithShape="0">
              <a:srgbClr val="EEECE1">
                <a:alpha val="75000"/>
              </a:srgbClr>
            </a:outerShdw>
          </a:effectLst>
        </p:spPr>
        <p:txBody>
          <a:bodyPr lIns="0" tIns="0" rIns="0" bIns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61" name="Oval 21">
            <a:extLst>
              <a:ext uri="{FF2B5EF4-FFF2-40B4-BE49-F238E27FC236}">
                <a16:creationId xmlns:a16="http://schemas.microsoft.com/office/drawing/2014/main" xmlns="" id="{E9F48E74-C98D-DC41-9684-8331B377EF8E}"/>
              </a:ext>
            </a:extLst>
          </p:cNvPr>
          <p:cNvSpPr>
            <a:spLocks/>
          </p:cNvSpPr>
          <p:nvPr/>
        </p:nvSpPr>
        <p:spPr bwMode="auto">
          <a:xfrm>
            <a:off x="5475408" y="1636305"/>
            <a:ext cx="140978" cy="122274"/>
          </a:xfrm>
          <a:prstGeom prst="ellipse">
            <a:avLst/>
          </a:prstGeom>
          <a:solidFill>
            <a:srgbClr val="F79646">
              <a:lumMod val="40000"/>
              <a:lumOff val="60000"/>
            </a:srgbClr>
          </a:solidFill>
          <a:ln w="12700" cap="flat">
            <a:noFill/>
            <a:miter lim="800000"/>
            <a:headEnd type="none" w="med" len="med"/>
            <a:tailEnd type="none" w="med" len="med"/>
          </a:ln>
          <a:effectLst>
            <a:outerShdw dist="25399" dir="2700000" algn="ctr" rotWithShape="0">
              <a:srgbClr val="EEECE1">
                <a:alpha val="75000"/>
              </a:srgbClr>
            </a:outerShdw>
          </a:effectLst>
        </p:spPr>
        <p:txBody>
          <a:bodyPr lIns="0" tIns="0" rIns="0" bIns="0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162" name="直接连接符 68">
            <a:extLst>
              <a:ext uri="{FF2B5EF4-FFF2-40B4-BE49-F238E27FC236}">
                <a16:creationId xmlns:a16="http://schemas.microsoft.com/office/drawing/2014/main" xmlns="" id="{B82E596F-1252-8A4C-BAD8-A0FD17D535AA}"/>
              </a:ext>
            </a:extLst>
          </p:cNvPr>
          <p:cNvCxnSpPr/>
          <p:nvPr/>
        </p:nvCxnSpPr>
        <p:spPr>
          <a:xfrm>
            <a:off x="1893878" y="3683777"/>
            <a:ext cx="6436867" cy="28029"/>
          </a:xfrm>
          <a:prstGeom prst="line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63" name="直接连接符 69">
            <a:extLst>
              <a:ext uri="{FF2B5EF4-FFF2-40B4-BE49-F238E27FC236}">
                <a16:creationId xmlns:a16="http://schemas.microsoft.com/office/drawing/2014/main" xmlns="" id="{F3A9E549-FF3D-F140-A12D-186FE1D48765}"/>
              </a:ext>
            </a:extLst>
          </p:cNvPr>
          <p:cNvCxnSpPr/>
          <p:nvPr/>
        </p:nvCxnSpPr>
        <p:spPr>
          <a:xfrm>
            <a:off x="1893878" y="4654586"/>
            <a:ext cx="6446823" cy="16156"/>
          </a:xfrm>
          <a:prstGeom prst="line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64" name="圆角矩形标注 163">
            <a:extLst>
              <a:ext uri="{FF2B5EF4-FFF2-40B4-BE49-F238E27FC236}">
                <a16:creationId xmlns:a16="http://schemas.microsoft.com/office/drawing/2014/main" xmlns="" id="{3B49DC15-5C18-DE46-AFB1-027F89BE71EA}"/>
              </a:ext>
            </a:extLst>
          </p:cNvPr>
          <p:cNvSpPr/>
          <p:nvPr/>
        </p:nvSpPr>
        <p:spPr>
          <a:xfrm>
            <a:off x="6858056" y="1350569"/>
            <a:ext cx="717100" cy="359724"/>
          </a:xfrm>
          <a:prstGeom prst="wedgeRoundRectCallout">
            <a:avLst>
              <a:gd name="adj1" fmla="val -43406"/>
              <a:gd name="adj2" fmla="val 105578"/>
              <a:gd name="adj3" fmla="val 16667"/>
            </a:avLst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Epic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5" name="圆角矩形标注 164">
            <a:extLst>
              <a:ext uri="{FF2B5EF4-FFF2-40B4-BE49-F238E27FC236}">
                <a16:creationId xmlns:a16="http://schemas.microsoft.com/office/drawing/2014/main" xmlns="" id="{B7175CB1-36C6-0E4B-8236-E4435BA8D463}"/>
              </a:ext>
            </a:extLst>
          </p:cNvPr>
          <p:cNvSpPr/>
          <p:nvPr/>
        </p:nvSpPr>
        <p:spPr>
          <a:xfrm>
            <a:off x="7785286" y="1746101"/>
            <a:ext cx="894790" cy="366780"/>
          </a:xfrm>
          <a:prstGeom prst="wedgeRoundRectCallout">
            <a:avLst>
              <a:gd name="adj1" fmla="val -57273"/>
              <a:gd name="adj2" fmla="val 140204"/>
              <a:gd name="adj3" fmla="val 16667"/>
            </a:avLst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Feature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6" name="圆角矩形标注 165">
            <a:extLst>
              <a:ext uri="{FF2B5EF4-FFF2-40B4-BE49-F238E27FC236}">
                <a16:creationId xmlns:a16="http://schemas.microsoft.com/office/drawing/2014/main" xmlns="" id="{FD2A2971-1D0B-664F-9139-7926523C7224}"/>
              </a:ext>
            </a:extLst>
          </p:cNvPr>
          <p:cNvSpPr/>
          <p:nvPr/>
        </p:nvSpPr>
        <p:spPr>
          <a:xfrm>
            <a:off x="4468795" y="3238819"/>
            <a:ext cx="717100" cy="366780"/>
          </a:xfrm>
          <a:prstGeom prst="wedgeRoundRectCallout">
            <a:avLst>
              <a:gd name="adj1" fmla="val -27467"/>
              <a:gd name="adj2" fmla="val 115966"/>
              <a:gd name="adj3" fmla="val 16667"/>
            </a:avLst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Story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xmlns="" id="{E22CFE1C-C93A-A34E-9089-C8ABB00A7B34}"/>
              </a:ext>
            </a:extLst>
          </p:cNvPr>
          <p:cNvSpPr txBox="1"/>
          <p:nvPr/>
        </p:nvSpPr>
        <p:spPr>
          <a:xfrm>
            <a:off x="7916455" y="3396497"/>
            <a:ext cx="1102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</a:rPr>
              <a:t>Release1</a:t>
            </a:r>
            <a:endParaRPr lang="zh-CN" altLang="en-US" sz="1400" b="1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xmlns="" id="{34340979-1DAB-6C40-8B12-E340924D674B}"/>
              </a:ext>
            </a:extLst>
          </p:cNvPr>
          <p:cNvSpPr txBox="1"/>
          <p:nvPr/>
        </p:nvSpPr>
        <p:spPr>
          <a:xfrm>
            <a:off x="7916455" y="4331146"/>
            <a:ext cx="1102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</a:rPr>
              <a:t>Release2</a:t>
            </a:r>
            <a:endParaRPr lang="zh-CN" altLang="en-US" sz="1400" b="1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169" name="组 78">
            <a:extLst>
              <a:ext uri="{FF2B5EF4-FFF2-40B4-BE49-F238E27FC236}">
                <a16:creationId xmlns:a16="http://schemas.microsoft.com/office/drawing/2014/main" xmlns="" id="{697448D1-EB36-774E-985D-278CA2621DDF}"/>
              </a:ext>
            </a:extLst>
          </p:cNvPr>
          <p:cNvGrpSpPr/>
          <p:nvPr/>
        </p:nvGrpSpPr>
        <p:grpSpPr>
          <a:xfrm>
            <a:off x="1587810" y="2083986"/>
            <a:ext cx="6685116" cy="437717"/>
            <a:chOff x="814554" y="1565662"/>
            <a:chExt cx="6685116" cy="437717"/>
          </a:xfrm>
        </p:grpSpPr>
        <p:cxnSp>
          <p:nvCxnSpPr>
            <p:cNvPr id="170" name="直接连接符 5">
              <a:extLst>
                <a:ext uri="{FF2B5EF4-FFF2-40B4-BE49-F238E27FC236}">
                  <a16:creationId xmlns:a16="http://schemas.microsoft.com/office/drawing/2014/main" xmlns="" id="{D2A77BD7-CE55-8545-BCC0-DB988A6C3D94}"/>
                </a:ext>
              </a:extLst>
            </p:cNvPr>
            <p:cNvCxnSpPr/>
            <p:nvPr/>
          </p:nvCxnSpPr>
          <p:spPr>
            <a:xfrm>
              <a:off x="1105483" y="1833962"/>
              <a:ext cx="6138913" cy="25906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arrow" w="med" len="med"/>
            </a:ln>
            <a:effectLst/>
          </p:spPr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xmlns="" id="{07268CE2-643A-0645-A79F-6D3017299F4C}"/>
                </a:ext>
              </a:extLst>
            </p:cNvPr>
            <p:cNvSpPr txBox="1"/>
            <p:nvPr/>
          </p:nvSpPr>
          <p:spPr>
            <a:xfrm>
              <a:off x="814554" y="1666894"/>
              <a:ext cx="2454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前</a:t>
              </a: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xmlns="" id="{1D204328-9C09-534D-B862-4419EE86F5AC}"/>
                </a:ext>
              </a:extLst>
            </p:cNvPr>
            <p:cNvSpPr txBox="1"/>
            <p:nvPr/>
          </p:nvSpPr>
          <p:spPr>
            <a:xfrm>
              <a:off x="7254255" y="1680214"/>
              <a:ext cx="2454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后</a:t>
              </a: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xmlns="" id="{01EB7365-41DA-7E41-BDE2-750316DDC4DC}"/>
                </a:ext>
              </a:extLst>
            </p:cNvPr>
            <p:cNvSpPr txBox="1"/>
            <p:nvPr/>
          </p:nvSpPr>
          <p:spPr>
            <a:xfrm>
              <a:off x="3498009" y="1565662"/>
              <a:ext cx="9596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体验路径</a:t>
              </a:r>
            </a:p>
          </p:txBody>
        </p:sp>
      </p:grpSp>
      <p:cxnSp>
        <p:nvCxnSpPr>
          <p:cNvPr id="174" name="Straight Connector 3">
            <a:extLst>
              <a:ext uri="{FF2B5EF4-FFF2-40B4-BE49-F238E27FC236}">
                <a16:creationId xmlns:a16="http://schemas.microsoft.com/office/drawing/2014/main" xmlns="" id="{1B84BC55-630C-A948-9FE6-F17E9D845645}"/>
              </a:ext>
            </a:extLst>
          </p:cNvPr>
          <p:cNvCxnSpPr/>
          <p:nvPr/>
        </p:nvCxnSpPr>
        <p:spPr bwMode="auto">
          <a:xfrm>
            <a:off x="1552378" y="3021153"/>
            <a:ext cx="0" cy="176658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/>
        </p:spPr>
      </p:cxnSp>
      <p:sp>
        <p:nvSpPr>
          <p:cNvPr id="175" name="TextBox 14">
            <a:extLst>
              <a:ext uri="{FF2B5EF4-FFF2-40B4-BE49-F238E27FC236}">
                <a16:creationId xmlns:a16="http://schemas.microsoft.com/office/drawing/2014/main" xmlns="" id="{9A06779A-636E-D545-AE54-4F9191328A1B}"/>
              </a:ext>
            </a:extLst>
          </p:cNvPr>
          <p:cNvSpPr txBox="1"/>
          <p:nvPr/>
        </p:nvSpPr>
        <p:spPr>
          <a:xfrm rot="5400000">
            <a:off x="1334756" y="3745006"/>
            <a:ext cx="764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500" b="1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优先级</a:t>
            </a:r>
            <a:endParaRPr lang="en-US" sz="1500" b="1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xmlns="" id="{A051F6C0-24B4-8D44-9973-7CF5D3081EFA}"/>
              </a:ext>
            </a:extLst>
          </p:cNvPr>
          <p:cNvSpPr txBox="1"/>
          <p:nvPr/>
        </p:nvSpPr>
        <p:spPr>
          <a:xfrm>
            <a:off x="1370320" y="2734553"/>
            <a:ext cx="2454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xmlns="" id="{042ADCAC-55E7-1147-BBCE-22CEB31E947D}"/>
              </a:ext>
            </a:extLst>
          </p:cNvPr>
          <p:cNvSpPr txBox="1"/>
          <p:nvPr/>
        </p:nvSpPr>
        <p:spPr>
          <a:xfrm>
            <a:off x="1370320" y="4802292"/>
            <a:ext cx="2454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</a:p>
        </p:txBody>
      </p:sp>
      <p:sp>
        <p:nvSpPr>
          <p:cNvPr id="178" name="圆角矩形标注 177">
            <a:extLst>
              <a:ext uri="{FF2B5EF4-FFF2-40B4-BE49-F238E27FC236}">
                <a16:creationId xmlns:a16="http://schemas.microsoft.com/office/drawing/2014/main" xmlns="" id="{ACA28A01-CC3C-964D-B0B7-1AFC6D47407B}"/>
              </a:ext>
            </a:extLst>
          </p:cNvPr>
          <p:cNvSpPr/>
          <p:nvPr/>
        </p:nvSpPr>
        <p:spPr>
          <a:xfrm>
            <a:off x="5644766" y="1350568"/>
            <a:ext cx="1006096" cy="366780"/>
          </a:xfrm>
          <a:prstGeom prst="wedgeRoundRectCallout">
            <a:avLst>
              <a:gd name="adj1" fmla="val -49737"/>
              <a:gd name="adj2" fmla="val 74414"/>
              <a:gd name="adj3" fmla="val 16667"/>
            </a:avLst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用户角色</a:t>
            </a:r>
          </a:p>
        </p:txBody>
      </p:sp>
      <p:pic>
        <p:nvPicPr>
          <p:cNvPr id="179" name="图片 178">
            <a:extLst>
              <a:ext uri="{FF2B5EF4-FFF2-40B4-BE49-F238E27FC236}">
                <a16:creationId xmlns:a16="http://schemas.microsoft.com/office/drawing/2014/main" xmlns="" id="{21989E44-8210-D748-8A02-2DE9A5BD2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04" y="1205731"/>
            <a:ext cx="8868845" cy="4104456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xmlns="" id="{795C7EC1-CC80-EB46-988D-710E26CC4FF2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产品规划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" name="图示 6">
            <a:extLst>
              <a:ext uri="{FF2B5EF4-FFF2-40B4-BE49-F238E27FC236}">
                <a16:creationId xmlns:a16="http://schemas.microsoft.com/office/drawing/2014/main" xmlns="" id="{5D17A23C-7237-2943-9249-8A3CFD72F899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6210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65" grpId="0" animBg="1"/>
      <p:bldP spid="166" grpId="0" animBg="1"/>
      <p:bldP spid="167" grpId="0"/>
      <p:bldP spid="168" grpId="0"/>
      <p:bldP spid="175" grpId="0"/>
      <p:bldP spid="176" grpId="0"/>
      <p:bldP spid="177" grpId="0"/>
      <p:bldP spid="17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6A2CC840-B860-C044-B815-A3AE06F01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92" y="1853803"/>
            <a:ext cx="9144000" cy="356278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B4B4633-9210-D74B-886F-DB4899E15EDF}"/>
              </a:ext>
            </a:extLst>
          </p:cNvPr>
          <p:cNvSpPr/>
          <p:nvPr/>
        </p:nvSpPr>
        <p:spPr>
          <a:xfrm>
            <a:off x="438051" y="1103514"/>
            <a:ext cx="3550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制定迭代计划（列表模式）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9F545B9-54ED-5043-B3E9-F56387B2628D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xmlns="" id="{2AA65511-DEDF-0549-8FD4-9EC8BEDDE4C3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2968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34EB2740-A8C2-C246-9E4A-7EC16E2DC9FD}"/>
              </a:ext>
            </a:extLst>
          </p:cNvPr>
          <p:cNvSpPr/>
          <p:nvPr/>
        </p:nvSpPr>
        <p:spPr>
          <a:xfrm>
            <a:off x="372830" y="1628194"/>
            <a:ext cx="8646278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1190" lvl="1" indent="-28575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来源：从产品规划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backlog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来，从计划内创建（定期补充到产品规划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中）</a:t>
            </a:r>
          </a:p>
          <a:p>
            <a:pPr marL="631190" lvl="1" indent="-28575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补充细节内容，需求描述，验收条件，统计需求</a:t>
            </a:r>
          </a:p>
          <a:p>
            <a:pPr marL="631190" lvl="1" indent="-28575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优先级（拖拽，或者字段 排序）</a:t>
            </a:r>
          </a:p>
          <a:p>
            <a:pPr marL="631190" lvl="1" indent="-28575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参考历史团队容量数据，考虑本迭代遗留卡片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C73A005D-9253-B649-99E5-3228958EDC4D}"/>
              </a:ext>
            </a:extLst>
          </p:cNvPr>
          <p:cNvSpPr/>
          <p:nvPr/>
        </p:nvSpPr>
        <p:spPr>
          <a:xfrm>
            <a:off x="438051" y="1103514"/>
            <a:ext cx="2012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迭代计划参考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9B35558A-9107-4A43-9993-E0436BF8CB57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xmlns="" id="{43851572-0081-1946-85E1-56DDCF391A7A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3917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xmlns="" id="{FBCC9191-0E7A-634D-BEDF-A7F8473E42C6}"/>
              </a:ext>
            </a:extLst>
          </p:cNvPr>
          <p:cNvSpPr/>
          <p:nvPr/>
        </p:nvSpPr>
        <p:spPr>
          <a:xfrm>
            <a:off x="438051" y="1103514"/>
            <a:ext cx="40639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站会跟进迭代执行（看板模式）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AA4D5A58-DA77-EF4F-85A5-21EAB17E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236" y="1493763"/>
            <a:ext cx="8248774" cy="39304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35B4F3AC-D89A-8042-97B5-8406452D1135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xmlns="" id="{AD60D0F7-5D6D-154B-8DCC-033E1723C373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30746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xmlns="" id="{FBCC9191-0E7A-634D-BEDF-A7F8473E42C6}"/>
              </a:ext>
            </a:extLst>
          </p:cNvPr>
          <p:cNvSpPr/>
          <p:nvPr/>
        </p:nvSpPr>
        <p:spPr>
          <a:xfrm>
            <a:off x="438051" y="1103514"/>
            <a:ext cx="16490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</a:t>
            </a:r>
            <a:r>
              <a:rPr lang="en-US" altLang="zh-Han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EB858955-365F-E244-8099-7158C4B28965}"/>
              </a:ext>
            </a:extLst>
          </p:cNvPr>
          <p:cNvSpPr/>
          <p:nvPr/>
        </p:nvSpPr>
        <p:spPr>
          <a:xfrm>
            <a:off x="738188" y="2429867"/>
            <a:ext cx="754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showcase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的卡片清单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1" indent="-28575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showcase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未通过的卡片打回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673F2AD-9C86-4C4A-9F27-2751057A4B0D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xmlns="" id="{1767B7E9-52F8-934B-AE21-E0733B870D6C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4328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708D5393-75EB-F64F-A5BE-7EFEB37EA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936" y="989707"/>
            <a:ext cx="3469956" cy="425278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B8420F8D-B062-DC40-9DD1-654796346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690" y="1497773"/>
            <a:ext cx="7028447" cy="373886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58ED9AF9-9A5E-674F-9260-DB8E849DA2F9}"/>
              </a:ext>
            </a:extLst>
          </p:cNvPr>
          <p:cNvSpPr/>
          <p:nvPr/>
        </p:nvSpPr>
        <p:spPr>
          <a:xfrm>
            <a:off x="438051" y="1103514"/>
            <a:ext cx="14991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数据回顾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B7921F82-2A5F-0446-B28F-440CED244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021" y="1480475"/>
            <a:ext cx="7490868" cy="37561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77C9314B-B3CC-1740-B438-78B838739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9126" y="1481329"/>
            <a:ext cx="7425152" cy="395649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C42E6A22-50C8-F849-A285-75DC74EDC2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9126" y="1471936"/>
            <a:ext cx="7442307" cy="396149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D16B99F5-1E24-3C4A-9ACD-8CD423E321EF}"/>
              </a:ext>
            </a:extLst>
          </p:cNvPr>
          <p:cNvSpPr/>
          <p:nvPr/>
        </p:nvSpPr>
        <p:spPr>
          <a:xfrm>
            <a:off x="738188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xmlns="" id="{08A00DAE-9AC3-3948-8F3B-2AD1219C18F4}"/>
              </a:ext>
            </a:extLst>
          </p:cNvPr>
          <p:cNvGraphicFramePr/>
          <p:nvPr>
            <p:extLst/>
          </p:nvPr>
        </p:nvGraphicFramePr>
        <p:xfrm>
          <a:off x="2466380" y="176100"/>
          <a:ext cx="8227020" cy="56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77608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6">
            <a:extLst>
              <a:ext uri="{FF2B5EF4-FFF2-40B4-BE49-F238E27FC236}">
                <a16:creationId xmlns:a16="http://schemas.microsoft.com/office/drawing/2014/main" xmlns="" id="{F5FE8DDA-25C3-0C4F-8C92-5FCD074A8373}"/>
              </a:ext>
            </a:extLst>
          </p:cNvPr>
          <p:cNvGraphicFramePr/>
          <p:nvPr>
            <p:extLst/>
          </p:nvPr>
        </p:nvGraphicFramePr>
        <p:xfrm>
          <a:off x="1170236" y="2873371"/>
          <a:ext cx="8305798" cy="780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xmlns="" id="{D223FC8C-648D-3F41-A5F0-C5CC09669BC8}"/>
              </a:ext>
            </a:extLst>
          </p:cNvPr>
          <p:cNvCxnSpPr/>
          <p:nvPr/>
        </p:nvCxnSpPr>
        <p:spPr>
          <a:xfrm flipV="1">
            <a:off x="1890316" y="2573883"/>
            <a:ext cx="0" cy="29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xmlns="" id="{340625F0-AB26-4E4F-B165-97843F016310}"/>
              </a:ext>
            </a:extLst>
          </p:cNvPr>
          <p:cNvCxnSpPr/>
          <p:nvPr/>
        </p:nvCxnSpPr>
        <p:spPr>
          <a:xfrm flipV="1">
            <a:off x="4554612" y="2573883"/>
            <a:ext cx="0" cy="29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xmlns="" id="{EB19DC96-0DD7-004B-8DCD-E2DA9CB4FB28}"/>
              </a:ext>
            </a:extLst>
          </p:cNvPr>
          <p:cNvCxnSpPr/>
          <p:nvPr/>
        </p:nvCxnSpPr>
        <p:spPr>
          <a:xfrm flipV="1">
            <a:off x="7290916" y="2573883"/>
            <a:ext cx="0" cy="29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xmlns="" id="{65E8A6BD-CDC0-544E-A1CD-441FC8D4E2EF}"/>
              </a:ext>
            </a:extLst>
          </p:cNvPr>
          <p:cNvCxnSpPr>
            <a:cxnSpLocks/>
          </p:cNvCxnSpPr>
          <p:nvPr/>
        </p:nvCxnSpPr>
        <p:spPr>
          <a:xfrm>
            <a:off x="3186460" y="3654003"/>
            <a:ext cx="0" cy="29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xmlns="" id="{36A21193-1017-2647-854E-14A102EC902D}"/>
              </a:ext>
            </a:extLst>
          </p:cNvPr>
          <p:cNvCxnSpPr>
            <a:cxnSpLocks/>
          </p:cNvCxnSpPr>
          <p:nvPr/>
        </p:nvCxnSpPr>
        <p:spPr>
          <a:xfrm>
            <a:off x="8731076" y="3654003"/>
            <a:ext cx="0" cy="29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xmlns="" id="{4D1317D6-9F6A-BD4E-BD52-658AA84A643A}"/>
              </a:ext>
            </a:extLst>
          </p:cNvPr>
          <p:cNvCxnSpPr>
            <a:cxnSpLocks/>
          </p:cNvCxnSpPr>
          <p:nvPr/>
        </p:nvCxnSpPr>
        <p:spPr>
          <a:xfrm>
            <a:off x="5922764" y="3654003"/>
            <a:ext cx="0" cy="29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>
            <a:extLst>
              <a:ext uri="{FF2B5EF4-FFF2-40B4-BE49-F238E27FC236}">
                <a16:creationId xmlns:a16="http://schemas.microsoft.com/office/drawing/2014/main" xmlns="" id="{88729558-6421-C44E-AD2F-7B5CF140334F}"/>
              </a:ext>
            </a:extLst>
          </p:cNvPr>
          <p:cNvSpPr/>
          <p:nvPr/>
        </p:nvSpPr>
        <p:spPr>
          <a:xfrm>
            <a:off x="709160" y="1098714"/>
            <a:ext cx="2333284" cy="1475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权限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字段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流程阶段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模板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级联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消息规则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xmlns="" id="{07CEC1E4-67A7-0B45-BB55-5E69E36C9B05}"/>
              </a:ext>
            </a:extLst>
          </p:cNvPr>
          <p:cNvSpPr/>
          <p:nvPr/>
        </p:nvSpPr>
        <p:spPr>
          <a:xfrm>
            <a:off x="2019818" y="3971063"/>
            <a:ext cx="2333284" cy="1475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角色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epic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Feature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story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版本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分组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计划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xmlns="" id="{37C552B6-78DD-9849-A718-14921C2D4218}"/>
              </a:ext>
            </a:extLst>
          </p:cNvPr>
          <p:cNvSpPr/>
          <p:nvPr/>
        </p:nvSpPr>
        <p:spPr>
          <a:xfrm>
            <a:off x="3387970" y="1098714"/>
            <a:ext cx="2333284" cy="1475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计划树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列表模式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视图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拖拽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卡片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xmlns="" id="{64AC8039-D163-4E42-80F6-F89F2554E6EB}"/>
              </a:ext>
            </a:extLst>
          </p:cNvPr>
          <p:cNvSpPr/>
          <p:nvPr/>
        </p:nvSpPr>
        <p:spPr>
          <a:xfrm>
            <a:off x="6124274" y="1093215"/>
            <a:ext cx="2333284" cy="1475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Show</a:t>
            </a:r>
            <a:r>
              <a:rPr kumimoji="1" lang="en-US" altLang="zh-Han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case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列表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未完成卡片打回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xmlns="" id="{686AFDE2-B86D-2440-9E43-E18C5D4512D4}"/>
              </a:ext>
            </a:extLst>
          </p:cNvPr>
          <p:cNvSpPr/>
          <p:nvPr/>
        </p:nvSpPr>
        <p:spPr>
          <a:xfrm>
            <a:off x="4756122" y="3971063"/>
            <a:ext cx="2333284" cy="1475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看板模式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拖拽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分组设置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状态显示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卡片字段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燃尽图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xmlns="" id="{A53F2B97-05E6-E841-9AB1-60405DC2C276}"/>
              </a:ext>
            </a:extLst>
          </p:cNvPr>
          <p:cNvSpPr/>
          <p:nvPr/>
        </p:nvSpPr>
        <p:spPr>
          <a:xfrm>
            <a:off x="7564434" y="3967317"/>
            <a:ext cx="2333284" cy="14751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二维表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团队速率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散点图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累积流图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21" name="矩形 20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845889" y="27562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0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A5FA18F3-1663-4540-8246-9E5AA6802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11" y="1917621"/>
            <a:ext cx="4235097" cy="20002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31B39462-44A4-754D-9B7A-BBADC95F3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933" y="2398633"/>
            <a:ext cx="1104900" cy="10382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A6DCAB44-CAA4-9D46-9454-622AA1713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9133" y="4136330"/>
            <a:ext cx="7419975" cy="88582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845889" y="27562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帮助与客服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963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02484" y="3654003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代码协同开发平台</a:t>
            </a:r>
            <a:r>
              <a:rPr lang="en-US" altLang="zh-Han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od</a:t>
            </a:r>
            <a:r>
              <a:rPr lang="en-US" altLang="zh-Han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0" y="0"/>
            <a:ext cx="4253004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746300" y="1345741"/>
            <a:ext cx="1728192" cy="3024743"/>
            <a:chOff x="1746300" y="1345741"/>
            <a:chExt cx="1728192" cy="3024743"/>
          </a:xfrm>
        </p:grpSpPr>
        <p:sp>
          <p:nvSpPr>
            <p:cNvPr id="7" name="椭圆 6"/>
            <p:cNvSpPr>
              <a:spLocks noChangeAspect="1"/>
            </p:cNvSpPr>
            <p:nvPr/>
          </p:nvSpPr>
          <p:spPr>
            <a:xfrm>
              <a:off x="1746300" y="13457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椭圆 42"/>
            <p:cNvSpPr>
              <a:spLocks noChangeAspect="1"/>
            </p:cNvSpPr>
            <p:nvPr/>
          </p:nvSpPr>
          <p:spPr>
            <a:xfrm>
              <a:off x="2117556" y="214142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2477596" y="29379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>
              <a:spLocks noChangeAspect="1"/>
            </p:cNvSpPr>
            <p:nvPr/>
          </p:nvSpPr>
          <p:spPr>
            <a:xfrm>
              <a:off x="2837636" y="373362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610396" y="147950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Hans" dirty="0" smtClean="0"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dirty="0" smtClean="0">
                <a:latin typeface="等线" panose="02010600030101010101" pitchFamily="2" charset="-122"/>
                <a:ea typeface="等线" panose="02010600030101010101" pitchFamily="2" charset="-122"/>
              </a:rPr>
              <a:t>ode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简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970436" y="2213843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代码开发环节的优秀实践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30476" y="3005931"/>
            <a:ext cx="328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代码准入环节的优秀实践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690516" y="3798019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多人协同开发工作流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4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38051" y="1133723"/>
            <a:ext cx="96185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是百度内部唯一官方指定的代码托管平台，正式项目代码只能托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于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</a:t>
            </a:r>
            <a:endParaRPr lang="en-US" altLang="zh-CN" b="1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是基于</a:t>
            </a:r>
            <a:r>
              <a:rPr lang="en-US" altLang="zh-CN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的版本管理平台</a:t>
            </a:r>
            <a:r>
              <a:rPr lang="zh-CN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由多个</a:t>
            </a:r>
            <a:r>
              <a:rPr lang="en-US" altLang="zh-CN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代码库组成</a:t>
            </a:r>
            <a:endParaRPr lang="en-US" altLang="zh-CN" b="1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操作区，例如：“克隆代码库”</a:t>
            </a:r>
            <a:endParaRPr lang="en-US" altLang="zh-CN" sz="16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浏览区，例如：在线浏览代码“文件”</a:t>
            </a:r>
            <a:endParaRPr lang="en-US" altLang="zh-CN" sz="16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管理区，例如：“成员权限”</a:t>
            </a:r>
            <a:endParaRPr lang="en-US" altLang="zh-CN" sz="16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基于工程能力地图中定义的标准与规范，为百度量身定制的代码协同开发平台</a:t>
            </a:r>
            <a:endParaRPr lang="en-US" altLang="zh-CN" sz="2000" b="1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与需求管理、持续集成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交付打通，形成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工具链</a:t>
            </a:r>
            <a:endParaRPr lang="en-US" altLang="zh-CN" sz="16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严格的代码准入机制，质量检查前置，例如：在“提交规则”配置</a:t>
            </a:r>
            <a:endParaRPr lang="en-US" altLang="zh-CN" sz="16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代码与产品关联，用数据说话，例如：“统计”“个人主页”</a:t>
            </a:r>
            <a:endParaRPr lang="en-US" altLang="zh-CN" sz="16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5889" y="29190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en-US" altLang="zh-Han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69916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3950" y="0"/>
            <a:ext cx="1949450" cy="603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 2"/>
          <p:cNvGrpSpPr/>
          <p:nvPr/>
        </p:nvGrpSpPr>
        <p:grpSpPr>
          <a:xfrm>
            <a:off x="1320790" y="1493763"/>
            <a:ext cx="7770326" cy="3852912"/>
            <a:chOff x="1242244" y="1349747"/>
            <a:chExt cx="7770326" cy="3852912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2244" y="1349747"/>
              <a:ext cx="7770326" cy="3852912"/>
            </a:xfrm>
            <a:prstGeom prst="rect">
              <a:avLst/>
            </a:prstGeom>
          </p:spPr>
        </p:pic>
        <p:sp>
          <p:nvSpPr>
            <p:cNvPr id="2" name="圆角矩形 1"/>
            <p:cNvSpPr/>
            <p:nvPr/>
          </p:nvSpPr>
          <p:spPr>
            <a:xfrm>
              <a:off x="2603858" y="2213843"/>
              <a:ext cx="2592288" cy="2952328"/>
            </a:xfrm>
            <a:prstGeom prst="roundRect">
              <a:avLst>
                <a:gd name="adj" fmla="val 5668"/>
              </a:avLst>
            </a:prstGeom>
            <a:noFill/>
            <a:ln w="38100" cmpd="sng">
              <a:solidFill>
                <a:srgbClr val="FF0000"/>
              </a:solidFill>
            </a:ln>
            <a:effectLst>
              <a:outerShdw dist="12700" dir="5400000" sx="0" sy="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10196" y="917699"/>
            <a:ext cx="58657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承载工程能力地图中开发和代码准入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的优秀实践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845889" y="29190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en-US" altLang="zh-Han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ode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69916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2527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551384" y="1004536"/>
            <a:ext cx="9979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charset="2"/>
              <a:buChar char="Ø"/>
            </a:pP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PDB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是公司组建的产品数据库，代码资产需要与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PDB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绑定</a:t>
            </a:r>
            <a:endParaRPr lang="en-US" altLang="zh-CN" dirty="0" smtClean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0" y="1493763"/>
            <a:ext cx="7779420" cy="353958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1353421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768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666180" y="1061715"/>
            <a:ext cx="2787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代码开发和提交闭环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0" name="组 39"/>
          <p:cNvGrpSpPr/>
          <p:nvPr/>
        </p:nvGrpSpPr>
        <p:grpSpPr>
          <a:xfrm>
            <a:off x="2005112" y="917699"/>
            <a:ext cx="7950100" cy="4514558"/>
            <a:chOff x="1458268" y="805951"/>
            <a:chExt cx="7950100" cy="4514558"/>
          </a:xfrm>
        </p:grpSpPr>
        <p:sp>
          <p:nvSpPr>
            <p:cNvPr id="12" name="可选流程 11"/>
            <p:cNvSpPr/>
            <p:nvPr/>
          </p:nvSpPr>
          <p:spPr>
            <a:xfrm>
              <a:off x="4191115" y="805951"/>
              <a:ext cx="1083577" cy="919398"/>
            </a:xfrm>
            <a:prstGeom prst="flowChartAlternate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远端仓库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1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13" name="可选流程 12"/>
            <p:cNvSpPr/>
            <p:nvPr/>
          </p:nvSpPr>
          <p:spPr>
            <a:xfrm>
              <a:off x="1458268" y="2443716"/>
              <a:ext cx="1242203" cy="919398"/>
            </a:xfrm>
            <a:prstGeom prst="flowChartAlternate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本地工作区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2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2265700" y="4174725"/>
              <a:ext cx="907976" cy="91939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暂存区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3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15" name="可选流程 14"/>
            <p:cNvSpPr/>
            <p:nvPr/>
          </p:nvSpPr>
          <p:spPr>
            <a:xfrm>
              <a:off x="6427080" y="4184730"/>
              <a:ext cx="998822" cy="919398"/>
            </a:xfrm>
            <a:prstGeom prst="flowChartAlternate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本地仓库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4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16" name="可选流程 15"/>
            <p:cNvSpPr/>
            <p:nvPr/>
          </p:nvSpPr>
          <p:spPr>
            <a:xfrm>
              <a:off x="6570836" y="2285851"/>
              <a:ext cx="1489389" cy="919398"/>
            </a:xfrm>
            <a:prstGeom prst="flowChartAlternate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评审区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（临时分支）</a:t>
              </a:r>
              <a:endPara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5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cxnSp>
          <p:nvCxnSpPr>
            <p:cNvPr id="17" name="直线箭头连接符 16"/>
            <p:cNvCxnSpPr/>
            <p:nvPr/>
          </p:nvCxnSpPr>
          <p:spPr>
            <a:xfrm flipH="1">
              <a:off x="2321369" y="1304976"/>
              <a:ext cx="1801195" cy="1124891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直线箭头连接符 17"/>
            <p:cNvCxnSpPr>
              <a:endCxn id="14" idx="0"/>
            </p:cNvCxnSpPr>
            <p:nvPr/>
          </p:nvCxnSpPr>
          <p:spPr>
            <a:xfrm>
              <a:off x="2079370" y="3406654"/>
              <a:ext cx="640318" cy="768071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9" name="圆角矩形 18"/>
            <p:cNvSpPr/>
            <p:nvPr/>
          </p:nvSpPr>
          <p:spPr>
            <a:xfrm>
              <a:off x="1893039" y="3505763"/>
              <a:ext cx="776377" cy="3745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it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add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cxnSp>
          <p:nvCxnSpPr>
            <p:cNvPr id="20" name="直线箭头连接符 19"/>
            <p:cNvCxnSpPr/>
            <p:nvPr/>
          </p:nvCxnSpPr>
          <p:spPr>
            <a:xfrm>
              <a:off x="3240846" y="4507637"/>
              <a:ext cx="3186234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2" name="可选流程 21"/>
            <p:cNvSpPr/>
            <p:nvPr/>
          </p:nvSpPr>
          <p:spPr>
            <a:xfrm>
              <a:off x="3476848" y="4562394"/>
              <a:ext cx="2515461" cy="374568"/>
            </a:xfrm>
            <a:prstGeom prst="flowChartAlternateProcess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algn="ctr" hangingPunct="0"/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it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commit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6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-</a:t>
              </a:r>
              <a:r>
                <a:rPr kumimoji="0" lang="en-US" altLang="zh-CN" sz="16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m</a:t>
              </a:r>
              <a:r>
                <a:rPr lang="en-US" altLang="zh-CN" sz="1600" dirty="0" err="1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”</a:t>
              </a:r>
              <a:r>
                <a:rPr kumimoji="0" lang="en-US" altLang="zh-CN" sz="16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icafe_id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”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cxnSp>
          <p:nvCxnSpPr>
            <p:cNvPr id="23" name="直线箭头连接符 22"/>
            <p:cNvCxnSpPr/>
            <p:nvPr/>
          </p:nvCxnSpPr>
          <p:spPr>
            <a:xfrm flipV="1">
              <a:off x="6986072" y="3288245"/>
              <a:ext cx="496881" cy="936225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直线箭头连接符 23"/>
            <p:cNvCxnSpPr>
              <a:stCxn id="16" idx="0"/>
            </p:cNvCxnSpPr>
            <p:nvPr/>
          </p:nvCxnSpPr>
          <p:spPr>
            <a:xfrm flipH="1" flipV="1">
              <a:off x="5274692" y="1349747"/>
              <a:ext cx="2040839" cy="936104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5" name="圆角矩形 24"/>
            <p:cNvSpPr/>
            <p:nvPr/>
          </p:nvSpPr>
          <p:spPr>
            <a:xfrm>
              <a:off x="6116530" y="3627200"/>
              <a:ext cx="3291838" cy="340516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</a:t>
              </a:r>
              <a:r>
                <a:rPr kumimoji="0" lang="en-US" altLang="zh-CN" sz="1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it</a:t>
              </a:r>
              <a:r>
                <a:rPr kumimoji="0" lang="zh-CN" altLang="en-US" sz="1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push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origin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HEAD:refs/for/[branch]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5930198" y="1670414"/>
              <a:ext cx="784653" cy="3745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合入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589009" y="4945941"/>
              <a:ext cx="2279080" cy="3745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或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git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commit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--amend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cxnSp>
          <p:nvCxnSpPr>
            <p:cNvPr id="30" name="直线箭头连接符 29"/>
            <p:cNvCxnSpPr/>
            <p:nvPr/>
          </p:nvCxnSpPr>
          <p:spPr>
            <a:xfrm flipH="1">
              <a:off x="3173676" y="4343722"/>
              <a:ext cx="3186234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1" name="矩形 30"/>
            <p:cNvSpPr/>
            <p:nvPr/>
          </p:nvSpPr>
          <p:spPr>
            <a:xfrm>
              <a:off x="3651568" y="3931950"/>
              <a:ext cx="2219287" cy="33855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git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reset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--soft/hard</a:t>
              </a:r>
              <a:r>
                <a:rPr lang="is-I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…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32" name="可选流程 31"/>
            <p:cNvSpPr/>
            <p:nvPr/>
          </p:nvSpPr>
          <p:spPr>
            <a:xfrm>
              <a:off x="2327810" y="1788824"/>
              <a:ext cx="1925415" cy="374568"/>
            </a:xfrm>
            <a:prstGeom prst="flowChartAlternateProcess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it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clone/fetch/pull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</p:grpSp>
      <p:sp>
        <p:nvSpPr>
          <p:cNvPr id="41" name="可选流程 40"/>
          <p:cNvSpPr/>
          <p:nvPr/>
        </p:nvSpPr>
        <p:spPr>
          <a:xfrm>
            <a:off x="9163124" y="1133723"/>
            <a:ext cx="1291915" cy="1973935"/>
          </a:xfrm>
          <a:prstGeom prst="flowChartAlternateProcess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600" b="1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常用命令：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git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 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add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git commit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git push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g</a:t>
            </a:r>
            <a:r>
              <a: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it clone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git status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g</a:t>
            </a:r>
            <a:r>
              <a: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rPr>
              <a:t>it log</a:t>
            </a:r>
          </a:p>
        </p:txBody>
      </p:sp>
      <p:sp>
        <p:nvSpPr>
          <p:cNvPr id="27" name="矩形 26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113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xmlns="" id="{EEED76F1-BD2A-E44F-8A54-217ED397597A}"/>
              </a:ext>
            </a:extLst>
          </p:cNvPr>
          <p:cNvSpPr/>
          <p:nvPr/>
        </p:nvSpPr>
        <p:spPr>
          <a:xfrm>
            <a:off x="666180" y="989707"/>
            <a:ext cx="4314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善用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本地分支并行开发多个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1329881" y="1559651"/>
            <a:ext cx="7947756" cy="2664296"/>
            <a:chOff x="1037595" y="917699"/>
            <a:chExt cx="7947756" cy="2664296"/>
          </a:xfrm>
        </p:grpSpPr>
        <p:sp>
          <p:nvSpPr>
            <p:cNvPr id="47" name="文本框 46"/>
            <p:cNvSpPr txBox="1"/>
            <p:nvPr/>
          </p:nvSpPr>
          <p:spPr>
            <a:xfrm>
              <a:off x="1211052" y="1853803"/>
              <a:ext cx="1199330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Local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Master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cxnSp>
          <p:nvCxnSpPr>
            <p:cNvPr id="48" name="直线箭头连接符 167"/>
            <p:cNvCxnSpPr/>
            <p:nvPr/>
          </p:nvCxnSpPr>
          <p:spPr>
            <a:xfrm flipV="1">
              <a:off x="2795983" y="2047566"/>
              <a:ext cx="3271859" cy="4278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/>
            <p:cNvSpPr/>
            <p:nvPr/>
          </p:nvSpPr>
          <p:spPr>
            <a:xfrm>
              <a:off x="3027325" y="1920481"/>
              <a:ext cx="231143" cy="25820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37595" y="1176050"/>
              <a:ext cx="1407524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Remote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Master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3812904" y="2595233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cxnSp>
          <p:nvCxnSpPr>
            <p:cNvPr id="52" name="直线箭头连接符 75"/>
            <p:cNvCxnSpPr>
              <a:stCxn id="51" idx="7"/>
            </p:cNvCxnSpPr>
            <p:nvPr/>
          </p:nvCxnSpPr>
          <p:spPr>
            <a:xfrm flipV="1">
              <a:off x="4010197" y="1383669"/>
              <a:ext cx="493902" cy="1249377"/>
            </a:xfrm>
            <a:prstGeom prst="straightConnector1">
              <a:avLst/>
            </a:prstGeom>
            <a:ln w="38100" cmpd="sng">
              <a:solidFill>
                <a:schemeClr val="accent6">
                  <a:lumMod val="75000"/>
                </a:schemeClr>
              </a:solidFill>
              <a:prstDash val="solid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1153233" y="3194616"/>
              <a:ext cx="1409294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Local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Feature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A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cxnSp>
          <p:nvCxnSpPr>
            <p:cNvPr id="54" name="直线箭头连接符 75"/>
            <p:cNvCxnSpPr/>
            <p:nvPr/>
          </p:nvCxnSpPr>
          <p:spPr>
            <a:xfrm>
              <a:off x="3119144" y="2222365"/>
              <a:ext cx="9067" cy="978035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prstDash val="solid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箭头连接符 167"/>
            <p:cNvCxnSpPr/>
            <p:nvPr/>
          </p:nvCxnSpPr>
          <p:spPr>
            <a:xfrm flipV="1">
              <a:off x="3234715" y="3452967"/>
              <a:ext cx="2197120" cy="2189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/>
            <p:cNvSpPr/>
            <p:nvPr/>
          </p:nvSpPr>
          <p:spPr>
            <a:xfrm>
              <a:off x="3003571" y="3323792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4102131" y="3323792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3350352" y="3323792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3697266" y="3323792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4448912" y="3323792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5027102" y="3323792"/>
              <a:ext cx="231143" cy="2582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cxnSp>
          <p:nvCxnSpPr>
            <p:cNvPr id="62" name="直线箭头连接符 75"/>
            <p:cNvCxnSpPr>
              <a:endCxn id="51" idx="2"/>
            </p:cNvCxnSpPr>
            <p:nvPr/>
          </p:nvCxnSpPr>
          <p:spPr>
            <a:xfrm>
              <a:off x="3200583" y="2222365"/>
              <a:ext cx="612321" cy="501970"/>
            </a:xfrm>
            <a:prstGeom prst="straightConnector1">
              <a:avLst/>
            </a:prstGeom>
            <a:ln w="38100" cmpd="sng">
              <a:solidFill>
                <a:schemeClr val="accent6">
                  <a:lumMod val="75000"/>
                </a:schemeClr>
              </a:solidFill>
              <a:prstDash val="solid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3536804" y="2813758"/>
              <a:ext cx="1396745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Local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Feature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B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cxnSp>
          <p:nvCxnSpPr>
            <p:cNvPr id="64" name="直线箭头连接符 167"/>
            <p:cNvCxnSpPr/>
            <p:nvPr/>
          </p:nvCxnSpPr>
          <p:spPr>
            <a:xfrm flipV="1">
              <a:off x="2772163" y="1369813"/>
              <a:ext cx="4452058" cy="4278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/>
            <p:cNvSpPr/>
            <p:nvPr/>
          </p:nvSpPr>
          <p:spPr>
            <a:xfrm>
              <a:off x="3027325" y="1242728"/>
              <a:ext cx="231143" cy="25820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cxnSp>
          <p:nvCxnSpPr>
            <p:cNvPr id="66" name="直线箭头连接符 75"/>
            <p:cNvCxnSpPr>
              <a:stCxn id="61" idx="7"/>
            </p:cNvCxnSpPr>
            <p:nvPr/>
          </p:nvCxnSpPr>
          <p:spPr>
            <a:xfrm flipV="1">
              <a:off x="5224395" y="1369814"/>
              <a:ext cx="843447" cy="1991791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prstDash val="solid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/>
            <p:cNvSpPr txBox="1"/>
            <p:nvPr/>
          </p:nvSpPr>
          <p:spPr>
            <a:xfrm>
              <a:off x="5130676" y="917699"/>
              <a:ext cx="3854675" cy="369328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kern="0" dirty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g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it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push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origin</a:t>
              </a:r>
              <a:r>
                <a:rPr kumimoji="1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 </a:t>
              </a:r>
              <a:r>
                <a:rPr kumimoji="1" lang="en-US" altLang="zh-CN" sz="1600" kern="0" noProof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HEAD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:refs</a:t>
              </a:r>
              <a:r>
                <a:rPr kumimoji="1" lang="zh-CN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/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for/master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704215" y="2530645"/>
              <a:ext cx="410237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1A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374039" y="2172045"/>
              <a:ext cx="397687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rPr>
                <a:t>1B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986361" y="2530645"/>
              <a:ext cx="397687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2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B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05300" y="3077939"/>
              <a:ext cx="410237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2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A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5557475" y="2432680"/>
              <a:ext cx="410237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3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A</a:t>
              </a:r>
              <a:endParaRPr kumimoji="1" lang="zh-CN" altLang="en-US" sz="1600" b="0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372949" y="1594541"/>
              <a:ext cx="397687" cy="331270"/>
            </a:xfrm>
            <a:prstGeom prst="rect">
              <a:avLst/>
            </a:prstGeom>
            <a:noFill/>
          </p:spPr>
          <p:txBody>
            <a:bodyPr wrap="none" lIns="121917" tIns="60958" rIns="121917" bIns="60958" rtlCol="0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3</a:t>
              </a:r>
              <a:r>
                <a:rPr kumimoji="1" lang="en-US" altLang="zh-CN" sz="1600" kern="0" dirty="0" smtClean="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B</a:t>
              </a:r>
              <a:endPara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479223" y="4424560"/>
            <a:ext cx="9649072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1600" b="1" dirty="0" smtClean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step1.  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基于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local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master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拉取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分支（</a:t>
            </a:r>
            <a:r>
              <a:rPr lang="en-US" altLang="zh-CN" sz="1600" dirty="0" err="1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cmd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git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branch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step2</a:t>
            </a:r>
            <a:r>
              <a:rPr lang="en-US" altLang="zh-CN" sz="1600" b="1" dirty="0" smtClean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.  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使用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checkout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命令分别切换到对应分支开发对应功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能（</a:t>
            </a:r>
            <a:r>
              <a:rPr lang="en-US" altLang="zh-CN" sz="160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cmd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git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checkout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5000"/>
              </a:lnSpc>
            </a:pPr>
            <a:r>
              <a:rPr lang="en-US" altLang="zh-CN" sz="1600" b="1" dirty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step3. </a:t>
            </a:r>
            <a:r>
              <a:rPr lang="en-US" altLang="zh-CN" sz="1600" b="1" dirty="0" smtClean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发评审时，可将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分别推送到远程仓库的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master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分支，从而有效的管理多个开发任务的代码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43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0" y="975890"/>
            <a:ext cx="7397685" cy="475252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066780" y="1421755"/>
            <a:ext cx="4536504" cy="297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在本地提交代码应遵循的原则：</a:t>
            </a:r>
            <a:endParaRPr lang="en-US" altLang="zh-CN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95%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commit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修改不超过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400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行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线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性的主干历史（配置了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“一次只能提交一个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commit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”且“合入策略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=Rebase if necessary | Fast forward only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lang="zh-CN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提交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日志中填写有效</a:t>
            </a:r>
            <a:r>
              <a:rPr lang="en-HK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lang="en-HK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afe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卡片</a:t>
            </a:r>
            <a:r>
              <a:rPr lang="en-HK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id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zh-CN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     举例：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icode-</a:t>
            </a:r>
            <a:r>
              <a:rPr lang="zh-CN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66</a:t>
            </a:r>
          </a:p>
        </p:txBody>
      </p:sp>
      <p:sp>
        <p:nvSpPr>
          <p:cNvPr id="8" name="矩形 7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9585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1602284" y="4680328"/>
            <a:ext cx="68016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评审、入库、发布的记录均会记录到卡片中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通过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iCode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Agile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相关页面可快速跳转至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iCafe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查看卡片详情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2" name="组 1"/>
          <p:cNvGrpSpPr/>
          <p:nvPr/>
        </p:nvGrpSpPr>
        <p:grpSpPr>
          <a:xfrm>
            <a:off x="438051" y="859376"/>
            <a:ext cx="9788041" cy="3874748"/>
            <a:chOff x="-372601" y="351751"/>
            <a:chExt cx="15197335" cy="578485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0582" y="395460"/>
              <a:ext cx="7464152" cy="4988603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372601" y="351751"/>
              <a:ext cx="7416800" cy="57848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10" name="矩形 9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5476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594172" y="989707"/>
            <a:ext cx="1080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回顾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324" y="989707"/>
            <a:ext cx="7344816" cy="434530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6274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594172" y="989707"/>
            <a:ext cx="9433048" cy="1372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5000"/>
              </a:lnSpc>
              <a:buFont typeface="Wingdings" charset="2"/>
              <a:buChar char="Ø"/>
            </a:pP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Google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single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code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tree</a:t>
            </a:r>
            <a:r>
              <a:rPr lang="zh-CN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为开发带来便利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buFont typeface="Wingdings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在我厂：</a:t>
            </a:r>
            <a:endParaRPr lang="en-US" altLang="zh-CN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每个项目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目录下都有一个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third-party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，大比率的代码文件是重复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每个基础库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都有多个不同的历史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版本需要维护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38" y="2460890"/>
            <a:ext cx="8094116" cy="2849297"/>
          </a:xfrm>
          <a:prstGeom prst="rect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8" name="矩形 7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456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956458" y="1277739"/>
            <a:ext cx="5904656" cy="2439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5000"/>
              </a:lnSpc>
              <a:buFont typeface="Wingdings" charset="2"/>
              <a:buChar char="Ø"/>
            </a:pPr>
            <a:r>
              <a:rPr lang="zh-CN" altLang="en-US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重复引入第三方代码存在什么问题？</a:t>
            </a:r>
            <a:endParaRPr lang="en-US" altLang="zh-CN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耗时耗力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不可避免出现安全和法务风险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代码库膨胀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，上传、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下载效率低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不利于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公司内共享和共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</a:t>
            </a:r>
            <a:endParaRPr lang="en-US" altLang="zh-CN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01334" y="2497303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如何避免？</a:t>
            </a:r>
            <a:endParaRPr lang="zh-CN" alt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9441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 29"/>
          <p:cNvSpPr/>
          <p:nvPr/>
        </p:nvSpPr>
        <p:spPr>
          <a:xfrm>
            <a:off x="738188" y="845691"/>
            <a:ext cx="5976664" cy="1203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charset="2"/>
              <a:buChar char="Ø"/>
            </a:pP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EE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联合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CMC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共建各主流语言的内部依赖源及依赖规范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/>
            </a:endParaRP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使用公司内部官方的依赖源拉取依赖或上传依赖包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/>
            </a:endParaRPr>
          </a:p>
          <a:p>
            <a:pPr marL="342900" indent="-3429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使用标准云端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CMC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编译环境编译项目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176145"/>
              </p:ext>
            </p:extLst>
          </p:nvPr>
        </p:nvGraphicFramePr>
        <p:xfrm>
          <a:off x="588119" y="2141835"/>
          <a:ext cx="9583117" cy="3240358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942157"/>
                <a:gridCol w="2304256"/>
                <a:gridCol w="1584176"/>
                <a:gridCol w="1872208"/>
                <a:gridCol w="1596392"/>
                <a:gridCol w="1283928"/>
              </a:tblGrid>
              <a:tr h="4817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语言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公司内部统一源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依赖管理工具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依赖配置文件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用户文档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Hi</a:t>
                      </a:r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用户群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/>
                </a:tc>
              </a:tr>
              <a:tr h="481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C++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iCode</a:t>
                      </a:r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依赖源码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bcloud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BCLOUD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8"/>
                        </a:rPr>
                        <a:t>Buildcloud</a:t>
                      </a:r>
                      <a:r>
                        <a:rPr lang="zh-CN" altLang="en-US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8"/>
                        </a:rPr>
                        <a:t>使用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1469521</a:t>
                      </a:r>
                      <a:endParaRPr lang="zh-CN" altLang="en-US" sz="1800" dirty="0" smtClean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1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JAVA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mvn.baidu.com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mvn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pom.xml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9"/>
                        </a:rPr>
                        <a:t>Maven</a:t>
                      </a:r>
                      <a:r>
                        <a:rPr lang="zh-CN" altLang="en-US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9"/>
                        </a:rPr>
                        <a:t>使用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1598435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31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Python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pip.baidu.com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pip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setup.py</a:t>
                      </a:r>
                      <a:r>
                        <a:rPr lang="zh-CN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requirements.txt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10"/>
                        </a:rPr>
                        <a:t>Pip</a:t>
                      </a:r>
                      <a:r>
                        <a:rPr lang="zh-CN" altLang="en-US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10"/>
                        </a:rPr>
                        <a:t>使用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1598407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1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PHP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composer.baidu.com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composer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composer.json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11"/>
                        </a:rPr>
                        <a:t>Composer</a:t>
                      </a:r>
                      <a:r>
                        <a:rPr lang="zh-CN" altLang="en-US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11"/>
                        </a:rPr>
                        <a:t>使用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1482706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17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前端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npm.baidu.com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npm</a:t>
                      </a:r>
                      <a:endParaRPr lang="zh-CN" altLang="en-US" sz="1800" dirty="0">
                        <a:solidFill>
                          <a:srgbClr val="FFFFFF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package.json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12"/>
                        </a:rPr>
                        <a:t>Npm</a:t>
                      </a:r>
                      <a:r>
                        <a:rPr lang="zh-CN" altLang="en-US" sz="16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  <a:hlinkClick r:id="rId12"/>
                        </a:rPr>
                        <a:t>使用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1606264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00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组 1"/>
          <p:cNvGrpSpPr/>
          <p:nvPr/>
        </p:nvGrpSpPr>
        <p:grpSpPr>
          <a:xfrm>
            <a:off x="738188" y="1853802"/>
            <a:ext cx="9289032" cy="3240361"/>
            <a:chOff x="738188" y="2141835"/>
            <a:chExt cx="9289032" cy="3240361"/>
          </a:xfrm>
        </p:grpSpPr>
        <p:grpSp>
          <p:nvGrpSpPr>
            <p:cNvPr id="9" name="组合 23"/>
            <p:cNvGrpSpPr/>
            <p:nvPr/>
          </p:nvGrpSpPr>
          <p:grpSpPr>
            <a:xfrm>
              <a:off x="845889" y="2141835"/>
              <a:ext cx="8898247" cy="3125961"/>
              <a:chOff x="406175" y="1803876"/>
              <a:chExt cx="8898247" cy="3125961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06175" y="3077070"/>
                <a:ext cx="2350955" cy="95497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2. </a:t>
                </a:r>
                <a:r>
                  <a:rPr lang="en-US" altLang="zh-CN" sz="1400" b="1" dirty="0" err="1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iCode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源码</a:t>
                </a:r>
                <a:endParaRPr lang="en-US" altLang="zh-CN" sz="1400" b="1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altLang="zh-CN" sz="1400" dirty="0" err="1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src</a:t>
                </a:r>
                <a:endParaRPr lang="en-US" altLang="zh-CN" sz="1400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altLang="zh-CN" sz="1400" dirty="0" err="1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composer.json</a:t>
                </a:r>
                <a:endParaRPr lang="en-US" altLang="zh-CN" sz="1400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altLang="zh-CN" sz="1400" dirty="0" err="1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ci.yml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(type=composer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258468" y="3410542"/>
                <a:ext cx="792088" cy="28803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3.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构建</a:t>
                </a:r>
                <a:endParaRPr lang="zh-CN" altLang="en-US" sz="1400" b="1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986660" y="3410542"/>
                <a:ext cx="792088" cy="28803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4</a:t>
                </a:r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.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发布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354812" y="3308446"/>
                <a:ext cx="1218301" cy="4863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4.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产品库</a:t>
                </a:r>
                <a:endParaRPr lang="en-US" altLang="zh-CN" sz="1400" b="1" dirty="0" smtClean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a</a:t>
                </a:r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pp.tar.gz</a:t>
                </a:r>
                <a:endParaRPr lang="zh-CN" altLang="en-US" sz="1400" b="1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8083004" y="3410542"/>
                <a:ext cx="1221418" cy="28803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6.PaaS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上线</a:t>
                </a:r>
                <a:endParaRPr lang="en-US" altLang="zh-CN" sz="1400" b="1" dirty="0" smtClean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4114898" y="1915373"/>
                <a:ext cx="1080120" cy="710208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百度</a:t>
                </a:r>
                <a:endParaRPr lang="en-US" altLang="zh-CN" sz="1400" b="1" dirty="0" smtClean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algn="ctr"/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Composer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仓库</a:t>
                </a:r>
                <a:endParaRPr lang="en-US" altLang="zh-CN" sz="1400" b="1" dirty="0" smtClean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cxnSp>
            <p:nvCxnSpPr>
              <p:cNvPr id="16" name="直接箭头连接符 38"/>
              <p:cNvCxnSpPr>
                <a:stCxn id="10" idx="3"/>
                <a:endCxn id="11" idx="1"/>
              </p:cNvCxnSpPr>
              <p:nvPr/>
            </p:nvCxnSpPr>
            <p:spPr>
              <a:xfrm>
                <a:off x="2757130" y="3554558"/>
                <a:ext cx="50133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39"/>
              <p:cNvCxnSpPr>
                <a:stCxn id="11" idx="3"/>
                <a:endCxn id="12" idx="1"/>
              </p:cNvCxnSpPr>
              <p:nvPr/>
            </p:nvCxnSpPr>
            <p:spPr>
              <a:xfrm>
                <a:off x="4050556" y="3554558"/>
                <a:ext cx="9361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40"/>
              <p:cNvCxnSpPr>
                <a:stCxn id="12" idx="3"/>
                <a:endCxn id="13" idx="1"/>
              </p:cNvCxnSpPr>
              <p:nvPr/>
            </p:nvCxnSpPr>
            <p:spPr>
              <a:xfrm flipV="1">
                <a:off x="5778748" y="3551623"/>
                <a:ext cx="576064" cy="29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41"/>
              <p:cNvCxnSpPr>
                <a:stCxn id="13" idx="3"/>
                <a:endCxn id="14" idx="1"/>
              </p:cNvCxnSpPr>
              <p:nvPr/>
            </p:nvCxnSpPr>
            <p:spPr>
              <a:xfrm>
                <a:off x="7573113" y="3551623"/>
                <a:ext cx="509891" cy="29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曲线连接符 19"/>
              <p:cNvCxnSpPr>
                <a:stCxn id="15" idx="1"/>
                <a:endCxn id="11" idx="0"/>
              </p:cNvCxnSpPr>
              <p:nvPr/>
            </p:nvCxnSpPr>
            <p:spPr>
              <a:xfrm rot="10800000" flipV="1">
                <a:off x="3654512" y="2270476"/>
                <a:ext cx="460386" cy="1140065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曲线连接符 20"/>
              <p:cNvCxnSpPr>
                <a:stCxn id="12" idx="3"/>
                <a:endCxn id="15" idx="3"/>
              </p:cNvCxnSpPr>
              <p:nvPr/>
            </p:nvCxnSpPr>
            <p:spPr>
              <a:xfrm flipH="1" flipV="1">
                <a:off x="5195018" y="2270477"/>
                <a:ext cx="583730" cy="1284081"/>
              </a:xfrm>
              <a:prstGeom prst="curvedConnector3">
                <a:avLst>
                  <a:gd name="adj1" fmla="val -1030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矩形 21"/>
              <p:cNvSpPr/>
              <p:nvPr/>
            </p:nvSpPr>
            <p:spPr>
              <a:xfrm>
                <a:off x="2822282" y="4123340"/>
                <a:ext cx="1664458" cy="80649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1.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构建环境</a:t>
                </a:r>
                <a:endParaRPr lang="en-US" altLang="zh-CN" sz="1400" b="1" dirty="0" smtClean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altLang="zh-CN" sz="1400" dirty="0" err="1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</a:t>
                </a:r>
                <a:r>
                  <a:rPr lang="en-US" altLang="zh-CN" sz="1400" dirty="0" err="1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hp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5.4/</a:t>
                </a:r>
                <a:r>
                  <a:rPr lang="en-US" altLang="zh-CN" sz="1400" dirty="0" err="1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php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7.0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altLang="zh-CN" sz="1400" dirty="0" err="1" smtClean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Composer.phar</a:t>
                </a:r>
                <a:endParaRPr lang="zh-CN" altLang="en-US" sz="1400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cxnSp>
            <p:nvCxnSpPr>
              <p:cNvPr id="23" name="直接箭头连接符 45"/>
              <p:cNvCxnSpPr>
                <a:stCxn id="22" idx="0"/>
                <a:endCxn id="11" idx="2"/>
              </p:cNvCxnSpPr>
              <p:nvPr/>
            </p:nvCxnSpPr>
            <p:spPr>
              <a:xfrm flipV="1">
                <a:off x="3654511" y="3698574"/>
                <a:ext cx="1" cy="4247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/>
            </p:nvSpPr>
            <p:spPr>
              <a:xfrm>
                <a:off x="737060" y="2599583"/>
                <a:ext cx="2088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2.</a:t>
                </a:r>
                <a:r>
                  <a:rPr lang="zh-CN" altLang="en-US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规范的依赖配置文件</a:t>
                </a:r>
                <a:endParaRPr lang="zh-CN" altLang="en-US" sz="1400" b="1" dirty="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347366" y="2029772"/>
                <a:ext cx="2088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3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.</a:t>
                </a:r>
                <a:r>
                  <a:rPr lang="zh-CN" altLang="en-US" sz="1400" b="1" dirty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官方依赖</a:t>
                </a:r>
                <a:r>
                  <a:rPr lang="zh-CN" altLang="en-US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源（厂内）</a:t>
                </a:r>
                <a:endParaRPr lang="zh-CN" altLang="en-US" sz="1400" b="1" dirty="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517696" y="4411372"/>
                <a:ext cx="2088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1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.</a:t>
                </a:r>
                <a:r>
                  <a:rPr lang="zh-CN" altLang="en-US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标准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CMC</a:t>
                </a:r>
                <a:r>
                  <a:rPr lang="zh-CN" altLang="en-US" sz="1400" b="1" dirty="0" smtClean="0">
                    <a:solidFill>
                      <a:srgbClr val="FF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环境</a:t>
                </a:r>
                <a:endParaRPr lang="zh-CN" altLang="en-US" sz="1400" b="1" dirty="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3663373" y="2811393"/>
                <a:ext cx="19264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/>
                  <a:t>3. composer Install</a:t>
                </a:r>
                <a:endParaRPr lang="zh-CN" altLang="en-US" sz="1600" dirty="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5779616" y="2575059"/>
                <a:ext cx="19264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/>
                  <a:t>5. submit package</a:t>
                </a:r>
                <a:endParaRPr lang="zh-CN" altLang="en-US" sz="1600" dirty="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701351" y="1803876"/>
                <a:ext cx="1512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 smtClean="0">
                    <a:latin typeface="等线" panose="02010600030101010101" pitchFamily="2" charset="-122"/>
                    <a:ea typeface="等线" panose="02010600030101010101" pitchFamily="2" charset="-122"/>
                  </a:rPr>
                  <a:t>PHP</a:t>
                </a:r>
                <a:r>
                  <a:rPr lang="zh-CN" altLang="en-US" sz="24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示例</a:t>
                </a:r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738188" y="2141836"/>
              <a:ext cx="9289032" cy="32403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 30"/>
          <p:cNvSpPr/>
          <p:nvPr/>
        </p:nvSpPr>
        <p:spPr>
          <a:xfrm>
            <a:off x="738188" y="1081023"/>
            <a:ext cx="7560840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内部官方源在研发流程中所处的位置，以此达到代码复用的目的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51318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746300" y="2645891"/>
            <a:ext cx="7128792" cy="2315956"/>
            <a:chOff x="1746300" y="2844331"/>
            <a:chExt cx="7128792" cy="2315956"/>
          </a:xfrm>
        </p:grpSpPr>
        <p:sp>
          <p:nvSpPr>
            <p:cNvPr id="20" name="磁盘 16"/>
            <p:cNvSpPr/>
            <p:nvPr/>
          </p:nvSpPr>
          <p:spPr>
            <a:xfrm>
              <a:off x="1746300" y="3860348"/>
              <a:ext cx="1710910" cy="672521"/>
            </a:xfrm>
            <a:prstGeom prst="flowChartMagneticDisk">
              <a:avLst/>
            </a:prstGeom>
            <a:solidFill>
              <a:srgbClr val="FFFFFF"/>
            </a:solidFill>
            <a:ln w="127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iCode</a:t>
              </a:r>
              <a:r>
                <a:rPr lang="zh-CN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t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hird-party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1" name="磁盘 17"/>
            <p:cNvSpPr/>
            <p:nvPr/>
          </p:nvSpPr>
          <p:spPr>
            <a:xfrm>
              <a:off x="4455241" y="3832399"/>
              <a:ext cx="1710910" cy="672521"/>
            </a:xfrm>
            <a:prstGeom prst="flowChartMagneticDisk">
              <a:avLst/>
            </a:prstGeom>
            <a:solidFill>
              <a:srgbClr val="FFFFFF"/>
            </a:solidFill>
            <a:ln w="127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Github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 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mirror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2" name="磁盘 18"/>
            <p:cNvSpPr/>
            <p:nvPr/>
          </p:nvSpPr>
          <p:spPr>
            <a:xfrm>
              <a:off x="7164182" y="3832399"/>
              <a:ext cx="1710910" cy="672521"/>
            </a:xfrm>
            <a:prstGeom prst="flowChartMagneticDisk">
              <a:avLst/>
            </a:prstGeom>
            <a:solidFill>
              <a:srgbClr val="FFFFFF"/>
            </a:solidFill>
            <a:ln w="127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公网 </a:t>
              </a:r>
              <a:r>
                <a:rPr kumimoji="0" lang="en-US" altLang="zh-CN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github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cxnSp>
          <p:nvCxnSpPr>
            <p:cNvPr id="23" name="直线箭头连接符 19"/>
            <p:cNvCxnSpPr>
              <a:stCxn id="22" idx="2"/>
              <a:endCxn id="21" idx="4"/>
            </p:cNvCxnSpPr>
            <p:nvPr/>
          </p:nvCxnSpPr>
          <p:spPr>
            <a:xfrm flipH="1">
              <a:off x="6166151" y="4168660"/>
              <a:ext cx="998031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 lim="8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直线箭头连接符 21"/>
            <p:cNvCxnSpPr/>
            <p:nvPr/>
          </p:nvCxnSpPr>
          <p:spPr>
            <a:xfrm flipH="1">
              <a:off x="3457210" y="4162163"/>
              <a:ext cx="998031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 lim="8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5" name="文本框 24"/>
            <p:cNvSpPr txBox="1"/>
            <p:nvPr/>
          </p:nvSpPr>
          <p:spPr>
            <a:xfrm>
              <a:off x="6237439" y="3679921"/>
              <a:ext cx="925892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按需镜像</a:t>
              </a:r>
              <a:endPara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4272" y="3679921"/>
              <a:ext cx="877802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按需</a:t>
              </a:r>
              <a:r>
                <a:rPr kumimoji="0" lang="en-US" altLang="zh-CN" sz="1600" b="1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fork</a:t>
              </a:r>
              <a:endPara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17588" y="4575514"/>
              <a:ext cx="1654558" cy="584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实行</a:t>
              </a:r>
              <a:r>
                <a:rPr lang="en-US" altLang="zh-CN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owner</a:t>
              </a: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责任制</a:t>
              </a:r>
              <a:endParaRPr lang="en-US" altLang="zh-CN" sz="1600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公司内部共建</a:t>
              </a:r>
              <a:endParaRPr kumimoji="0" lang="zh-CN" altLang="en-US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958195" y="2844331"/>
              <a:ext cx="720708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使用者</a:t>
              </a:r>
              <a:endPara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cxnSp>
          <p:nvCxnSpPr>
            <p:cNvPr id="29" name="直线箭头连接符 26"/>
            <p:cNvCxnSpPr>
              <a:stCxn id="28" idx="2"/>
              <a:endCxn id="20" idx="1"/>
            </p:cNvCxnSpPr>
            <p:nvPr/>
          </p:nvCxnSpPr>
          <p:spPr>
            <a:xfrm flipH="1">
              <a:off x="2601755" y="3182883"/>
              <a:ext cx="716794" cy="677465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 lim="8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直线箭头连接符 27"/>
            <p:cNvCxnSpPr>
              <a:stCxn id="28" idx="2"/>
              <a:endCxn id="21" idx="1"/>
            </p:cNvCxnSpPr>
            <p:nvPr/>
          </p:nvCxnSpPr>
          <p:spPr>
            <a:xfrm>
              <a:off x="3318549" y="3182883"/>
              <a:ext cx="1992147" cy="649516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 lim="800000"/>
              <a:tailEnd type="arrow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直线连接符 13"/>
            <p:cNvCxnSpPr/>
            <p:nvPr/>
          </p:nvCxnSpPr>
          <p:spPr>
            <a:xfrm>
              <a:off x="6665166" y="4003822"/>
              <a:ext cx="0" cy="826702"/>
            </a:xfrm>
            <a:prstGeom prst="line">
              <a:avLst/>
            </a:prstGeom>
            <a:noFill/>
            <a:ln w="28575" cap="flat" cmpd="sng">
              <a:solidFill>
                <a:srgbClr val="FF0000"/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8" name="文本框 17"/>
            <p:cNvSpPr txBox="1"/>
            <p:nvPr/>
          </p:nvSpPr>
          <p:spPr>
            <a:xfrm>
              <a:off x="6716208" y="4554956"/>
              <a:ext cx="502700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公网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40144" y="4554956"/>
              <a:ext cx="502700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600" dirty="0" smtClean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内</a:t>
              </a:r>
              <a:r>
                <a:rPr kumimoji="0" lang="zh-CN" alt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等线" panose="02010600030101010101" pitchFamily="2" charset="-122"/>
                  <a:ea typeface="等线" panose="02010600030101010101" pitchFamily="2" charset="-122"/>
                  <a:sym typeface="Calibri"/>
                </a:rPr>
                <a:t>网</a:t>
              </a:r>
              <a:endPara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等线" panose="02010600030101010101" pitchFamily="2" charset="-122"/>
                <a:ea typeface="等线" panose="02010600030101010101" pitchFamily="2" charset="-122"/>
                <a:sym typeface="Calibri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378148" y="989707"/>
            <a:ext cx="9217024" cy="1582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5000"/>
              </a:lnSpc>
              <a:buFont typeface="Wingdings" charset="2"/>
              <a:buChar char="Ø"/>
            </a:pP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Github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mirror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服务解决第三方代码引入和二次开发问题，达到重用的目的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从公网</a:t>
            </a:r>
            <a:r>
              <a:rPr lang="en-US" altLang="zh-CN" sz="160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github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按需镜像到内网的</a:t>
            </a:r>
            <a:r>
              <a:rPr lang="en-US" altLang="zh-CN" sz="160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github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mirror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从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github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mirror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按需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fork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到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third-party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目录下，随即成为代码库的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owner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，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在这里二次开发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3"/>
              </a:rPr>
              <a:t>更多介绍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8436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82204" y="2406368"/>
            <a:ext cx="2880320" cy="2399763"/>
          </a:xfrm>
          <a:prstGeom prst="rect">
            <a:avLst/>
          </a:prstGeom>
          <a:solidFill>
            <a:srgbClr val="05AB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研究表明（</a:t>
            </a:r>
            <a:r>
              <a:rPr lang="en-US" altLang="zh-CN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singer et al. 1997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）相比于编码、运行软件、</a:t>
            </a:r>
            <a:r>
              <a:rPr lang="en-US" altLang="zh-CN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debug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等等活动，代码搜索是软件开发活动中使用占比最多的活动</a:t>
            </a:r>
            <a:endParaRPr lang="en-US" altLang="zh-CN" sz="1400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16000" indent="-2160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企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业如</a:t>
            </a:r>
            <a:r>
              <a:rPr lang="en-US" altLang="zh-CN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Google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有功能完备且非常易用的代码搜索工具，加速工程师的开发效率</a:t>
            </a:r>
            <a:endParaRPr lang="zh-CN" altLang="en-US" sz="14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31814" y="2406368"/>
            <a:ext cx="2880320" cy="2399763"/>
          </a:xfrm>
          <a:prstGeom prst="rect">
            <a:avLst/>
          </a:prstGeom>
          <a:solidFill>
            <a:srgbClr val="B7600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百度缺少工具对全量代码进行索引，工程师没有方便的手段找到所需代码，通常是重复写</a:t>
            </a:r>
            <a:endParaRPr lang="zh-CN" altLang="en-US" sz="14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930876" y="2406368"/>
            <a:ext cx="2880320" cy="2399764"/>
          </a:xfrm>
          <a:prstGeom prst="rect">
            <a:avLst/>
          </a:prstGeom>
          <a:solidFill>
            <a:srgbClr val="2B5A9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深度学习能够更好的理解用户的</a:t>
            </a:r>
            <a:r>
              <a:rPr lang="en-US" altLang="zh-CN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query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请求</a:t>
            </a:r>
            <a:endParaRPr lang="en-US" altLang="zh-CN" sz="1400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16000" indent="-2160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通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过深度学习进行</a:t>
            </a:r>
            <a:r>
              <a:rPr lang="en-US" altLang="zh-CN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API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智能推荐</a:t>
            </a:r>
            <a:endParaRPr lang="en-US" altLang="zh-CN" sz="1400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16000" indent="-2160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通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过机器学习对搜索结果进行</a:t>
            </a:r>
            <a:r>
              <a:rPr lang="en-US" altLang="zh-CN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rank</a:t>
            </a:r>
            <a:r>
              <a:rPr lang="zh-CN" altLang="en-US" sz="1400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，使得结果更准确</a:t>
            </a:r>
            <a:endParaRPr lang="en-US" altLang="zh-CN" sz="1400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矩形 28"/>
          <p:cNvSpPr/>
          <p:nvPr/>
        </p:nvSpPr>
        <p:spPr>
          <a:xfrm>
            <a:off x="378148" y="989707"/>
            <a:ext cx="32512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善用搜索功能找到所求</a:t>
            </a:r>
            <a:endParaRPr lang="en-US" altLang="zh-CN" dirty="0" smtClean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/>
            </a:endParaRPr>
          </a:p>
        </p:txBody>
      </p:sp>
      <p:grpSp>
        <p:nvGrpSpPr>
          <p:cNvPr id="32" name="组 31"/>
          <p:cNvGrpSpPr/>
          <p:nvPr/>
        </p:nvGrpSpPr>
        <p:grpSpPr>
          <a:xfrm>
            <a:off x="4782996" y="4019869"/>
            <a:ext cx="2075564" cy="408620"/>
            <a:chOff x="4946148" y="4394944"/>
            <a:chExt cx="2659743" cy="558110"/>
          </a:xfrm>
        </p:grpSpPr>
        <p:sp>
          <p:nvSpPr>
            <p:cNvPr id="39" name="文本框 38"/>
            <p:cNvSpPr txBox="1"/>
            <p:nvPr/>
          </p:nvSpPr>
          <p:spPr>
            <a:xfrm rot="20164369">
              <a:off x="5034639" y="4409856"/>
              <a:ext cx="2484729" cy="5044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en-US" b="1" dirty="0" smtClean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站在巨人的肩膀上</a:t>
              </a:r>
              <a:endPara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 rot="20142601">
              <a:off x="4946148" y="4394944"/>
              <a:ext cx="2659743" cy="558110"/>
            </a:xfrm>
            <a:prstGeom prst="round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</p:grpSp>
      <p:grpSp>
        <p:nvGrpSpPr>
          <p:cNvPr id="33" name="组 32"/>
          <p:cNvGrpSpPr/>
          <p:nvPr/>
        </p:nvGrpSpPr>
        <p:grpSpPr>
          <a:xfrm>
            <a:off x="8515052" y="4142789"/>
            <a:ext cx="1129931" cy="408620"/>
            <a:chOff x="9128634" y="4530447"/>
            <a:chExt cx="1447956" cy="558110"/>
          </a:xfrm>
        </p:grpSpPr>
        <p:sp>
          <p:nvSpPr>
            <p:cNvPr id="37" name="文本框 36"/>
            <p:cNvSpPr txBox="1"/>
            <p:nvPr/>
          </p:nvSpPr>
          <p:spPr>
            <a:xfrm rot="20164369">
              <a:off x="9364051" y="4536704"/>
              <a:ext cx="1022155" cy="5044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b="1" dirty="0" smtClean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  <a:sym typeface="Calibri"/>
                </a:rPr>
                <a:t>智能化</a:t>
              </a:r>
              <a:endPara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38" name="圆角矩形 37"/>
            <p:cNvSpPr/>
            <p:nvPr/>
          </p:nvSpPr>
          <p:spPr>
            <a:xfrm rot="20142601">
              <a:off x="9128634" y="4530447"/>
              <a:ext cx="1447956" cy="558110"/>
            </a:xfrm>
            <a:prstGeom prst="round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882204" y="1550561"/>
            <a:ext cx="2880320" cy="78279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完善百度软件开发工具：</a:t>
            </a:r>
            <a:endParaRPr lang="en-US" altLang="zh-CN" sz="1400" b="1" dirty="0" smtClean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代码搜索是软件开发中最总要的活动之一，百度欠缺工具支持</a:t>
            </a:r>
            <a:endParaRPr lang="zh-CN" altLang="en-US" sz="1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906540" y="1550561"/>
            <a:ext cx="2880320" cy="782796"/>
          </a:xfrm>
          <a:prstGeom prst="roundRect">
            <a:avLst/>
          </a:prstGeom>
          <a:solidFill>
            <a:srgbClr val="B76001"/>
          </a:solidFill>
          <a:ln>
            <a:solidFill>
              <a:srgbClr val="B76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提升产品线的工程能力：</a:t>
            </a:r>
            <a:endParaRPr lang="en-US" altLang="zh-CN" sz="1600" b="1" dirty="0" smtClean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复用而不是重复造轮子</a:t>
            </a:r>
            <a:endPara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930876" y="1550561"/>
            <a:ext cx="2880320" cy="7827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深度学习带来的智能化</a:t>
            </a:r>
            <a:endPara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34" name="组 33"/>
          <p:cNvGrpSpPr/>
          <p:nvPr/>
        </p:nvGrpSpPr>
        <p:grpSpPr>
          <a:xfrm>
            <a:off x="2116424" y="4237654"/>
            <a:ext cx="2075564" cy="408620"/>
            <a:chOff x="4946148" y="4394944"/>
            <a:chExt cx="2659743" cy="558110"/>
          </a:xfrm>
        </p:grpSpPr>
        <p:sp>
          <p:nvSpPr>
            <p:cNvPr id="35" name="文本框 34"/>
            <p:cNvSpPr txBox="1"/>
            <p:nvPr/>
          </p:nvSpPr>
          <p:spPr>
            <a:xfrm rot="20164369">
              <a:off x="5174327" y="4409856"/>
              <a:ext cx="2205362" cy="5044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b="1" i="0" u="none" strike="noStrike" cap="none" spc="0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微软雅黑"/>
                  <a:ea typeface="微软雅黑"/>
                  <a:cs typeface="微软雅黑"/>
                  <a:sym typeface="Calibri"/>
                </a:rPr>
                <a:t>加速学习和开发</a:t>
              </a:r>
              <a:endPara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 rot="20142601">
              <a:off x="4946148" y="4394944"/>
              <a:ext cx="2659743" cy="558110"/>
            </a:xfrm>
            <a:prstGeom prst="round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/>
                <a:ea typeface="微软雅黑"/>
                <a:cs typeface="微软雅黑"/>
                <a:sym typeface="Calibri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132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5" y="1349747"/>
            <a:ext cx="10201753" cy="38164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006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1" y="994178"/>
            <a:ext cx="9877870" cy="43871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45889" y="312018"/>
            <a:ext cx="3942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代码开发环节的优秀实践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231803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0331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20" y="917699"/>
            <a:ext cx="8526164" cy="450997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45889" y="312018"/>
            <a:ext cx="3852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0505126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8699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1506389" y="1016563"/>
            <a:ext cx="4032448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52000" marR="0" lvl="0" indent="-2520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安全扫描</a:t>
            </a:r>
            <a:endParaRPr lang="en-US" altLang="zh-CN" sz="1600" kern="0" dirty="0" smtClean="0">
              <a:latin typeface="微软雅黑"/>
              <a:ea typeface="微软雅黑"/>
              <a:cs typeface="微软雅黑"/>
              <a:sym typeface="Calibri"/>
            </a:endParaRPr>
          </a:p>
          <a:p>
            <a:pPr marL="252000" marR="0" lvl="0" indent="-2520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代码风格</a:t>
            </a:r>
            <a:r>
              <a:rPr lang="en-US" altLang="zh-CN" sz="1600" kern="0" dirty="0" smtClean="0">
                <a:latin typeface="微软雅黑"/>
                <a:ea typeface="微软雅黑"/>
                <a:cs typeface="微软雅黑"/>
                <a:sym typeface="Calibri"/>
              </a:rPr>
              <a:t>(</a:t>
            </a: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编码规范</a:t>
            </a:r>
            <a:r>
              <a:rPr lang="en-US" altLang="zh-CN" sz="1600" kern="0" dirty="0" smtClean="0">
                <a:latin typeface="微软雅黑"/>
                <a:ea typeface="微软雅黑"/>
                <a:cs typeface="微软雅黑"/>
                <a:sym typeface="Calibri"/>
              </a:rPr>
              <a:t>)</a:t>
            </a:r>
            <a:endParaRPr lang="en-US" altLang="zh-CN" sz="1600" kern="0" dirty="0">
              <a:latin typeface="微软雅黑"/>
              <a:ea typeface="微软雅黑"/>
              <a:cs typeface="微软雅黑"/>
              <a:sym typeface="Calibri"/>
            </a:endParaRPr>
          </a:p>
          <a:p>
            <a:pPr marL="252000" marR="0" lvl="0" indent="-2520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缺陷检查</a:t>
            </a:r>
            <a:r>
              <a:rPr lang="en-US" altLang="zh-CN" sz="1600" kern="0" dirty="0" smtClean="0">
                <a:latin typeface="微软雅黑"/>
                <a:ea typeface="微软雅黑"/>
                <a:cs typeface="微软雅黑"/>
                <a:sym typeface="Calibri"/>
              </a:rPr>
              <a:t>(</a:t>
            </a: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静态扫描</a:t>
            </a:r>
            <a:r>
              <a:rPr lang="en-US" altLang="zh-CN" sz="1600" kern="0" dirty="0" smtClean="0">
                <a:latin typeface="微软雅黑"/>
                <a:ea typeface="微软雅黑"/>
                <a:cs typeface="微软雅黑"/>
                <a:sym typeface="Calibri"/>
              </a:rPr>
              <a:t>)</a:t>
            </a:r>
            <a:endParaRPr kumimoji="0" lang="en-US" altLang="zh-CN" sz="16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微软雅黑"/>
              <a:sym typeface="Calibri"/>
            </a:endParaRPr>
          </a:p>
          <a:p>
            <a:pPr marL="252000" marR="0" lvl="0" indent="-2520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持续集成</a:t>
            </a:r>
            <a:r>
              <a:rPr lang="en-US" altLang="zh-CN" sz="1600" kern="0" dirty="0" smtClean="0">
                <a:latin typeface="微软雅黑"/>
                <a:ea typeface="微软雅黑"/>
                <a:cs typeface="微软雅黑"/>
                <a:sym typeface="Calibri"/>
              </a:rPr>
              <a:t>(Agile</a:t>
            </a:r>
            <a:r>
              <a:rPr lang="zh-CN" altLang="en-US" sz="1600" kern="0" dirty="0" smtClean="0">
                <a:latin typeface="微软雅黑"/>
                <a:ea typeface="微软雅黑"/>
                <a:cs typeface="微软雅黑"/>
                <a:sym typeface="Calibri"/>
              </a:rPr>
              <a:t> </a:t>
            </a: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change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类型流水线</a:t>
            </a: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)</a:t>
            </a:r>
          </a:p>
        </p:txBody>
      </p:sp>
      <p:sp>
        <p:nvSpPr>
          <p:cNvPr id="14" name="矩形 13"/>
          <p:cNvSpPr/>
          <p:nvPr/>
        </p:nvSpPr>
        <p:spPr>
          <a:xfrm>
            <a:off x="6786860" y="1925811"/>
            <a:ext cx="165618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52000" marR="0" lvl="0" indent="-252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代码评审</a:t>
            </a:r>
            <a:endParaRPr lang="en-US" altLang="zh-CN" sz="1600" kern="0" noProof="0" dirty="0" smtClean="0">
              <a:solidFill>
                <a:srgbClr val="000000"/>
              </a:solidFill>
              <a:latin typeface="微软雅黑"/>
              <a:ea typeface="微软雅黑"/>
              <a:cs typeface="微软雅黑"/>
              <a:sym typeface="Calibri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65841" y="3150575"/>
            <a:ext cx="650342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开始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992247" y="2826539"/>
            <a:ext cx="1440160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发起评审</a:t>
            </a:r>
            <a:endParaRPr lang="en-US" altLang="zh-CN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o</a:t>
            </a:r>
            <a:r>
              <a:rPr lang="en-US" altLang="zh-CN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 </a:t>
            </a:r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更新评审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en-US" altLang="zh-CN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……………</a:t>
            </a: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代码作者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978548" y="2826539"/>
            <a:ext cx="1440160" cy="100811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代码检查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持续构建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en-US" altLang="zh-CN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……………</a:t>
            </a: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系统工具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792702" y="2826539"/>
            <a:ext cx="1440160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6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代码合入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en-US" altLang="zh-CN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……………</a:t>
            </a: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代码作者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9595172" y="3150575"/>
            <a:ext cx="650342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结束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992247" y="4187432"/>
            <a:ext cx="1440160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修</a:t>
            </a:r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改代码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本</a:t>
            </a:r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地提交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en-US" altLang="zh-CN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……………</a:t>
            </a: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代码作者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7" name="直接箭头连接符 6"/>
          <p:cNvCxnSpPr>
            <a:stCxn id="2" idx="3"/>
            <a:endCxn id="16" idx="1"/>
          </p:cNvCxnSpPr>
          <p:nvPr/>
        </p:nvCxnSpPr>
        <p:spPr>
          <a:xfrm>
            <a:off x="1416183" y="3330595"/>
            <a:ext cx="5760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6" idx="3"/>
            <a:endCxn id="17" idx="1"/>
          </p:cNvCxnSpPr>
          <p:nvPr/>
        </p:nvCxnSpPr>
        <p:spPr>
          <a:xfrm>
            <a:off x="3432407" y="3330595"/>
            <a:ext cx="54614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7" idx="3"/>
            <a:endCxn id="40" idx="1"/>
          </p:cNvCxnSpPr>
          <p:nvPr/>
        </p:nvCxnSpPr>
        <p:spPr>
          <a:xfrm>
            <a:off x="5418708" y="3330595"/>
            <a:ext cx="432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8" idx="3"/>
            <a:endCxn id="19" idx="1"/>
          </p:cNvCxnSpPr>
          <p:nvPr/>
        </p:nvCxnSpPr>
        <p:spPr>
          <a:xfrm>
            <a:off x="9232862" y="3330595"/>
            <a:ext cx="3623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0" idx="0"/>
            <a:endCxn id="16" idx="2"/>
          </p:cNvCxnSpPr>
          <p:nvPr/>
        </p:nvCxnSpPr>
        <p:spPr>
          <a:xfrm flipV="1">
            <a:off x="2712327" y="3834651"/>
            <a:ext cx="0" cy="3527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522613" y="2762434"/>
            <a:ext cx="39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自</a:t>
            </a:r>
            <a:endParaRPr lang="en-US" altLang="zh-CN" sz="1600" b="1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6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动</a:t>
            </a:r>
            <a:endParaRPr lang="zh-CN" alt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435232" y="2768420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05AB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通</a:t>
            </a:r>
            <a:endParaRPr lang="en-US" altLang="zh-CN" sz="1600" b="1" dirty="0" smtClean="0">
              <a:solidFill>
                <a:srgbClr val="05AB5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600" b="1" dirty="0" smtClean="0">
                <a:solidFill>
                  <a:srgbClr val="05AB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过</a:t>
            </a:r>
            <a:endParaRPr lang="zh-CN" altLang="en-US" sz="1600" b="1" dirty="0">
              <a:solidFill>
                <a:srgbClr val="05AB5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353526" y="2762435"/>
            <a:ext cx="450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05AB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通</a:t>
            </a:r>
            <a:endParaRPr lang="en-US" altLang="zh-CN" sz="1600" b="1" dirty="0" smtClean="0">
              <a:solidFill>
                <a:srgbClr val="05AB5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600" b="1" dirty="0" smtClean="0">
                <a:solidFill>
                  <a:srgbClr val="05AB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过</a:t>
            </a:r>
            <a:endParaRPr lang="zh-CN" altLang="en-US" sz="1600" b="1" dirty="0">
              <a:solidFill>
                <a:srgbClr val="05AB5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850756" y="2826539"/>
            <a:ext cx="1440160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评审代码</a:t>
            </a:r>
            <a:endParaRPr lang="en-US" altLang="zh-CN" sz="1600" b="1" dirty="0" smtClean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ctr"/>
            <a:r>
              <a:rPr lang="en-US" altLang="zh-CN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……………</a:t>
            </a: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代码评审人</a:t>
            </a:r>
            <a:endParaRPr lang="zh-CN" altLang="en-US" sz="16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43" name="直接箭头连接符 42"/>
          <p:cNvCxnSpPr>
            <a:stCxn id="40" idx="3"/>
            <a:endCxn id="18" idx="1"/>
          </p:cNvCxnSpPr>
          <p:nvPr/>
        </p:nvCxnSpPr>
        <p:spPr>
          <a:xfrm>
            <a:off x="7290916" y="3330595"/>
            <a:ext cx="5017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/>
          <p:cNvCxnSpPr>
            <a:stCxn id="17" idx="2"/>
            <a:endCxn id="20" idx="3"/>
          </p:cNvCxnSpPr>
          <p:nvPr/>
        </p:nvCxnSpPr>
        <p:spPr>
          <a:xfrm rot="5400000">
            <a:off x="3637100" y="3629959"/>
            <a:ext cx="856837" cy="126622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0" idx="2"/>
            <a:endCxn id="20" idx="3"/>
          </p:cNvCxnSpPr>
          <p:nvPr/>
        </p:nvCxnSpPr>
        <p:spPr>
          <a:xfrm rot="5400000">
            <a:off x="4573204" y="2693855"/>
            <a:ext cx="856837" cy="313842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4322841" y="3838595"/>
            <a:ext cx="320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不通过</a:t>
            </a:r>
            <a:endPara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202623" y="3838595"/>
            <a:ext cx="382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</a:t>
            </a:r>
            <a:endParaRPr lang="en-US" altLang="zh-CN" sz="1600" b="1" dirty="0" smtClean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600" b="1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通</a:t>
            </a:r>
            <a:endParaRPr lang="en-US" altLang="zh-CN" sz="1600" b="1" dirty="0" smtClean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600" b="1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过</a:t>
            </a:r>
            <a:endParaRPr lang="zh-CN" altLang="en-US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53" name="直接箭头连接符 52"/>
          <p:cNvCxnSpPr>
            <a:stCxn id="17" idx="0"/>
            <a:endCxn id="13" idx="2"/>
          </p:cNvCxnSpPr>
          <p:nvPr/>
        </p:nvCxnSpPr>
        <p:spPr>
          <a:xfrm flipH="1" flipV="1">
            <a:off x="3522613" y="2340002"/>
            <a:ext cx="1176015" cy="4865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0" idx="0"/>
            <a:endCxn id="14" idx="2"/>
          </p:cNvCxnSpPr>
          <p:nvPr/>
        </p:nvCxnSpPr>
        <p:spPr>
          <a:xfrm flipV="1">
            <a:off x="6570836" y="2264365"/>
            <a:ext cx="1044116" cy="5621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845889" y="312018"/>
            <a:ext cx="3852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223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162124" y="1004536"/>
            <a:ext cx="7272808" cy="2803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charset="2"/>
              <a:buChar char="Ø"/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通过设置提交规则，达到控制入库代码质量的目的</a:t>
            </a:r>
            <a:endParaRPr lang="en-US" altLang="zh-CN" dirty="0" smtClean="0">
              <a:latin typeface="微软雅黑"/>
              <a:ea typeface="微软雅黑"/>
              <a:cs typeface="微软雅黑"/>
            </a:endParaRPr>
          </a:p>
          <a:p>
            <a:pPr marL="342900" indent="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编码规范</a:t>
            </a:r>
            <a:endParaRPr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 marL="342900" indent="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缺陷检查</a:t>
            </a:r>
            <a:endParaRPr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 marL="342900" indent="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安全检查</a:t>
            </a:r>
          </a:p>
          <a:p>
            <a:pPr marL="342900" indent="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构建流水线</a:t>
            </a:r>
            <a:endParaRPr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 marL="342900" indent="342900" algn="l">
              <a:lnSpc>
                <a:spcPct val="125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人工评审</a:t>
            </a:r>
            <a:endParaRPr lang="en-US" altLang="zh-CN" sz="1600" dirty="0" smtClean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7" name="组 6"/>
          <p:cNvGrpSpPr/>
          <p:nvPr/>
        </p:nvGrpSpPr>
        <p:grpSpPr>
          <a:xfrm>
            <a:off x="3316987" y="1338059"/>
            <a:ext cx="7344816" cy="4667848"/>
            <a:chOff x="4208200" y="2357859"/>
            <a:chExt cx="7344816" cy="466784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8200" y="2357859"/>
              <a:ext cx="7344816" cy="4667848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8902209" y="3953723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smtClean="0">
                  <a:solidFill>
                    <a:srgbClr val="FF0000"/>
                  </a:solidFill>
                </a:rPr>
                <a:t>1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262249" y="416974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smtClean="0">
                  <a:solidFill>
                    <a:srgbClr val="FF0000"/>
                  </a:solidFill>
                </a:rPr>
                <a:t>2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550281" y="445777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smtClean="0">
                  <a:solidFill>
                    <a:srgbClr val="FF0000"/>
                  </a:solidFill>
                </a:rPr>
                <a:t>3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 flipH="1">
              <a:off x="8470161" y="4673803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>
                  <a:solidFill>
                    <a:srgbClr val="FF0000"/>
                  </a:solidFill>
                </a:rPr>
                <a:t>4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614177" y="5384591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smtClean="0">
                  <a:solidFill>
                    <a:srgbClr val="FF0000"/>
                  </a:solidFill>
                </a:rPr>
                <a:t>5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845889" y="312018"/>
            <a:ext cx="3852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环节的优秀实践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2951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594172" y="989707"/>
            <a:ext cx="4633000" cy="1977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 smtClean="0">
                <a:latin typeface="微软雅黑"/>
                <a:ea typeface="微软雅黑"/>
                <a:cs typeface="微软雅黑"/>
              </a:rPr>
              <a:t>【</a:t>
            </a:r>
            <a:r>
              <a:rPr lang="zh-CN" altLang="en-US" b="1" dirty="0" smtClean="0">
                <a:latin typeface="微软雅黑"/>
                <a:ea typeface="微软雅黑"/>
                <a:cs typeface="微软雅黑"/>
              </a:rPr>
              <a:t>推荐</a:t>
            </a:r>
            <a:r>
              <a:rPr lang="en-US" altLang="zh-CN" b="1" dirty="0" smtClean="0">
                <a:latin typeface="微软雅黑"/>
                <a:ea typeface="微软雅黑"/>
                <a:cs typeface="微软雅黑"/>
              </a:rPr>
              <a:t>】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代码风</a:t>
            </a:r>
            <a:r>
              <a:rPr lang="zh-CN" altLang="en-US" sz="1600" dirty="0">
                <a:latin typeface="微软雅黑"/>
                <a:ea typeface="微软雅黑"/>
                <a:cs typeface="微软雅黑"/>
              </a:rPr>
              <a:t>格（编码规范</a:t>
            </a: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）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  <a:sym typeface="Wingdings"/>
              </a:rPr>
              <a:t> </a:t>
            </a: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写出来的就是规范的</a:t>
            </a:r>
            <a:endParaRPr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缺陷检查 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  <a:sym typeface="Wingdings"/>
              </a:rPr>
              <a:t> </a:t>
            </a: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修复所有高危问题才能合入</a:t>
            </a:r>
            <a:endParaRPr lang="en-US" altLang="zh-CN" sz="1600" dirty="0"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安全检查 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  <a:sym typeface="Wingdings"/>
              </a:rPr>
              <a:t> </a:t>
            </a: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修复所有问题才能合入</a:t>
            </a:r>
            <a:endParaRPr lang="en-US" altLang="zh-CN" sz="1600" dirty="0" smtClean="0"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dirty="0" smtClean="0">
                <a:latin typeface="微软雅黑"/>
                <a:ea typeface="微软雅黑"/>
                <a:cs typeface="微软雅黑"/>
              </a:rPr>
              <a:t>代码可维护性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</a:rPr>
              <a:t>MI 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  <a:sym typeface="Wingdings"/>
              </a:rPr>
              <a:t> </a:t>
            </a:r>
            <a:r>
              <a:rPr lang="zh-CN" altLang="en-US" sz="1600" dirty="0" smtClean="0">
                <a:latin typeface="微软雅黑"/>
                <a:ea typeface="微软雅黑"/>
                <a:cs typeface="微软雅黑"/>
                <a:sym typeface="Wingdings"/>
              </a:rPr>
              <a:t>函数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  <a:sym typeface="Wingdings"/>
              </a:rPr>
              <a:t>MI</a:t>
            </a:r>
            <a:r>
              <a:rPr lang="zh-CN" altLang="en-US" sz="1600" dirty="0" smtClean="0">
                <a:latin typeface="微软雅黑"/>
                <a:ea typeface="微软雅黑"/>
                <a:cs typeface="微软雅黑"/>
                <a:sym typeface="Wingdings"/>
              </a:rPr>
              <a:t>&gt;</a:t>
            </a:r>
            <a:r>
              <a:rPr lang="en-US" altLang="zh-CN" sz="1600" dirty="0" smtClean="0">
                <a:latin typeface="微软雅黑"/>
                <a:ea typeface="微软雅黑"/>
                <a:cs typeface="微软雅黑"/>
                <a:sym typeface="Wingdings"/>
              </a:rPr>
              <a:t>20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296" y="2514641"/>
            <a:ext cx="6746996" cy="293956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代码扫描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2951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代码扫描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124" y="1009886"/>
            <a:ext cx="10387260" cy="43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845889" y="988228"/>
            <a:ext cx="4176464" cy="158504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使用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Agile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 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change</a:t>
            </a:r>
            <a:r>
              <a:rPr kumimoji="1" lang="zh-CN" altLang="en-US" sz="16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流水线实现持续集成</a:t>
            </a:r>
            <a:r>
              <a:rPr kumimoji="1" lang="zh-CN" altLang="zh-CN" sz="16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 </a:t>
            </a:r>
            <a:endParaRPr kumimoji="1" lang="en-US" altLang="zh-CN" sz="1600" b="1" kern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Calibri"/>
            </a:endParaRPr>
          </a:p>
          <a:p>
            <a:pPr marL="108000" indent="252000" algn="l" fontAlgn="auto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kumimoji="1" lang="zh-CN" altLang="en-US" sz="1600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编译</a:t>
            </a:r>
            <a:endParaRPr kumimoji="1" lang="en-US" altLang="zh-CN" sz="1600" kern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Calibri"/>
            </a:endParaRPr>
          </a:p>
          <a:p>
            <a:pPr marL="108000" marR="0" lvl="0" indent="2520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600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UT</a:t>
            </a:r>
          </a:p>
          <a:p>
            <a:pPr marL="108000" marR="0" lvl="0" indent="2520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600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P0</a:t>
            </a:r>
            <a:r>
              <a:rPr kumimoji="1" lang="zh-CN" altLang="en-US" sz="1600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级自动化回归测试 </a:t>
            </a:r>
            <a:endParaRPr kumimoji="1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微软雅黑"/>
              <a:sym typeface="Calibri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524" y="1493763"/>
            <a:ext cx="6446430" cy="280861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40" y="4374083"/>
            <a:ext cx="10272464" cy="1017440"/>
          </a:xfrm>
          <a:prstGeom prst="rect">
            <a:avLst/>
          </a:prstGeom>
          <a:ln>
            <a:solidFill>
              <a:srgbClr val="5B9BD5"/>
            </a:solidFill>
          </a:ln>
        </p:spPr>
      </p:pic>
      <p:sp>
        <p:nvSpPr>
          <p:cNvPr id="10" name="矩形 9"/>
          <p:cNvSpPr/>
          <p:nvPr/>
        </p:nvSpPr>
        <p:spPr>
          <a:xfrm>
            <a:off x="845889" y="312018"/>
            <a:ext cx="3259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94000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242244" y="1583937"/>
            <a:ext cx="7174394" cy="2130516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（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1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个）配置文件：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ci.yml</a:t>
            </a:r>
            <a:r>
              <a:rPr kumimoji="1" lang="zh-CN" altLang="en-US" kern="0" dirty="0">
                <a:latin typeface="微软雅黑"/>
                <a:ea typeface="微软雅黑"/>
                <a:cs typeface="微软雅黑"/>
                <a:sym typeface="Calibri"/>
              </a:rPr>
              <a:t> 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 </a:t>
            </a:r>
            <a:endParaRPr kumimoji="1" lang="en-US" altLang="zh-CN" kern="0" dirty="0" smtClean="0">
              <a:latin typeface="微软雅黑"/>
              <a:ea typeface="微软雅黑"/>
              <a:cs typeface="微软雅黑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kumimoji="1" lang="zh-CN" altLang="zh-CN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（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2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个）编译集群：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build_submitter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微软雅黑"/>
                <a:sym typeface="Calibri"/>
              </a:rPr>
              <a:t> 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和</a:t>
            </a:r>
            <a:r>
              <a:rPr kumimoji="1" lang="en-US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buildcloud</a:t>
            </a:r>
            <a:endParaRPr kumimoji="1" lang="en-US" altLang="zh-CN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微软雅黑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kumimoji="1" lang="zh-CN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（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若干）编译环境：</a:t>
            </a:r>
            <a:r>
              <a:rPr kumimoji="1" lang="en-US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centos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4</a:t>
            </a:r>
            <a:r>
              <a:rPr kumimoji="1" lang="en-US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&amp;6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、</a:t>
            </a:r>
            <a:r>
              <a:rPr kumimoji="1" lang="en-US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ubuntu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、</a:t>
            </a:r>
            <a:r>
              <a:rPr kumimoji="1" lang="en-US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windows</a:t>
            </a: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</a:rPr>
              <a:t>、</a:t>
            </a:r>
            <a:r>
              <a:rPr kumimoji="1" lang="en-US" altLang="zh-CN" kern="0" dirty="0" smtClean="0">
                <a:latin typeface="微软雅黑"/>
                <a:ea typeface="微软雅黑"/>
                <a:cs typeface="微软雅黑"/>
                <a:sym typeface="Calibri"/>
              </a:rPr>
              <a:t>mac……</a:t>
            </a:r>
          </a:p>
          <a:p>
            <a:pPr marL="342900" marR="0" lvl="0" indent="-3429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kumimoji="1" lang="zh-CN" altLang="en-US" kern="0" noProof="0" dirty="0" smtClean="0">
                <a:latin typeface="微软雅黑"/>
                <a:ea typeface="微软雅黑"/>
                <a:cs typeface="微软雅黑"/>
                <a:sym typeface="Calibri"/>
              </a:rPr>
              <a:t>（统一）管理编译产出：发布到产出库，供测试和上线使用</a:t>
            </a:r>
            <a:endParaRPr kumimoji="1" lang="en-US" altLang="zh-CN" kern="0" noProof="0" dirty="0" smtClean="0">
              <a:latin typeface="微软雅黑"/>
              <a:ea typeface="微软雅黑"/>
              <a:cs typeface="微软雅黑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charset="2"/>
              <a:buChar char="Ø"/>
              <a:tabLst/>
              <a:defRPr/>
            </a:pPr>
            <a:r>
              <a:rPr kumimoji="1" lang="zh-CN" altLang="en-US" kern="0" dirty="0" smtClean="0">
                <a:latin typeface="微软雅黑"/>
                <a:ea typeface="微软雅黑"/>
                <a:cs typeface="微软雅黑"/>
                <a:sym typeface="Calibri"/>
                <a:hlinkClick r:id="rId3"/>
              </a:rPr>
              <a:t>更多介绍</a:t>
            </a:r>
            <a:endParaRPr kumimoji="1" lang="en-US" altLang="zh-CN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微软雅黑"/>
              <a:sym typeface="Calibri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5889" y="312018"/>
            <a:ext cx="3259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4000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70" y="845691"/>
            <a:ext cx="8470502" cy="45820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矩形 8"/>
          <p:cNvSpPr/>
          <p:nvPr/>
        </p:nvSpPr>
        <p:spPr>
          <a:xfrm>
            <a:off x="845889" y="312018"/>
            <a:ext cx="3259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3176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24" y="1651693"/>
            <a:ext cx="5040560" cy="287942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692" y="1651693"/>
            <a:ext cx="5286973" cy="287942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矩形 8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工评审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矩形 10"/>
          <p:cNvSpPr/>
          <p:nvPr/>
        </p:nvSpPr>
        <p:spPr>
          <a:xfrm>
            <a:off x="613544" y="1128702"/>
            <a:ext cx="8477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来自外界对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Code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Review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的看法</a:t>
            </a:r>
            <a:endParaRPr lang="en-US" altLang="zh-CN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1539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6" y="2260857"/>
            <a:ext cx="5246032" cy="297732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746" y="2260855"/>
            <a:ext cx="5245090" cy="2977323"/>
          </a:xfrm>
          <a:prstGeom prst="rect">
            <a:avLst/>
          </a:prstGeom>
          <a:ln>
            <a:solidFill>
              <a:srgbClr val="0070C0"/>
            </a:solidFill>
          </a:ln>
        </p:spPr>
      </p:pic>
      <p:grpSp>
        <p:nvGrpSpPr>
          <p:cNvPr id="20" name="组 19"/>
          <p:cNvGrpSpPr/>
          <p:nvPr/>
        </p:nvGrpSpPr>
        <p:grpSpPr>
          <a:xfrm>
            <a:off x="2034332" y="2141836"/>
            <a:ext cx="918085" cy="400109"/>
            <a:chOff x="7394540" y="2086006"/>
            <a:chExt cx="1098959" cy="503562"/>
          </a:xfrm>
        </p:grpSpPr>
        <p:sp>
          <p:nvSpPr>
            <p:cNvPr id="25" name="文本框 24"/>
            <p:cNvSpPr txBox="1"/>
            <p:nvPr/>
          </p:nvSpPr>
          <p:spPr>
            <a:xfrm rot="20164369">
              <a:off x="7644560" y="2086006"/>
              <a:ext cx="598919" cy="503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spc="0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sym typeface="Calibri"/>
                </a:rPr>
                <a:t>Bad</a:t>
              </a:r>
              <a:endParaRPr kumimoji="0" lang="zh-CN" alt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sym typeface="Calibri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 rot="20142601">
              <a:off x="7394540" y="2122853"/>
              <a:ext cx="1098959" cy="452053"/>
            </a:xfrm>
            <a:prstGeom prst="round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22" name="组 21"/>
          <p:cNvGrpSpPr/>
          <p:nvPr/>
        </p:nvGrpSpPr>
        <p:grpSpPr>
          <a:xfrm>
            <a:off x="7344441" y="2069828"/>
            <a:ext cx="918085" cy="400109"/>
            <a:chOff x="7394540" y="2080218"/>
            <a:chExt cx="1098959" cy="503562"/>
          </a:xfrm>
        </p:grpSpPr>
        <p:sp>
          <p:nvSpPr>
            <p:cNvPr id="23" name="文本框 22"/>
            <p:cNvSpPr txBox="1"/>
            <p:nvPr/>
          </p:nvSpPr>
          <p:spPr>
            <a:xfrm rot="20164369">
              <a:off x="7522116" y="2080218"/>
              <a:ext cx="800995" cy="503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 smtClean="0">
                  <a:solidFill>
                    <a:srgbClr val="008000"/>
                  </a:solidFill>
                  <a:latin typeface="+mn-lt"/>
                  <a:ea typeface="+mn-ea"/>
                  <a:sym typeface="Calibri"/>
                </a:rPr>
                <a:t>Good</a:t>
              </a:r>
              <a:endParaRPr kumimoji="0" lang="zh-CN" altLang="en-US" sz="2000" b="1" i="0" u="none" strike="noStrike" cap="none" spc="0" normalizeH="0" baseline="0" dirty="0">
                <a:ln>
                  <a:noFill/>
                </a:ln>
                <a:solidFill>
                  <a:srgbClr val="008000"/>
                </a:solidFill>
                <a:effectLst/>
                <a:uFillTx/>
                <a:latin typeface="+mn-lt"/>
                <a:ea typeface="+mn-ea"/>
                <a:sym typeface="Calibri"/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 rot="20142601">
              <a:off x="7394540" y="2122853"/>
              <a:ext cx="1098959" cy="452053"/>
            </a:xfrm>
            <a:prstGeom prst="roundRect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234132" y="1128702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公司内，从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2017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年秋季起代码提交和代码评审的数据会作为</a:t>
            </a:r>
            <a:r>
              <a:rPr lang="en-US" altLang="zh-CN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T</a:t>
            </a:r>
            <a:r>
              <a:rPr lang="zh-CN" altLang="en-US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序列晋的重要依据</a:t>
            </a:r>
            <a:endParaRPr lang="en-US" altLang="zh-CN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工评审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3012" y="917699"/>
            <a:ext cx="1740272" cy="1207125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069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Freeform 6">
            <a:extLst>
              <a:ext uri="{FF2B5EF4-FFF2-40B4-BE49-F238E27FC236}">
                <a16:creationId xmlns="" xmlns:a16="http://schemas.microsoft.com/office/drawing/2014/main" id="{A27538BC-0D2D-4295-AAC8-E63E92ADD5A0}"/>
              </a:ext>
            </a:extLst>
          </p:cNvPr>
          <p:cNvSpPr>
            <a:spLocks/>
          </p:cNvSpPr>
          <p:nvPr/>
        </p:nvSpPr>
        <p:spPr bwMode="auto">
          <a:xfrm>
            <a:off x="6742363" y="1684897"/>
            <a:ext cx="2550190" cy="1112397"/>
          </a:xfrm>
          <a:custGeom>
            <a:avLst/>
            <a:gdLst>
              <a:gd name="T0" fmla="*/ 675 w 675"/>
              <a:gd name="T1" fmla="*/ 90 h 411"/>
              <a:gd name="T2" fmla="*/ 505 w 675"/>
              <a:gd name="T3" fmla="*/ 45 h 411"/>
              <a:gd name="T4" fmla="*/ 338 w 675"/>
              <a:gd name="T5" fmla="*/ 0 h 411"/>
              <a:gd name="T6" fmla="*/ 170 w 675"/>
              <a:gd name="T7" fmla="*/ 45 h 411"/>
              <a:gd name="T8" fmla="*/ 0 w 675"/>
              <a:gd name="T9" fmla="*/ 90 h 411"/>
              <a:gd name="T10" fmla="*/ 0 w 675"/>
              <a:gd name="T11" fmla="*/ 90 h 411"/>
              <a:gd name="T12" fmla="*/ 0 w 675"/>
              <a:gd name="T13" fmla="*/ 411 h 411"/>
              <a:gd name="T14" fmla="*/ 675 w 675"/>
              <a:gd name="T15" fmla="*/ 411 h 411"/>
              <a:gd name="T16" fmla="*/ 675 w 675"/>
              <a:gd name="T17" fmla="*/ 90 h 411"/>
              <a:gd name="T18" fmla="*/ 675 w 675"/>
              <a:gd name="T19" fmla="*/ 9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75" h="411">
                <a:moveTo>
                  <a:pt x="675" y="90"/>
                </a:moveTo>
                <a:lnTo>
                  <a:pt x="505" y="45"/>
                </a:lnTo>
                <a:lnTo>
                  <a:pt x="338" y="0"/>
                </a:lnTo>
                <a:lnTo>
                  <a:pt x="170" y="45"/>
                </a:lnTo>
                <a:lnTo>
                  <a:pt x="0" y="90"/>
                </a:lnTo>
                <a:lnTo>
                  <a:pt x="0" y="90"/>
                </a:lnTo>
                <a:lnTo>
                  <a:pt x="0" y="411"/>
                </a:lnTo>
                <a:lnTo>
                  <a:pt x="675" y="411"/>
                </a:lnTo>
                <a:lnTo>
                  <a:pt x="675" y="90"/>
                </a:lnTo>
                <a:lnTo>
                  <a:pt x="675" y="9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ffectLst/>
        </p:spPr>
        <p:txBody>
          <a:bodyPr vert="horz" wrap="square" lIns="67204" tIns="555625" rIns="67204" bIns="33602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25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="" xmlns:a16="http://schemas.microsoft.com/office/drawing/2014/main" id="{3F50489F-2A7B-426C-B025-1230491CA860}"/>
              </a:ext>
            </a:extLst>
          </p:cNvPr>
          <p:cNvSpPr>
            <a:spLocks/>
          </p:cNvSpPr>
          <p:nvPr/>
        </p:nvSpPr>
        <p:spPr bwMode="auto">
          <a:xfrm>
            <a:off x="6742364" y="2951568"/>
            <a:ext cx="2550189" cy="2128074"/>
          </a:xfrm>
          <a:custGeom>
            <a:avLst/>
            <a:gdLst>
              <a:gd name="T0" fmla="*/ 0 w 675"/>
              <a:gd name="T1" fmla="*/ 0 h 253"/>
              <a:gd name="T2" fmla="*/ 0 w 675"/>
              <a:gd name="T3" fmla="*/ 163 h 253"/>
              <a:gd name="T4" fmla="*/ 0 w 675"/>
              <a:gd name="T5" fmla="*/ 163 h 253"/>
              <a:gd name="T6" fmla="*/ 170 w 675"/>
              <a:gd name="T7" fmla="*/ 208 h 253"/>
              <a:gd name="T8" fmla="*/ 338 w 675"/>
              <a:gd name="T9" fmla="*/ 253 h 253"/>
              <a:gd name="T10" fmla="*/ 505 w 675"/>
              <a:gd name="T11" fmla="*/ 208 h 253"/>
              <a:gd name="T12" fmla="*/ 675 w 675"/>
              <a:gd name="T13" fmla="*/ 163 h 253"/>
              <a:gd name="T14" fmla="*/ 675 w 675"/>
              <a:gd name="T15" fmla="*/ 163 h 253"/>
              <a:gd name="T16" fmla="*/ 675 w 675"/>
              <a:gd name="T17" fmla="*/ 0 h 253"/>
              <a:gd name="T18" fmla="*/ 0 w 675"/>
              <a:gd name="T19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75" h="253">
                <a:moveTo>
                  <a:pt x="0" y="0"/>
                </a:moveTo>
                <a:lnTo>
                  <a:pt x="0" y="163"/>
                </a:lnTo>
                <a:lnTo>
                  <a:pt x="0" y="163"/>
                </a:lnTo>
                <a:lnTo>
                  <a:pt x="170" y="208"/>
                </a:lnTo>
                <a:lnTo>
                  <a:pt x="338" y="253"/>
                </a:lnTo>
                <a:lnTo>
                  <a:pt x="505" y="208"/>
                </a:lnTo>
                <a:lnTo>
                  <a:pt x="675" y="163"/>
                </a:lnTo>
                <a:lnTo>
                  <a:pt x="675" y="163"/>
                </a:lnTo>
                <a:lnTo>
                  <a:pt x="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83473"/>
          </a:solidFill>
          <a:ln>
            <a:noFill/>
          </a:ln>
          <a:effectLst/>
        </p:spPr>
        <p:txBody>
          <a:bodyPr vert="horz" wrap="square" lIns="67204" tIns="449792" rIns="67204" bIns="33602" numCol="1" anchor="t" anchorCtr="0" compatLnSpc="1">
            <a:prstTxWarp prst="textNoShape">
              <a:avLst/>
            </a:prstTxWarp>
          </a:bodyPr>
          <a:lstStyle/>
          <a:p>
            <a:endParaRPr lang="zh-CN" altLang="en-US" sz="97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3EF6B0E4-FBF1-4C8C-A77C-2EC33D19E5DA}"/>
              </a:ext>
            </a:extLst>
          </p:cNvPr>
          <p:cNvCxnSpPr>
            <a:stCxn id="15" idx="0"/>
          </p:cNvCxnSpPr>
          <p:nvPr/>
        </p:nvCxnSpPr>
        <p:spPr>
          <a:xfrm flipH="1">
            <a:off x="1418829" y="2951568"/>
            <a:ext cx="5323535" cy="0"/>
          </a:xfrm>
          <a:prstGeom prst="line">
            <a:avLst/>
          </a:prstGeom>
          <a:ln>
            <a:solidFill>
              <a:srgbClr val="0834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4">
            <a:extLst>
              <a:ext uri="{FF2B5EF4-FFF2-40B4-BE49-F238E27FC236}">
                <a16:creationId xmlns="" xmlns:a16="http://schemas.microsoft.com/office/drawing/2014/main" id="{E0E477CB-9446-4C4F-BC53-2BEAE69FE5CD}"/>
              </a:ext>
            </a:extLst>
          </p:cNvPr>
          <p:cNvSpPr txBox="1"/>
          <p:nvPr/>
        </p:nvSpPr>
        <p:spPr>
          <a:xfrm>
            <a:off x="1413913" y="1387498"/>
            <a:ext cx="4940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代码没法复用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看不懂前人的代码，还要修别人的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bug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？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踩坑和填坑？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重构重构？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="" xmlns:a16="http://schemas.microsoft.com/office/drawing/2014/main" id="{0ABF7662-013E-47AA-BD80-1248D6EDE42F}"/>
              </a:ext>
            </a:extLst>
          </p:cNvPr>
          <p:cNvSpPr txBox="1"/>
          <p:nvPr/>
        </p:nvSpPr>
        <p:spPr>
          <a:xfrm>
            <a:off x="1386260" y="3005931"/>
            <a:ext cx="5364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rPr lang="zh-CN" altLang="en-US" dirty="0"/>
              <a:t>让所有人了解</a:t>
            </a:r>
            <a:r>
              <a:rPr lang="en-US" altLang="zh-CN" dirty="0"/>
              <a:t>codebase</a:t>
            </a:r>
            <a:r>
              <a:rPr lang="zh-CN" altLang="en-US" dirty="0"/>
              <a:t>，信息互通</a:t>
            </a:r>
            <a:endParaRPr lang="en-US" altLang="zh-CN" dirty="0"/>
          </a:p>
          <a:p>
            <a:r>
              <a:rPr lang="zh-CN" altLang="en-US" dirty="0"/>
              <a:t>对代码的可读性、可维护性、设计的方案进行把关，因为真相往往越辩越明</a:t>
            </a:r>
            <a:endParaRPr lang="en-US" altLang="zh-CN" dirty="0"/>
          </a:p>
          <a:p>
            <a:r>
              <a:rPr lang="zh-CN" altLang="en-US" dirty="0"/>
              <a:t>工程师个人成长的最佳途径之一</a:t>
            </a:r>
            <a:endParaRPr lang="en-US" altLang="zh-CN" dirty="0"/>
          </a:p>
          <a:p>
            <a:r>
              <a:rPr lang="zh-CN" altLang="en-US" dirty="0"/>
              <a:t>促进团队交流，利于代码文化建设</a:t>
            </a:r>
            <a:endParaRPr lang="en-US" altLang="zh-CN" dirty="0"/>
          </a:p>
          <a:p>
            <a:r>
              <a:rPr lang="en-US" altLang="zh-CN" dirty="0"/>
              <a:t>……</a:t>
            </a:r>
          </a:p>
          <a:p>
            <a:r>
              <a:rPr lang="zh-CN" altLang="en-US" dirty="0"/>
              <a:t>长远来看，收益会逐渐体现出来</a:t>
            </a:r>
            <a:endParaRPr lang="en-US" altLang="zh-CN" dirty="0"/>
          </a:p>
        </p:txBody>
      </p:sp>
      <p:sp>
        <p:nvSpPr>
          <p:cNvPr id="23" name="矩形 22"/>
          <p:cNvSpPr/>
          <p:nvPr/>
        </p:nvSpPr>
        <p:spPr>
          <a:xfrm>
            <a:off x="6886379" y="2139422"/>
            <a:ext cx="2262158" cy="4069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我们常常遇到的问题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86158" y="342345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为什么要做代码评审？</a:t>
            </a:r>
            <a:endParaRPr lang="en-US" altLang="zh-CN" b="1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="" xmlns:a16="http://schemas.microsoft.com/office/drawing/2014/main" id="{3EF6B0E4-FBF1-4C8C-A77C-2EC33D19E5DA}"/>
              </a:ext>
            </a:extLst>
          </p:cNvPr>
          <p:cNvCxnSpPr/>
          <p:nvPr/>
        </p:nvCxnSpPr>
        <p:spPr>
          <a:xfrm flipH="1">
            <a:off x="1426850" y="2779115"/>
            <a:ext cx="532353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人工评审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069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0" grpId="0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矩形 27"/>
          <p:cNvSpPr/>
          <p:nvPr/>
        </p:nvSpPr>
        <p:spPr>
          <a:xfrm>
            <a:off x="378148" y="989707"/>
            <a:ext cx="9825666" cy="3506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Code</a:t>
            </a:r>
            <a:r>
              <a:rPr lang="zh-CN" altLang="en-US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review</a:t>
            </a:r>
            <a:r>
              <a:rPr lang="zh-CN" altLang="en-US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过程中能发现什么问题？</a:t>
            </a:r>
            <a:endParaRPr lang="zh-CN" altLang="en-US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代码是否实现了需求定义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的功能？</a:t>
            </a: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设计问题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：是否满足</a:t>
            </a:r>
            <a:r>
              <a: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SOLID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原则、是否有更加优化的实现方式、方法是否满足单一职责原则？</a:t>
            </a: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是否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有重复代码？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代码是否可被重用？</a:t>
            </a:r>
            <a:endParaRPr lang="zh-CN" altLang="en-US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是否存在冗余代码？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代码可维护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性问题：是否有循环依赖问题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、代码是否过于复杂？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业务逻辑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是否有问题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？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文档和注释是否完整？</a:t>
            </a:r>
            <a:endParaRPr lang="zh-CN" altLang="en-US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是否有一些</a:t>
            </a:r>
            <a:r>
              <a:rPr lang="zh-CN" altLang="en-US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不“舒服”的味道：注释、命名、函数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等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Test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case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是否充分？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buFont typeface="+mj-ea"/>
              <a:buAutoNum type="circleNumDbPlain"/>
            </a:pPr>
            <a:r>
              <a:rPr lang="zh-CN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……</a:t>
            </a:r>
            <a:endParaRPr lang="zh-CN" altLang="en-US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724" y="3005931"/>
            <a:ext cx="5077487" cy="28803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矩形 8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工评审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6984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348916" y="1061715"/>
            <a:ext cx="10070431" cy="3392905"/>
          </a:xfrm>
          <a:prstGeom prst="roundRect">
            <a:avLst>
              <a:gd name="adj" fmla="val 1667"/>
            </a:avLst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1143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64"/>
          <p:cNvSpPr txBox="1"/>
          <p:nvPr/>
        </p:nvSpPr>
        <p:spPr>
          <a:xfrm>
            <a:off x="758775" y="1171846"/>
            <a:ext cx="4409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zh-CN" altLang="en-US" sz="2000" spc="75" dirty="0" smtClean="0">
                <a:solidFill>
                  <a:srgbClr val="0D496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在</a:t>
            </a:r>
            <a:r>
              <a:rPr lang="en-US" altLang="zh-CN" sz="2000" spc="75" dirty="0">
                <a:solidFill>
                  <a:srgbClr val="0D496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C</a:t>
            </a:r>
            <a:r>
              <a:rPr lang="en-US" altLang="zh-CN" sz="2000" spc="75" dirty="0" smtClean="0">
                <a:solidFill>
                  <a:srgbClr val="0D496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ode Review</a:t>
            </a:r>
            <a:r>
              <a:rPr lang="zh-CN" altLang="en-US" sz="2000" spc="75" dirty="0" smtClean="0">
                <a:solidFill>
                  <a:srgbClr val="0D496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中应有的态度</a:t>
            </a:r>
            <a:endParaRPr lang="zh-CN" altLang="en-US" sz="2000" spc="75" dirty="0">
              <a:solidFill>
                <a:srgbClr val="0D4960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14" name="TextBox 64"/>
          <p:cNvSpPr txBox="1"/>
          <p:nvPr/>
        </p:nvSpPr>
        <p:spPr>
          <a:xfrm>
            <a:off x="6059713" y="1171846"/>
            <a:ext cx="390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altLang="zh-CN" sz="2000" spc="75" dirty="0" smtClean="0">
                <a:solidFill>
                  <a:srgbClr val="0D496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Code Review</a:t>
            </a:r>
            <a:r>
              <a:rPr lang="zh-CN" altLang="en-US" sz="2000" spc="75" dirty="0" smtClean="0">
                <a:solidFill>
                  <a:srgbClr val="0D4960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的注意事项</a:t>
            </a:r>
            <a:endParaRPr lang="zh-CN" altLang="en-US" sz="2000" spc="75" dirty="0">
              <a:solidFill>
                <a:srgbClr val="0D4960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8187" y="1531886"/>
            <a:ext cx="5321525" cy="28284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对所</a:t>
            </a:r>
            <a:r>
              <a:rPr lang="en-US" altLang="zh-CN" sz="1400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review</a:t>
            </a:r>
            <a:r>
              <a:rPr lang="zh-CN" altLang="en-US" sz="1400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的代码逻辑应可以“完全看懂”</a:t>
            </a: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Good case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：对所</a:t>
            </a: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review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的代码，掌握情况就像自己写的一样</a:t>
            </a:r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Bad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case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：在</a:t>
            </a: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review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代码后，对代码的逻辑和背后的原因仍然很模糊</a:t>
            </a:r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好代码的标准，不仅仅是“可以运</a:t>
            </a:r>
            <a:r>
              <a:rPr lang="zh-CN" altLang="en-US" sz="1400" b="1" dirty="0" smtClean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行通过”</a:t>
            </a:r>
            <a:endParaRPr lang="en-US" altLang="zh-CN" sz="1400" b="1" dirty="0" smtClean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正确性、可读性、可重用性、可运维性（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见上一页：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一流代码的特性）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Google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：差一个空格也不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行</a:t>
            </a:r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Code review</a:t>
            </a: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和写代码一样重</a:t>
            </a:r>
            <a:r>
              <a:rPr lang="zh-CN" altLang="en-US" sz="1400" b="1" dirty="0" smtClean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要</a:t>
            </a:r>
            <a:endParaRPr lang="en-US" altLang="zh-CN" sz="1400" b="1" dirty="0" smtClean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Code review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和写代码一样，也有产出：更高质量的代码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Review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代码有时比写代码还要辛苦：理解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&amp;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找出问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题</a:t>
            </a:r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以提升代码质量为最终目标</a:t>
            </a:r>
            <a:endParaRPr lang="en-US" altLang="zh-CN" sz="1400" b="1" dirty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Review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双方共同努力的目标</a:t>
            </a:r>
            <a:endParaRPr lang="en-GB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78591" y="1531886"/>
            <a:ext cx="4078980" cy="2589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在必要时，</a:t>
            </a:r>
            <a:r>
              <a:rPr lang="en-US" altLang="zh-CN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review</a:t>
            </a: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的双方做面对面的沟通</a:t>
            </a:r>
            <a:endParaRPr lang="en-US" altLang="zh-CN" sz="1400" b="1" dirty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背景、关键点的说明，便于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reviewer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理解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在必要时，应提供设计文档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对关键模块，应建立</a:t>
            </a:r>
            <a:r>
              <a:rPr lang="en-US" altLang="zh-CN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owner</a:t>
            </a: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制度</a:t>
            </a:r>
            <a:endParaRPr lang="en-US" altLang="zh-CN" sz="1400" b="1" dirty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所有提交代码，必须由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owner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做最终确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认</a:t>
            </a:r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便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于由</a:t>
            </a: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owner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掌握全局，并建立明确的责任关系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对</a:t>
            </a:r>
            <a:r>
              <a:rPr lang="en-US" altLang="zh-CN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review</a:t>
            </a: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中发现的问题，一追到</a:t>
            </a:r>
            <a:r>
              <a:rPr lang="zh-CN" altLang="en-US" sz="1400" b="1" dirty="0" smtClean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底</a:t>
            </a:r>
            <a:endParaRPr lang="en-US" altLang="zh-CN" sz="1400" b="1" dirty="0" smtClean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在问题没有完全改正前，不能通过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一行代码都不放过</a:t>
            </a:r>
            <a:r>
              <a:rPr lang="zh-CN" altLang="en-US" sz="1400" b="1" dirty="0" smtClean="0">
                <a:solidFill>
                  <a:srgbClr val="E46C0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！</a:t>
            </a:r>
            <a:endParaRPr lang="en-US" altLang="zh-CN" sz="1400" b="1" dirty="0" smtClean="0">
              <a:solidFill>
                <a:srgbClr val="E46C0A"/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  <a:p>
            <a:pPr marL="432000" lvl="1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对每一行提交的代码，都要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review</a:t>
            </a:r>
            <a:endParaRPr lang="en-GB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38051" y="1141794"/>
            <a:ext cx="9877201" cy="3218559"/>
          </a:xfrm>
          <a:prstGeom prst="roundRect">
            <a:avLst>
              <a:gd name="adj" fmla="val 1667"/>
            </a:avLst>
          </a:prstGeom>
          <a:noFill/>
          <a:ln w="19050">
            <a:solidFill>
              <a:srgbClr val="0D4960"/>
            </a:solidFill>
          </a:ln>
          <a:effectLst>
            <a:outerShdw blurRad="1143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67048" y="4878139"/>
            <a:ext cx="82089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更多学习请点击链接（</a:t>
            </a:r>
            <a:r>
              <a:rPr lang="en-US" altLang="zh-TW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PHP\Python\Java\C++</a:t>
            </a:r>
            <a:r>
              <a:rPr lang="zh-TW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视频课程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zh-TW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altLang="zh-TW" sz="14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/>
            <a:r>
              <a:rPr lang="en-US" altLang="zh-TW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3"/>
              </a:rPr>
              <a:t>http</a:t>
            </a:r>
            <a:r>
              <a:rPr lang="en-US" altLang="zh-TW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3"/>
              </a:rPr>
              <a:t>://learn.baidu.com/pages/index.html#/specialInfo?specialId=3748&amp;_</a:t>
            </a:r>
            <a:r>
              <a:rPr lang="en-US" altLang="zh-TW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3"/>
              </a:rPr>
              <a:t>k=k1hbpb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58139" y="4340198"/>
            <a:ext cx="42171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——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摘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自</a:t>
            </a:r>
            <a:r>
              <a:rPr lang="zh-CN" altLang="en-US" sz="1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章淼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老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师</a:t>
            </a:r>
            <a:r>
              <a:rPr lang="zh-CN" altLang="zh-CN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《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如何做好</a:t>
            </a: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python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CR》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Calibri"/>
              </a:rPr>
              <a:t>课程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工评审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698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/>
      <p:bldP spid="16" grpId="0"/>
      <p:bldP spid="19" grpId="0" animBg="1"/>
      <p:bldP spid="31" grpId="0"/>
      <p:bldP spid="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476" y="1009955"/>
            <a:ext cx="7266224" cy="37855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32" y="3192414"/>
            <a:ext cx="4126288" cy="21897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矩形 14"/>
          <p:cNvSpPr/>
          <p:nvPr/>
        </p:nvSpPr>
        <p:spPr>
          <a:xfrm>
            <a:off x="306140" y="1205731"/>
            <a:ext cx="3057247" cy="1159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推荐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多写行间评论（千行评论数）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善于给出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-2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分（打回率）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5889" y="31201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工评审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239877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5600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522164" y="1101879"/>
            <a:ext cx="5801588" cy="1544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en-US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按照项目的实际需求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自助配置评审环节的代码准入要求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【自动化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代码类的扫描（安全、规范、缺陷、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MI……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自动化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】Agile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change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流水线（编译、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UT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P0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测试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……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Arial"/>
              <a:buChar char="•"/>
            </a:pPr>
            <a:r>
              <a:rPr lang="zh-CN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人工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代码评审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5889" y="312018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3330279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4412" y="2501875"/>
            <a:ext cx="6446430" cy="280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4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522164" y="989707"/>
            <a:ext cx="5760640" cy="1141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推荐</a:t>
            </a:r>
            <a:r>
              <a:rPr lang="zh-CN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】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主干保有完整代码，（分支上的修改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个月内需合入主干）</a:t>
            </a: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推荐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种分支协同模型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/>
              </a:rPr>
              <a:t>：主干开发和分支开发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20" y="1061715"/>
            <a:ext cx="3775522" cy="411489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45889" y="341635"/>
            <a:ext cx="3236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多人协同开发工作流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955181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9432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810196" y="312018"/>
            <a:ext cx="4798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多人协同开发工作流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主干开发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800024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6" name="矩形 45"/>
          <p:cNvSpPr/>
          <p:nvPr/>
        </p:nvSpPr>
        <p:spPr>
          <a:xfrm>
            <a:off x="522164" y="982543"/>
            <a:ext cx="5760640" cy="1159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前提：充分的本地验证、频繁提交主干、可靠的准入检查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优势：快速集成，冲突早发现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典型用户：大搜、凤巢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……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2" name="组 1"/>
          <p:cNvGrpSpPr/>
          <p:nvPr/>
        </p:nvGrpSpPr>
        <p:grpSpPr>
          <a:xfrm>
            <a:off x="378148" y="2285851"/>
            <a:ext cx="10022318" cy="3002535"/>
            <a:chOff x="438051" y="2357859"/>
            <a:chExt cx="10022318" cy="3002535"/>
          </a:xfrm>
        </p:grpSpPr>
        <p:grpSp>
          <p:nvGrpSpPr>
            <p:cNvPr id="11" name="组 10"/>
            <p:cNvGrpSpPr/>
            <p:nvPr/>
          </p:nvGrpSpPr>
          <p:grpSpPr>
            <a:xfrm>
              <a:off x="450156" y="2429867"/>
              <a:ext cx="10010213" cy="2745592"/>
              <a:chOff x="1170236" y="2285851"/>
              <a:chExt cx="10010213" cy="2745592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170236" y="3654003"/>
                <a:ext cx="926289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Master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13" name="直线箭头连接符 167"/>
              <p:cNvCxnSpPr/>
              <p:nvPr/>
            </p:nvCxnSpPr>
            <p:spPr>
              <a:xfrm flipV="1">
                <a:off x="2063552" y="3861048"/>
                <a:ext cx="7344816" cy="244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箭头连接符 167"/>
              <p:cNvCxnSpPr/>
              <p:nvPr/>
            </p:nvCxnSpPr>
            <p:spPr>
              <a:xfrm>
                <a:off x="2999656" y="4941168"/>
                <a:ext cx="1224136" cy="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/>
              <p:cNvSpPr/>
              <p:nvPr/>
            </p:nvSpPr>
            <p:spPr>
              <a:xfrm>
                <a:off x="2567608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242244" y="4662115"/>
                <a:ext cx="1489745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kern="0" noProof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Local Branch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20" name="直线箭头连接符 75"/>
              <p:cNvCxnSpPr>
                <a:stCxn id="15" idx="4"/>
              </p:cNvCxnSpPr>
              <p:nvPr/>
            </p:nvCxnSpPr>
            <p:spPr>
              <a:xfrm>
                <a:off x="2711542" y="4004899"/>
                <a:ext cx="144016" cy="720245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箭头连接符 75"/>
              <p:cNvCxnSpPr>
                <a:endCxn id="23" idx="4"/>
              </p:cNvCxnSpPr>
              <p:nvPr/>
            </p:nvCxnSpPr>
            <p:spPr>
              <a:xfrm flipV="1">
                <a:off x="4439898" y="4004899"/>
                <a:ext cx="288033" cy="690561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4583997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2711624" y="4725144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223792" y="4725144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3575720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664117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6600056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3114452" y="2357859"/>
                <a:ext cx="1194916" cy="369328"/>
              </a:xfrm>
              <a:prstGeom prst="rect">
                <a:avLst/>
              </a:prstGeom>
              <a:noFill/>
            </p:spPr>
            <p:txBody>
              <a:bodyPr wrap="square" lIns="121917" tIns="60958" rIns="121917" bIns="60958" rtlCol="0">
                <a:spAutoFit/>
              </a:bodyPr>
              <a:lstStyle/>
              <a:p>
                <a:pPr marL="0" marR="0" lvl="0" indent="0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他人提交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30" name="直线箭头连接符 75"/>
              <p:cNvCxnSpPr>
                <a:endCxn id="26" idx="0"/>
              </p:cNvCxnSpPr>
              <p:nvPr/>
            </p:nvCxnSpPr>
            <p:spPr>
              <a:xfrm>
                <a:off x="3690516" y="2717899"/>
                <a:ext cx="29138" cy="999133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线箭头连接符 75"/>
              <p:cNvCxnSpPr/>
              <p:nvPr/>
            </p:nvCxnSpPr>
            <p:spPr>
              <a:xfrm>
                <a:off x="7320136" y="2780928"/>
                <a:ext cx="2088150" cy="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线箭头连接符 75"/>
              <p:cNvCxnSpPr/>
              <p:nvPr/>
            </p:nvCxnSpPr>
            <p:spPr>
              <a:xfrm flipV="1">
                <a:off x="6816080" y="2924944"/>
                <a:ext cx="288033" cy="690561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/>
            </p:nvSpPr>
            <p:spPr>
              <a:xfrm>
                <a:off x="7032104" y="2637077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451156" y="2573883"/>
                <a:ext cx="1729293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Release</a:t>
                </a:r>
                <a:r>
                  <a:rPr kumimoji="1" lang="en-US" altLang="zh-CN" sz="1600" b="0" i="0" u="none" strike="noStrike" kern="0" cap="none" spc="0" normalizeH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 Branch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8227020" y="2285851"/>
                <a:ext cx="1429231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发布（</a:t>
                </a: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Tag</a:t>
                </a:r>
                <a:r>
                  <a:rPr kumimoji="1" lang="zh-CN" altLang="en-US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）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536160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8472264" y="371703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8760296" y="2636912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39" name="直线箭头连接符 75"/>
              <p:cNvCxnSpPr/>
              <p:nvPr/>
            </p:nvCxnSpPr>
            <p:spPr>
              <a:xfrm flipV="1">
                <a:off x="8616280" y="2954463"/>
                <a:ext cx="288033" cy="690561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/>
              <p:cNvSpPr txBox="1"/>
              <p:nvPr/>
            </p:nvSpPr>
            <p:spPr>
              <a:xfrm>
                <a:off x="8659068" y="3149947"/>
                <a:ext cx="1387553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Cherry-pick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5127790" y="3068960"/>
                <a:ext cx="1947102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拉分支（</a:t>
                </a: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new</a:t>
                </a:r>
                <a:r>
                  <a:rPr kumimoji="1" lang="zh-CN" altLang="en-US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 </a:t>
                </a: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br</a:t>
                </a:r>
                <a:r>
                  <a:rPr kumimoji="1" lang="zh-CN" altLang="en-US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）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8227020" y="4014043"/>
                <a:ext cx="978892" cy="369328"/>
              </a:xfrm>
              <a:prstGeom prst="rect">
                <a:avLst/>
              </a:prstGeom>
              <a:noFill/>
            </p:spPr>
            <p:txBody>
              <a:bodyPr wrap="square" lIns="121917" tIns="60958" rIns="121917" bIns="60958" rtlCol="0">
                <a:spAutoFit/>
              </a:bodyPr>
              <a:lstStyle/>
              <a:p>
                <a:pPr marL="0" marR="0" lvl="0" indent="0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Bug</a:t>
                </a:r>
                <a:r>
                  <a:rPr kumimoji="1" lang="zh-CN" altLang="en-US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 </a:t>
                </a: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fix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</p:grpSp>
        <p:sp>
          <p:nvSpPr>
            <p:cNvPr id="47" name="圆角矩形 46"/>
            <p:cNvSpPr/>
            <p:nvPr/>
          </p:nvSpPr>
          <p:spPr>
            <a:xfrm>
              <a:off x="438051" y="2357859"/>
              <a:ext cx="10021217" cy="3002535"/>
            </a:xfrm>
            <a:prstGeom prst="roundRect">
              <a:avLst>
                <a:gd name="adj" fmla="val 1667"/>
              </a:avLst>
            </a:prstGeom>
            <a:noFill/>
            <a:ln w="19050">
              <a:solidFill>
                <a:srgbClr val="0D4960"/>
              </a:solidFill>
            </a:ln>
            <a:effectLst>
              <a:outerShdw blurRad="114300" sx="102000" sy="102000" algn="ctr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650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矩形 43"/>
          <p:cNvSpPr/>
          <p:nvPr/>
        </p:nvSpPr>
        <p:spPr>
          <a:xfrm>
            <a:off x="810196" y="312018"/>
            <a:ext cx="4798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an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多人协同开发工作流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分支开发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800024"/>
              </p:ext>
            </p:extLst>
          </p:nvPr>
        </p:nvGraphicFramePr>
        <p:xfrm>
          <a:off x="5202684" y="125611"/>
          <a:ext cx="5420742" cy="54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组 1"/>
          <p:cNvGrpSpPr/>
          <p:nvPr/>
        </p:nvGrpSpPr>
        <p:grpSpPr>
          <a:xfrm>
            <a:off x="438051" y="2195576"/>
            <a:ext cx="9877201" cy="3042603"/>
            <a:chOff x="438051" y="1637779"/>
            <a:chExt cx="9877201" cy="3042603"/>
          </a:xfrm>
        </p:grpSpPr>
        <p:grpSp>
          <p:nvGrpSpPr>
            <p:cNvPr id="11" name="组 10"/>
            <p:cNvGrpSpPr/>
            <p:nvPr/>
          </p:nvGrpSpPr>
          <p:grpSpPr>
            <a:xfrm>
              <a:off x="594172" y="1709787"/>
              <a:ext cx="9551164" cy="2907875"/>
              <a:chOff x="954212" y="1916832"/>
              <a:chExt cx="9551164" cy="2907875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314252" y="3437979"/>
                <a:ext cx="926289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Master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13" name="直线箭头连接符 167"/>
              <p:cNvCxnSpPr/>
              <p:nvPr/>
            </p:nvCxnSpPr>
            <p:spPr>
              <a:xfrm flipV="1">
                <a:off x="2309242" y="3646189"/>
                <a:ext cx="7344816" cy="244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椭圆 13"/>
              <p:cNvSpPr/>
              <p:nvPr/>
            </p:nvSpPr>
            <p:spPr>
              <a:xfrm>
                <a:off x="2525266" y="3502173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3389362" y="3501008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4397639" y="3501008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20" name="直线箭头连接符 167"/>
              <p:cNvCxnSpPr/>
              <p:nvPr/>
            </p:nvCxnSpPr>
            <p:spPr>
              <a:xfrm flipV="1">
                <a:off x="3245346" y="2492896"/>
                <a:ext cx="2736304" cy="244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/>
            </p:nvSpPr>
            <p:spPr>
              <a:xfrm>
                <a:off x="954212" y="2285851"/>
                <a:ext cx="1719575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Feature Branch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2957479" y="2348880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325631" y="2348880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3389362" y="2348880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3821410" y="2348880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4757514" y="2348880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28" name="直线箭头连接符 75"/>
              <p:cNvCxnSpPr/>
              <p:nvPr/>
            </p:nvCxnSpPr>
            <p:spPr>
              <a:xfrm flipV="1">
                <a:off x="2741290" y="2636914"/>
                <a:ext cx="288033" cy="792086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箭头连接符 75"/>
              <p:cNvCxnSpPr>
                <a:endCxn id="27" idx="4"/>
              </p:cNvCxnSpPr>
              <p:nvPr/>
            </p:nvCxnSpPr>
            <p:spPr>
              <a:xfrm flipV="1">
                <a:off x="4613498" y="2636747"/>
                <a:ext cx="287950" cy="792253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dash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箭头连接符 75"/>
              <p:cNvCxnSpPr/>
              <p:nvPr/>
            </p:nvCxnSpPr>
            <p:spPr>
              <a:xfrm flipV="1">
                <a:off x="3605386" y="2636912"/>
                <a:ext cx="287950" cy="792253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dash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/>
              <p:cNvSpPr/>
              <p:nvPr/>
            </p:nvSpPr>
            <p:spPr>
              <a:xfrm>
                <a:off x="5477594" y="2348880"/>
                <a:ext cx="287867" cy="28786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32" name="直线箭头连接符 75"/>
              <p:cNvCxnSpPr/>
              <p:nvPr/>
            </p:nvCxnSpPr>
            <p:spPr>
              <a:xfrm>
                <a:off x="5981650" y="2636912"/>
                <a:ext cx="288032" cy="864096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/>
            </p:nvSpPr>
            <p:spPr>
              <a:xfrm>
                <a:off x="6125666" y="3501008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34" name="直线箭头连接符 75"/>
              <p:cNvCxnSpPr/>
              <p:nvPr/>
            </p:nvCxnSpPr>
            <p:spPr>
              <a:xfrm>
                <a:off x="3821410" y="3789040"/>
                <a:ext cx="432048" cy="873384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solid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箭头连接符 167"/>
              <p:cNvCxnSpPr/>
              <p:nvPr/>
            </p:nvCxnSpPr>
            <p:spPr>
              <a:xfrm flipV="1">
                <a:off x="4253458" y="4662424"/>
                <a:ext cx="3744416" cy="244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2106340" y="4455379"/>
                <a:ext cx="1719575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Feature Branch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7320136" y="3501008"/>
                <a:ext cx="287867" cy="28786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21917" tIns="60958" rIns="121917" bIns="60958"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3863752" y="2924944"/>
                <a:ext cx="425752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FI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6240016" y="2926109"/>
                <a:ext cx="438576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kern="0" dirty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B</a:t>
                </a: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I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66980" y="2276872"/>
                <a:ext cx="2479699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FI: Forward</a:t>
                </a:r>
                <a:r>
                  <a:rPr kumimoji="1" lang="en-US" altLang="zh-CN" sz="1600" b="0" i="0" u="none" strike="noStrike" kern="0" cap="none" spc="0" normalizeH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 </a:t>
                </a: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Integration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7866980" y="2636912"/>
                <a:ext cx="2638396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kern="0" dirty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B</a:t>
                </a: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I:</a:t>
                </a:r>
                <a:r>
                  <a:rPr kumimoji="1" lang="en-US" altLang="zh-CN" sz="1600" b="0" i="0" u="none" strike="noStrike" kern="0" cap="none" spc="0" normalizeH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 Back</a:t>
                </a: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ward</a:t>
                </a:r>
                <a:r>
                  <a:rPr kumimoji="1" lang="en-US" altLang="zh-CN" sz="1600" b="0" i="0" u="none" strike="noStrike" kern="0" cap="none" spc="0" normalizeH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 </a:t>
                </a:r>
                <a:r>
                  <a:rPr kumimoji="1" lang="en-US" altLang="zh-CN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Integration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  <p:cxnSp>
            <p:nvCxnSpPr>
              <p:cNvPr id="42" name="直线箭头连接符 75"/>
              <p:cNvCxnSpPr/>
              <p:nvPr/>
            </p:nvCxnSpPr>
            <p:spPr>
              <a:xfrm>
                <a:off x="6384032" y="3861214"/>
                <a:ext cx="294560" cy="801210"/>
              </a:xfrm>
              <a:prstGeom prst="straightConnector1">
                <a:avLst/>
              </a:prstGeom>
              <a:ln w="38100" cmpd="sng">
                <a:solidFill>
                  <a:schemeClr val="accent1"/>
                </a:solidFill>
                <a:prstDash val="dash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本框 42"/>
              <p:cNvSpPr txBox="1"/>
              <p:nvPr/>
            </p:nvSpPr>
            <p:spPr>
              <a:xfrm>
                <a:off x="5087888" y="1916832"/>
                <a:ext cx="1839600" cy="369328"/>
              </a:xfrm>
              <a:prstGeom prst="rect">
                <a:avLst/>
              </a:prstGeom>
              <a:noFill/>
            </p:spPr>
            <p:txBody>
              <a:bodyPr wrap="none" lIns="121917" tIns="60958" rIns="121917" bIns="60958" rtlCol="0">
                <a:sp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kern="0" dirty="0" smtClean="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Calibri"/>
                  </a:rPr>
                  <a:t>分支发布（</a:t>
                </a:r>
                <a:r>
                  <a:rPr kumimoji="1" lang="en-US" altLang="zh-CN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Tag</a:t>
                </a:r>
                <a:r>
                  <a:rPr kumimoji="1" lang="zh-CN" altLang="en-US" sz="1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  <a:sym typeface="Calibri"/>
                  </a:rPr>
                  <a:t>）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  <a:sym typeface="Calibri"/>
                </a:endParaRPr>
              </a:p>
            </p:txBody>
          </p:sp>
        </p:grpSp>
        <p:sp>
          <p:nvSpPr>
            <p:cNvPr id="45" name="圆角矩形 44"/>
            <p:cNvSpPr/>
            <p:nvPr/>
          </p:nvSpPr>
          <p:spPr>
            <a:xfrm>
              <a:off x="438051" y="1637779"/>
              <a:ext cx="9877201" cy="3042603"/>
            </a:xfrm>
            <a:prstGeom prst="roundRect">
              <a:avLst>
                <a:gd name="adj" fmla="val 1667"/>
              </a:avLst>
            </a:prstGeom>
            <a:noFill/>
            <a:ln w="19050">
              <a:solidFill>
                <a:srgbClr val="0D4960"/>
              </a:solidFill>
            </a:ln>
            <a:effectLst>
              <a:outerShdw blurRad="114300" sx="102000" sy="102000" algn="ctr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矩形 45"/>
          <p:cNvSpPr/>
          <p:nvPr/>
        </p:nvSpPr>
        <p:spPr>
          <a:xfrm>
            <a:off x="522164" y="917699"/>
            <a:ext cx="6624736" cy="1159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前提：对持续集成能力无特殊要求，但并行开发的分支会有很多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优势：保证多人多任务多版本并行开发</a:t>
            </a:r>
            <a:endParaRPr lang="en-US" altLang="zh-CN" sz="1600" b="1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Font typeface="Wingdings" charset="2"/>
              <a:buChar char="Ø"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典型用户：贴吧、知道、金融部分团队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……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7650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回顾和小结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0" y="803934"/>
            <a:ext cx="10693400" cy="4657623"/>
            <a:chOff x="0" y="387568"/>
            <a:chExt cx="10693400" cy="4657623"/>
          </a:xfrm>
        </p:grpSpPr>
        <p:graphicFrame>
          <p:nvGraphicFramePr>
            <p:cNvPr id="7" name="图示 6">
              <a:extLst>
                <a:ext uri="{FF2B5EF4-FFF2-40B4-BE49-F238E27FC236}">
                  <a16:creationId xmlns:a16="http://schemas.microsoft.com/office/drawing/2014/main" xmlns="" id="{763AA3FA-4C04-1946-A0F6-2DEEAE2128D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6742617"/>
                </p:ext>
              </p:extLst>
            </p:nvPr>
          </p:nvGraphicFramePr>
          <p:xfrm>
            <a:off x="0" y="2312554"/>
            <a:ext cx="10693400" cy="64807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1" name="矩形 10"/>
            <p:cNvSpPr/>
            <p:nvPr/>
          </p:nvSpPr>
          <p:spPr>
            <a:xfrm>
              <a:off x="6336810" y="387568"/>
              <a:ext cx="3492388" cy="3720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endPara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730201" y="4673166"/>
              <a:ext cx="1584176" cy="3720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/>
                <a:buChar char="•"/>
              </a:pPr>
              <a:endParaRPr lang="en-US" altLang="zh-CN" sz="16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2" name="线形标注 2(无边框) 1"/>
          <p:cNvSpPr/>
          <p:nvPr/>
        </p:nvSpPr>
        <p:spPr>
          <a:xfrm>
            <a:off x="2810144" y="1619212"/>
            <a:ext cx="2263627" cy="783654"/>
          </a:xfrm>
          <a:prstGeom prst="callout2">
            <a:avLst>
              <a:gd name="adj1" fmla="val 50992"/>
              <a:gd name="adj2" fmla="val 21"/>
              <a:gd name="adj3" fmla="val 50992"/>
              <a:gd name="adj4" fmla="val -13756"/>
              <a:gd name="adj5" fmla="val 141671"/>
              <a:gd name="adj6" fmla="val -250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为百度量身打造的基于</a:t>
            </a:r>
            <a:r>
              <a:rPr lang="en-US" altLang="zh-CN" sz="140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Git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的代码开发与协作平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台</a:t>
            </a:r>
            <a:endParaRPr lang="zh-CN" altLang="en-US" sz="1400" dirty="0"/>
          </a:p>
        </p:txBody>
      </p:sp>
      <p:sp>
        <p:nvSpPr>
          <p:cNvPr id="13" name="线形标注 2(无边框) 12"/>
          <p:cNvSpPr/>
          <p:nvPr/>
        </p:nvSpPr>
        <p:spPr>
          <a:xfrm>
            <a:off x="6696850" y="989946"/>
            <a:ext cx="3762418" cy="1580347"/>
          </a:xfrm>
          <a:prstGeom prst="callout2">
            <a:avLst>
              <a:gd name="adj1" fmla="val 50992"/>
              <a:gd name="adj2" fmla="val -383"/>
              <a:gd name="adj3" fmla="val 50992"/>
              <a:gd name="adj4" fmla="val -13756"/>
              <a:gd name="adj5" fmla="val 109695"/>
              <a:gd name="adj6" fmla="val -2419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通过配置提交规则设置不同的代码准入规则：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52000" indent="-2520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人工评审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52000" indent="-2520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缺陷、编码规范等代码扫描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52000" indent="-2520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借助</a:t>
            </a: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agile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流水线实现自动化构建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线形标注 2(无边框) 14"/>
          <p:cNvSpPr/>
          <p:nvPr/>
        </p:nvSpPr>
        <p:spPr>
          <a:xfrm flipH="1">
            <a:off x="1314252" y="3702716"/>
            <a:ext cx="2627706" cy="1580347"/>
          </a:xfrm>
          <a:prstGeom prst="callout2">
            <a:avLst>
              <a:gd name="adj1" fmla="val 50992"/>
              <a:gd name="adj2" fmla="val -383"/>
              <a:gd name="adj3" fmla="val 50992"/>
              <a:gd name="adj4" fmla="val -13756"/>
              <a:gd name="adj5" fmla="val -19731"/>
              <a:gd name="adj6" fmla="val -2790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代码资产绑定</a:t>
            </a: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PDB</a:t>
            </a:r>
          </a:p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代码下载、开发、提交闭环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善用</a:t>
            </a:r>
            <a:r>
              <a:rPr lang="en-US" altLang="zh-CN" sz="140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Git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分支并行开发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提交相关的规范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如何消灭重复代码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善用代码搜索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线形标注 2(无边框) 15"/>
          <p:cNvSpPr/>
          <p:nvPr/>
        </p:nvSpPr>
        <p:spPr>
          <a:xfrm flipH="1">
            <a:off x="6426820" y="3875398"/>
            <a:ext cx="1205548" cy="721141"/>
          </a:xfrm>
          <a:prstGeom prst="callout2">
            <a:avLst>
              <a:gd name="adj1" fmla="val 50992"/>
              <a:gd name="adj2" fmla="val -383"/>
              <a:gd name="adj3" fmla="val 50992"/>
              <a:gd name="adj4" fmla="val -27728"/>
              <a:gd name="adj5" fmla="val -66446"/>
              <a:gd name="adj6" fmla="val -488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主干开发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>
              <a:lnSpc>
                <a:spcPct val="125000"/>
              </a:lnSpc>
              <a:buFont typeface="Arial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分支开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发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6605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5" grpId="0" animBg="1"/>
      <p:bldP spid="1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749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帮助与客服</a:t>
            </a:r>
            <a:endParaRPr lang="da-DK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8188" y="1061715"/>
            <a:ext cx="5760640" cy="1313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使用问题可通过在线客服搜索，紧急问题可以转入人工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产品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3"/>
              </a:rPr>
              <a:t>wiki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3"/>
              </a:rPr>
              <a:t>首页</a:t>
            </a: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：有问题搜索一下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问题或建议反馈：</a:t>
            </a:r>
            <a:r>
              <a:rPr lang="en-US" altLang="zh-CN" sz="1600" dirty="0" smtClean="0">
                <a:solidFill>
                  <a:srgbClr val="000000"/>
                </a:solidFill>
                <a:latin typeface="微软雅黑"/>
                <a:ea typeface="微软雅黑"/>
                <a:cs typeface="微软雅黑"/>
                <a:hlinkClick r:id="rId4"/>
              </a:rPr>
              <a:t>icode-ts@baidu.com</a:t>
            </a:r>
            <a:endParaRPr lang="en-US" altLang="zh-CN" sz="1600" dirty="0" smtClean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420" y="1172815"/>
            <a:ext cx="3479800" cy="1689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244" y="3149947"/>
            <a:ext cx="7379469" cy="20162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6790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02484" y="3654003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百度持续交付平台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AGILE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22311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18108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746300" y="1345741"/>
            <a:ext cx="1728192" cy="3024743"/>
            <a:chOff x="1746300" y="1345741"/>
            <a:chExt cx="1728192" cy="3024743"/>
          </a:xfrm>
        </p:grpSpPr>
        <p:sp>
          <p:nvSpPr>
            <p:cNvPr id="7" name="椭圆 6"/>
            <p:cNvSpPr>
              <a:spLocks noChangeAspect="1"/>
            </p:cNvSpPr>
            <p:nvPr/>
          </p:nvSpPr>
          <p:spPr>
            <a:xfrm>
              <a:off x="1746300" y="13457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椭圆 42"/>
            <p:cNvSpPr>
              <a:spLocks noChangeAspect="1"/>
            </p:cNvSpPr>
            <p:nvPr/>
          </p:nvSpPr>
          <p:spPr>
            <a:xfrm>
              <a:off x="2117556" y="214142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2477596" y="29379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>
              <a:spLocks noChangeAspect="1"/>
            </p:cNvSpPr>
            <p:nvPr/>
          </p:nvSpPr>
          <p:spPr>
            <a:xfrm>
              <a:off x="2837636" y="373362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610396" y="147950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AGILE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简介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970436" y="226350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流水线管理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330476" y="3047501"/>
            <a:ext cx="328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资源管理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660887" y="3831500"/>
            <a:ext cx="328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权限管理</a:t>
            </a:r>
          </a:p>
        </p:txBody>
      </p:sp>
      <p:sp>
        <p:nvSpPr>
          <p:cNvPr id="14" name="椭圆 13"/>
          <p:cNvSpPr>
            <a:spLocks noChangeAspect="1"/>
          </p:cNvSpPr>
          <p:nvPr/>
        </p:nvSpPr>
        <p:spPr>
          <a:xfrm>
            <a:off x="3264076" y="4504356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50556" y="4615500"/>
            <a:ext cx="328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支撑工程能力地图落地</a:t>
            </a:r>
          </a:p>
        </p:txBody>
      </p:sp>
    </p:spTree>
    <p:extLst>
      <p:ext uri="{BB962C8B-B14F-4D97-AF65-F5344CB8AC3E}">
        <p14:creationId xmlns:p14="http://schemas.microsoft.com/office/powerpoint/2010/main" val="289863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82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AGILE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1133723"/>
            <a:ext cx="580216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定位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公司级持续交付平台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交付流水线的配置和执行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优势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交付过程可视化、自动化、能力快速移植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提升研发质量、缩短交付周期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77199" y="294896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0276" y="3103660"/>
            <a:ext cx="7596335" cy="227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2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82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AGILE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da-DK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6410" y="917699"/>
            <a:ext cx="86805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支撑工程能力地图中测试、灰度／验证、发版／上线阶段的优秀实践落地</a:t>
            </a:r>
            <a:endParaRPr lang="zh-CN" altLang="en-US" sz="2000" dirty="0"/>
          </a:p>
        </p:txBody>
      </p:sp>
      <p:graphicFrame>
        <p:nvGraphicFramePr>
          <p:cNvPr id="15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77199" y="294896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166" y="1498217"/>
            <a:ext cx="8659068" cy="370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5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9066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流水线基本元素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：流水线由多个串行执行的阶段组成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933449" y="1858739"/>
          <a:ext cx="8856984" cy="201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489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634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7482">
                <a:tc>
                  <a:txBody>
                    <a:bodyPr/>
                    <a:lstStyle/>
                    <a:p>
                      <a:r>
                        <a:rPr lang="zh-CN" altLang="en-US" sz="1200" b="0" dirty="0"/>
                        <a:t>流水线名称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/>
                        <a:t>流水线功能表述，如测试流水线，上线流水线等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/>
                        <a:t>必填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触发方式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自动：监控到代码提交自动触发；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手动：在需要执行流水线的时候，人为手工构建；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定时：在需要执行流水线的时候，定时器自动触发；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必填，可多选</a:t>
                      </a:r>
                    </a:p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作用域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流水线是与代码库、分支等密切对应的，作用域将提供任务作业必备的代码信息；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分支匹配规则有精确匹配／前缀匹配／正则匹配／精确排除，消息类型有</a:t>
                      </a:r>
                      <a:r>
                        <a:rPr lang="en-US" altLang="zh-CN" sz="1200" dirty="0"/>
                        <a:t>Merge</a:t>
                      </a:r>
                      <a:r>
                        <a:rPr lang="zh-CN" altLang="en-US" sz="1200" dirty="0"/>
                        <a:t>（表示真正入库）／</a:t>
                      </a:r>
                      <a:r>
                        <a:rPr lang="en-US" altLang="zh-CN" sz="1200" dirty="0"/>
                        <a:t>Change</a:t>
                      </a:r>
                      <a:r>
                        <a:rPr lang="zh-CN" altLang="en-US" sz="1200" dirty="0"/>
                        <a:t>（入库前临时分支的提交消息）；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必填，可配置多个匹配规则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阻塞构建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解决资源不足情况下，因频繁构建多次导致的任务失败；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选择阻塞构建，当前流水线未执行完成，下一次流水线构建将不会开始；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默认不阻塞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8"/>
          <a:srcRect b="10625"/>
          <a:stretch/>
        </p:blipFill>
        <p:spPr>
          <a:xfrm>
            <a:off x="2941334" y="3944455"/>
            <a:ext cx="5286401" cy="2013804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0459" y="1398429"/>
            <a:ext cx="4254376" cy="30820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709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9066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流水线基本元素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：软件交付的一个过程，由多个任务组成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933449" y="1858739"/>
          <a:ext cx="885698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008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593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7482">
                <a:tc>
                  <a:txBody>
                    <a:bodyPr/>
                    <a:lstStyle/>
                    <a:p>
                      <a:r>
                        <a:rPr lang="zh-CN" altLang="en-US" sz="1400" b="0" dirty="0"/>
                        <a:t>阶段名称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/>
                        <a:t>阶段功能表述，如编译阶段，测试阶段，上线阶段等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/>
                        <a:t>必填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触发方式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自动：监控到代码提交自动触发；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手动：在需要执行阶段的时候，人为手工构建；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定时：在需要执行阶段的时候，定时器自动触发；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必填，可多选</a:t>
                      </a:r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失败策略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快速失败：阶段中有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个任务执行失败，阶段立即置失败且停止所有运行中任务；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自然失败：阶段中有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个任务执行失败，当所有运行中任务都执行完成，阶段置失败；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默认快速失败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任务配置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任务的编排方式，可串行，可并行，目的是合理控制运行时间，降低等待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必填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构建参数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用于任务执行和上下游之间的参数值传递；</a:t>
                      </a:r>
                      <a:endParaRPr lang="en-US" altLang="zh-CN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参数支持单行文本、多行文本和下拉列表；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508" y="756542"/>
            <a:ext cx="1591344" cy="1025253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9"/>
          <a:srcRect l="355" r="1"/>
          <a:stretch/>
        </p:blipFill>
        <p:spPr>
          <a:xfrm>
            <a:off x="5468122" y="4302075"/>
            <a:ext cx="2304256" cy="1385355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4332" y="4590107"/>
            <a:ext cx="3201369" cy="787876"/>
          </a:xfrm>
          <a:prstGeom prst="rect">
            <a:avLst/>
          </a:prstGeom>
          <a:ln w="38100" cap="sq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781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90662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流水线基本元素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：具体的作业执行单元，例编译任务、单元测试任务等；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每个任务对应一个插件类型，每个插件对应工程能力地图中的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优秀实践；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933449" y="2141835"/>
          <a:ext cx="8856984" cy="609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008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1939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7482">
                <a:tc>
                  <a:txBody>
                    <a:bodyPr/>
                    <a:lstStyle/>
                    <a:p>
                      <a:r>
                        <a:rPr lang="zh-CN" altLang="en-US" sz="1400" b="0" dirty="0"/>
                        <a:t>任务名称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/>
                        <a:t>任务功能表述，如编译，单元测试，</a:t>
                      </a:r>
                      <a:r>
                        <a:rPr lang="en-US" altLang="zh-CN" sz="1400" b="0" dirty="0"/>
                        <a:t>863</a:t>
                      </a:r>
                      <a:r>
                        <a:rPr lang="zh-CN" altLang="en-US" sz="1400" b="0" dirty="0"/>
                        <a:t>上线等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/>
                        <a:t>必填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任务配置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具体看插件手，</a:t>
                      </a:r>
                      <a:r>
                        <a:rPr lang="en-US" altLang="zh-CN" sz="1400" dirty="0">
                          <a:hlinkClick r:id="rId8"/>
                        </a:rPr>
                        <a:t>http://wiki.baidu.com/pages/viewpage.action?pageId=158561807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默认快速失败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4575" y="2800426"/>
            <a:ext cx="5634732" cy="265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0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新建流水线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当在</a:t>
            </a:r>
            <a:r>
              <a:rPr lang="en-US" altLang="zh-CN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iCode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中创建新的代码库后，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AGILE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将生成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三条默认配置的流水线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MasterPipeline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／</a:t>
            </a:r>
            <a:r>
              <a:rPr lang="en-US" altLang="zh-CN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BranchPipeline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／</a:t>
            </a:r>
            <a:r>
              <a:rPr lang="en-US" altLang="zh-CN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ChangePipeline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），对于初创团队来说足够使用，对于成熟团队来说可以在此基础上持续优化。或者可以选择以下三种方式快速搭建自己的流水线。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新建流水线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：从零搭建流水线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基于流水线模版新建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：结合工程能力地图中的标准和规范，结合公司优秀服务工具，为百度量身定制流水线模版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复制已有流水线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：避免从零开始，借鉴或者快速移植已有经验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545816"/>
            <a:ext cx="10693400" cy="241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75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100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编辑流水线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当流水线创建成功后，可能会涉及流水线／阶段／任务等的配置变更，此时需要编辑流水线。入口有两个，具体参考下图：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1" name="组 10"/>
          <p:cNvGrpSpPr/>
          <p:nvPr/>
        </p:nvGrpSpPr>
        <p:grpSpPr>
          <a:xfrm>
            <a:off x="922394" y="2449779"/>
            <a:ext cx="8848611" cy="1944216"/>
            <a:chOff x="1026220" y="2449779"/>
            <a:chExt cx="8848611" cy="1944216"/>
          </a:xfrm>
          <a:solidFill>
            <a:schemeClr val="tx2">
              <a:lumMod val="40000"/>
              <a:lumOff val="60000"/>
            </a:schemeClr>
          </a:solidFill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6220" y="2449779"/>
              <a:ext cx="4636711" cy="1944216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62931" y="2933923"/>
              <a:ext cx="4211900" cy="975928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5339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删除流水线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当流水线完成使命后，为防止管理混乱请及时清理。流水线删除后，仍能看到历史构建记录，只是无法触发构建。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删除操作入口如下图：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897" y="2357859"/>
            <a:ext cx="8893299" cy="303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4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执行流水线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流水线最神圣的使命莫过于有代码变更的时候，进行一系列任务的执行，近而验证本次变更代码的质量。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流水线执行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触发方式为自动，系统会自动检测代码变更，有变更即执行；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触发方式为手动，按照需要随时手工执行构建；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触发方式为定时，在到达定时器的时候自动执行；        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阶段执行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触发方式为自动，系统会自动检测代码变更，有变更即执行；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触发方式为手动，按照需要随时手工执行构建；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触发方式为定时，在到达定时器的时候自动执行；        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任务执行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运行中的任务可取消执行；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虚尾箭头 6"/>
          <p:cNvSpPr/>
          <p:nvPr/>
        </p:nvSpPr>
        <p:spPr>
          <a:xfrm>
            <a:off x="4698628" y="2345660"/>
            <a:ext cx="2304256" cy="372239"/>
          </a:xfrm>
          <a:prstGeom prst="stripedRightArrow">
            <a:avLst>
              <a:gd name="adj1" fmla="val 32454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8"/>
          <a:srcRect t="7249"/>
          <a:stretch/>
        </p:blipFill>
        <p:spPr>
          <a:xfrm>
            <a:off x="7074892" y="2188777"/>
            <a:ext cx="3256538" cy="31309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4892" y="2573883"/>
            <a:ext cx="3254400" cy="294101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14" name="虚尾箭头 13"/>
          <p:cNvSpPr/>
          <p:nvPr/>
        </p:nvSpPr>
        <p:spPr>
          <a:xfrm>
            <a:off x="4626620" y="3603024"/>
            <a:ext cx="1495990" cy="372239"/>
          </a:xfrm>
          <a:prstGeom prst="stripedRightArrow">
            <a:avLst>
              <a:gd name="adj1" fmla="val 32454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796" y="3293963"/>
            <a:ext cx="4115143" cy="962436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15" name="虚尾箭头 14"/>
          <p:cNvSpPr/>
          <p:nvPr/>
        </p:nvSpPr>
        <p:spPr>
          <a:xfrm>
            <a:off x="3130630" y="4610427"/>
            <a:ext cx="1495990" cy="372239"/>
          </a:xfrm>
          <a:prstGeom prst="stripedRightArrow">
            <a:avLst>
              <a:gd name="adj1" fmla="val 32454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0635" y="4337031"/>
            <a:ext cx="5555303" cy="906234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87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95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结果查看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系统中的状态有：未运行、运行中、成功、失败，分别映射的颜色是：</a:t>
            </a:r>
            <a:r>
              <a:rPr lang="zh-CN" altLang="en-US" sz="14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灰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黄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绿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执行结果包括：状态、参数、日志、报告等，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流水线执行结束后具体如何查看结果呢，参考以下内容：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流水线结果（状态）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阶段结果（状态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参数）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任务结果（状态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报告）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3146163" y="262934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156" y="2213843"/>
            <a:ext cx="9793088" cy="674805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051" y="3251689"/>
            <a:ext cx="9805194" cy="54633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2087" y="3843279"/>
            <a:ext cx="3621157" cy="1349611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19" name="左弧形箭头 18"/>
          <p:cNvSpPr/>
          <p:nvPr/>
        </p:nvSpPr>
        <p:spPr>
          <a:xfrm>
            <a:off x="10171236" y="3581995"/>
            <a:ext cx="342180" cy="630460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156" y="4230067"/>
            <a:ext cx="5040560" cy="819905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468" y="4806131"/>
            <a:ext cx="2589155" cy="113585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22" name="左弧形箭头 21"/>
          <p:cNvSpPr/>
          <p:nvPr/>
        </p:nvSpPr>
        <p:spPr>
          <a:xfrm>
            <a:off x="5491082" y="4518084"/>
            <a:ext cx="342180" cy="630460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84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8038"/>
            <a:ext cx="10693400" cy="2559761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资源管理背景（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S-A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解决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Jenkins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存在的一系列问题，例：资源利用率低，任务等待时间长，稳定性差，安全性低，体验差等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静态资源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将一台机器（物理机或虚拟机）作为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进行注册并启动，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Shell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插件即可选择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运行脚本任务；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主要面向那些对环境有特定需求，且不能通过描述文件和容器化技术解决的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动态资源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用虚拟化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容器化的技术，解决资源动态生成；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4774" y="3581995"/>
            <a:ext cx="3620518" cy="349567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0865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364" y="696125"/>
            <a:ext cx="6374971" cy="470746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42A7F0B-964D-9D41-9475-0C080D70D26F}"/>
              </a:ext>
            </a:extLst>
          </p:cNvPr>
          <p:cNvSpPr/>
          <p:nvPr/>
        </p:nvSpPr>
        <p:spPr>
          <a:xfrm>
            <a:off x="408630" y="950793"/>
            <a:ext cx="98346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权限管理</a:t>
            </a:r>
            <a:endParaRPr lang="en-US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更细致的</a:t>
            </a:r>
            <a:r>
              <a:rPr lang="zh-Hans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，管理员／编辑／构建／只读分工明确；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与代码库权限既保持一定程度上的兼容，又保证在需要的时候做到解耦，彻底解决不同角色的问题；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842119" y="2069827"/>
          <a:ext cx="7697373" cy="2590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337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636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474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角色组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权限范围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管理员组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权限管理（添加删除集合的管理员、编辑组、构建组成员）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拥有编辑组的所有权限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编辑组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流水线、阶段、任务（选择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）的新建、复制、编辑、删除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通知配置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3.agent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管理（新建、编辑、删除、共享）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拥有构建组所有权限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构建组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页面上所有可操作的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（手动执行阶段、重新执行阶段、继续执行阶段、取消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、执行构建整条流水线、拉分支、发上线单、编辑分支备注等）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74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只读组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只能看到信息，没有任何可操作的入口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52516" y="5002410"/>
            <a:ext cx="9834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说明：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1.</a:t>
            </a:r>
            <a:r>
              <a:rPr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优先级：管理员组 </a:t>
            </a:r>
            <a:r>
              <a:rPr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&gt; </a:t>
            </a:r>
            <a:r>
              <a:rPr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编辑组 </a:t>
            </a:r>
            <a:r>
              <a:rPr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&gt; </a:t>
            </a:r>
            <a:r>
              <a:rPr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构建组         </a:t>
            </a:r>
            <a:r>
              <a:rPr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2.</a:t>
            </a:r>
            <a:r>
              <a:rPr lang="zh-CN" altLang="en-US" sz="1400" b="1" dirty="0">
                <a:latin typeface="Microsoft YaHei" charset="-122"/>
                <a:ea typeface="Microsoft YaHei" charset="-122"/>
                <a:cs typeface="Microsoft YaHei" charset="-122"/>
              </a:rPr>
              <a:t>一个用户只能有一个角色</a:t>
            </a:r>
            <a:r>
              <a:rPr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         </a:t>
            </a:r>
            <a:r>
              <a:rPr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3.</a:t>
            </a:r>
            <a:r>
              <a:rPr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高优的角色会覆盖低优先级的角色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96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87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权限管理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2244" y="701675"/>
            <a:ext cx="8146191" cy="473412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4256" y="917699"/>
            <a:ext cx="5613400" cy="62230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45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支撑工程能力落地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65" y="862670"/>
            <a:ext cx="8771661" cy="382470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2" name="圆角矩形 11"/>
          <p:cNvSpPr/>
          <p:nvPr/>
        </p:nvSpPr>
        <p:spPr>
          <a:xfrm>
            <a:off x="4857899" y="760165"/>
            <a:ext cx="5447448" cy="4044182"/>
          </a:xfrm>
          <a:prstGeom prst="roundRect">
            <a:avLst/>
          </a:prstGeom>
          <a:noFill/>
          <a:ln w="38100" cmpd="sng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53076" y="401404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优秀实践配套最佳落地工具</a:t>
            </a:r>
          </a:p>
        </p:txBody>
      </p:sp>
      <p:sp>
        <p:nvSpPr>
          <p:cNvPr id="14" name="矩形 13"/>
          <p:cNvSpPr/>
          <p:nvPr/>
        </p:nvSpPr>
        <p:spPr>
          <a:xfrm>
            <a:off x="1458269" y="4806131"/>
            <a:ext cx="7776863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平台治理，最后总结一下分五步走：分层、分类、调研整合、确定主体部门和高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负责该领域、持续监控持续优化                   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--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摘自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《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我们一起努力，让改变发生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——Qi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讲平台治理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》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50154" y="943985"/>
            <a:ext cx="830997" cy="374372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400" dirty="0"/>
              <a:t>AGILE</a:t>
            </a:r>
            <a:r>
              <a:rPr lang="zh-CN" altLang="en-US" sz="1400" dirty="0"/>
              <a:t>作为承载工程能力地图落地的工具之一，</a:t>
            </a:r>
            <a:endParaRPr lang="en-US" altLang="zh-CN" sz="1400" dirty="0"/>
          </a:p>
          <a:p>
            <a:r>
              <a:rPr lang="zh-CN" altLang="en-US" sz="1400" dirty="0"/>
              <a:t>在平台治理上起到了重要作用</a:t>
            </a:r>
          </a:p>
          <a:p>
            <a:endParaRPr kumimoji="1" lang="zh-CN" altLang="en-US" sz="1400" dirty="0"/>
          </a:p>
        </p:txBody>
      </p:sp>
      <p:graphicFrame>
        <p:nvGraphicFramePr>
          <p:cNvPr id="16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0604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支撑工程能力落地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7E8D3667-C08E-48B5-B481-5C1E2242B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604" y="1385003"/>
            <a:ext cx="5885706" cy="31897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BB4F5BCE-C55B-4076-950A-9E1AA3860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15" y="4608450"/>
            <a:ext cx="10062170" cy="7891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3696A363-9DF0-46E6-856B-1E9B8ABC455C}"/>
              </a:ext>
            </a:extLst>
          </p:cNvPr>
          <p:cNvSpPr txBox="1"/>
          <p:nvPr/>
        </p:nvSpPr>
        <p:spPr>
          <a:xfrm>
            <a:off x="4488894" y="989707"/>
            <a:ext cx="4181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从需求到上线的全流程规范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6BA2B38C-3EB4-4761-85C8-55DCBF4A0338}"/>
              </a:ext>
            </a:extLst>
          </p:cNvPr>
          <p:cNvSpPr txBox="1"/>
          <p:nvPr/>
        </p:nvSpPr>
        <p:spPr>
          <a:xfrm>
            <a:off x="215079" y="4270658"/>
            <a:ext cx="3547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1600" i="1" dirty="0"/>
              <a:t>经</a:t>
            </a:r>
            <a:r>
              <a:rPr lang="en-US" altLang="zh-CN" sz="1600" i="1" dirty="0"/>
              <a:t>TC</a:t>
            </a:r>
            <a:r>
              <a:rPr lang="zh-CN" altLang="en-US" sz="1600" i="1" dirty="0"/>
              <a:t>评审过的实践规范细则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xmlns="" id="{38C40386-9FF9-4BCF-84B4-62E976C0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863" y="824972"/>
            <a:ext cx="1549728" cy="858123"/>
          </a:xfrm>
        </p:spPr>
        <p:txBody>
          <a:bodyPr/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规范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E953302D-531F-4EBA-AD7A-F01C72B2AC58}"/>
              </a:ext>
            </a:extLst>
          </p:cNvPr>
          <p:cNvSpPr/>
          <p:nvPr/>
        </p:nvSpPr>
        <p:spPr>
          <a:xfrm>
            <a:off x="930614" y="1683095"/>
            <a:ext cx="2764577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工程能力标准化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E9287549-4AA2-4DE8-8FB4-02516AF448C6}"/>
              </a:ext>
            </a:extLst>
          </p:cNvPr>
          <p:cNvSpPr/>
          <p:nvPr/>
        </p:nvSpPr>
        <p:spPr>
          <a:xfrm>
            <a:off x="234133" y="2545971"/>
            <a:ext cx="3830927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凝聚研发各个阶段的优秀实践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C17300AC-E89F-4A17-BC09-06CAEF3A35ED}"/>
              </a:ext>
            </a:extLst>
          </p:cNvPr>
          <p:cNvSpPr/>
          <p:nvPr/>
        </p:nvSpPr>
        <p:spPr>
          <a:xfrm>
            <a:off x="234132" y="3181885"/>
            <a:ext cx="3830927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提炼适合百度的研发工程规范</a:t>
            </a:r>
          </a:p>
        </p:txBody>
      </p:sp>
      <p:graphicFrame>
        <p:nvGraphicFramePr>
          <p:cNvPr id="1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0290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支撑工程能力落地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236" y="755624"/>
            <a:ext cx="8515052" cy="45545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0387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支撑工程能力落地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236" y="845691"/>
            <a:ext cx="8155012" cy="44490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2108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支撑工程能力落地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图示 6">
            <a:extLst>
              <a:ext uri="{FF2B5EF4-FFF2-40B4-BE49-F238E27FC236}">
                <a16:creationId xmlns:a16="http://schemas.microsoft.com/office/drawing/2014/main" xmlns="" id="{763AA3FA-4C04-1946-A0F6-2DEEAE2128DD}"/>
              </a:ext>
            </a:extLst>
          </p:cNvPr>
          <p:cNvGraphicFramePr/>
          <p:nvPr>
            <p:extLst/>
          </p:nvPr>
        </p:nvGraphicFramePr>
        <p:xfrm>
          <a:off x="4626620" y="197620"/>
          <a:ext cx="6048672" cy="43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组 6"/>
          <p:cNvGrpSpPr/>
          <p:nvPr/>
        </p:nvGrpSpPr>
        <p:grpSpPr>
          <a:xfrm>
            <a:off x="2290374" y="785025"/>
            <a:ext cx="5781371" cy="4565469"/>
            <a:chOff x="154344" y="114297"/>
            <a:chExt cx="8320182" cy="66294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8"/>
            <a:srcRect l="1" t="1666" r="820" b="1666"/>
            <a:stretch/>
          </p:blipFill>
          <p:spPr>
            <a:xfrm>
              <a:off x="154344" y="114297"/>
              <a:ext cx="8320182" cy="6629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9" name="十二边形 8"/>
            <p:cNvSpPr/>
            <p:nvPr/>
          </p:nvSpPr>
          <p:spPr>
            <a:xfrm>
              <a:off x="1857374" y="114297"/>
              <a:ext cx="579662" cy="555171"/>
            </a:xfrm>
            <a:prstGeom prst="dodec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11" name="十二边形 10"/>
            <p:cNvSpPr/>
            <p:nvPr/>
          </p:nvSpPr>
          <p:spPr>
            <a:xfrm>
              <a:off x="376917" y="2209797"/>
              <a:ext cx="579662" cy="555171"/>
            </a:xfrm>
            <a:prstGeom prst="dodec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</a:t>
              </a:r>
              <a:endParaRPr kumimoji="1" lang="zh-CN" altLang="en-US" dirty="0"/>
            </a:p>
          </p:txBody>
        </p:sp>
        <p:sp>
          <p:nvSpPr>
            <p:cNvPr id="12" name="十二边形 11"/>
            <p:cNvSpPr/>
            <p:nvPr/>
          </p:nvSpPr>
          <p:spPr>
            <a:xfrm>
              <a:off x="2147205" y="2873826"/>
              <a:ext cx="579662" cy="555171"/>
            </a:xfrm>
            <a:prstGeom prst="dodec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3</a:t>
              </a:r>
              <a:endParaRPr kumimoji="1" lang="zh-CN" altLang="en-US" dirty="0"/>
            </a:p>
          </p:txBody>
        </p:sp>
        <p:sp>
          <p:nvSpPr>
            <p:cNvPr id="13" name="十二边形 12"/>
            <p:cNvSpPr/>
            <p:nvPr/>
          </p:nvSpPr>
          <p:spPr>
            <a:xfrm>
              <a:off x="5565319" y="870854"/>
              <a:ext cx="579662" cy="555171"/>
            </a:xfrm>
            <a:prstGeom prst="dodecagon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4</a:t>
              </a:r>
              <a:endParaRPr kumimoji="1" lang="zh-CN" altLang="en-US" dirty="0"/>
            </a:p>
          </p:txBody>
        </p:sp>
      </p:grpSp>
      <p:sp>
        <p:nvSpPr>
          <p:cNvPr id="14" name="剪去单圆角的矩形 13"/>
          <p:cNvSpPr/>
          <p:nvPr/>
        </p:nvSpPr>
        <p:spPr>
          <a:xfrm>
            <a:off x="4554612" y="3827430"/>
            <a:ext cx="4590318" cy="1554765"/>
          </a:xfrm>
          <a:prstGeom prst="snip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602924" y="3968457"/>
            <a:ext cx="259779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100" dirty="0">
                <a:latin typeface="Times"/>
                <a:cs typeface="Times"/>
              </a:rPr>
              <a:t>公共服务平台：结果数据由提供方给出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598468" y="4688537"/>
            <a:ext cx="238622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100" dirty="0">
                <a:latin typeface="Times"/>
                <a:cs typeface="Times"/>
              </a:rPr>
              <a:t>自研测试框架：结果数据自己提供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525" y="4966846"/>
            <a:ext cx="4357389" cy="3443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8964" y="4290038"/>
            <a:ext cx="4453958" cy="30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9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回顾和小结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5889" y="913338"/>
            <a:ext cx="707552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AGILE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简介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流水线管理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流水线基本元素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新建流水线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编辑流水线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删除流水线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执行流水线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结果查看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资源管理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权限管理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支撑工程能力地图落地</a:t>
            </a:r>
          </a:p>
        </p:txBody>
      </p:sp>
    </p:spTree>
    <p:extLst>
      <p:ext uri="{BB962C8B-B14F-4D97-AF65-F5344CB8AC3E}">
        <p14:creationId xmlns:p14="http://schemas.microsoft.com/office/powerpoint/2010/main" val="225781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749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帮助与客服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1777" y="1061715"/>
            <a:ext cx="8361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文档请参考：</a:t>
            </a:r>
            <a:r>
              <a:rPr kumimoji="1" lang="en-US" altLang="zh-CN" dirty="0"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http://wiki.baidu.com/pages/viewpage.action?pageId=158561726</a:t>
            </a:r>
            <a:endParaRPr kumimoji="1"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Ø"/>
            </a:pPr>
            <a:r>
              <a: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有问题请联系</a:t>
            </a:r>
            <a:r>
              <a:rPr kumimoji="1"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AGILE</a:t>
            </a:r>
            <a:r>
              <a: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服务号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834" y="2069827"/>
            <a:ext cx="5308600" cy="2895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8472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14138</TotalTime>
  <Words>8457</Words>
  <Application>Microsoft Office PowerPoint</Application>
  <PresentationFormat>自定义</PresentationFormat>
  <Paragraphs>1223</Paragraphs>
  <Slides>91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03" baseType="lpstr">
      <vt:lpstr>等线</vt:lpstr>
      <vt:lpstr>黑体</vt:lpstr>
      <vt:lpstr>迷你简菱心</vt:lpstr>
      <vt:lpstr>宋体</vt:lpstr>
      <vt:lpstr>Microsoft YaHei</vt:lpstr>
      <vt:lpstr>Microsoft YaHei</vt:lpstr>
      <vt:lpstr>Arial</vt:lpstr>
      <vt:lpstr>Calibri</vt:lpstr>
      <vt:lpstr>Times</vt:lpstr>
      <vt:lpstr>Times New Roman</vt:lpstr>
      <vt:lpstr>Wingdings</vt:lpstr>
      <vt:lpstr>++1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规范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武敏</dc:creator>
  <cp:lastModifiedBy>Wang,Xuejiao</cp:lastModifiedBy>
  <cp:revision>276</cp:revision>
  <cp:lastPrinted>2018-05-11T10:26:46Z</cp:lastPrinted>
  <dcterms:created xsi:type="dcterms:W3CDTF">2014-04-29T09:26:26Z</dcterms:created>
  <dcterms:modified xsi:type="dcterms:W3CDTF">2018-06-12T05:23:39Z</dcterms:modified>
</cp:coreProperties>
</file>