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6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7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8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9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0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21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22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23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24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25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26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27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notesSlides/notesSlide28.xml" ContentType="application/vnd.openxmlformats-officedocument.presentationml.notesSlide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notesSlides/notesSlide29.xml" ContentType="application/vnd.openxmlformats-officedocument.presentationml.notesSlid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notesSlides/notesSlide30.xml" ContentType="application/vnd.openxmlformats-officedocument.presentationml.notesSlide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31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6" r:id="rId2"/>
    <p:sldId id="265" r:id="rId3"/>
    <p:sldId id="334" r:id="rId4"/>
    <p:sldId id="387" r:id="rId5"/>
    <p:sldId id="388" r:id="rId6"/>
    <p:sldId id="342" r:id="rId7"/>
    <p:sldId id="343" r:id="rId8"/>
    <p:sldId id="372" r:id="rId9"/>
    <p:sldId id="283" r:id="rId10"/>
    <p:sldId id="345" r:id="rId11"/>
    <p:sldId id="346" r:id="rId12"/>
    <p:sldId id="347" r:id="rId13"/>
    <p:sldId id="348" r:id="rId14"/>
    <p:sldId id="349" r:id="rId15"/>
    <p:sldId id="344" r:id="rId16"/>
    <p:sldId id="350" r:id="rId17"/>
    <p:sldId id="351" r:id="rId18"/>
    <p:sldId id="352" r:id="rId19"/>
    <p:sldId id="353" r:id="rId20"/>
    <p:sldId id="354" r:id="rId21"/>
    <p:sldId id="355" r:id="rId22"/>
    <p:sldId id="356" r:id="rId23"/>
    <p:sldId id="383" r:id="rId24"/>
    <p:sldId id="357" r:id="rId25"/>
    <p:sldId id="384" r:id="rId26"/>
    <p:sldId id="359" r:id="rId27"/>
    <p:sldId id="360" r:id="rId28"/>
    <p:sldId id="361" r:id="rId29"/>
    <p:sldId id="362" r:id="rId30"/>
    <p:sldId id="363" r:id="rId31"/>
    <p:sldId id="385" r:id="rId32"/>
    <p:sldId id="364" r:id="rId33"/>
    <p:sldId id="365" r:id="rId34"/>
    <p:sldId id="366" r:id="rId35"/>
    <p:sldId id="386" r:id="rId36"/>
    <p:sldId id="367" r:id="rId37"/>
    <p:sldId id="368" r:id="rId38"/>
    <p:sldId id="369" r:id="rId39"/>
    <p:sldId id="371" r:id="rId40"/>
    <p:sldId id="370" r:id="rId41"/>
    <p:sldId id="258" r:id="rId42"/>
  </p:sldIdLst>
  <p:sldSz cx="10693400" cy="601186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94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5A93"/>
    <a:srgbClr val="323BE2"/>
    <a:srgbClr val="FFFFFF"/>
    <a:srgbClr val="E106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68" autoAdjust="0"/>
    <p:restoredTop sz="89113" autoAdjust="0"/>
  </p:normalViewPr>
  <p:slideViewPr>
    <p:cSldViewPr>
      <p:cViewPr varScale="1">
        <p:scale>
          <a:sx n="75" d="100"/>
          <a:sy n="75" d="100"/>
        </p:scale>
        <p:origin x="630" y="78"/>
      </p:cViewPr>
      <p:guideLst>
        <p:guide orient="horz" pos="1894"/>
        <p:guide pos="3368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46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" qsCatId="simple" csTypeId="urn:microsoft.com/office/officeart/2005/8/colors/accent3_1" csCatId="accent3" phldr="1"/>
      <dgm:spPr/>
    </dgm:pt>
    <dgm:pt modelId="{9BF9F257-8AA1-4884-82E7-D0FBEB140172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E0A1BB-8244-46AF-86AE-ED1207E7D542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523FDAA-4A65-4445-824E-1BF3AF07C33D}" type="par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4160F7-ED2F-474D-895E-E3FBC49ADEA1}" type="sib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 dirty="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体验路径</a:t>
          </a: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7F02C57-F794-4829-816A-8ADA1A646B5F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故事撰写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DB0E6A0-597F-4355-A94B-F9106C2FC297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>
            <a:latin typeface="微软雅黑" pitchFamily="34" charset="-122"/>
            <a:ea typeface="微软雅黑" pitchFamily="34" charset="-122"/>
          </a:endParaRP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050" b="1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估算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排期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7" custScaleX="10914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1ACE4CFD-9202-455E-AB4C-BA16B8AF85CA}" type="pres">
      <dgm:prSet presAssocID="{4CE0A1BB-8244-46AF-86AE-ED1207E7D542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5A3BB2-0FDE-4BE4-96F6-0D831DCEC4F9}" type="pres">
      <dgm:prSet presAssocID="{A34160F7-ED2F-474D-895E-E3FBC49ADEA1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2" presStyleCnt="7" custScaleX="10914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5CE6EC77-3EED-48B2-B650-4E14B2C055CA}" type="presOf" srcId="{9BF9F257-8AA1-4884-82E7-D0FBEB140172}" destId="{59B237D4-C896-464B-8B66-907E7BC384C0}" srcOrd="0" destOrd="0" presId="urn:microsoft.com/office/officeart/2005/8/layout/chevron1"/>
    <dgm:cxn modelId="{7E15011D-5450-47C1-85CD-CFC6BE54CAD8}" type="presOf" srcId="{ADB0E6A0-597F-4355-A94B-F9106C2FC297}" destId="{B980CE8B-C3C6-4D16-BF96-7D51B6888099}" srcOrd="0" destOrd="0" presId="urn:microsoft.com/office/officeart/2005/8/layout/chevron1"/>
    <dgm:cxn modelId="{9FAB3D9D-78DA-415C-A9A7-8EB16A477C13}" type="presOf" srcId="{C283FA72-CECD-45CD-8757-CEBC1A4221FD}" destId="{46C46EFF-D58B-4C32-A605-AB030B188E8A}" srcOrd="0" destOrd="0" presId="urn:microsoft.com/office/officeart/2005/8/layout/chevron1"/>
    <dgm:cxn modelId="{04AE1B00-76D9-4CAE-A9CA-8DA85EFEA18B}" srcId="{93E2F1D1-360B-4DFF-8B3E-7A0480FA2199}" destId="{F7F02C57-F794-4829-816A-8ADA1A646B5F}" srcOrd="4" destOrd="0" parTransId="{4FF14B74-898E-4340-AE78-F14F54FA898E}" sibTransId="{5D66FAB0-5F3B-4E88-A460-F1AD586F4A90}"/>
    <dgm:cxn modelId="{D4FB5058-5C8A-4256-A3DB-6D2505396F66}" srcId="{93E2F1D1-360B-4DFF-8B3E-7A0480FA2199}" destId="{7BA8313D-8C09-4314-9637-731292CBC83C}" srcOrd="2" destOrd="0" parTransId="{645DC388-2576-44B7-9F16-D6B4FC3BEAC1}" sibTransId="{D6404340-BDF4-4F66-920B-0162CA6D5229}"/>
    <dgm:cxn modelId="{2DCAF7C1-E288-4EF1-9B68-0FD0EF88BBB8}" type="presOf" srcId="{93E2F1D1-360B-4DFF-8B3E-7A0480FA2199}" destId="{5CF2B12A-6C8F-4E68-A572-3EDBD3F899D1}" srcOrd="0" destOrd="0" presId="urn:microsoft.com/office/officeart/2005/8/layout/chevron1"/>
    <dgm:cxn modelId="{C99494AA-B656-4AA1-802D-602442227FB9}" type="presOf" srcId="{7BA8313D-8C09-4314-9637-731292CBC83C}" destId="{A86E4080-92AD-4939-B332-E07C48764045}" srcOrd="0" destOrd="0" presId="urn:microsoft.com/office/officeart/2005/8/layout/chevron1"/>
    <dgm:cxn modelId="{14E74B39-07B8-486C-8AEF-A29B9D1D13B4}" srcId="{93E2F1D1-360B-4DFF-8B3E-7A0480FA2199}" destId="{C283FA72-CECD-45CD-8757-CEBC1A4221FD}" srcOrd="3" destOrd="0" parTransId="{58D46031-4B37-4A7C-BA2E-95F3BEFA5450}" sibTransId="{56EF64EC-F736-4A42-9234-C53AF2EC327E}"/>
    <dgm:cxn modelId="{135A098A-A694-4CAA-A185-6B14C58CEF58}" srcId="{93E2F1D1-360B-4DFF-8B3E-7A0480FA2199}" destId="{ADB0E6A0-597F-4355-A94B-F9106C2FC297}" srcOrd="5" destOrd="0" parTransId="{E89F0154-E648-4FE9-B4D7-A45C73258537}" sibTransId="{EF791709-250D-4FF0-9B88-78FD939A01F9}"/>
    <dgm:cxn modelId="{6A717E21-D5D5-4CE8-8680-4D5C402BABF1}" type="presOf" srcId="{4CE0A1BB-8244-46AF-86AE-ED1207E7D542}" destId="{1ACE4CFD-9202-455E-AB4C-BA16B8AF85CA}" srcOrd="0" destOrd="0" presId="urn:microsoft.com/office/officeart/2005/8/layout/chevron1"/>
    <dgm:cxn modelId="{D6F2D122-8999-4E5A-A45C-D3A6A8DBFBA2}" type="presOf" srcId="{F7F02C57-F794-4829-816A-8ADA1A646B5F}" destId="{53248EB4-CEF6-4177-84FC-8846ABBB4977}" srcOrd="0" destOrd="0" presId="urn:microsoft.com/office/officeart/2005/8/layout/chevron1"/>
    <dgm:cxn modelId="{1F4E9157-41AA-4D4E-B2E6-A62F23527E1F}" srcId="{93E2F1D1-360B-4DFF-8B3E-7A0480FA2199}" destId="{4CE0A1BB-8244-46AF-86AE-ED1207E7D542}" srcOrd="1" destOrd="0" parTransId="{B523FDAA-4A65-4445-824E-1BF3AF07C33D}" sibTransId="{A34160F7-ED2F-474D-895E-E3FBC49ADEA1}"/>
    <dgm:cxn modelId="{518EE940-8EAB-4063-A0EE-B7581EA28221}" srcId="{93E2F1D1-360B-4DFF-8B3E-7A0480FA2199}" destId="{79B09C74-4B47-45CC-B14C-97FE958DDD10}" srcOrd="6" destOrd="0" parTransId="{E44E42D3-9FBB-4D8F-8A4B-A70FE356537D}" sibTransId="{BAD4962B-4E42-4F51-AF82-04CAFA5E9A0A}"/>
    <dgm:cxn modelId="{CC0B1CB3-AC32-4CCD-BD3A-CF159F53BF07}" type="presOf" srcId="{79B09C74-4B47-45CC-B14C-97FE958DDD10}" destId="{ABEC49F3-BDF7-424B-9830-26B6CE2FFD7D}" srcOrd="0" destOrd="0" presId="urn:microsoft.com/office/officeart/2005/8/layout/chevron1"/>
    <dgm:cxn modelId="{14892030-CC71-4083-AB62-72E642BFE2A7}" type="presParOf" srcId="{5CF2B12A-6C8F-4E68-A572-3EDBD3F899D1}" destId="{59B237D4-C896-464B-8B66-907E7BC384C0}" srcOrd="0" destOrd="0" presId="urn:microsoft.com/office/officeart/2005/8/layout/chevron1"/>
    <dgm:cxn modelId="{80A967BF-B0B4-44E7-AFFE-B156F8E78163}" type="presParOf" srcId="{5CF2B12A-6C8F-4E68-A572-3EDBD3F899D1}" destId="{6DC5E9E8-AE98-4EBC-9670-F707EB7EC751}" srcOrd="1" destOrd="0" presId="urn:microsoft.com/office/officeart/2005/8/layout/chevron1"/>
    <dgm:cxn modelId="{596CB90F-2EC7-43C5-B5F4-46B8963A63F2}" type="presParOf" srcId="{5CF2B12A-6C8F-4E68-A572-3EDBD3F899D1}" destId="{1ACE4CFD-9202-455E-AB4C-BA16B8AF85CA}" srcOrd="2" destOrd="0" presId="urn:microsoft.com/office/officeart/2005/8/layout/chevron1"/>
    <dgm:cxn modelId="{269EA320-D316-4920-AC45-788360A8D87B}" type="presParOf" srcId="{5CF2B12A-6C8F-4E68-A572-3EDBD3F899D1}" destId="{4A5A3BB2-0FDE-4BE4-96F6-0D831DCEC4F9}" srcOrd="3" destOrd="0" presId="urn:microsoft.com/office/officeart/2005/8/layout/chevron1"/>
    <dgm:cxn modelId="{7AE16758-16F1-47E2-AF3D-F4A79E3A78D4}" type="presParOf" srcId="{5CF2B12A-6C8F-4E68-A572-3EDBD3F899D1}" destId="{A86E4080-92AD-4939-B332-E07C48764045}" srcOrd="4" destOrd="0" presId="urn:microsoft.com/office/officeart/2005/8/layout/chevron1"/>
    <dgm:cxn modelId="{AF1D76B7-8B2A-4A5A-A57E-1CC1C0CF2D70}" type="presParOf" srcId="{5CF2B12A-6C8F-4E68-A572-3EDBD3F899D1}" destId="{642A9323-1F67-4A5D-8857-DF1A6BD242AE}" srcOrd="5" destOrd="0" presId="urn:microsoft.com/office/officeart/2005/8/layout/chevron1"/>
    <dgm:cxn modelId="{C24A5DB7-1DFD-4DB5-B776-6053F6BBC073}" type="presParOf" srcId="{5CF2B12A-6C8F-4E68-A572-3EDBD3F899D1}" destId="{46C46EFF-D58B-4C32-A605-AB030B188E8A}" srcOrd="6" destOrd="0" presId="urn:microsoft.com/office/officeart/2005/8/layout/chevron1"/>
    <dgm:cxn modelId="{A6EF0807-8FC5-406F-8439-81E3307FAAD9}" type="presParOf" srcId="{5CF2B12A-6C8F-4E68-A572-3EDBD3F899D1}" destId="{AE4BA504-6F3B-4F28-BB59-4E979864B31E}" srcOrd="7" destOrd="0" presId="urn:microsoft.com/office/officeart/2005/8/layout/chevron1"/>
    <dgm:cxn modelId="{6675ACE2-492B-45A1-84C3-F6DC6BE74607}" type="presParOf" srcId="{5CF2B12A-6C8F-4E68-A572-3EDBD3F899D1}" destId="{53248EB4-CEF6-4177-84FC-8846ABBB4977}" srcOrd="8" destOrd="0" presId="urn:microsoft.com/office/officeart/2005/8/layout/chevron1"/>
    <dgm:cxn modelId="{CFCE3A5E-6F7E-4A3F-802F-A7BE2ADF4194}" type="presParOf" srcId="{5CF2B12A-6C8F-4E68-A572-3EDBD3F899D1}" destId="{B52DE6A5-CFDA-47E7-BAA7-D6D3087952FC}" srcOrd="9" destOrd="0" presId="urn:microsoft.com/office/officeart/2005/8/layout/chevron1"/>
    <dgm:cxn modelId="{F11EA44B-033F-4196-8012-810762960040}" type="presParOf" srcId="{5CF2B12A-6C8F-4E68-A572-3EDBD3F899D1}" destId="{B980CE8B-C3C6-4D16-BF96-7D51B6888099}" srcOrd="10" destOrd="0" presId="urn:microsoft.com/office/officeart/2005/8/layout/chevron1"/>
    <dgm:cxn modelId="{6F67A303-D773-45D4-A6F7-55D395EFB605}" type="presParOf" srcId="{5CF2B12A-6C8F-4E68-A572-3EDBD3F899D1}" destId="{B7E30B39-CAB3-4860-AE94-B9958E35FF38}" srcOrd="11" destOrd="0" presId="urn:microsoft.com/office/officeart/2005/8/layout/chevron1"/>
    <dgm:cxn modelId="{A7CC95E4-D06C-4DFC-A1B4-3F604D43A7A4}" type="presParOf" srcId="{5CF2B12A-6C8F-4E68-A572-3EDBD3F899D1}" destId="{ABEC49F3-BDF7-424B-9830-26B6CE2FFD7D}" srcOrd="12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" qsCatId="simple" csTypeId="urn:microsoft.com/office/officeart/2005/8/colors/accent3_1" csCatId="accent3" phldr="1"/>
      <dgm:spPr/>
    </dgm:pt>
    <dgm:pt modelId="{9BF9F257-8AA1-4884-82E7-D0FBEB140172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迭代计划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E0A1BB-8244-46AF-86AE-ED1207E7D542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rPr>
            <a:t>开发</a:t>
          </a:r>
          <a:endParaRPr lang="zh-CN" altLang="en-US" sz="1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523FDAA-4A65-4445-824E-1BF3AF07C33D}" type="par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4160F7-ED2F-474D-895E-E3FBC49ADEA1}" type="sib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rPr>
            <a:t>Showcase</a:t>
          </a:r>
          <a:endParaRPr lang="zh-CN" altLang="en-US" sz="1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600" b="1">
              <a:latin typeface="微软雅黑" pitchFamily="34" charset="-122"/>
              <a:ea typeface="微软雅黑" pitchFamily="34" charset="-122"/>
            </a:rPr>
            <a:t>Retro</a:t>
          </a:r>
          <a:endParaRPr lang="en-US" altLang="zh-CN" sz="1600" b="1" dirty="0">
            <a:latin typeface="微软雅黑" pitchFamily="34" charset="-122"/>
            <a:ea typeface="微软雅黑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1ACE4CFD-9202-455E-AB4C-BA16B8AF85CA}" type="pres">
      <dgm:prSet presAssocID="{4CE0A1BB-8244-46AF-86AE-ED1207E7D542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5A3BB2-0FDE-4BE4-96F6-0D831DCEC4F9}" type="pres">
      <dgm:prSet presAssocID="{A34160F7-ED2F-474D-895E-E3FBC49ADEA1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302F12F-80BA-477C-A38A-97322857B6B4}" type="presOf" srcId="{4CE0A1BB-8244-46AF-86AE-ED1207E7D542}" destId="{1ACE4CFD-9202-455E-AB4C-BA16B8AF85CA}" srcOrd="0" destOrd="0" presId="urn:microsoft.com/office/officeart/2005/8/layout/chevron1"/>
    <dgm:cxn modelId="{0D14E37C-6D9F-43CE-9020-7F6BA7A2BB50}" type="presOf" srcId="{9BF9F257-8AA1-4884-82E7-D0FBEB140172}" destId="{59B237D4-C896-464B-8B66-907E7BC384C0}" srcOrd="0" destOrd="0" presId="urn:microsoft.com/office/officeart/2005/8/layout/chevron1"/>
    <dgm:cxn modelId="{4EB0BBEA-5BAD-435F-A5AA-3BEBBBA3D7A6}" type="presOf" srcId="{93E2F1D1-360B-4DFF-8B3E-7A0480FA2199}" destId="{5CF2B12A-6C8F-4E68-A572-3EDBD3F899D1}" srcOrd="0" destOrd="0" presId="urn:microsoft.com/office/officeart/2005/8/layout/chevron1"/>
    <dgm:cxn modelId="{1F4E9157-41AA-4D4E-B2E6-A62F23527E1F}" srcId="{93E2F1D1-360B-4DFF-8B3E-7A0480FA2199}" destId="{4CE0A1BB-8244-46AF-86AE-ED1207E7D542}" srcOrd="1" destOrd="0" parTransId="{B523FDAA-4A65-4445-824E-1BF3AF07C33D}" sibTransId="{A34160F7-ED2F-474D-895E-E3FBC49ADEA1}"/>
    <dgm:cxn modelId="{7C629976-E78B-4E46-971A-C3F5BCF8C947}" type="presOf" srcId="{7BA8313D-8C09-4314-9637-731292CBC83C}" destId="{A86E4080-92AD-4939-B332-E07C48764045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D4FB5058-5C8A-4256-A3DB-6D2505396F66}" srcId="{93E2F1D1-360B-4DFF-8B3E-7A0480FA2199}" destId="{7BA8313D-8C09-4314-9637-731292CBC83C}" srcOrd="2" destOrd="0" parTransId="{645DC388-2576-44B7-9F16-D6B4FC3BEAC1}" sibTransId="{D6404340-BDF4-4F66-920B-0162CA6D5229}"/>
    <dgm:cxn modelId="{A13EC6DA-D0AF-439A-A63B-AD8ECB8B7B0A}" type="presOf" srcId="{C283FA72-CECD-45CD-8757-CEBC1A4221FD}" destId="{46C46EFF-D58B-4C32-A605-AB030B188E8A}" srcOrd="0" destOrd="0" presId="urn:microsoft.com/office/officeart/2005/8/layout/chevron1"/>
    <dgm:cxn modelId="{14E74B39-07B8-486C-8AEF-A29B9D1D13B4}" srcId="{93E2F1D1-360B-4DFF-8B3E-7A0480FA2199}" destId="{C283FA72-CECD-45CD-8757-CEBC1A4221FD}" srcOrd="3" destOrd="0" parTransId="{58D46031-4B37-4A7C-BA2E-95F3BEFA5450}" sibTransId="{56EF64EC-F736-4A42-9234-C53AF2EC327E}"/>
    <dgm:cxn modelId="{B0DAB22D-D4CA-4579-9B6C-D8E9BC13FCDE}" type="presParOf" srcId="{5CF2B12A-6C8F-4E68-A572-3EDBD3F899D1}" destId="{59B237D4-C896-464B-8B66-907E7BC384C0}" srcOrd="0" destOrd="0" presId="urn:microsoft.com/office/officeart/2005/8/layout/chevron1"/>
    <dgm:cxn modelId="{281A38B3-12B2-4DED-8DD3-F0290E903F40}" type="presParOf" srcId="{5CF2B12A-6C8F-4E68-A572-3EDBD3F899D1}" destId="{6DC5E9E8-AE98-4EBC-9670-F707EB7EC751}" srcOrd="1" destOrd="0" presId="urn:microsoft.com/office/officeart/2005/8/layout/chevron1"/>
    <dgm:cxn modelId="{AEC5C0CC-11DE-44C3-8A41-7278AF81D5D7}" type="presParOf" srcId="{5CF2B12A-6C8F-4E68-A572-3EDBD3F899D1}" destId="{1ACE4CFD-9202-455E-AB4C-BA16B8AF85CA}" srcOrd="2" destOrd="0" presId="urn:microsoft.com/office/officeart/2005/8/layout/chevron1"/>
    <dgm:cxn modelId="{8A4824B3-CDA9-4C54-BDF7-4D1FCACE7BFE}" type="presParOf" srcId="{5CF2B12A-6C8F-4E68-A572-3EDBD3F899D1}" destId="{4A5A3BB2-0FDE-4BE4-96F6-0D831DCEC4F9}" srcOrd="3" destOrd="0" presId="urn:microsoft.com/office/officeart/2005/8/layout/chevron1"/>
    <dgm:cxn modelId="{5D48D255-94C4-4FD6-98E8-4F6BFBA755E2}" type="presParOf" srcId="{5CF2B12A-6C8F-4E68-A572-3EDBD3F899D1}" destId="{A86E4080-92AD-4939-B332-E07C48764045}" srcOrd="4" destOrd="0" presId="urn:microsoft.com/office/officeart/2005/8/layout/chevron1"/>
    <dgm:cxn modelId="{3778DF21-44B7-4B21-850C-367932F3E3B0}" type="presParOf" srcId="{5CF2B12A-6C8F-4E68-A572-3EDBD3F899D1}" destId="{642A9323-1F67-4A5D-8857-DF1A6BD242AE}" srcOrd="5" destOrd="0" presId="urn:microsoft.com/office/officeart/2005/8/layout/chevron1"/>
    <dgm:cxn modelId="{6D9627AD-1E77-4568-A23B-B9A2D9DF7C27}" type="presParOf" srcId="{5CF2B12A-6C8F-4E68-A572-3EDBD3F899D1}" destId="{46C46EFF-D58B-4C32-A605-AB030B188E8A}" srcOrd="6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" qsCatId="simple" csTypeId="urn:microsoft.com/office/officeart/2005/8/colors/accent3_1" csCatId="accent3" phldr="1"/>
      <dgm:spPr/>
    </dgm:pt>
    <dgm:pt modelId="{9BF9F257-8AA1-4884-82E7-D0FBEB140172}">
      <dgm:prSet phldrT="[文本]" custT="1"/>
      <dgm:spPr>
        <a:solidFill>
          <a:srgbClr val="9CBB5A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E0A1BB-8244-46AF-86AE-ED1207E7D542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523FDAA-4A65-4445-824E-1BF3AF07C33D}" type="par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4160F7-ED2F-474D-895E-E3FBC49ADEA1}" type="sib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体验路径</a:t>
          </a:r>
          <a:endParaRPr lang="zh-CN" altLang="en-US" sz="105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7F02C57-F794-4829-816A-8ADA1A646B5F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故事撰写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DB0E6A0-597F-4355-A94B-F9106C2FC297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>
            <a:latin typeface="微软雅黑" pitchFamily="34" charset="-122"/>
            <a:ea typeface="微软雅黑" pitchFamily="34" charset="-122"/>
          </a:endParaRP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050" b="1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估算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排期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7" custScaleX="11508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1ACE4CFD-9202-455E-AB4C-BA16B8AF85CA}" type="pres">
      <dgm:prSet presAssocID="{4CE0A1BB-8244-46AF-86AE-ED1207E7D542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5A3BB2-0FDE-4BE4-96F6-0D831DCEC4F9}" type="pres">
      <dgm:prSet presAssocID="{A34160F7-ED2F-474D-895E-E3FBC49ADEA1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2" presStyleCnt="7" custScaleX="11508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CB910872-BD04-4F46-A748-78C5972C8FBB}" type="presOf" srcId="{9BF9F257-8AA1-4884-82E7-D0FBEB140172}" destId="{59B237D4-C896-464B-8B66-907E7BC384C0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04AE1B00-76D9-4CAE-A9CA-8DA85EFEA18B}" srcId="{93E2F1D1-360B-4DFF-8B3E-7A0480FA2199}" destId="{F7F02C57-F794-4829-816A-8ADA1A646B5F}" srcOrd="4" destOrd="0" parTransId="{4FF14B74-898E-4340-AE78-F14F54FA898E}" sibTransId="{5D66FAB0-5F3B-4E88-A460-F1AD586F4A90}"/>
    <dgm:cxn modelId="{95AD1C86-3D8C-4DE7-A7B0-8948847F2B47}" type="presOf" srcId="{ADB0E6A0-597F-4355-A94B-F9106C2FC297}" destId="{B980CE8B-C3C6-4D16-BF96-7D51B6888099}" srcOrd="0" destOrd="0" presId="urn:microsoft.com/office/officeart/2005/8/layout/chevron1"/>
    <dgm:cxn modelId="{D4FB5058-5C8A-4256-A3DB-6D2505396F66}" srcId="{93E2F1D1-360B-4DFF-8B3E-7A0480FA2199}" destId="{7BA8313D-8C09-4314-9637-731292CBC83C}" srcOrd="2" destOrd="0" parTransId="{645DC388-2576-44B7-9F16-D6B4FC3BEAC1}" sibTransId="{D6404340-BDF4-4F66-920B-0162CA6D5229}"/>
    <dgm:cxn modelId="{0873CBEC-14C9-48E9-8A42-E87B05755412}" type="presOf" srcId="{79B09C74-4B47-45CC-B14C-97FE958DDD10}" destId="{ABEC49F3-BDF7-424B-9830-26B6CE2FFD7D}" srcOrd="0" destOrd="0" presId="urn:microsoft.com/office/officeart/2005/8/layout/chevron1"/>
    <dgm:cxn modelId="{C856C980-BEE4-47C2-A87C-258A2F94EE4E}" type="presOf" srcId="{C283FA72-CECD-45CD-8757-CEBC1A4221FD}" destId="{46C46EFF-D58B-4C32-A605-AB030B188E8A}" srcOrd="0" destOrd="0" presId="urn:microsoft.com/office/officeart/2005/8/layout/chevron1"/>
    <dgm:cxn modelId="{2F504E68-985F-4C5C-BEA1-B44EB0F43CF6}" type="presOf" srcId="{7BA8313D-8C09-4314-9637-731292CBC83C}" destId="{A86E4080-92AD-4939-B332-E07C48764045}" srcOrd="0" destOrd="0" presId="urn:microsoft.com/office/officeart/2005/8/layout/chevron1"/>
    <dgm:cxn modelId="{75916416-D567-4187-93FF-33DA1D08733E}" type="presOf" srcId="{F7F02C57-F794-4829-816A-8ADA1A646B5F}" destId="{53248EB4-CEF6-4177-84FC-8846ABBB4977}" srcOrd="0" destOrd="0" presId="urn:microsoft.com/office/officeart/2005/8/layout/chevron1"/>
    <dgm:cxn modelId="{14E74B39-07B8-486C-8AEF-A29B9D1D13B4}" srcId="{93E2F1D1-360B-4DFF-8B3E-7A0480FA2199}" destId="{C283FA72-CECD-45CD-8757-CEBC1A4221FD}" srcOrd="3" destOrd="0" parTransId="{58D46031-4B37-4A7C-BA2E-95F3BEFA5450}" sibTransId="{56EF64EC-F736-4A42-9234-C53AF2EC327E}"/>
    <dgm:cxn modelId="{135A098A-A694-4CAA-A185-6B14C58CEF58}" srcId="{93E2F1D1-360B-4DFF-8B3E-7A0480FA2199}" destId="{ADB0E6A0-597F-4355-A94B-F9106C2FC297}" srcOrd="5" destOrd="0" parTransId="{E89F0154-E648-4FE9-B4D7-A45C73258537}" sibTransId="{EF791709-250D-4FF0-9B88-78FD939A01F9}"/>
    <dgm:cxn modelId="{1F4E9157-41AA-4D4E-B2E6-A62F23527E1F}" srcId="{93E2F1D1-360B-4DFF-8B3E-7A0480FA2199}" destId="{4CE0A1BB-8244-46AF-86AE-ED1207E7D542}" srcOrd="1" destOrd="0" parTransId="{B523FDAA-4A65-4445-824E-1BF3AF07C33D}" sibTransId="{A34160F7-ED2F-474D-895E-E3FBC49ADEA1}"/>
    <dgm:cxn modelId="{518EE940-8EAB-4063-A0EE-B7581EA28221}" srcId="{93E2F1D1-360B-4DFF-8B3E-7A0480FA2199}" destId="{79B09C74-4B47-45CC-B14C-97FE958DDD10}" srcOrd="6" destOrd="0" parTransId="{E44E42D3-9FBB-4D8F-8A4B-A70FE356537D}" sibTransId="{BAD4962B-4E42-4F51-AF82-04CAFA5E9A0A}"/>
    <dgm:cxn modelId="{800FE72A-97C8-4B92-86A6-EEFB7986B6CC}" type="presOf" srcId="{4CE0A1BB-8244-46AF-86AE-ED1207E7D542}" destId="{1ACE4CFD-9202-455E-AB4C-BA16B8AF85CA}" srcOrd="0" destOrd="0" presId="urn:microsoft.com/office/officeart/2005/8/layout/chevron1"/>
    <dgm:cxn modelId="{57DD7C3A-64D9-446A-874E-E07794A1E109}" type="presOf" srcId="{93E2F1D1-360B-4DFF-8B3E-7A0480FA2199}" destId="{5CF2B12A-6C8F-4E68-A572-3EDBD3F899D1}" srcOrd="0" destOrd="0" presId="urn:microsoft.com/office/officeart/2005/8/layout/chevron1"/>
    <dgm:cxn modelId="{8DEF85E4-B3DD-4CD6-8275-5E230775E804}" type="presParOf" srcId="{5CF2B12A-6C8F-4E68-A572-3EDBD3F899D1}" destId="{59B237D4-C896-464B-8B66-907E7BC384C0}" srcOrd="0" destOrd="0" presId="urn:microsoft.com/office/officeart/2005/8/layout/chevron1"/>
    <dgm:cxn modelId="{2B5DB3B4-2E9B-4581-9D8D-DDEAEDA078C1}" type="presParOf" srcId="{5CF2B12A-6C8F-4E68-A572-3EDBD3F899D1}" destId="{6DC5E9E8-AE98-4EBC-9670-F707EB7EC751}" srcOrd="1" destOrd="0" presId="urn:microsoft.com/office/officeart/2005/8/layout/chevron1"/>
    <dgm:cxn modelId="{0CAE4A58-B34D-4BE1-A932-1CB6E5DEB1F2}" type="presParOf" srcId="{5CF2B12A-6C8F-4E68-A572-3EDBD3F899D1}" destId="{1ACE4CFD-9202-455E-AB4C-BA16B8AF85CA}" srcOrd="2" destOrd="0" presId="urn:microsoft.com/office/officeart/2005/8/layout/chevron1"/>
    <dgm:cxn modelId="{45AE8C66-4259-49E0-A3C2-9D33EFD3F650}" type="presParOf" srcId="{5CF2B12A-6C8F-4E68-A572-3EDBD3F899D1}" destId="{4A5A3BB2-0FDE-4BE4-96F6-0D831DCEC4F9}" srcOrd="3" destOrd="0" presId="urn:microsoft.com/office/officeart/2005/8/layout/chevron1"/>
    <dgm:cxn modelId="{FC5D1F25-0CC4-4B74-9DD0-9CBCF9D750FC}" type="presParOf" srcId="{5CF2B12A-6C8F-4E68-A572-3EDBD3F899D1}" destId="{A86E4080-92AD-4939-B332-E07C48764045}" srcOrd="4" destOrd="0" presId="urn:microsoft.com/office/officeart/2005/8/layout/chevron1"/>
    <dgm:cxn modelId="{9BD66D3E-F07B-4D1D-B82E-E39B30717226}" type="presParOf" srcId="{5CF2B12A-6C8F-4E68-A572-3EDBD3F899D1}" destId="{642A9323-1F67-4A5D-8857-DF1A6BD242AE}" srcOrd="5" destOrd="0" presId="urn:microsoft.com/office/officeart/2005/8/layout/chevron1"/>
    <dgm:cxn modelId="{40FD3353-686A-4498-AB60-7B718F4915C5}" type="presParOf" srcId="{5CF2B12A-6C8F-4E68-A572-3EDBD3F899D1}" destId="{46C46EFF-D58B-4C32-A605-AB030B188E8A}" srcOrd="6" destOrd="0" presId="urn:microsoft.com/office/officeart/2005/8/layout/chevron1"/>
    <dgm:cxn modelId="{9B78ABC4-1BDF-4725-81E2-8B316F2B3CC2}" type="presParOf" srcId="{5CF2B12A-6C8F-4E68-A572-3EDBD3F899D1}" destId="{AE4BA504-6F3B-4F28-BB59-4E979864B31E}" srcOrd="7" destOrd="0" presId="urn:microsoft.com/office/officeart/2005/8/layout/chevron1"/>
    <dgm:cxn modelId="{6752F552-753C-4A4B-8F23-F77C9C299264}" type="presParOf" srcId="{5CF2B12A-6C8F-4E68-A572-3EDBD3F899D1}" destId="{53248EB4-CEF6-4177-84FC-8846ABBB4977}" srcOrd="8" destOrd="0" presId="urn:microsoft.com/office/officeart/2005/8/layout/chevron1"/>
    <dgm:cxn modelId="{EF24DB14-8679-4CB8-8D85-525AA4E1CB6B}" type="presParOf" srcId="{5CF2B12A-6C8F-4E68-A572-3EDBD3F899D1}" destId="{B52DE6A5-CFDA-47E7-BAA7-D6D3087952FC}" srcOrd="9" destOrd="0" presId="urn:microsoft.com/office/officeart/2005/8/layout/chevron1"/>
    <dgm:cxn modelId="{E5FAAC85-1382-4BB6-8182-B8F2E82D387B}" type="presParOf" srcId="{5CF2B12A-6C8F-4E68-A572-3EDBD3F899D1}" destId="{B980CE8B-C3C6-4D16-BF96-7D51B6888099}" srcOrd="10" destOrd="0" presId="urn:microsoft.com/office/officeart/2005/8/layout/chevron1"/>
    <dgm:cxn modelId="{89167089-526C-4C9F-9DEA-585F2CAA31FA}" type="presParOf" srcId="{5CF2B12A-6C8F-4E68-A572-3EDBD3F899D1}" destId="{B7E30B39-CAB3-4860-AE94-B9958E35FF38}" srcOrd="11" destOrd="0" presId="urn:microsoft.com/office/officeart/2005/8/layout/chevron1"/>
    <dgm:cxn modelId="{79B0137D-C799-4E12-BC96-5A957B384489}" type="presParOf" srcId="{5CF2B12A-6C8F-4E68-A572-3EDBD3F899D1}" destId="{ABEC49F3-BDF7-424B-9830-26B6CE2FFD7D}" srcOrd="12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" qsCatId="simple" csTypeId="urn:microsoft.com/office/officeart/2005/8/colors/accent3_1" csCatId="accent3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E0A1BB-8244-46AF-86AE-ED1207E7D542}">
      <dgm:prSet phldrT="[文本]" custT="1"/>
      <dgm:spPr>
        <a:solidFill>
          <a:schemeClr val="accent3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523FDAA-4A65-4445-824E-1BF3AF07C33D}" type="par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4160F7-ED2F-474D-895E-E3FBC49ADEA1}" type="sib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体验路径</a:t>
          </a:r>
          <a:endParaRPr lang="zh-CN" altLang="en-US" sz="105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7F02C57-F794-4829-816A-8ADA1A646B5F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故事撰写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DB0E6A0-597F-4355-A94B-F9106C2FC297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>
            <a:latin typeface="微软雅黑" pitchFamily="34" charset="-122"/>
            <a:ea typeface="微软雅黑" pitchFamily="34" charset="-122"/>
          </a:endParaRP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050" b="1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估算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排期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7" custScaleX="11508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1ACE4CFD-9202-455E-AB4C-BA16B8AF85CA}" type="pres">
      <dgm:prSet presAssocID="{4CE0A1BB-8244-46AF-86AE-ED1207E7D542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5A3BB2-0FDE-4BE4-96F6-0D831DCEC4F9}" type="pres">
      <dgm:prSet presAssocID="{A34160F7-ED2F-474D-895E-E3FBC49ADEA1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2" presStyleCnt="7" custScaleX="11508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326B6C15-311B-4F0A-BFEB-1F3E79DDBFE6}" type="presOf" srcId="{F7F02C57-F794-4829-816A-8ADA1A646B5F}" destId="{53248EB4-CEF6-4177-84FC-8846ABBB4977}" srcOrd="0" destOrd="0" presId="urn:microsoft.com/office/officeart/2005/8/layout/chevron1"/>
    <dgm:cxn modelId="{04AE1B00-76D9-4CAE-A9CA-8DA85EFEA18B}" srcId="{93E2F1D1-360B-4DFF-8B3E-7A0480FA2199}" destId="{F7F02C57-F794-4829-816A-8ADA1A646B5F}" srcOrd="4" destOrd="0" parTransId="{4FF14B74-898E-4340-AE78-F14F54FA898E}" sibTransId="{5D66FAB0-5F3B-4E88-A460-F1AD586F4A90}"/>
    <dgm:cxn modelId="{D4FB5058-5C8A-4256-A3DB-6D2505396F66}" srcId="{93E2F1D1-360B-4DFF-8B3E-7A0480FA2199}" destId="{7BA8313D-8C09-4314-9637-731292CBC83C}" srcOrd="2" destOrd="0" parTransId="{645DC388-2576-44B7-9F16-D6B4FC3BEAC1}" sibTransId="{D6404340-BDF4-4F66-920B-0162CA6D5229}"/>
    <dgm:cxn modelId="{071BB89C-A9C4-4DC9-AC1B-7842ADF2DE16}" type="presOf" srcId="{ADB0E6A0-597F-4355-A94B-F9106C2FC297}" destId="{B980CE8B-C3C6-4D16-BF96-7D51B6888099}" srcOrd="0" destOrd="0" presId="urn:microsoft.com/office/officeart/2005/8/layout/chevron1"/>
    <dgm:cxn modelId="{3CF7CBD5-1830-431B-B32B-B010EBC74E14}" type="presOf" srcId="{79B09C74-4B47-45CC-B14C-97FE958DDD10}" destId="{ABEC49F3-BDF7-424B-9830-26B6CE2FFD7D}" srcOrd="0" destOrd="0" presId="urn:microsoft.com/office/officeart/2005/8/layout/chevron1"/>
    <dgm:cxn modelId="{265638D9-981F-4850-98C1-009DFDD68629}" type="presOf" srcId="{C283FA72-CECD-45CD-8757-CEBC1A4221FD}" destId="{46C46EFF-D58B-4C32-A605-AB030B188E8A}" srcOrd="0" destOrd="0" presId="urn:microsoft.com/office/officeart/2005/8/layout/chevron1"/>
    <dgm:cxn modelId="{14E74B39-07B8-486C-8AEF-A29B9D1D13B4}" srcId="{93E2F1D1-360B-4DFF-8B3E-7A0480FA2199}" destId="{C283FA72-CECD-45CD-8757-CEBC1A4221FD}" srcOrd="3" destOrd="0" parTransId="{58D46031-4B37-4A7C-BA2E-95F3BEFA5450}" sibTransId="{56EF64EC-F736-4A42-9234-C53AF2EC327E}"/>
    <dgm:cxn modelId="{135A098A-A694-4CAA-A185-6B14C58CEF58}" srcId="{93E2F1D1-360B-4DFF-8B3E-7A0480FA2199}" destId="{ADB0E6A0-597F-4355-A94B-F9106C2FC297}" srcOrd="5" destOrd="0" parTransId="{E89F0154-E648-4FE9-B4D7-A45C73258537}" sibTransId="{EF791709-250D-4FF0-9B88-78FD939A01F9}"/>
    <dgm:cxn modelId="{F47EEA8A-F6CF-4E9B-A53D-02A7109F342C}" type="presOf" srcId="{7BA8313D-8C09-4314-9637-731292CBC83C}" destId="{A86E4080-92AD-4939-B332-E07C48764045}" srcOrd="0" destOrd="0" presId="urn:microsoft.com/office/officeart/2005/8/layout/chevron1"/>
    <dgm:cxn modelId="{75CA3D6B-C604-4AA8-956E-B6E6F6409995}" type="presOf" srcId="{9BF9F257-8AA1-4884-82E7-D0FBEB140172}" destId="{59B237D4-C896-464B-8B66-907E7BC384C0}" srcOrd="0" destOrd="0" presId="urn:microsoft.com/office/officeart/2005/8/layout/chevron1"/>
    <dgm:cxn modelId="{1F4E9157-41AA-4D4E-B2E6-A62F23527E1F}" srcId="{93E2F1D1-360B-4DFF-8B3E-7A0480FA2199}" destId="{4CE0A1BB-8244-46AF-86AE-ED1207E7D542}" srcOrd="1" destOrd="0" parTransId="{B523FDAA-4A65-4445-824E-1BF3AF07C33D}" sibTransId="{A34160F7-ED2F-474D-895E-E3FBC49ADEA1}"/>
    <dgm:cxn modelId="{518EE940-8EAB-4063-A0EE-B7581EA28221}" srcId="{93E2F1D1-360B-4DFF-8B3E-7A0480FA2199}" destId="{79B09C74-4B47-45CC-B14C-97FE958DDD10}" srcOrd="6" destOrd="0" parTransId="{E44E42D3-9FBB-4D8F-8A4B-A70FE356537D}" sibTransId="{BAD4962B-4E42-4F51-AF82-04CAFA5E9A0A}"/>
    <dgm:cxn modelId="{10686625-E5EB-4128-9C34-B551AE194ED4}" type="presOf" srcId="{4CE0A1BB-8244-46AF-86AE-ED1207E7D542}" destId="{1ACE4CFD-9202-455E-AB4C-BA16B8AF85CA}" srcOrd="0" destOrd="0" presId="urn:microsoft.com/office/officeart/2005/8/layout/chevron1"/>
    <dgm:cxn modelId="{304DF37D-D4F0-49D2-9903-3B233755B507}" type="presOf" srcId="{93E2F1D1-360B-4DFF-8B3E-7A0480FA2199}" destId="{5CF2B12A-6C8F-4E68-A572-3EDBD3F899D1}" srcOrd="0" destOrd="0" presId="urn:microsoft.com/office/officeart/2005/8/layout/chevron1"/>
    <dgm:cxn modelId="{391F74C7-D801-4A15-ADB0-5E95727FC20E}" type="presParOf" srcId="{5CF2B12A-6C8F-4E68-A572-3EDBD3F899D1}" destId="{59B237D4-C896-464B-8B66-907E7BC384C0}" srcOrd="0" destOrd="0" presId="urn:microsoft.com/office/officeart/2005/8/layout/chevron1"/>
    <dgm:cxn modelId="{E8300C18-EE90-4E31-A5E6-B9112B0221F9}" type="presParOf" srcId="{5CF2B12A-6C8F-4E68-A572-3EDBD3F899D1}" destId="{6DC5E9E8-AE98-4EBC-9670-F707EB7EC751}" srcOrd="1" destOrd="0" presId="urn:microsoft.com/office/officeart/2005/8/layout/chevron1"/>
    <dgm:cxn modelId="{4F7E157B-7006-4B28-AF71-4CDCCAF9CE93}" type="presParOf" srcId="{5CF2B12A-6C8F-4E68-A572-3EDBD3F899D1}" destId="{1ACE4CFD-9202-455E-AB4C-BA16B8AF85CA}" srcOrd="2" destOrd="0" presId="urn:microsoft.com/office/officeart/2005/8/layout/chevron1"/>
    <dgm:cxn modelId="{36C35FDA-6030-4ABA-A4A7-29F455DF8425}" type="presParOf" srcId="{5CF2B12A-6C8F-4E68-A572-3EDBD3F899D1}" destId="{4A5A3BB2-0FDE-4BE4-96F6-0D831DCEC4F9}" srcOrd="3" destOrd="0" presId="urn:microsoft.com/office/officeart/2005/8/layout/chevron1"/>
    <dgm:cxn modelId="{8D8E3C82-6FC5-4B24-87B5-5061CCB17EBB}" type="presParOf" srcId="{5CF2B12A-6C8F-4E68-A572-3EDBD3F899D1}" destId="{A86E4080-92AD-4939-B332-E07C48764045}" srcOrd="4" destOrd="0" presId="urn:microsoft.com/office/officeart/2005/8/layout/chevron1"/>
    <dgm:cxn modelId="{177169CD-388F-406C-A803-359855002111}" type="presParOf" srcId="{5CF2B12A-6C8F-4E68-A572-3EDBD3F899D1}" destId="{642A9323-1F67-4A5D-8857-DF1A6BD242AE}" srcOrd="5" destOrd="0" presId="urn:microsoft.com/office/officeart/2005/8/layout/chevron1"/>
    <dgm:cxn modelId="{0B2A4B59-8915-427E-BE19-043C094A3297}" type="presParOf" srcId="{5CF2B12A-6C8F-4E68-A572-3EDBD3F899D1}" destId="{46C46EFF-D58B-4C32-A605-AB030B188E8A}" srcOrd="6" destOrd="0" presId="urn:microsoft.com/office/officeart/2005/8/layout/chevron1"/>
    <dgm:cxn modelId="{D34805F3-7646-4427-8ECF-9B29D8FDA380}" type="presParOf" srcId="{5CF2B12A-6C8F-4E68-A572-3EDBD3F899D1}" destId="{AE4BA504-6F3B-4F28-BB59-4E979864B31E}" srcOrd="7" destOrd="0" presId="urn:microsoft.com/office/officeart/2005/8/layout/chevron1"/>
    <dgm:cxn modelId="{63A8B9FF-429A-4F9A-A5B3-AAF11F03AA8D}" type="presParOf" srcId="{5CF2B12A-6C8F-4E68-A572-3EDBD3F899D1}" destId="{53248EB4-CEF6-4177-84FC-8846ABBB4977}" srcOrd="8" destOrd="0" presId="urn:microsoft.com/office/officeart/2005/8/layout/chevron1"/>
    <dgm:cxn modelId="{96AC48AA-AA3F-4D7E-AA75-4466F186F78E}" type="presParOf" srcId="{5CF2B12A-6C8F-4E68-A572-3EDBD3F899D1}" destId="{B52DE6A5-CFDA-47E7-BAA7-D6D3087952FC}" srcOrd="9" destOrd="0" presId="urn:microsoft.com/office/officeart/2005/8/layout/chevron1"/>
    <dgm:cxn modelId="{AAC6D631-C2B2-400E-A4E6-CA7D4CC1D9A1}" type="presParOf" srcId="{5CF2B12A-6C8F-4E68-A572-3EDBD3F899D1}" destId="{B980CE8B-C3C6-4D16-BF96-7D51B6888099}" srcOrd="10" destOrd="0" presId="urn:microsoft.com/office/officeart/2005/8/layout/chevron1"/>
    <dgm:cxn modelId="{5EC6B393-2D25-4FC0-B119-D482ABF56617}" type="presParOf" srcId="{5CF2B12A-6C8F-4E68-A572-3EDBD3F899D1}" destId="{B7E30B39-CAB3-4860-AE94-B9958E35FF38}" srcOrd="11" destOrd="0" presId="urn:microsoft.com/office/officeart/2005/8/layout/chevron1"/>
    <dgm:cxn modelId="{DBA68B0C-9601-4837-86BE-B560DFDBE0EE}" type="presParOf" srcId="{5CF2B12A-6C8F-4E68-A572-3EDBD3F899D1}" destId="{ABEC49F3-BDF7-424B-9830-26B6CE2FFD7D}" srcOrd="12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" qsCatId="simple" csTypeId="urn:microsoft.com/office/officeart/2005/8/colors/accent3_1" csCatId="accent3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E0A1BB-8244-46AF-86AE-ED1207E7D542}">
      <dgm:prSet phldrT="[文本]" custT="1"/>
      <dgm:spPr>
        <a:solidFill>
          <a:schemeClr val="accent3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523FDAA-4A65-4445-824E-1BF3AF07C33D}" type="par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4160F7-ED2F-474D-895E-E3FBC49ADEA1}" type="sib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 dirty="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体验路径</a:t>
          </a: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7F02C57-F794-4829-816A-8ADA1A646B5F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故事撰写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DB0E6A0-597F-4355-A94B-F9106C2FC297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>
            <a:latin typeface="微软雅黑" pitchFamily="34" charset="-122"/>
            <a:ea typeface="微软雅黑" pitchFamily="34" charset="-122"/>
          </a:endParaRP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050" b="1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估算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排期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7" custScaleX="11508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1ACE4CFD-9202-455E-AB4C-BA16B8AF85CA}" type="pres">
      <dgm:prSet presAssocID="{4CE0A1BB-8244-46AF-86AE-ED1207E7D542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5A3BB2-0FDE-4BE4-96F6-0D831DCEC4F9}" type="pres">
      <dgm:prSet presAssocID="{A34160F7-ED2F-474D-895E-E3FBC49ADEA1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2" presStyleCnt="7" custScaleX="11508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F8C03623-0490-40CF-B6EE-353F4C128B68}" type="presOf" srcId="{93E2F1D1-360B-4DFF-8B3E-7A0480FA2199}" destId="{5CF2B12A-6C8F-4E68-A572-3EDBD3F899D1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180F2803-7358-412E-8B12-AE3C48491B1C}" type="presOf" srcId="{79B09C74-4B47-45CC-B14C-97FE958DDD10}" destId="{ABEC49F3-BDF7-424B-9830-26B6CE2FFD7D}" srcOrd="0" destOrd="0" presId="urn:microsoft.com/office/officeart/2005/8/layout/chevron1"/>
    <dgm:cxn modelId="{04AE1B00-76D9-4CAE-A9CA-8DA85EFEA18B}" srcId="{93E2F1D1-360B-4DFF-8B3E-7A0480FA2199}" destId="{F7F02C57-F794-4829-816A-8ADA1A646B5F}" srcOrd="4" destOrd="0" parTransId="{4FF14B74-898E-4340-AE78-F14F54FA898E}" sibTransId="{5D66FAB0-5F3B-4E88-A460-F1AD586F4A90}"/>
    <dgm:cxn modelId="{5DFC336A-E33A-4DE7-ADB6-41585BF60E2E}" type="presOf" srcId="{4CE0A1BB-8244-46AF-86AE-ED1207E7D542}" destId="{1ACE4CFD-9202-455E-AB4C-BA16B8AF85CA}" srcOrd="0" destOrd="0" presId="urn:microsoft.com/office/officeart/2005/8/layout/chevron1"/>
    <dgm:cxn modelId="{D4FB5058-5C8A-4256-A3DB-6D2505396F66}" srcId="{93E2F1D1-360B-4DFF-8B3E-7A0480FA2199}" destId="{7BA8313D-8C09-4314-9637-731292CBC83C}" srcOrd="2" destOrd="0" parTransId="{645DC388-2576-44B7-9F16-D6B4FC3BEAC1}" sibTransId="{D6404340-BDF4-4F66-920B-0162CA6D5229}"/>
    <dgm:cxn modelId="{0B644839-A17D-4320-AB56-09B2ED8848EF}" type="presOf" srcId="{F7F02C57-F794-4829-816A-8ADA1A646B5F}" destId="{53248EB4-CEF6-4177-84FC-8846ABBB4977}" srcOrd="0" destOrd="0" presId="urn:microsoft.com/office/officeart/2005/8/layout/chevron1"/>
    <dgm:cxn modelId="{7B60E09D-BCD0-450D-A291-235DB47D3DBA}" type="presOf" srcId="{C283FA72-CECD-45CD-8757-CEBC1A4221FD}" destId="{46C46EFF-D58B-4C32-A605-AB030B188E8A}" srcOrd="0" destOrd="0" presId="urn:microsoft.com/office/officeart/2005/8/layout/chevron1"/>
    <dgm:cxn modelId="{E4241D20-38C6-4282-8E1B-FC7CC2A8876A}" type="presOf" srcId="{9BF9F257-8AA1-4884-82E7-D0FBEB140172}" destId="{59B237D4-C896-464B-8B66-907E7BC384C0}" srcOrd="0" destOrd="0" presId="urn:microsoft.com/office/officeart/2005/8/layout/chevron1"/>
    <dgm:cxn modelId="{DB2ED4A4-5CB5-45AC-93C7-679A7B3D24D8}" type="presOf" srcId="{ADB0E6A0-597F-4355-A94B-F9106C2FC297}" destId="{B980CE8B-C3C6-4D16-BF96-7D51B6888099}" srcOrd="0" destOrd="0" presId="urn:microsoft.com/office/officeart/2005/8/layout/chevron1"/>
    <dgm:cxn modelId="{14E74B39-07B8-486C-8AEF-A29B9D1D13B4}" srcId="{93E2F1D1-360B-4DFF-8B3E-7A0480FA2199}" destId="{C283FA72-CECD-45CD-8757-CEBC1A4221FD}" srcOrd="3" destOrd="0" parTransId="{58D46031-4B37-4A7C-BA2E-95F3BEFA5450}" sibTransId="{56EF64EC-F736-4A42-9234-C53AF2EC327E}"/>
    <dgm:cxn modelId="{135A098A-A694-4CAA-A185-6B14C58CEF58}" srcId="{93E2F1D1-360B-4DFF-8B3E-7A0480FA2199}" destId="{ADB0E6A0-597F-4355-A94B-F9106C2FC297}" srcOrd="5" destOrd="0" parTransId="{E89F0154-E648-4FE9-B4D7-A45C73258537}" sibTransId="{EF791709-250D-4FF0-9B88-78FD939A01F9}"/>
    <dgm:cxn modelId="{F0E0A55C-7AE2-4DF2-A8B4-415E013E157C}" type="presOf" srcId="{7BA8313D-8C09-4314-9637-731292CBC83C}" destId="{A86E4080-92AD-4939-B332-E07C48764045}" srcOrd="0" destOrd="0" presId="urn:microsoft.com/office/officeart/2005/8/layout/chevron1"/>
    <dgm:cxn modelId="{1F4E9157-41AA-4D4E-B2E6-A62F23527E1F}" srcId="{93E2F1D1-360B-4DFF-8B3E-7A0480FA2199}" destId="{4CE0A1BB-8244-46AF-86AE-ED1207E7D542}" srcOrd="1" destOrd="0" parTransId="{B523FDAA-4A65-4445-824E-1BF3AF07C33D}" sibTransId="{A34160F7-ED2F-474D-895E-E3FBC49ADEA1}"/>
    <dgm:cxn modelId="{518EE940-8EAB-4063-A0EE-B7581EA28221}" srcId="{93E2F1D1-360B-4DFF-8B3E-7A0480FA2199}" destId="{79B09C74-4B47-45CC-B14C-97FE958DDD10}" srcOrd="6" destOrd="0" parTransId="{E44E42D3-9FBB-4D8F-8A4B-A70FE356537D}" sibTransId="{BAD4962B-4E42-4F51-AF82-04CAFA5E9A0A}"/>
    <dgm:cxn modelId="{FA57FD14-F90E-4AA2-99B3-93BE8E5165DB}" type="presParOf" srcId="{5CF2B12A-6C8F-4E68-A572-3EDBD3F899D1}" destId="{59B237D4-C896-464B-8B66-907E7BC384C0}" srcOrd="0" destOrd="0" presId="urn:microsoft.com/office/officeart/2005/8/layout/chevron1"/>
    <dgm:cxn modelId="{1EA311D0-2E1A-4848-96B8-C867B707DD29}" type="presParOf" srcId="{5CF2B12A-6C8F-4E68-A572-3EDBD3F899D1}" destId="{6DC5E9E8-AE98-4EBC-9670-F707EB7EC751}" srcOrd="1" destOrd="0" presId="urn:microsoft.com/office/officeart/2005/8/layout/chevron1"/>
    <dgm:cxn modelId="{592CD44C-67DD-4511-BDB6-662DCD80B058}" type="presParOf" srcId="{5CF2B12A-6C8F-4E68-A572-3EDBD3F899D1}" destId="{1ACE4CFD-9202-455E-AB4C-BA16B8AF85CA}" srcOrd="2" destOrd="0" presId="urn:microsoft.com/office/officeart/2005/8/layout/chevron1"/>
    <dgm:cxn modelId="{DC463F46-4B01-47D3-AFCB-79CDA4E41CC7}" type="presParOf" srcId="{5CF2B12A-6C8F-4E68-A572-3EDBD3F899D1}" destId="{4A5A3BB2-0FDE-4BE4-96F6-0D831DCEC4F9}" srcOrd="3" destOrd="0" presId="urn:microsoft.com/office/officeart/2005/8/layout/chevron1"/>
    <dgm:cxn modelId="{71E1FBC9-418A-414A-8E0A-BF79C4BB9173}" type="presParOf" srcId="{5CF2B12A-6C8F-4E68-A572-3EDBD3F899D1}" destId="{A86E4080-92AD-4939-B332-E07C48764045}" srcOrd="4" destOrd="0" presId="urn:microsoft.com/office/officeart/2005/8/layout/chevron1"/>
    <dgm:cxn modelId="{7541A65E-320D-4D18-9C05-BC41B8E638CB}" type="presParOf" srcId="{5CF2B12A-6C8F-4E68-A572-3EDBD3F899D1}" destId="{642A9323-1F67-4A5D-8857-DF1A6BD242AE}" srcOrd="5" destOrd="0" presId="urn:microsoft.com/office/officeart/2005/8/layout/chevron1"/>
    <dgm:cxn modelId="{6B5D59F1-5948-4F12-B57A-49C373C36C77}" type="presParOf" srcId="{5CF2B12A-6C8F-4E68-A572-3EDBD3F899D1}" destId="{46C46EFF-D58B-4C32-A605-AB030B188E8A}" srcOrd="6" destOrd="0" presId="urn:microsoft.com/office/officeart/2005/8/layout/chevron1"/>
    <dgm:cxn modelId="{302077F4-BDAC-460D-9643-599F0C33B8E2}" type="presParOf" srcId="{5CF2B12A-6C8F-4E68-A572-3EDBD3F899D1}" destId="{AE4BA504-6F3B-4F28-BB59-4E979864B31E}" srcOrd="7" destOrd="0" presId="urn:microsoft.com/office/officeart/2005/8/layout/chevron1"/>
    <dgm:cxn modelId="{473B9D53-6E16-4F75-B7D1-CADB31B04EC6}" type="presParOf" srcId="{5CF2B12A-6C8F-4E68-A572-3EDBD3F899D1}" destId="{53248EB4-CEF6-4177-84FC-8846ABBB4977}" srcOrd="8" destOrd="0" presId="urn:microsoft.com/office/officeart/2005/8/layout/chevron1"/>
    <dgm:cxn modelId="{FC7331AB-A88F-4188-A8D0-04AC7683B22E}" type="presParOf" srcId="{5CF2B12A-6C8F-4E68-A572-3EDBD3F899D1}" destId="{B52DE6A5-CFDA-47E7-BAA7-D6D3087952FC}" srcOrd="9" destOrd="0" presId="urn:microsoft.com/office/officeart/2005/8/layout/chevron1"/>
    <dgm:cxn modelId="{D5A1014A-27C9-4CB8-889C-E353A8EB5980}" type="presParOf" srcId="{5CF2B12A-6C8F-4E68-A572-3EDBD3F899D1}" destId="{B980CE8B-C3C6-4D16-BF96-7D51B6888099}" srcOrd="10" destOrd="0" presId="urn:microsoft.com/office/officeart/2005/8/layout/chevron1"/>
    <dgm:cxn modelId="{C556030F-97C0-48E4-A719-A903C2CB0C4D}" type="presParOf" srcId="{5CF2B12A-6C8F-4E68-A572-3EDBD3F899D1}" destId="{B7E30B39-CAB3-4860-AE94-B9958E35FF38}" srcOrd="11" destOrd="0" presId="urn:microsoft.com/office/officeart/2005/8/layout/chevron1"/>
    <dgm:cxn modelId="{E4E105BD-5940-45D0-B031-95B1F17EA577}" type="presParOf" srcId="{5CF2B12A-6C8F-4E68-A572-3EDBD3F899D1}" destId="{ABEC49F3-BDF7-424B-9830-26B6CE2FFD7D}" srcOrd="12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" qsCatId="simple" csTypeId="urn:microsoft.com/office/officeart/2005/8/colors/accent3_1" csCatId="accent3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E0A1BB-8244-46AF-86AE-ED1207E7D542}">
      <dgm:prSet phldrT="[文本]" custT="1"/>
      <dgm:spPr>
        <a:solidFill>
          <a:schemeClr val="accent3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523FDAA-4A65-4445-824E-1BF3AF07C33D}" type="par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4160F7-ED2F-474D-895E-E3FBC49ADEA1}" type="sib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体验路径</a:t>
          </a:r>
          <a:endParaRPr lang="zh-CN" altLang="en-US" sz="105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7F02C57-F794-4829-816A-8ADA1A646B5F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故事撰写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DB0E6A0-597F-4355-A94B-F9106C2FC297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>
            <a:latin typeface="微软雅黑" pitchFamily="34" charset="-122"/>
            <a:ea typeface="微软雅黑" pitchFamily="34" charset="-122"/>
          </a:endParaRP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050" b="1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估算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排期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7" custScaleX="11508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1ACE4CFD-9202-455E-AB4C-BA16B8AF85CA}" type="pres">
      <dgm:prSet presAssocID="{4CE0A1BB-8244-46AF-86AE-ED1207E7D542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5A3BB2-0FDE-4BE4-96F6-0D831DCEC4F9}" type="pres">
      <dgm:prSet presAssocID="{A34160F7-ED2F-474D-895E-E3FBC49ADEA1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2" presStyleCnt="7" custScaleX="11508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F1F79C2F-A8DC-49A9-B60D-14F494C5A57D}" type="presOf" srcId="{F7F02C57-F794-4829-816A-8ADA1A646B5F}" destId="{53248EB4-CEF6-4177-84FC-8846ABBB4977}" srcOrd="0" destOrd="0" presId="urn:microsoft.com/office/officeart/2005/8/layout/chevron1"/>
    <dgm:cxn modelId="{0BFD9E1B-75AD-49F9-9599-497714D08C28}" type="presOf" srcId="{79B09C74-4B47-45CC-B14C-97FE958DDD10}" destId="{ABEC49F3-BDF7-424B-9830-26B6CE2FFD7D}" srcOrd="0" destOrd="0" presId="urn:microsoft.com/office/officeart/2005/8/layout/chevron1"/>
    <dgm:cxn modelId="{0437FE74-D462-4A14-BF46-9721E1C562C3}" type="presOf" srcId="{93E2F1D1-360B-4DFF-8B3E-7A0480FA2199}" destId="{5CF2B12A-6C8F-4E68-A572-3EDBD3F899D1}" srcOrd="0" destOrd="0" presId="urn:microsoft.com/office/officeart/2005/8/layout/chevron1"/>
    <dgm:cxn modelId="{6F5E268F-6AE8-48F1-939E-9A76504FC84A}" type="presOf" srcId="{ADB0E6A0-597F-4355-A94B-F9106C2FC297}" destId="{B980CE8B-C3C6-4D16-BF96-7D51B6888099}" srcOrd="0" destOrd="0" presId="urn:microsoft.com/office/officeart/2005/8/layout/chevron1"/>
    <dgm:cxn modelId="{B275C118-86D9-4FD4-8519-ADDC41C42DCF}" type="presOf" srcId="{C283FA72-CECD-45CD-8757-CEBC1A4221FD}" destId="{46C46EFF-D58B-4C32-A605-AB030B188E8A}" srcOrd="0" destOrd="0" presId="urn:microsoft.com/office/officeart/2005/8/layout/chevron1"/>
    <dgm:cxn modelId="{E1ABEC91-0D5D-42B1-9BCD-C58713131C85}" type="presOf" srcId="{4CE0A1BB-8244-46AF-86AE-ED1207E7D542}" destId="{1ACE4CFD-9202-455E-AB4C-BA16B8AF85CA}" srcOrd="0" destOrd="0" presId="urn:microsoft.com/office/officeart/2005/8/layout/chevron1"/>
    <dgm:cxn modelId="{A13F888A-E4B0-4586-8F09-324E1C6D3DD1}" type="presOf" srcId="{9BF9F257-8AA1-4884-82E7-D0FBEB140172}" destId="{59B237D4-C896-464B-8B66-907E7BC384C0}" srcOrd="0" destOrd="0" presId="urn:microsoft.com/office/officeart/2005/8/layout/chevron1"/>
    <dgm:cxn modelId="{14E74B39-07B8-486C-8AEF-A29B9D1D13B4}" srcId="{93E2F1D1-360B-4DFF-8B3E-7A0480FA2199}" destId="{C283FA72-CECD-45CD-8757-CEBC1A4221FD}" srcOrd="3" destOrd="0" parTransId="{58D46031-4B37-4A7C-BA2E-95F3BEFA5450}" sibTransId="{56EF64EC-F736-4A42-9234-C53AF2EC327E}"/>
    <dgm:cxn modelId="{135A098A-A694-4CAA-A185-6B14C58CEF58}" srcId="{93E2F1D1-360B-4DFF-8B3E-7A0480FA2199}" destId="{ADB0E6A0-597F-4355-A94B-F9106C2FC297}" srcOrd="5" destOrd="0" parTransId="{E89F0154-E648-4FE9-B4D7-A45C73258537}" sibTransId="{EF791709-250D-4FF0-9B88-78FD939A01F9}"/>
    <dgm:cxn modelId="{04AE1B00-76D9-4CAE-A9CA-8DA85EFEA18B}" srcId="{93E2F1D1-360B-4DFF-8B3E-7A0480FA2199}" destId="{F7F02C57-F794-4829-816A-8ADA1A646B5F}" srcOrd="4" destOrd="0" parTransId="{4FF14B74-898E-4340-AE78-F14F54FA898E}" sibTransId="{5D66FAB0-5F3B-4E88-A460-F1AD586F4A90}"/>
    <dgm:cxn modelId="{518EE940-8EAB-4063-A0EE-B7581EA28221}" srcId="{93E2F1D1-360B-4DFF-8B3E-7A0480FA2199}" destId="{79B09C74-4B47-45CC-B14C-97FE958DDD10}" srcOrd="6" destOrd="0" parTransId="{E44E42D3-9FBB-4D8F-8A4B-A70FE356537D}" sibTransId="{BAD4962B-4E42-4F51-AF82-04CAFA5E9A0A}"/>
    <dgm:cxn modelId="{D4FB5058-5C8A-4256-A3DB-6D2505396F66}" srcId="{93E2F1D1-360B-4DFF-8B3E-7A0480FA2199}" destId="{7BA8313D-8C09-4314-9637-731292CBC83C}" srcOrd="2" destOrd="0" parTransId="{645DC388-2576-44B7-9F16-D6B4FC3BEAC1}" sibTransId="{D6404340-BDF4-4F66-920B-0162CA6D5229}"/>
    <dgm:cxn modelId="{1F4E9157-41AA-4D4E-B2E6-A62F23527E1F}" srcId="{93E2F1D1-360B-4DFF-8B3E-7A0480FA2199}" destId="{4CE0A1BB-8244-46AF-86AE-ED1207E7D542}" srcOrd="1" destOrd="0" parTransId="{B523FDAA-4A65-4445-824E-1BF3AF07C33D}" sibTransId="{A34160F7-ED2F-474D-895E-E3FBC49ADEA1}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FD31C515-C1BA-4325-A326-AEBBA9E25884}" type="presOf" srcId="{7BA8313D-8C09-4314-9637-731292CBC83C}" destId="{A86E4080-92AD-4939-B332-E07C48764045}" srcOrd="0" destOrd="0" presId="urn:microsoft.com/office/officeart/2005/8/layout/chevron1"/>
    <dgm:cxn modelId="{F64EF737-DCA3-4B62-AEFD-B815151030BF}" type="presParOf" srcId="{5CF2B12A-6C8F-4E68-A572-3EDBD3F899D1}" destId="{59B237D4-C896-464B-8B66-907E7BC384C0}" srcOrd="0" destOrd="0" presId="urn:microsoft.com/office/officeart/2005/8/layout/chevron1"/>
    <dgm:cxn modelId="{C093211D-AD8A-48DF-80AA-FB2ABA216781}" type="presParOf" srcId="{5CF2B12A-6C8F-4E68-A572-3EDBD3F899D1}" destId="{6DC5E9E8-AE98-4EBC-9670-F707EB7EC751}" srcOrd="1" destOrd="0" presId="urn:microsoft.com/office/officeart/2005/8/layout/chevron1"/>
    <dgm:cxn modelId="{3E847F7E-B399-4F8A-B47B-066C9C61B1A9}" type="presParOf" srcId="{5CF2B12A-6C8F-4E68-A572-3EDBD3F899D1}" destId="{1ACE4CFD-9202-455E-AB4C-BA16B8AF85CA}" srcOrd="2" destOrd="0" presId="urn:microsoft.com/office/officeart/2005/8/layout/chevron1"/>
    <dgm:cxn modelId="{94D71B10-C373-4B59-8DBE-E105B5606C5F}" type="presParOf" srcId="{5CF2B12A-6C8F-4E68-A572-3EDBD3F899D1}" destId="{4A5A3BB2-0FDE-4BE4-96F6-0D831DCEC4F9}" srcOrd="3" destOrd="0" presId="urn:microsoft.com/office/officeart/2005/8/layout/chevron1"/>
    <dgm:cxn modelId="{A6B7DD8F-032F-430C-B32F-A45CFD690895}" type="presParOf" srcId="{5CF2B12A-6C8F-4E68-A572-3EDBD3F899D1}" destId="{A86E4080-92AD-4939-B332-E07C48764045}" srcOrd="4" destOrd="0" presId="urn:microsoft.com/office/officeart/2005/8/layout/chevron1"/>
    <dgm:cxn modelId="{5404FD87-03AE-4CFC-B2B7-C4508A878104}" type="presParOf" srcId="{5CF2B12A-6C8F-4E68-A572-3EDBD3F899D1}" destId="{642A9323-1F67-4A5D-8857-DF1A6BD242AE}" srcOrd="5" destOrd="0" presId="urn:microsoft.com/office/officeart/2005/8/layout/chevron1"/>
    <dgm:cxn modelId="{E8798CDD-9A17-4291-A43C-6C03E0DBED48}" type="presParOf" srcId="{5CF2B12A-6C8F-4E68-A572-3EDBD3F899D1}" destId="{46C46EFF-D58B-4C32-A605-AB030B188E8A}" srcOrd="6" destOrd="0" presId="urn:microsoft.com/office/officeart/2005/8/layout/chevron1"/>
    <dgm:cxn modelId="{ADAB46EA-F1E3-4BEF-808E-78D3FEC62824}" type="presParOf" srcId="{5CF2B12A-6C8F-4E68-A572-3EDBD3F899D1}" destId="{AE4BA504-6F3B-4F28-BB59-4E979864B31E}" srcOrd="7" destOrd="0" presId="urn:microsoft.com/office/officeart/2005/8/layout/chevron1"/>
    <dgm:cxn modelId="{B03E5FF4-A1A6-4087-A801-43203238D3BE}" type="presParOf" srcId="{5CF2B12A-6C8F-4E68-A572-3EDBD3F899D1}" destId="{53248EB4-CEF6-4177-84FC-8846ABBB4977}" srcOrd="8" destOrd="0" presId="urn:microsoft.com/office/officeart/2005/8/layout/chevron1"/>
    <dgm:cxn modelId="{997F11F3-7B40-44EB-90C0-3C429583BD9E}" type="presParOf" srcId="{5CF2B12A-6C8F-4E68-A572-3EDBD3F899D1}" destId="{B52DE6A5-CFDA-47E7-BAA7-D6D3087952FC}" srcOrd="9" destOrd="0" presId="urn:microsoft.com/office/officeart/2005/8/layout/chevron1"/>
    <dgm:cxn modelId="{824F6A90-BB74-4D01-8D0A-8F9E4E581DA8}" type="presParOf" srcId="{5CF2B12A-6C8F-4E68-A572-3EDBD3F899D1}" destId="{B980CE8B-C3C6-4D16-BF96-7D51B6888099}" srcOrd="10" destOrd="0" presId="urn:microsoft.com/office/officeart/2005/8/layout/chevron1"/>
    <dgm:cxn modelId="{386D4857-3676-48D0-A8D4-77E9C069A9FE}" type="presParOf" srcId="{5CF2B12A-6C8F-4E68-A572-3EDBD3F899D1}" destId="{B7E30B39-CAB3-4860-AE94-B9958E35FF38}" srcOrd="11" destOrd="0" presId="urn:microsoft.com/office/officeart/2005/8/layout/chevron1"/>
    <dgm:cxn modelId="{08D0D062-44C1-4E43-BE81-273F3E1DB9BD}" type="presParOf" srcId="{5CF2B12A-6C8F-4E68-A572-3EDBD3F899D1}" destId="{ABEC49F3-BDF7-424B-9830-26B6CE2FFD7D}" srcOrd="12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" qsCatId="simple" csTypeId="urn:microsoft.com/office/officeart/2005/8/colors/accent3_1" csCatId="accent3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E0A1BB-8244-46AF-86AE-ED1207E7D542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523FDAA-4A65-4445-824E-1BF3AF07C33D}" type="par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4160F7-ED2F-474D-895E-E3FBC49ADEA1}" type="sib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solidFill>
          <a:schemeClr val="accent3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 dirty="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体验路径</a:t>
          </a: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7F02C57-F794-4829-816A-8ADA1A646B5F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故事撰写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DB0E6A0-597F-4355-A94B-F9106C2FC297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>
            <a:latin typeface="微软雅黑" pitchFamily="34" charset="-122"/>
            <a:ea typeface="微软雅黑" pitchFamily="34" charset="-122"/>
          </a:endParaRP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050" b="1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估算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排期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7" custScaleX="11508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1ACE4CFD-9202-455E-AB4C-BA16B8AF85CA}" type="pres">
      <dgm:prSet presAssocID="{4CE0A1BB-8244-46AF-86AE-ED1207E7D542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5A3BB2-0FDE-4BE4-96F6-0D831DCEC4F9}" type="pres">
      <dgm:prSet presAssocID="{A34160F7-ED2F-474D-895E-E3FBC49ADEA1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2" presStyleCnt="7" custScaleX="11508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03BA0F85-CA38-47E4-A38A-A95ACCCA31B4}" type="presOf" srcId="{4CE0A1BB-8244-46AF-86AE-ED1207E7D542}" destId="{1ACE4CFD-9202-455E-AB4C-BA16B8AF85CA}" srcOrd="0" destOrd="0" presId="urn:microsoft.com/office/officeart/2005/8/layout/chevron1"/>
    <dgm:cxn modelId="{04AE1B00-76D9-4CAE-A9CA-8DA85EFEA18B}" srcId="{93E2F1D1-360B-4DFF-8B3E-7A0480FA2199}" destId="{F7F02C57-F794-4829-816A-8ADA1A646B5F}" srcOrd="4" destOrd="0" parTransId="{4FF14B74-898E-4340-AE78-F14F54FA898E}" sibTransId="{5D66FAB0-5F3B-4E88-A460-F1AD586F4A90}"/>
    <dgm:cxn modelId="{D4FB5058-5C8A-4256-A3DB-6D2505396F66}" srcId="{93E2F1D1-360B-4DFF-8B3E-7A0480FA2199}" destId="{7BA8313D-8C09-4314-9637-731292CBC83C}" srcOrd="2" destOrd="0" parTransId="{645DC388-2576-44B7-9F16-D6B4FC3BEAC1}" sibTransId="{D6404340-BDF4-4F66-920B-0162CA6D5229}"/>
    <dgm:cxn modelId="{306E88C4-4CE3-408C-BB6B-5C8FAF06E773}" type="presOf" srcId="{ADB0E6A0-597F-4355-A94B-F9106C2FC297}" destId="{B980CE8B-C3C6-4D16-BF96-7D51B6888099}" srcOrd="0" destOrd="0" presId="urn:microsoft.com/office/officeart/2005/8/layout/chevron1"/>
    <dgm:cxn modelId="{14E74B39-07B8-486C-8AEF-A29B9D1D13B4}" srcId="{93E2F1D1-360B-4DFF-8B3E-7A0480FA2199}" destId="{C283FA72-CECD-45CD-8757-CEBC1A4221FD}" srcOrd="3" destOrd="0" parTransId="{58D46031-4B37-4A7C-BA2E-95F3BEFA5450}" sibTransId="{56EF64EC-F736-4A42-9234-C53AF2EC327E}"/>
    <dgm:cxn modelId="{135A098A-A694-4CAA-A185-6B14C58CEF58}" srcId="{93E2F1D1-360B-4DFF-8B3E-7A0480FA2199}" destId="{ADB0E6A0-597F-4355-A94B-F9106C2FC297}" srcOrd="5" destOrd="0" parTransId="{E89F0154-E648-4FE9-B4D7-A45C73258537}" sibTransId="{EF791709-250D-4FF0-9B88-78FD939A01F9}"/>
    <dgm:cxn modelId="{1FA51F99-A822-4F4D-B1FA-6EBF396E1671}" type="presOf" srcId="{79B09C74-4B47-45CC-B14C-97FE958DDD10}" destId="{ABEC49F3-BDF7-424B-9830-26B6CE2FFD7D}" srcOrd="0" destOrd="0" presId="urn:microsoft.com/office/officeart/2005/8/layout/chevron1"/>
    <dgm:cxn modelId="{39FE6B72-4835-4AA9-A0BA-6B3CCFE6D329}" type="presOf" srcId="{7BA8313D-8C09-4314-9637-731292CBC83C}" destId="{A86E4080-92AD-4939-B332-E07C48764045}" srcOrd="0" destOrd="0" presId="urn:microsoft.com/office/officeart/2005/8/layout/chevron1"/>
    <dgm:cxn modelId="{6C42F17C-FECC-403A-88E3-CEB597D95334}" type="presOf" srcId="{93E2F1D1-360B-4DFF-8B3E-7A0480FA2199}" destId="{5CF2B12A-6C8F-4E68-A572-3EDBD3F899D1}" srcOrd="0" destOrd="0" presId="urn:microsoft.com/office/officeart/2005/8/layout/chevron1"/>
    <dgm:cxn modelId="{75D83551-D9AC-4033-9F2D-B40BB84676C7}" type="presOf" srcId="{9BF9F257-8AA1-4884-82E7-D0FBEB140172}" destId="{59B237D4-C896-464B-8B66-907E7BC384C0}" srcOrd="0" destOrd="0" presId="urn:microsoft.com/office/officeart/2005/8/layout/chevron1"/>
    <dgm:cxn modelId="{1F4E9157-41AA-4D4E-B2E6-A62F23527E1F}" srcId="{93E2F1D1-360B-4DFF-8B3E-7A0480FA2199}" destId="{4CE0A1BB-8244-46AF-86AE-ED1207E7D542}" srcOrd="1" destOrd="0" parTransId="{B523FDAA-4A65-4445-824E-1BF3AF07C33D}" sibTransId="{A34160F7-ED2F-474D-895E-E3FBC49ADEA1}"/>
    <dgm:cxn modelId="{518EE940-8EAB-4063-A0EE-B7581EA28221}" srcId="{93E2F1D1-360B-4DFF-8B3E-7A0480FA2199}" destId="{79B09C74-4B47-45CC-B14C-97FE958DDD10}" srcOrd="6" destOrd="0" parTransId="{E44E42D3-9FBB-4D8F-8A4B-A70FE356537D}" sibTransId="{BAD4962B-4E42-4F51-AF82-04CAFA5E9A0A}"/>
    <dgm:cxn modelId="{BAC7BC4A-C927-4E2B-8451-C4432F223720}" type="presOf" srcId="{F7F02C57-F794-4829-816A-8ADA1A646B5F}" destId="{53248EB4-CEF6-4177-84FC-8846ABBB4977}" srcOrd="0" destOrd="0" presId="urn:microsoft.com/office/officeart/2005/8/layout/chevron1"/>
    <dgm:cxn modelId="{43A46856-FA0D-4DD2-A1BD-A37872349201}" type="presOf" srcId="{C283FA72-CECD-45CD-8757-CEBC1A4221FD}" destId="{46C46EFF-D58B-4C32-A605-AB030B188E8A}" srcOrd="0" destOrd="0" presId="urn:microsoft.com/office/officeart/2005/8/layout/chevron1"/>
    <dgm:cxn modelId="{68E426DC-349A-45A4-88B9-3391A789D935}" type="presParOf" srcId="{5CF2B12A-6C8F-4E68-A572-3EDBD3F899D1}" destId="{59B237D4-C896-464B-8B66-907E7BC384C0}" srcOrd="0" destOrd="0" presId="urn:microsoft.com/office/officeart/2005/8/layout/chevron1"/>
    <dgm:cxn modelId="{E288AC28-7C5A-4F54-A249-9524EC5C07E5}" type="presParOf" srcId="{5CF2B12A-6C8F-4E68-A572-3EDBD3F899D1}" destId="{6DC5E9E8-AE98-4EBC-9670-F707EB7EC751}" srcOrd="1" destOrd="0" presId="urn:microsoft.com/office/officeart/2005/8/layout/chevron1"/>
    <dgm:cxn modelId="{253C0342-D1A6-40BA-A40C-24D88AA569EF}" type="presParOf" srcId="{5CF2B12A-6C8F-4E68-A572-3EDBD3F899D1}" destId="{1ACE4CFD-9202-455E-AB4C-BA16B8AF85CA}" srcOrd="2" destOrd="0" presId="urn:microsoft.com/office/officeart/2005/8/layout/chevron1"/>
    <dgm:cxn modelId="{DD20A34F-18E4-48A3-ADB1-BFFE8EE30150}" type="presParOf" srcId="{5CF2B12A-6C8F-4E68-A572-3EDBD3F899D1}" destId="{4A5A3BB2-0FDE-4BE4-96F6-0D831DCEC4F9}" srcOrd="3" destOrd="0" presId="urn:microsoft.com/office/officeart/2005/8/layout/chevron1"/>
    <dgm:cxn modelId="{80CEF99B-4FA3-4F45-8EE7-682B075236E5}" type="presParOf" srcId="{5CF2B12A-6C8F-4E68-A572-3EDBD3F899D1}" destId="{A86E4080-92AD-4939-B332-E07C48764045}" srcOrd="4" destOrd="0" presId="urn:microsoft.com/office/officeart/2005/8/layout/chevron1"/>
    <dgm:cxn modelId="{15ABBA53-FD9A-4C99-978E-1808F4AB2CE7}" type="presParOf" srcId="{5CF2B12A-6C8F-4E68-A572-3EDBD3F899D1}" destId="{642A9323-1F67-4A5D-8857-DF1A6BD242AE}" srcOrd="5" destOrd="0" presId="urn:microsoft.com/office/officeart/2005/8/layout/chevron1"/>
    <dgm:cxn modelId="{9D188CC5-264A-4CDC-8517-F9882BE8AF5D}" type="presParOf" srcId="{5CF2B12A-6C8F-4E68-A572-3EDBD3F899D1}" destId="{46C46EFF-D58B-4C32-A605-AB030B188E8A}" srcOrd="6" destOrd="0" presId="urn:microsoft.com/office/officeart/2005/8/layout/chevron1"/>
    <dgm:cxn modelId="{614C3996-783F-4C74-9F5C-8806451797DA}" type="presParOf" srcId="{5CF2B12A-6C8F-4E68-A572-3EDBD3F899D1}" destId="{AE4BA504-6F3B-4F28-BB59-4E979864B31E}" srcOrd="7" destOrd="0" presId="urn:microsoft.com/office/officeart/2005/8/layout/chevron1"/>
    <dgm:cxn modelId="{6204A3A8-ED70-4080-AEE8-846645AE6FF7}" type="presParOf" srcId="{5CF2B12A-6C8F-4E68-A572-3EDBD3F899D1}" destId="{53248EB4-CEF6-4177-84FC-8846ABBB4977}" srcOrd="8" destOrd="0" presId="urn:microsoft.com/office/officeart/2005/8/layout/chevron1"/>
    <dgm:cxn modelId="{1A541899-A3B5-4FE3-BEAA-DA1CF850A73B}" type="presParOf" srcId="{5CF2B12A-6C8F-4E68-A572-3EDBD3F899D1}" destId="{B52DE6A5-CFDA-47E7-BAA7-D6D3087952FC}" srcOrd="9" destOrd="0" presId="urn:microsoft.com/office/officeart/2005/8/layout/chevron1"/>
    <dgm:cxn modelId="{54E244FF-9AC5-425B-9406-A0C3EE4054C6}" type="presParOf" srcId="{5CF2B12A-6C8F-4E68-A572-3EDBD3F899D1}" destId="{B980CE8B-C3C6-4D16-BF96-7D51B6888099}" srcOrd="10" destOrd="0" presId="urn:microsoft.com/office/officeart/2005/8/layout/chevron1"/>
    <dgm:cxn modelId="{6E561C28-F573-48F6-91F9-605E5FB19B96}" type="presParOf" srcId="{5CF2B12A-6C8F-4E68-A572-3EDBD3F899D1}" destId="{B7E30B39-CAB3-4860-AE94-B9958E35FF38}" srcOrd="11" destOrd="0" presId="urn:microsoft.com/office/officeart/2005/8/layout/chevron1"/>
    <dgm:cxn modelId="{AE258041-B713-4C34-9A8C-85C2CE0EF8D4}" type="presParOf" srcId="{5CF2B12A-6C8F-4E68-A572-3EDBD3F899D1}" destId="{ABEC49F3-BDF7-424B-9830-26B6CE2FFD7D}" srcOrd="12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" qsCatId="simple" csTypeId="urn:microsoft.com/office/officeart/2005/8/colors/accent3_1" csCatId="accent3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E0A1BB-8244-46AF-86AE-ED1207E7D542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523FDAA-4A65-4445-824E-1BF3AF07C33D}" type="par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4160F7-ED2F-474D-895E-E3FBC49ADEA1}" type="sib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体验路径</a:t>
          </a:r>
          <a:endParaRPr lang="zh-CN" altLang="en-US" sz="105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83FA72-CECD-45CD-8757-CEBC1A4221FD}">
      <dgm:prSet custT="1"/>
      <dgm:spPr>
        <a:solidFill>
          <a:schemeClr val="accent3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7F02C57-F794-4829-816A-8ADA1A646B5F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故事撰写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DB0E6A0-597F-4355-A94B-F9106C2FC297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>
            <a:latin typeface="微软雅黑" pitchFamily="34" charset="-122"/>
            <a:ea typeface="微软雅黑" pitchFamily="34" charset="-122"/>
          </a:endParaRP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050" b="1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估算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排期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7" custScaleX="11508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1ACE4CFD-9202-455E-AB4C-BA16B8AF85CA}" type="pres">
      <dgm:prSet presAssocID="{4CE0A1BB-8244-46AF-86AE-ED1207E7D542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5A3BB2-0FDE-4BE4-96F6-0D831DCEC4F9}" type="pres">
      <dgm:prSet presAssocID="{A34160F7-ED2F-474D-895E-E3FBC49ADEA1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2" presStyleCnt="7" custScaleX="11508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FD9F62A-D818-4820-8F1B-FFE912D90A00}" type="presOf" srcId="{ADB0E6A0-597F-4355-A94B-F9106C2FC297}" destId="{B980CE8B-C3C6-4D16-BF96-7D51B6888099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410EDC06-8E4B-4E14-8C87-689D865D9DB3}" type="presOf" srcId="{4CE0A1BB-8244-46AF-86AE-ED1207E7D542}" destId="{1ACE4CFD-9202-455E-AB4C-BA16B8AF85CA}" srcOrd="0" destOrd="0" presId="urn:microsoft.com/office/officeart/2005/8/layout/chevron1"/>
    <dgm:cxn modelId="{96534541-3C71-41F4-8202-02909DF792AB}" type="presOf" srcId="{C283FA72-CECD-45CD-8757-CEBC1A4221FD}" destId="{46C46EFF-D58B-4C32-A605-AB030B188E8A}" srcOrd="0" destOrd="0" presId="urn:microsoft.com/office/officeart/2005/8/layout/chevron1"/>
    <dgm:cxn modelId="{1E2EC343-88D8-4267-A8EE-01D31C48364D}" type="presOf" srcId="{79B09C74-4B47-45CC-B14C-97FE958DDD10}" destId="{ABEC49F3-BDF7-424B-9830-26B6CE2FFD7D}" srcOrd="0" destOrd="0" presId="urn:microsoft.com/office/officeart/2005/8/layout/chevron1"/>
    <dgm:cxn modelId="{04AE1B00-76D9-4CAE-A9CA-8DA85EFEA18B}" srcId="{93E2F1D1-360B-4DFF-8B3E-7A0480FA2199}" destId="{F7F02C57-F794-4829-816A-8ADA1A646B5F}" srcOrd="4" destOrd="0" parTransId="{4FF14B74-898E-4340-AE78-F14F54FA898E}" sibTransId="{5D66FAB0-5F3B-4E88-A460-F1AD586F4A90}"/>
    <dgm:cxn modelId="{D4FB5058-5C8A-4256-A3DB-6D2505396F66}" srcId="{93E2F1D1-360B-4DFF-8B3E-7A0480FA2199}" destId="{7BA8313D-8C09-4314-9637-731292CBC83C}" srcOrd="2" destOrd="0" parTransId="{645DC388-2576-44B7-9F16-D6B4FC3BEAC1}" sibTransId="{D6404340-BDF4-4F66-920B-0162CA6D5229}"/>
    <dgm:cxn modelId="{7181B8FD-B443-436D-AB62-D9299527C1CD}" type="presOf" srcId="{93E2F1D1-360B-4DFF-8B3E-7A0480FA2199}" destId="{5CF2B12A-6C8F-4E68-A572-3EDBD3F899D1}" srcOrd="0" destOrd="0" presId="urn:microsoft.com/office/officeart/2005/8/layout/chevron1"/>
    <dgm:cxn modelId="{14E74B39-07B8-486C-8AEF-A29B9D1D13B4}" srcId="{93E2F1D1-360B-4DFF-8B3E-7A0480FA2199}" destId="{C283FA72-CECD-45CD-8757-CEBC1A4221FD}" srcOrd="3" destOrd="0" parTransId="{58D46031-4B37-4A7C-BA2E-95F3BEFA5450}" sibTransId="{56EF64EC-F736-4A42-9234-C53AF2EC327E}"/>
    <dgm:cxn modelId="{135A098A-A694-4CAA-A185-6B14C58CEF58}" srcId="{93E2F1D1-360B-4DFF-8B3E-7A0480FA2199}" destId="{ADB0E6A0-597F-4355-A94B-F9106C2FC297}" srcOrd="5" destOrd="0" parTransId="{E89F0154-E648-4FE9-B4D7-A45C73258537}" sibTransId="{EF791709-250D-4FF0-9B88-78FD939A01F9}"/>
    <dgm:cxn modelId="{9FF061E9-0C79-428D-A28D-92DEC3EA8EC1}" type="presOf" srcId="{9BF9F257-8AA1-4884-82E7-D0FBEB140172}" destId="{59B237D4-C896-464B-8B66-907E7BC384C0}" srcOrd="0" destOrd="0" presId="urn:microsoft.com/office/officeart/2005/8/layout/chevron1"/>
    <dgm:cxn modelId="{1F4E9157-41AA-4D4E-B2E6-A62F23527E1F}" srcId="{93E2F1D1-360B-4DFF-8B3E-7A0480FA2199}" destId="{4CE0A1BB-8244-46AF-86AE-ED1207E7D542}" srcOrd="1" destOrd="0" parTransId="{B523FDAA-4A65-4445-824E-1BF3AF07C33D}" sibTransId="{A34160F7-ED2F-474D-895E-E3FBC49ADEA1}"/>
    <dgm:cxn modelId="{90F2EB2A-079C-4FB1-8F9E-49001EC1D124}" type="presOf" srcId="{7BA8313D-8C09-4314-9637-731292CBC83C}" destId="{A86E4080-92AD-4939-B332-E07C48764045}" srcOrd="0" destOrd="0" presId="urn:microsoft.com/office/officeart/2005/8/layout/chevron1"/>
    <dgm:cxn modelId="{518EE940-8EAB-4063-A0EE-B7581EA28221}" srcId="{93E2F1D1-360B-4DFF-8B3E-7A0480FA2199}" destId="{79B09C74-4B47-45CC-B14C-97FE958DDD10}" srcOrd="6" destOrd="0" parTransId="{E44E42D3-9FBB-4D8F-8A4B-A70FE356537D}" sibTransId="{BAD4962B-4E42-4F51-AF82-04CAFA5E9A0A}"/>
    <dgm:cxn modelId="{BD91B889-8ABC-4836-8D85-F2E8B6B5A3B6}" type="presOf" srcId="{F7F02C57-F794-4829-816A-8ADA1A646B5F}" destId="{53248EB4-CEF6-4177-84FC-8846ABBB4977}" srcOrd="0" destOrd="0" presId="urn:microsoft.com/office/officeart/2005/8/layout/chevron1"/>
    <dgm:cxn modelId="{15006414-9462-4359-AEB3-AAEDD00C2246}" type="presParOf" srcId="{5CF2B12A-6C8F-4E68-A572-3EDBD3F899D1}" destId="{59B237D4-C896-464B-8B66-907E7BC384C0}" srcOrd="0" destOrd="0" presId="urn:microsoft.com/office/officeart/2005/8/layout/chevron1"/>
    <dgm:cxn modelId="{64DADAD0-030E-4722-BFCC-73FA648431BD}" type="presParOf" srcId="{5CF2B12A-6C8F-4E68-A572-3EDBD3F899D1}" destId="{6DC5E9E8-AE98-4EBC-9670-F707EB7EC751}" srcOrd="1" destOrd="0" presId="urn:microsoft.com/office/officeart/2005/8/layout/chevron1"/>
    <dgm:cxn modelId="{87738B5A-DBB4-481D-AB29-87BB6DAF4437}" type="presParOf" srcId="{5CF2B12A-6C8F-4E68-A572-3EDBD3F899D1}" destId="{1ACE4CFD-9202-455E-AB4C-BA16B8AF85CA}" srcOrd="2" destOrd="0" presId="urn:microsoft.com/office/officeart/2005/8/layout/chevron1"/>
    <dgm:cxn modelId="{5642C4B5-9CD1-4844-B33C-53BBB610AAFF}" type="presParOf" srcId="{5CF2B12A-6C8F-4E68-A572-3EDBD3F899D1}" destId="{4A5A3BB2-0FDE-4BE4-96F6-0D831DCEC4F9}" srcOrd="3" destOrd="0" presId="urn:microsoft.com/office/officeart/2005/8/layout/chevron1"/>
    <dgm:cxn modelId="{D73533C6-96B5-4741-B596-5EC35F3109C9}" type="presParOf" srcId="{5CF2B12A-6C8F-4E68-A572-3EDBD3F899D1}" destId="{A86E4080-92AD-4939-B332-E07C48764045}" srcOrd="4" destOrd="0" presId="urn:microsoft.com/office/officeart/2005/8/layout/chevron1"/>
    <dgm:cxn modelId="{57E24DA0-1C59-4D7E-B4CE-7597B7014E25}" type="presParOf" srcId="{5CF2B12A-6C8F-4E68-A572-3EDBD3F899D1}" destId="{642A9323-1F67-4A5D-8857-DF1A6BD242AE}" srcOrd="5" destOrd="0" presId="urn:microsoft.com/office/officeart/2005/8/layout/chevron1"/>
    <dgm:cxn modelId="{D36DE50D-97B7-4827-8AFC-249D5457E232}" type="presParOf" srcId="{5CF2B12A-6C8F-4E68-A572-3EDBD3F899D1}" destId="{46C46EFF-D58B-4C32-A605-AB030B188E8A}" srcOrd="6" destOrd="0" presId="urn:microsoft.com/office/officeart/2005/8/layout/chevron1"/>
    <dgm:cxn modelId="{44A5A669-6BAD-415F-BAB8-A3FDEAC81B4D}" type="presParOf" srcId="{5CF2B12A-6C8F-4E68-A572-3EDBD3F899D1}" destId="{AE4BA504-6F3B-4F28-BB59-4E979864B31E}" srcOrd="7" destOrd="0" presId="urn:microsoft.com/office/officeart/2005/8/layout/chevron1"/>
    <dgm:cxn modelId="{1489AF9F-B53B-4839-8C90-1CB8A612BAAE}" type="presParOf" srcId="{5CF2B12A-6C8F-4E68-A572-3EDBD3F899D1}" destId="{53248EB4-CEF6-4177-84FC-8846ABBB4977}" srcOrd="8" destOrd="0" presId="urn:microsoft.com/office/officeart/2005/8/layout/chevron1"/>
    <dgm:cxn modelId="{2C636CE8-41D5-4297-AC3E-3C23CCB41CCD}" type="presParOf" srcId="{5CF2B12A-6C8F-4E68-A572-3EDBD3F899D1}" destId="{B52DE6A5-CFDA-47E7-BAA7-D6D3087952FC}" srcOrd="9" destOrd="0" presId="urn:microsoft.com/office/officeart/2005/8/layout/chevron1"/>
    <dgm:cxn modelId="{868C5DD7-D22E-4CE0-AF2B-FECB439D5756}" type="presParOf" srcId="{5CF2B12A-6C8F-4E68-A572-3EDBD3F899D1}" destId="{B980CE8B-C3C6-4D16-BF96-7D51B6888099}" srcOrd="10" destOrd="0" presId="urn:microsoft.com/office/officeart/2005/8/layout/chevron1"/>
    <dgm:cxn modelId="{0C9DCFFE-27D6-41A9-BFFD-AF49286A2AC9}" type="presParOf" srcId="{5CF2B12A-6C8F-4E68-A572-3EDBD3F899D1}" destId="{B7E30B39-CAB3-4860-AE94-B9958E35FF38}" srcOrd="11" destOrd="0" presId="urn:microsoft.com/office/officeart/2005/8/layout/chevron1"/>
    <dgm:cxn modelId="{F1810EE3-512D-4E2D-B25C-EC509041AC7D}" type="presParOf" srcId="{5CF2B12A-6C8F-4E68-A572-3EDBD3F899D1}" destId="{ABEC49F3-BDF7-424B-9830-26B6CE2FFD7D}" srcOrd="12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" qsCatId="simple" csTypeId="urn:microsoft.com/office/officeart/2005/8/colors/accent3_1" csCatId="accent3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E0A1BB-8244-46AF-86AE-ED1207E7D542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523FDAA-4A65-4445-824E-1BF3AF07C33D}" type="par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4160F7-ED2F-474D-895E-E3FBC49ADEA1}" type="sib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体验路径</a:t>
          </a:r>
          <a:endParaRPr lang="zh-CN" altLang="en-US" sz="105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7F02C57-F794-4829-816A-8ADA1A646B5F}">
      <dgm:prSet custT="1"/>
      <dgm:spPr>
        <a:solidFill>
          <a:schemeClr val="accent3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故事撰写</a:t>
          </a: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DB0E6A0-597F-4355-A94B-F9106C2FC297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>
            <a:latin typeface="微软雅黑" pitchFamily="34" charset="-122"/>
            <a:ea typeface="微软雅黑" pitchFamily="34" charset="-122"/>
          </a:endParaRP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050" b="1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估算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排期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7" custScaleX="11508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1ACE4CFD-9202-455E-AB4C-BA16B8AF85CA}" type="pres">
      <dgm:prSet presAssocID="{4CE0A1BB-8244-46AF-86AE-ED1207E7D542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5A3BB2-0FDE-4BE4-96F6-0D831DCEC4F9}" type="pres">
      <dgm:prSet presAssocID="{A34160F7-ED2F-474D-895E-E3FBC49ADEA1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2" presStyleCnt="7" custScaleX="11508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D4453F81-FAB6-4AB1-B263-697F28ABC671}" type="presOf" srcId="{7BA8313D-8C09-4314-9637-731292CBC83C}" destId="{A86E4080-92AD-4939-B332-E07C48764045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3CCE3598-4147-4327-AB3F-4860908E5AE8}" type="presOf" srcId="{79B09C74-4B47-45CC-B14C-97FE958DDD10}" destId="{ABEC49F3-BDF7-424B-9830-26B6CE2FFD7D}" srcOrd="0" destOrd="0" presId="urn:microsoft.com/office/officeart/2005/8/layout/chevron1"/>
    <dgm:cxn modelId="{AB693D2A-E2AB-4B69-B258-664D540218E3}" type="presOf" srcId="{93E2F1D1-360B-4DFF-8B3E-7A0480FA2199}" destId="{5CF2B12A-6C8F-4E68-A572-3EDBD3F899D1}" srcOrd="0" destOrd="0" presId="urn:microsoft.com/office/officeart/2005/8/layout/chevron1"/>
    <dgm:cxn modelId="{9C512AEF-87AA-4178-B809-37CA48BA3C31}" type="presOf" srcId="{4CE0A1BB-8244-46AF-86AE-ED1207E7D542}" destId="{1ACE4CFD-9202-455E-AB4C-BA16B8AF85CA}" srcOrd="0" destOrd="0" presId="urn:microsoft.com/office/officeart/2005/8/layout/chevron1"/>
    <dgm:cxn modelId="{04AE1B00-76D9-4CAE-A9CA-8DA85EFEA18B}" srcId="{93E2F1D1-360B-4DFF-8B3E-7A0480FA2199}" destId="{F7F02C57-F794-4829-816A-8ADA1A646B5F}" srcOrd="4" destOrd="0" parTransId="{4FF14B74-898E-4340-AE78-F14F54FA898E}" sibTransId="{5D66FAB0-5F3B-4E88-A460-F1AD586F4A90}"/>
    <dgm:cxn modelId="{D4FB5058-5C8A-4256-A3DB-6D2505396F66}" srcId="{93E2F1D1-360B-4DFF-8B3E-7A0480FA2199}" destId="{7BA8313D-8C09-4314-9637-731292CBC83C}" srcOrd="2" destOrd="0" parTransId="{645DC388-2576-44B7-9F16-D6B4FC3BEAC1}" sibTransId="{D6404340-BDF4-4F66-920B-0162CA6D5229}"/>
    <dgm:cxn modelId="{7DE1D13B-2BE3-4A29-97A2-0FC008B30802}" type="presOf" srcId="{C283FA72-CECD-45CD-8757-CEBC1A4221FD}" destId="{46C46EFF-D58B-4C32-A605-AB030B188E8A}" srcOrd="0" destOrd="0" presId="urn:microsoft.com/office/officeart/2005/8/layout/chevron1"/>
    <dgm:cxn modelId="{5134755E-4934-4B9B-A9B7-BA4C3EC32097}" type="presOf" srcId="{ADB0E6A0-597F-4355-A94B-F9106C2FC297}" destId="{B980CE8B-C3C6-4D16-BF96-7D51B6888099}" srcOrd="0" destOrd="0" presId="urn:microsoft.com/office/officeart/2005/8/layout/chevron1"/>
    <dgm:cxn modelId="{14E74B39-07B8-486C-8AEF-A29B9D1D13B4}" srcId="{93E2F1D1-360B-4DFF-8B3E-7A0480FA2199}" destId="{C283FA72-CECD-45CD-8757-CEBC1A4221FD}" srcOrd="3" destOrd="0" parTransId="{58D46031-4B37-4A7C-BA2E-95F3BEFA5450}" sibTransId="{56EF64EC-F736-4A42-9234-C53AF2EC327E}"/>
    <dgm:cxn modelId="{135A098A-A694-4CAA-A185-6B14C58CEF58}" srcId="{93E2F1D1-360B-4DFF-8B3E-7A0480FA2199}" destId="{ADB0E6A0-597F-4355-A94B-F9106C2FC297}" srcOrd="5" destOrd="0" parTransId="{E89F0154-E648-4FE9-B4D7-A45C73258537}" sibTransId="{EF791709-250D-4FF0-9B88-78FD939A01F9}"/>
    <dgm:cxn modelId="{1F4E9157-41AA-4D4E-B2E6-A62F23527E1F}" srcId="{93E2F1D1-360B-4DFF-8B3E-7A0480FA2199}" destId="{4CE0A1BB-8244-46AF-86AE-ED1207E7D542}" srcOrd="1" destOrd="0" parTransId="{B523FDAA-4A65-4445-824E-1BF3AF07C33D}" sibTransId="{A34160F7-ED2F-474D-895E-E3FBC49ADEA1}"/>
    <dgm:cxn modelId="{518EE940-8EAB-4063-A0EE-B7581EA28221}" srcId="{93E2F1D1-360B-4DFF-8B3E-7A0480FA2199}" destId="{79B09C74-4B47-45CC-B14C-97FE958DDD10}" srcOrd="6" destOrd="0" parTransId="{E44E42D3-9FBB-4D8F-8A4B-A70FE356537D}" sibTransId="{BAD4962B-4E42-4F51-AF82-04CAFA5E9A0A}"/>
    <dgm:cxn modelId="{F74A13F8-6644-4B16-B5B8-41D144195752}" type="presOf" srcId="{9BF9F257-8AA1-4884-82E7-D0FBEB140172}" destId="{59B237D4-C896-464B-8B66-907E7BC384C0}" srcOrd="0" destOrd="0" presId="urn:microsoft.com/office/officeart/2005/8/layout/chevron1"/>
    <dgm:cxn modelId="{28C326FF-3B01-4587-BD72-B10F9D3FA48C}" type="presOf" srcId="{F7F02C57-F794-4829-816A-8ADA1A646B5F}" destId="{53248EB4-CEF6-4177-84FC-8846ABBB4977}" srcOrd="0" destOrd="0" presId="urn:microsoft.com/office/officeart/2005/8/layout/chevron1"/>
    <dgm:cxn modelId="{7562665E-2F3F-47AF-B579-AEB3C247EBCD}" type="presParOf" srcId="{5CF2B12A-6C8F-4E68-A572-3EDBD3F899D1}" destId="{59B237D4-C896-464B-8B66-907E7BC384C0}" srcOrd="0" destOrd="0" presId="urn:microsoft.com/office/officeart/2005/8/layout/chevron1"/>
    <dgm:cxn modelId="{45223129-4485-4A0D-9905-E4B5F468582F}" type="presParOf" srcId="{5CF2B12A-6C8F-4E68-A572-3EDBD3F899D1}" destId="{6DC5E9E8-AE98-4EBC-9670-F707EB7EC751}" srcOrd="1" destOrd="0" presId="urn:microsoft.com/office/officeart/2005/8/layout/chevron1"/>
    <dgm:cxn modelId="{5A33D973-21DF-4464-B333-D1785AA62205}" type="presParOf" srcId="{5CF2B12A-6C8F-4E68-A572-3EDBD3F899D1}" destId="{1ACE4CFD-9202-455E-AB4C-BA16B8AF85CA}" srcOrd="2" destOrd="0" presId="urn:microsoft.com/office/officeart/2005/8/layout/chevron1"/>
    <dgm:cxn modelId="{252A1E0F-18A1-4DF3-979A-F8EB0703E607}" type="presParOf" srcId="{5CF2B12A-6C8F-4E68-A572-3EDBD3F899D1}" destId="{4A5A3BB2-0FDE-4BE4-96F6-0D831DCEC4F9}" srcOrd="3" destOrd="0" presId="urn:microsoft.com/office/officeart/2005/8/layout/chevron1"/>
    <dgm:cxn modelId="{A46008D3-3EA9-4743-9DF7-4B42D7807375}" type="presParOf" srcId="{5CF2B12A-6C8F-4E68-A572-3EDBD3F899D1}" destId="{A86E4080-92AD-4939-B332-E07C48764045}" srcOrd="4" destOrd="0" presId="urn:microsoft.com/office/officeart/2005/8/layout/chevron1"/>
    <dgm:cxn modelId="{D5ED0128-5A5F-47BF-B88A-E7881362C3F2}" type="presParOf" srcId="{5CF2B12A-6C8F-4E68-A572-3EDBD3F899D1}" destId="{642A9323-1F67-4A5D-8857-DF1A6BD242AE}" srcOrd="5" destOrd="0" presId="urn:microsoft.com/office/officeart/2005/8/layout/chevron1"/>
    <dgm:cxn modelId="{9C8DE680-0708-4B11-9000-3C31DE0FBF61}" type="presParOf" srcId="{5CF2B12A-6C8F-4E68-A572-3EDBD3F899D1}" destId="{46C46EFF-D58B-4C32-A605-AB030B188E8A}" srcOrd="6" destOrd="0" presId="urn:microsoft.com/office/officeart/2005/8/layout/chevron1"/>
    <dgm:cxn modelId="{5577F858-9F2D-47BA-8064-D8298524CA80}" type="presParOf" srcId="{5CF2B12A-6C8F-4E68-A572-3EDBD3F899D1}" destId="{AE4BA504-6F3B-4F28-BB59-4E979864B31E}" srcOrd="7" destOrd="0" presId="urn:microsoft.com/office/officeart/2005/8/layout/chevron1"/>
    <dgm:cxn modelId="{A9ACF103-F423-46BA-8069-24D2552AE1F5}" type="presParOf" srcId="{5CF2B12A-6C8F-4E68-A572-3EDBD3F899D1}" destId="{53248EB4-CEF6-4177-84FC-8846ABBB4977}" srcOrd="8" destOrd="0" presId="urn:microsoft.com/office/officeart/2005/8/layout/chevron1"/>
    <dgm:cxn modelId="{C5FFCD78-BB7D-4020-BAB2-EBE9F1556D9C}" type="presParOf" srcId="{5CF2B12A-6C8F-4E68-A572-3EDBD3F899D1}" destId="{B52DE6A5-CFDA-47E7-BAA7-D6D3087952FC}" srcOrd="9" destOrd="0" presId="urn:microsoft.com/office/officeart/2005/8/layout/chevron1"/>
    <dgm:cxn modelId="{8E2B3E04-1096-4AA6-8FD8-8BAC1A52D236}" type="presParOf" srcId="{5CF2B12A-6C8F-4E68-A572-3EDBD3F899D1}" destId="{B980CE8B-C3C6-4D16-BF96-7D51B6888099}" srcOrd="10" destOrd="0" presId="urn:microsoft.com/office/officeart/2005/8/layout/chevron1"/>
    <dgm:cxn modelId="{2C971545-8E77-4A9F-BD06-AD2797B9A001}" type="presParOf" srcId="{5CF2B12A-6C8F-4E68-A572-3EDBD3F899D1}" destId="{B7E30B39-CAB3-4860-AE94-B9958E35FF38}" srcOrd="11" destOrd="0" presId="urn:microsoft.com/office/officeart/2005/8/layout/chevron1"/>
    <dgm:cxn modelId="{8D97082C-669A-4AC4-B33F-337119B27A54}" type="presParOf" srcId="{5CF2B12A-6C8F-4E68-A572-3EDBD3F899D1}" destId="{ABEC49F3-BDF7-424B-9830-26B6CE2FFD7D}" srcOrd="12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" qsCatId="simple" csTypeId="urn:microsoft.com/office/officeart/2005/8/colors/accent3_1" csCatId="accent3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E0A1BB-8244-46AF-86AE-ED1207E7D542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523FDAA-4A65-4445-824E-1BF3AF07C33D}" type="par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4160F7-ED2F-474D-895E-E3FBC49ADEA1}" type="sib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体验路径</a:t>
          </a:r>
          <a:endParaRPr lang="zh-CN" altLang="en-US" sz="105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7F02C57-F794-4829-816A-8ADA1A646B5F}">
      <dgm:prSet custT="1"/>
      <dgm:spPr>
        <a:solidFill>
          <a:schemeClr val="accent3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故事撰写</a:t>
          </a: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DB0E6A0-597F-4355-A94B-F9106C2FC297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>
            <a:latin typeface="微软雅黑" pitchFamily="34" charset="-122"/>
            <a:ea typeface="微软雅黑" pitchFamily="34" charset="-122"/>
          </a:endParaRP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050" b="1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估算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排期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7" custScaleX="11508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1ACE4CFD-9202-455E-AB4C-BA16B8AF85CA}" type="pres">
      <dgm:prSet presAssocID="{4CE0A1BB-8244-46AF-86AE-ED1207E7D542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5A3BB2-0FDE-4BE4-96F6-0D831DCEC4F9}" type="pres">
      <dgm:prSet presAssocID="{A34160F7-ED2F-474D-895E-E3FBC49ADEA1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2" presStyleCnt="7" custScaleX="11508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68E6BC78-245C-43FD-BB3B-BAE8B4BF9F18}" type="presOf" srcId="{93E2F1D1-360B-4DFF-8B3E-7A0480FA2199}" destId="{5CF2B12A-6C8F-4E68-A572-3EDBD3F899D1}" srcOrd="0" destOrd="0" presId="urn:microsoft.com/office/officeart/2005/8/layout/chevron1"/>
    <dgm:cxn modelId="{04AE1B00-76D9-4CAE-A9CA-8DA85EFEA18B}" srcId="{93E2F1D1-360B-4DFF-8B3E-7A0480FA2199}" destId="{F7F02C57-F794-4829-816A-8ADA1A646B5F}" srcOrd="4" destOrd="0" parTransId="{4FF14B74-898E-4340-AE78-F14F54FA898E}" sibTransId="{5D66FAB0-5F3B-4E88-A460-F1AD586F4A90}"/>
    <dgm:cxn modelId="{D4FB5058-5C8A-4256-A3DB-6D2505396F66}" srcId="{93E2F1D1-360B-4DFF-8B3E-7A0480FA2199}" destId="{7BA8313D-8C09-4314-9637-731292CBC83C}" srcOrd="2" destOrd="0" parTransId="{645DC388-2576-44B7-9F16-D6B4FC3BEAC1}" sibTransId="{D6404340-BDF4-4F66-920B-0162CA6D5229}"/>
    <dgm:cxn modelId="{31BA5480-450B-4349-81FF-964D071C35F6}" type="presOf" srcId="{ADB0E6A0-597F-4355-A94B-F9106C2FC297}" destId="{B980CE8B-C3C6-4D16-BF96-7D51B6888099}" srcOrd="0" destOrd="0" presId="urn:microsoft.com/office/officeart/2005/8/layout/chevron1"/>
    <dgm:cxn modelId="{6BF76F41-167C-42C3-9507-1AB041B84B11}" type="presOf" srcId="{C283FA72-CECD-45CD-8757-CEBC1A4221FD}" destId="{46C46EFF-D58B-4C32-A605-AB030B188E8A}" srcOrd="0" destOrd="0" presId="urn:microsoft.com/office/officeart/2005/8/layout/chevron1"/>
    <dgm:cxn modelId="{669F0A2F-2419-4286-AB76-09815CE46373}" type="presOf" srcId="{79B09C74-4B47-45CC-B14C-97FE958DDD10}" destId="{ABEC49F3-BDF7-424B-9830-26B6CE2FFD7D}" srcOrd="0" destOrd="0" presId="urn:microsoft.com/office/officeart/2005/8/layout/chevron1"/>
    <dgm:cxn modelId="{5D80F5E6-6720-4F48-8095-99178FD4F5B0}" type="presOf" srcId="{9BF9F257-8AA1-4884-82E7-D0FBEB140172}" destId="{59B237D4-C896-464B-8B66-907E7BC384C0}" srcOrd="0" destOrd="0" presId="urn:microsoft.com/office/officeart/2005/8/layout/chevron1"/>
    <dgm:cxn modelId="{14E74B39-07B8-486C-8AEF-A29B9D1D13B4}" srcId="{93E2F1D1-360B-4DFF-8B3E-7A0480FA2199}" destId="{C283FA72-CECD-45CD-8757-CEBC1A4221FD}" srcOrd="3" destOrd="0" parTransId="{58D46031-4B37-4A7C-BA2E-95F3BEFA5450}" sibTransId="{56EF64EC-F736-4A42-9234-C53AF2EC327E}"/>
    <dgm:cxn modelId="{DE58EFA6-4B99-422B-B0F5-B49C8219D499}" type="presOf" srcId="{7BA8313D-8C09-4314-9637-731292CBC83C}" destId="{A86E4080-92AD-4939-B332-E07C48764045}" srcOrd="0" destOrd="0" presId="urn:microsoft.com/office/officeart/2005/8/layout/chevron1"/>
    <dgm:cxn modelId="{135A098A-A694-4CAA-A185-6B14C58CEF58}" srcId="{93E2F1D1-360B-4DFF-8B3E-7A0480FA2199}" destId="{ADB0E6A0-597F-4355-A94B-F9106C2FC297}" srcOrd="5" destOrd="0" parTransId="{E89F0154-E648-4FE9-B4D7-A45C73258537}" sibTransId="{EF791709-250D-4FF0-9B88-78FD939A01F9}"/>
    <dgm:cxn modelId="{01E2B230-D434-4CA8-9E29-F89ACA0DDD9A}" type="presOf" srcId="{4CE0A1BB-8244-46AF-86AE-ED1207E7D542}" destId="{1ACE4CFD-9202-455E-AB4C-BA16B8AF85CA}" srcOrd="0" destOrd="0" presId="urn:microsoft.com/office/officeart/2005/8/layout/chevron1"/>
    <dgm:cxn modelId="{1F4E9157-41AA-4D4E-B2E6-A62F23527E1F}" srcId="{93E2F1D1-360B-4DFF-8B3E-7A0480FA2199}" destId="{4CE0A1BB-8244-46AF-86AE-ED1207E7D542}" srcOrd="1" destOrd="0" parTransId="{B523FDAA-4A65-4445-824E-1BF3AF07C33D}" sibTransId="{A34160F7-ED2F-474D-895E-E3FBC49ADEA1}"/>
    <dgm:cxn modelId="{518EE940-8EAB-4063-A0EE-B7581EA28221}" srcId="{93E2F1D1-360B-4DFF-8B3E-7A0480FA2199}" destId="{79B09C74-4B47-45CC-B14C-97FE958DDD10}" srcOrd="6" destOrd="0" parTransId="{E44E42D3-9FBB-4D8F-8A4B-A70FE356537D}" sibTransId="{BAD4962B-4E42-4F51-AF82-04CAFA5E9A0A}"/>
    <dgm:cxn modelId="{61CF4CB5-01D1-442F-A66F-7C12FB6F0BCD}" type="presOf" srcId="{F7F02C57-F794-4829-816A-8ADA1A646B5F}" destId="{53248EB4-CEF6-4177-84FC-8846ABBB4977}" srcOrd="0" destOrd="0" presId="urn:microsoft.com/office/officeart/2005/8/layout/chevron1"/>
    <dgm:cxn modelId="{50BBE072-6886-48FC-8484-62E05D8CB35A}" type="presParOf" srcId="{5CF2B12A-6C8F-4E68-A572-3EDBD3F899D1}" destId="{59B237D4-C896-464B-8B66-907E7BC384C0}" srcOrd="0" destOrd="0" presId="urn:microsoft.com/office/officeart/2005/8/layout/chevron1"/>
    <dgm:cxn modelId="{7D48245C-026C-441B-9E37-DE24DCEEE781}" type="presParOf" srcId="{5CF2B12A-6C8F-4E68-A572-3EDBD3F899D1}" destId="{6DC5E9E8-AE98-4EBC-9670-F707EB7EC751}" srcOrd="1" destOrd="0" presId="urn:microsoft.com/office/officeart/2005/8/layout/chevron1"/>
    <dgm:cxn modelId="{6626D79F-91F5-498D-833E-E30DBBC37DCE}" type="presParOf" srcId="{5CF2B12A-6C8F-4E68-A572-3EDBD3F899D1}" destId="{1ACE4CFD-9202-455E-AB4C-BA16B8AF85CA}" srcOrd="2" destOrd="0" presId="urn:microsoft.com/office/officeart/2005/8/layout/chevron1"/>
    <dgm:cxn modelId="{7AE00605-7775-41A2-B50A-725799DAAE77}" type="presParOf" srcId="{5CF2B12A-6C8F-4E68-A572-3EDBD3F899D1}" destId="{4A5A3BB2-0FDE-4BE4-96F6-0D831DCEC4F9}" srcOrd="3" destOrd="0" presId="urn:microsoft.com/office/officeart/2005/8/layout/chevron1"/>
    <dgm:cxn modelId="{BA58B91C-2163-4E86-BF58-7562513E1BF9}" type="presParOf" srcId="{5CF2B12A-6C8F-4E68-A572-3EDBD3F899D1}" destId="{A86E4080-92AD-4939-B332-E07C48764045}" srcOrd="4" destOrd="0" presId="urn:microsoft.com/office/officeart/2005/8/layout/chevron1"/>
    <dgm:cxn modelId="{D75BEAE1-8E64-4998-BDC0-E7C7D00CE16A}" type="presParOf" srcId="{5CF2B12A-6C8F-4E68-A572-3EDBD3F899D1}" destId="{642A9323-1F67-4A5D-8857-DF1A6BD242AE}" srcOrd="5" destOrd="0" presId="urn:microsoft.com/office/officeart/2005/8/layout/chevron1"/>
    <dgm:cxn modelId="{32998434-D055-4271-8A31-BD52ABB83448}" type="presParOf" srcId="{5CF2B12A-6C8F-4E68-A572-3EDBD3F899D1}" destId="{46C46EFF-D58B-4C32-A605-AB030B188E8A}" srcOrd="6" destOrd="0" presId="urn:microsoft.com/office/officeart/2005/8/layout/chevron1"/>
    <dgm:cxn modelId="{D1CE3991-E217-4342-9415-614296B92B0E}" type="presParOf" srcId="{5CF2B12A-6C8F-4E68-A572-3EDBD3F899D1}" destId="{AE4BA504-6F3B-4F28-BB59-4E979864B31E}" srcOrd="7" destOrd="0" presId="urn:microsoft.com/office/officeart/2005/8/layout/chevron1"/>
    <dgm:cxn modelId="{951B3217-8E04-4BC6-83F0-CA6932745D7E}" type="presParOf" srcId="{5CF2B12A-6C8F-4E68-A572-3EDBD3F899D1}" destId="{53248EB4-CEF6-4177-84FC-8846ABBB4977}" srcOrd="8" destOrd="0" presId="urn:microsoft.com/office/officeart/2005/8/layout/chevron1"/>
    <dgm:cxn modelId="{1990C1EC-99A3-4764-A2AC-89560D16293C}" type="presParOf" srcId="{5CF2B12A-6C8F-4E68-A572-3EDBD3F899D1}" destId="{B52DE6A5-CFDA-47E7-BAA7-D6D3087952FC}" srcOrd="9" destOrd="0" presId="urn:microsoft.com/office/officeart/2005/8/layout/chevron1"/>
    <dgm:cxn modelId="{8681BA8A-A717-4993-87E2-92EB3DD70D77}" type="presParOf" srcId="{5CF2B12A-6C8F-4E68-A572-3EDBD3F899D1}" destId="{B980CE8B-C3C6-4D16-BF96-7D51B6888099}" srcOrd="10" destOrd="0" presId="urn:microsoft.com/office/officeart/2005/8/layout/chevron1"/>
    <dgm:cxn modelId="{7799C5D9-11D9-4611-BDF1-8CCA642BFE4D}" type="presParOf" srcId="{5CF2B12A-6C8F-4E68-A572-3EDBD3F899D1}" destId="{B7E30B39-CAB3-4860-AE94-B9958E35FF38}" srcOrd="11" destOrd="0" presId="urn:microsoft.com/office/officeart/2005/8/layout/chevron1"/>
    <dgm:cxn modelId="{BA027AD2-37CD-4578-A6ED-2FFFCC4A971C}" type="presParOf" srcId="{5CF2B12A-6C8F-4E68-A572-3EDBD3F899D1}" destId="{ABEC49F3-BDF7-424B-9830-26B6CE2FFD7D}" srcOrd="12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9CF5D8F-FE2C-40AC-BD42-E2033D17B7F2}" type="doc">
      <dgm:prSet loTypeId="urn:microsoft.com/office/officeart/2005/8/layout/hierarchy2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3A46F892-8431-45D6-89ED-4E39169E38D3}">
      <dgm:prSet phldrT="[文本]" custT="1"/>
      <dgm:spPr/>
      <dgm:t>
        <a:bodyPr/>
        <a:lstStyle/>
        <a:p>
          <a:r>
            <a:rPr lang="zh-CN" altLang="en-US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项目</a:t>
          </a:r>
        </a:p>
      </dgm:t>
    </dgm:pt>
    <dgm:pt modelId="{E17DD5C7-109D-42EE-8D72-8F6FB2E2CBCD}" type="parTrans" cxnId="{3562C61A-2ED0-47CB-8A90-3B5EE590877C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A817D736-DE9E-4CEC-8DF5-6D74CFE8F913}" type="sibTrans" cxnId="{3562C61A-2ED0-47CB-8A90-3B5EE590877C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D111A18C-C164-4EE3-9D8F-9B234AC66E40}">
      <dgm:prSet phldrT="[文本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zh-CN" altLang="en-US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功能模块</a:t>
          </a:r>
          <a:r>
            <a:rPr lang="en-US" altLang="zh-CN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1</a:t>
          </a:r>
          <a:endParaRPr lang="zh-CN" altLang="en-US" sz="14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2CD3949A-46D1-4873-BF46-A7A237AF88FC}" type="parTrans" cxnId="{107814EF-560C-4209-9EEB-18253BD0E325}">
      <dgm:prSet custT="1"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6863B8E1-5883-4117-BE37-EF5058A31DDC}" type="sibTrans" cxnId="{107814EF-560C-4209-9EEB-18253BD0E325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C1F99F1A-066A-41D2-9708-50FB0C4E3055}">
      <dgm:prSet phldrT="[文本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zh-CN" altLang="en-US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功能模块</a:t>
          </a:r>
          <a:r>
            <a:rPr lang="en-US" altLang="zh-CN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2</a:t>
          </a:r>
          <a:endParaRPr lang="zh-CN" altLang="en-US" sz="14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7568819C-430C-4626-8949-36F49FE71877}" type="parTrans" cxnId="{5849E720-A8D4-421C-A0F5-72F829DE4A96}">
      <dgm:prSet custT="1"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7FF2D8EC-FDC7-425A-97BD-21BCEE738335}" type="sibTrans" cxnId="{5849E720-A8D4-421C-A0F5-72F829DE4A96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243C40D4-64B4-4956-9E6E-308039FEA5E7}">
      <dgm:prSet phldrT="[文本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zh-CN" altLang="en-US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功能模块</a:t>
          </a:r>
          <a:r>
            <a:rPr lang="en-US" altLang="zh-CN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3</a:t>
          </a:r>
          <a:endParaRPr lang="zh-CN" altLang="en-US" sz="14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623A5982-F18F-4809-8C7D-AD6481E06833}" type="parTrans" cxnId="{2B55736B-0926-43D1-AA1F-48206D2C2322}">
      <dgm:prSet custT="1"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E96AD8F8-53B9-4C4E-9B9E-5F4816277842}" type="sibTrans" cxnId="{2B55736B-0926-43D1-AA1F-48206D2C2322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B6A60FB6-C1BF-4083-AEB5-45EC1E92B905}">
      <dgm:prSet phldrT="[文本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zh-CN" altLang="en-US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功能模块</a:t>
          </a:r>
          <a:r>
            <a:rPr lang="en-US" altLang="zh-CN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4</a:t>
          </a:r>
          <a:endParaRPr lang="zh-CN" altLang="en-US" sz="14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B9515AFF-D992-4344-A6E4-11D8FF463923}" type="parTrans" cxnId="{34153392-DF15-4C11-8BF4-9B7B89D96E28}">
      <dgm:prSet custT="1"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0DE35051-4637-463F-86A6-9B8A2886C363}" type="sibTrans" cxnId="{34153392-DF15-4C11-8BF4-9B7B89D96E28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C281E9E9-0398-47AD-8C52-5439363AAFA3}">
      <dgm:prSet phldrT="[文本]" custT="1"/>
      <dgm:spPr/>
      <dgm:t>
        <a:bodyPr/>
        <a:lstStyle/>
        <a:p>
          <a:r>
            <a:rPr lang="en-US" altLang="zh-CN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Story1</a:t>
          </a:r>
          <a:endParaRPr lang="zh-CN" altLang="en-US" sz="14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831D92D6-9207-475C-9846-CB8D96D1665B}" type="parTrans" cxnId="{586FD993-5EE6-4DD0-8FBD-965F30F5A702}">
      <dgm:prSet custT="1"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1696770F-4E40-4461-950A-FC243A97A894}" type="sibTrans" cxnId="{586FD993-5EE6-4DD0-8FBD-965F30F5A702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6C145E33-B841-4E4A-9147-CF3B0B97001D}">
      <dgm:prSet phldrT="[文本]" custT="1"/>
      <dgm:spPr/>
      <dgm:t>
        <a:bodyPr/>
        <a:lstStyle/>
        <a:p>
          <a:r>
            <a:rPr lang="en-US" altLang="zh-CN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Story2</a:t>
          </a:r>
          <a:endParaRPr lang="zh-CN" altLang="en-US" sz="14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8357F98F-506A-4AF9-A35C-2E545147AB35}" type="parTrans" cxnId="{F88A5407-434A-4FB6-B5B8-C43043C5ADE1}">
      <dgm:prSet custT="1"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98618AE1-EAD3-48C5-BFE7-AE94665A346C}" type="sibTrans" cxnId="{F88A5407-434A-4FB6-B5B8-C43043C5ADE1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59E63018-DF4E-4DE7-9B24-3C337948F258}">
      <dgm:prSet phldrT="[文本]" custT="1"/>
      <dgm:spPr/>
      <dgm:t>
        <a:bodyPr/>
        <a:lstStyle/>
        <a:p>
          <a:r>
            <a:rPr lang="en-US" altLang="zh-CN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Story3</a:t>
          </a:r>
          <a:endParaRPr lang="zh-CN" altLang="en-US" sz="14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FE9EC08C-1AC7-4074-AC23-5B0AF3C6A93A}" type="parTrans" cxnId="{FC6645D3-BBD7-486B-A097-D4FB3CFD6FA2}">
      <dgm:prSet custT="1"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F6D997F3-A82B-4A18-BFBF-8069739ED0C3}" type="sibTrans" cxnId="{FC6645D3-BBD7-486B-A097-D4FB3CFD6FA2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37E9910E-8FE7-4730-8E05-CD1EA90F3169}">
      <dgm:prSet phldrT="[文本]" custT="1"/>
      <dgm:spPr/>
      <dgm:t>
        <a:bodyPr/>
        <a:lstStyle/>
        <a:p>
          <a:r>
            <a:rPr lang="en-US" altLang="zh-CN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Story4</a:t>
          </a:r>
          <a:endParaRPr lang="zh-CN" altLang="en-US" sz="14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D16605FF-DCB0-4E90-97C4-55018C1A2820}" type="parTrans" cxnId="{AD6260D5-DB88-42A6-9DE4-F1750210C912}">
      <dgm:prSet custT="1"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6EC1E7D1-9E42-421D-A99F-4DBF6A105AC2}" type="sibTrans" cxnId="{AD6260D5-DB88-42A6-9DE4-F1750210C912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FC636D45-1FE3-4AB2-8B1C-6ADEC3D8FE32}">
      <dgm:prSet phldrT="[文本]" custT="1"/>
      <dgm:spPr/>
      <dgm:t>
        <a:bodyPr/>
        <a:lstStyle/>
        <a:p>
          <a:r>
            <a:rPr lang="en-US" altLang="zh-CN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Story5</a:t>
          </a:r>
          <a:endParaRPr lang="zh-CN" altLang="en-US" sz="14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12924534-3D4D-4C62-A61C-670FB4EF38A7}" type="parTrans" cxnId="{0FE429C3-383F-4698-BF8E-A34C6061273B}">
      <dgm:prSet custT="1"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8E46FF55-CA8C-4FA2-82BB-535238EC0506}" type="sibTrans" cxnId="{0FE429C3-383F-4698-BF8E-A34C6061273B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024BA2D2-A270-4D28-8578-A3BBF249221B}">
      <dgm:prSet phldrT="[文本]" custT="1"/>
      <dgm:spPr/>
      <dgm:t>
        <a:bodyPr/>
        <a:lstStyle/>
        <a:p>
          <a:r>
            <a:rPr lang="en-US" altLang="zh-CN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Story6</a:t>
          </a:r>
          <a:endParaRPr lang="zh-CN" altLang="en-US" sz="14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1C364D4F-866C-42CB-8B45-F1AF493F3FF1}" type="parTrans" cxnId="{A8607D78-2BBE-49A8-9481-0390E5DF6368}">
      <dgm:prSet custT="1"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AFFA5959-76AF-479F-ABBB-BAE07991CDFA}" type="sibTrans" cxnId="{A8607D78-2BBE-49A8-9481-0390E5DF6368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D4C566A1-CC2C-4596-8CD9-B9CBE98F9B56}">
      <dgm:prSet phldrT="[文本]" custT="1"/>
      <dgm:spPr/>
      <dgm:t>
        <a:bodyPr/>
        <a:lstStyle/>
        <a:p>
          <a:r>
            <a:rPr lang="en-US" altLang="zh-CN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Story7</a:t>
          </a:r>
          <a:endParaRPr lang="zh-CN" altLang="en-US" sz="14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1F1A6B70-8B3C-4B07-A302-EE2819600673}" type="parTrans" cxnId="{4BDEC618-1E79-4796-851F-16A17EF691FD}">
      <dgm:prSet custT="1"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E7D76B24-6F21-455B-8CD1-3A2FEA7427B2}" type="sibTrans" cxnId="{4BDEC618-1E79-4796-851F-16A17EF691FD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D82314E2-7B57-4B61-AD1A-A4CC7957A1AE}">
      <dgm:prSet phldrT="[文本]" custT="1"/>
      <dgm:spPr/>
      <dgm:t>
        <a:bodyPr/>
        <a:lstStyle/>
        <a:p>
          <a:r>
            <a:rPr lang="en-US" altLang="zh-CN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Story8</a:t>
          </a:r>
          <a:endParaRPr lang="zh-CN" altLang="en-US" sz="14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53B51C15-5A0B-4AAC-A9AD-BAA19C972F6E}" type="parTrans" cxnId="{221CC75E-1F52-49B1-A803-67C704E3928D}">
      <dgm:prSet custT="1"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9B68C818-B91A-4442-852D-48CE6984E8B7}" type="sibTrans" cxnId="{221CC75E-1F52-49B1-A803-67C704E3928D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E28976C1-5BF2-4451-BD13-4A08A9FB0820}" type="pres">
      <dgm:prSet presAssocID="{49CF5D8F-FE2C-40AC-BD42-E2033D17B7F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1304EB6A-7148-43DC-BA9A-F8D7A8D3A974}" type="pres">
      <dgm:prSet presAssocID="{3A46F892-8431-45D6-89ED-4E39169E38D3}" presName="root1" presStyleCnt="0"/>
      <dgm:spPr/>
    </dgm:pt>
    <dgm:pt modelId="{11323CAD-6F8C-40A0-A784-C0274A1DEA45}" type="pres">
      <dgm:prSet presAssocID="{3A46F892-8431-45D6-89ED-4E39169E38D3}" presName="LevelOneTextNode" presStyleLbl="node0" presStyleIdx="0" presStyleCnt="1" custScaleY="132429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9608BA1-166B-4DCD-8264-CF5D147B776B}" type="pres">
      <dgm:prSet presAssocID="{3A46F892-8431-45D6-89ED-4E39169E38D3}" presName="level2hierChild" presStyleCnt="0"/>
      <dgm:spPr/>
    </dgm:pt>
    <dgm:pt modelId="{BD91D27A-B8E7-4D60-8539-3F208CC4B893}" type="pres">
      <dgm:prSet presAssocID="{2CD3949A-46D1-4873-BF46-A7A237AF88FC}" presName="conn2-1" presStyleLbl="parChTrans1D2" presStyleIdx="0" presStyleCnt="4"/>
      <dgm:spPr/>
      <dgm:t>
        <a:bodyPr/>
        <a:lstStyle/>
        <a:p>
          <a:endParaRPr lang="zh-CN" altLang="en-US"/>
        </a:p>
      </dgm:t>
    </dgm:pt>
    <dgm:pt modelId="{93FEC52B-47C1-4850-9DEE-C34E26422AB7}" type="pres">
      <dgm:prSet presAssocID="{2CD3949A-46D1-4873-BF46-A7A237AF88FC}" presName="connTx" presStyleLbl="parChTrans1D2" presStyleIdx="0" presStyleCnt="4"/>
      <dgm:spPr/>
      <dgm:t>
        <a:bodyPr/>
        <a:lstStyle/>
        <a:p>
          <a:endParaRPr lang="zh-CN" altLang="en-US"/>
        </a:p>
      </dgm:t>
    </dgm:pt>
    <dgm:pt modelId="{6E911885-A90F-4267-9543-FFBF6C9C6B35}" type="pres">
      <dgm:prSet presAssocID="{D111A18C-C164-4EE3-9D8F-9B234AC66E40}" presName="root2" presStyleCnt="0"/>
      <dgm:spPr/>
    </dgm:pt>
    <dgm:pt modelId="{A0DFE56D-EAE3-422B-BFAE-83E2B4CA3667}" type="pres">
      <dgm:prSet presAssocID="{D111A18C-C164-4EE3-9D8F-9B234AC66E40}" presName="LevelTwoTextNode" presStyleLbl="node2" presStyleIdx="0" presStyleCnt="4" custScaleX="158098" custScaleY="145937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EE28872-C8B7-4B69-B18C-532B3DFA92BB}" type="pres">
      <dgm:prSet presAssocID="{D111A18C-C164-4EE3-9D8F-9B234AC66E40}" presName="level3hierChild" presStyleCnt="0"/>
      <dgm:spPr/>
    </dgm:pt>
    <dgm:pt modelId="{49F2E943-25E5-40BF-ACA6-302DB47E6904}" type="pres">
      <dgm:prSet presAssocID="{831D92D6-9207-475C-9846-CB8D96D1665B}" presName="conn2-1" presStyleLbl="parChTrans1D3" presStyleIdx="0" presStyleCnt="8"/>
      <dgm:spPr/>
      <dgm:t>
        <a:bodyPr/>
        <a:lstStyle/>
        <a:p>
          <a:endParaRPr lang="zh-CN" altLang="en-US"/>
        </a:p>
      </dgm:t>
    </dgm:pt>
    <dgm:pt modelId="{26943AED-3E33-4655-8F65-0BB84AE55BB1}" type="pres">
      <dgm:prSet presAssocID="{831D92D6-9207-475C-9846-CB8D96D1665B}" presName="connTx" presStyleLbl="parChTrans1D3" presStyleIdx="0" presStyleCnt="8"/>
      <dgm:spPr/>
      <dgm:t>
        <a:bodyPr/>
        <a:lstStyle/>
        <a:p>
          <a:endParaRPr lang="zh-CN" altLang="en-US"/>
        </a:p>
      </dgm:t>
    </dgm:pt>
    <dgm:pt modelId="{BAEB7FD4-D74C-494D-B936-07DFD8F66887}" type="pres">
      <dgm:prSet presAssocID="{C281E9E9-0398-47AD-8C52-5439363AAFA3}" presName="root2" presStyleCnt="0"/>
      <dgm:spPr/>
    </dgm:pt>
    <dgm:pt modelId="{E15333E9-3920-4321-9FA6-4A7D4503E9A9}" type="pres">
      <dgm:prSet presAssocID="{C281E9E9-0398-47AD-8C52-5439363AAFA3}" presName="LevelTwoTextNode" presStyleLbl="node3" presStyleIdx="0" presStyleCnt="8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BC48E5A-34A5-4DAB-9FF9-0EBADEA448C2}" type="pres">
      <dgm:prSet presAssocID="{C281E9E9-0398-47AD-8C52-5439363AAFA3}" presName="level3hierChild" presStyleCnt="0"/>
      <dgm:spPr/>
    </dgm:pt>
    <dgm:pt modelId="{C0A50DF4-1F68-45A1-B041-14B0D2A94635}" type="pres">
      <dgm:prSet presAssocID="{8357F98F-506A-4AF9-A35C-2E545147AB35}" presName="conn2-1" presStyleLbl="parChTrans1D3" presStyleIdx="1" presStyleCnt="8"/>
      <dgm:spPr/>
      <dgm:t>
        <a:bodyPr/>
        <a:lstStyle/>
        <a:p>
          <a:endParaRPr lang="zh-CN" altLang="en-US"/>
        </a:p>
      </dgm:t>
    </dgm:pt>
    <dgm:pt modelId="{46A91AFE-F3AC-45C9-8B0A-1EEAE005E6C1}" type="pres">
      <dgm:prSet presAssocID="{8357F98F-506A-4AF9-A35C-2E545147AB35}" presName="connTx" presStyleLbl="parChTrans1D3" presStyleIdx="1" presStyleCnt="8"/>
      <dgm:spPr/>
      <dgm:t>
        <a:bodyPr/>
        <a:lstStyle/>
        <a:p>
          <a:endParaRPr lang="zh-CN" altLang="en-US"/>
        </a:p>
      </dgm:t>
    </dgm:pt>
    <dgm:pt modelId="{F8331E69-035D-4B29-828E-F92611629EDB}" type="pres">
      <dgm:prSet presAssocID="{6C145E33-B841-4E4A-9147-CF3B0B97001D}" presName="root2" presStyleCnt="0"/>
      <dgm:spPr/>
    </dgm:pt>
    <dgm:pt modelId="{746E69EF-6FC0-44A8-B25F-B50D211250C0}" type="pres">
      <dgm:prSet presAssocID="{6C145E33-B841-4E4A-9147-CF3B0B97001D}" presName="LevelTwoTextNode" presStyleLbl="node3" presStyleIdx="1" presStyleCnt="8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3F8933B-D84F-4FF9-A0D4-01BA88A8D682}" type="pres">
      <dgm:prSet presAssocID="{6C145E33-B841-4E4A-9147-CF3B0B97001D}" presName="level3hierChild" presStyleCnt="0"/>
      <dgm:spPr/>
    </dgm:pt>
    <dgm:pt modelId="{04775387-6AD9-4772-B97F-D9B250C9F1AE}" type="pres">
      <dgm:prSet presAssocID="{7568819C-430C-4626-8949-36F49FE71877}" presName="conn2-1" presStyleLbl="parChTrans1D2" presStyleIdx="1" presStyleCnt="4"/>
      <dgm:spPr/>
      <dgm:t>
        <a:bodyPr/>
        <a:lstStyle/>
        <a:p>
          <a:endParaRPr lang="zh-CN" altLang="en-US"/>
        </a:p>
      </dgm:t>
    </dgm:pt>
    <dgm:pt modelId="{96F85A01-A9A2-4C96-8D75-94E5770B65F6}" type="pres">
      <dgm:prSet presAssocID="{7568819C-430C-4626-8949-36F49FE71877}" presName="connTx" presStyleLbl="parChTrans1D2" presStyleIdx="1" presStyleCnt="4"/>
      <dgm:spPr/>
      <dgm:t>
        <a:bodyPr/>
        <a:lstStyle/>
        <a:p>
          <a:endParaRPr lang="zh-CN" altLang="en-US"/>
        </a:p>
      </dgm:t>
    </dgm:pt>
    <dgm:pt modelId="{308AB752-5733-4643-8331-081BF9AE9B8E}" type="pres">
      <dgm:prSet presAssocID="{C1F99F1A-066A-41D2-9708-50FB0C4E3055}" presName="root2" presStyleCnt="0"/>
      <dgm:spPr/>
    </dgm:pt>
    <dgm:pt modelId="{B6872EA0-498C-432B-81CE-773E6A546FBF}" type="pres">
      <dgm:prSet presAssocID="{C1F99F1A-066A-41D2-9708-50FB0C4E3055}" presName="LevelTwoTextNode" presStyleLbl="node2" presStyleIdx="1" presStyleCnt="4" custScaleX="158098" custScaleY="145937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09EFCE0F-15E2-4740-8F58-95E3288AA999}" type="pres">
      <dgm:prSet presAssocID="{C1F99F1A-066A-41D2-9708-50FB0C4E3055}" presName="level3hierChild" presStyleCnt="0"/>
      <dgm:spPr/>
    </dgm:pt>
    <dgm:pt modelId="{DA2C8F47-D23A-45D0-80A9-10B454F82F56}" type="pres">
      <dgm:prSet presAssocID="{FE9EC08C-1AC7-4074-AC23-5B0AF3C6A93A}" presName="conn2-1" presStyleLbl="parChTrans1D3" presStyleIdx="2" presStyleCnt="8"/>
      <dgm:spPr/>
      <dgm:t>
        <a:bodyPr/>
        <a:lstStyle/>
        <a:p>
          <a:endParaRPr lang="zh-CN" altLang="en-US"/>
        </a:p>
      </dgm:t>
    </dgm:pt>
    <dgm:pt modelId="{3A1766F1-729B-43BA-A5D7-A535D50BF72F}" type="pres">
      <dgm:prSet presAssocID="{FE9EC08C-1AC7-4074-AC23-5B0AF3C6A93A}" presName="connTx" presStyleLbl="parChTrans1D3" presStyleIdx="2" presStyleCnt="8"/>
      <dgm:spPr/>
      <dgm:t>
        <a:bodyPr/>
        <a:lstStyle/>
        <a:p>
          <a:endParaRPr lang="zh-CN" altLang="en-US"/>
        </a:p>
      </dgm:t>
    </dgm:pt>
    <dgm:pt modelId="{F6A3AD58-A908-49DB-B5ED-23A3F6D05995}" type="pres">
      <dgm:prSet presAssocID="{59E63018-DF4E-4DE7-9B24-3C337948F258}" presName="root2" presStyleCnt="0"/>
      <dgm:spPr/>
    </dgm:pt>
    <dgm:pt modelId="{922313E2-558B-4FA4-B52B-5DB012BB1399}" type="pres">
      <dgm:prSet presAssocID="{59E63018-DF4E-4DE7-9B24-3C337948F258}" presName="LevelTwoTextNode" presStyleLbl="node3" presStyleIdx="2" presStyleCnt="8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3817945-2819-4A12-9048-E72AB810DD86}" type="pres">
      <dgm:prSet presAssocID="{59E63018-DF4E-4DE7-9B24-3C337948F258}" presName="level3hierChild" presStyleCnt="0"/>
      <dgm:spPr/>
    </dgm:pt>
    <dgm:pt modelId="{D3FA7FF3-E33B-4F5B-AACE-5212BDA07AC9}" type="pres">
      <dgm:prSet presAssocID="{D16605FF-DCB0-4E90-97C4-55018C1A2820}" presName="conn2-1" presStyleLbl="parChTrans1D3" presStyleIdx="3" presStyleCnt="8"/>
      <dgm:spPr/>
      <dgm:t>
        <a:bodyPr/>
        <a:lstStyle/>
        <a:p>
          <a:endParaRPr lang="zh-CN" altLang="en-US"/>
        </a:p>
      </dgm:t>
    </dgm:pt>
    <dgm:pt modelId="{52F6C727-FE40-464F-A219-B17AC6BC7A71}" type="pres">
      <dgm:prSet presAssocID="{D16605FF-DCB0-4E90-97C4-55018C1A2820}" presName="connTx" presStyleLbl="parChTrans1D3" presStyleIdx="3" presStyleCnt="8"/>
      <dgm:spPr/>
      <dgm:t>
        <a:bodyPr/>
        <a:lstStyle/>
        <a:p>
          <a:endParaRPr lang="zh-CN" altLang="en-US"/>
        </a:p>
      </dgm:t>
    </dgm:pt>
    <dgm:pt modelId="{A5E78787-D84A-4AEB-A8D5-E47B45935B1E}" type="pres">
      <dgm:prSet presAssocID="{37E9910E-8FE7-4730-8E05-CD1EA90F3169}" presName="root2" presStyleCnt="0"/>
      <dgm:spPr/>
    </dgm:pt>
    <dgm:pt modelId="{A50BE990-1737-4E69-9A64-5D6AE7022A32}" type="pres">
      <dgm:prSet presAssocID="{37E9910E-8FE7-4730-8E05-CD1EA90F3169}" presName="LevelTwoTextNode" presStyleLbl="node3" presStyleIdx="3" presStyleCnt="8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C6D4420-03F1-4E14-9AB6-EEFED02BA2F1}" type="pres">
      <dgm:prSet presAssocID="{37E9910E-8FE7-4730-8E05-CD1EA90F3169}" presName="level3hierChild" presStyleCnt="0"/>
      <dgm:spPr/>
    </dgm:pt>
    <dgm:pt modelId="{266C982A-A8C4-411B-ACED-D6552DA68FCB}" type="pres">
      <dgm:prSet presAssocID="{623A5982-F18F-4809-8C7D-AD6481E06833}" presName="conn2-1" presStyleLbl="parChTrans1D2" presStyleIdx="2" presStyleCnt="4"/>
      <dgm:spPr/>
      <dgm:t>
        <a:bodyPr/>
        <a:lstStyle/>
        <a:p>
          <a:endParaRPr lang="zh-CN" altLang="en-US"/>
        </a:p>
      </dgm:t>
    </dgm:pt>
    <dgm:pt modelId="{5BCD80D6-8119-483C-8820-42556B8B4310}" type="pres">
      <dgm:prSet presAssocID="{623A5982-F18F-4809-8C7D-AD6481E06833}" presName="connTx" presStyleLbl="parChTrans1D2" presStyleIdx="2" presStyleCnt="4"/>
      <dgm:spPr/>
      <dgm:t>
        <a:bodyPr/>
        <a:lstStyle/>
        <a:p>
          <a:endParaRPr lang="zh-CN" altLang="en-US"/>
        </a:p>
      </dgm:t>
    </dgm:pt>
    <dgm:pt modelId="{9DB8E04C-2ADE-4D82-A073-AFE8EE19C027}" type="pres">
      <dgm:prSet presAssocID="{243C40D4-64B4-4956-9E6E-308039FEA5E7}" presName="root2" presStyleCnt="0"/>
      <dgm:spPr/>
    </dgm:pt>
    <dgm:pt modelId="{AB27112A-E4A0-4E41-8D79-359CD44EA83E}" type="pres">
      <dgm:prSet presAssocID="{243C40D4-64B4-4956-9E6E-308039FEA5E7}" presName="LevelTwoTextNode" presStyleLbl="node2" presStyleIdx="2" presStyleCnt="4" custScaleX="162221" custScaleY="145937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DDC22B3-F549-47D8-A157-80BBB6574BC0}" type="pres">
      <dgm:prSet presAssocID="{243C40D4-64B4-4956-9E6E-308039FEA5E7}" presName="level3hierChild" presStyleCnt="0"/>
      <dgm:spPr/>
    </dgm:pt>
    <dgm:pt modelId="{1B7BC6B8-2D4F-42EE-ABD1-1B069B28A603}" type="pres">
      <dgm:prSet presAssocID="{12924534-3D4D-4C62-A61C-670FB4EF38A7}" presName="conn2-1" presStyleLbl="parChTrans1D3" presStyleIdx="4" presStyleCnt="8"/>
      <dgm:spPr/>
      <dgm:t>
        <a:bodyPr/>
        <a:lstStyle/>
        <a:p>
          <a:endParaRPr lang="zh-CN" altLang="en-US"/>
        </a:p>
      </dgm:t>
    </dgm:pt>
    <dgm:pt modelId="{56EF8992-FCBE-426D-80BB-E65E6C99264F}" type="pres">
      <dgm:prSet presAssocID="{12924534-3D4D-4C62-A61C-670FB4EF38A7}" presName="connTx" presStyleLbl="parChTrans1D3" presStyleIdx="4" presStyleCnt="8"/>
      <dgm:spPr/>
      <dgm:t>
        <a:bodyPr/>
        <a:lstStyle/>
        <a:p>
          <a:endParaRPr lang="zh-CN" altLang="en-US"/>
        </a:p>
      </dgm:t>
    </dgm:pt>
    <dgm:pt modelId="{B26E7F5C-BAD9-40A9-9B91-E421E2570AB7}" type="pres">
      <dgm:prSet presAssocID="{FC636D45-1FE3-4AB2-8B1C-6ADEC3D8FE32}" presName="root2" presStyleCnt="0"/>
      <dgm:spPr/>
    </dgm:pt>
    <dgm:pt modelId="{3A3FCD00-A4FA-4A69-AE11-E1173961A8C2}" type="pres">
      <dgm:prSet presAssocID="{FC636D45-1FE3-4AB2-8B1C-6ADEC3D8FE32}" presName="LevelTwoTextNode" presStyleLbl="node3" presStyleIdx="4" presStyleCnt="8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440776A2-CE90-487A-9B9D-07CAFB32DF4C}" type="pres">
      <dgm:prSet presAssocID="{FC636D45-1FE3-4AB2-8B1C-6ADEC3D8FE32}" presName="level3hierChild" presStyleCnt="0"/>
      <dgm:spPr/>
    </dgm:pt>
    <dgm:pt modelId="{A6AC96B6-44A1-4713-AECE-61A59E714C7B}" type="pres">
      <dgm:prSet presAssocID="{B9515AFF-D992-4344-A6E4-11D8FF463923}" presName="conn2-1" presStyleLbl="parChTrans1D2" presStyleIdx="3" presStyleCnt="4"/>
      <dgm:spPr/>
      <dgm:t>
        <a:bodyPr/>
        <a:lstStyle/>
        <a:p>
          <a:endParaRPr lang="zh-CN" altLang="en-US"/>
        </a:p>
      </dgm:t>
    </dgm:pt>
    <dgm:pt modelId="{9A90505F-8166-4496-BBD3-ECA884153368}" type="pres">
      <dgm:prSet presAssocID="{B9515AFF-D992-4344-A6E4-11D8FF463923}" presName="connTx" presStyleLbl="parChTrans1D2" presStyleIdx="3" presStyleCnt="4"/>
      <dgm:spPr/>
      <dgm:t>
        <a:bodyPr/>
        <a:lstStyle/>
        <a:p>
          <a:endParaRPr lang="zh-CN" altLang="en-US"/>
        </a:p>
      </dgm:t>
    </dgm:pt>
    <dgm:pt modelId="{B41BC025-486E-4962-B8AF-DFBED0F24B55}" type="pres">
      <dgm:prSet presAssocID="{B6A60FB6-C1BF-4083-AEB5-45EC1E92B905}" presName="root2" presStyleCnt="0"/>
      <dgm:spPr/>
    </dgm:pt>
    <dgm:pt modelId="{72A2D913-9F80-42AC-AE7C-2316A373CC52}" type="pres">
      <dgm:prSet presAssocID="{B6A60FB6-C1BF-4083-AEB5-45EC1E92B905}" presName="LevelTwoTextNode" presStyleLbl="node2" presStyleIdx="3" presStyleCnt="4" custScaleX="158098" custScaleY="14974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E2E38D2-E536-4A34-8C71-93D78C62C93D}" type="pres">
      <dgm:prSet presAssocID="{B6A60FB6-C1BF-4083-AEB5-45EC1E92B905}" presName="level3hierChild" presStyleCnt="0"/>
      <dgm:spPr/>
    </dgm:pt>
    <dgm:pt modelId="{073E79F0-2A55-432E-9F26-DC054BCA8F1E}" type="pres">
      <dgm:prSet presAssocID="{1C364D4F-866C-42CB-8B45-F1AF493F3FF1}" presName="conn2-1" presStyleLbl="parChTrans1D3" presStyleIdx="5" presStyleCnt="8"/>
      <dgm:spPr/>
      <dgm:t>
        <a:bodyPr/>
        <a:lstStyle/>
        <a:p>
          <a:endParaRPr lang="zh-CN" altLang="en-US"/>
        </a:p>
      </dgm:t>
    </dgm:pt>
    <dgm:pt modelId="{CD15FB32-FEA1-409D-843B-B1B438AF9E54}" type="pres">
      <dgm:prSet presAssocID="{1C364D4F-866C-42CB-8B45-F1AF493F3FF1}" presName="connTx" presStyleLbl="parChTrans1D3" presStyleIdx="5" presStyleCnt="8"/>
      <dgm:spPr/>
      <dgm:t>
        <a:bodyPr/>
        <a:lstStyle/>
        <a:p>
          <a:endParaRPr lang="zh-CN" altLang="en-US"/>
        </a:p>
      </dgm:t>
    </dgm:pt>
    <dgm:pt modelId="{DCCE5BF2-F120-4E33-98A6-3E2FF0D6E903}" type="pres">
      <dgm:prSet presAssocID="{024BA2D2-A270-4D28-8578-A3BBF249221B}" presName="root2" presStyleCnt="0"/>
      <dgm:spPr/>
    </dgm:pt>
    <dgm:pt modelId="{526F1F5C-BBF4-4E56-9124-31A03B5BEB11}" type="pres">
      <dgm:prSet presAssocID="{024BA2D2-A270-4D28-8578-A3BBF249221B}" presName="LevelTwoTextNode" presStyleLbl="node3" presStyleIdx="5" presStyleCnt="8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763BE27-FB90-444D-B522-D34913966D6F}" type="pres">
      <dgm:prSet presAssocID="{024BA2D2-A270-4D28-8578-A3BBF249221B}" presName="level3hierChild" presStyleCnt="0"/>
      <dgm:spPr/>
    </dgm:pt>
    <dgm:pt modelId="{EAF31EE3-3EED-45D1-80EF-B4C0ABB388CA}" type="pres">
      <dgm:prSet presAssocID="{1F1A6B70-8B3C-4B07-A302-EE2819600673}" presName="conn2-1" presStyleLbl="parChTrans1D3" presStyleIdx="6" presStyleCnt="8"/>
      <dgm:spPr/>
      <dgm:t>
        <a:bodyPr/>
        <a:lstStyle/>
        <a:p>
          <a:endParaRPr lang="zh-CN" altLang="en-US"/>
        </a:p>
      </dgm:t>
    </dgm:pt>
    <dgm:pt modelId="{F4FB6DE9-7540-4CF3-8B90-D4C8C5DBB23F}" type="pres">
      <dgm:prSet presAssocID="{1F1A6B70-8B3C-4B07-A302-EE2819600673}" presName="connTx" presStyleLbl="parChTrans1D3" presStyleIdx="6" presStyleCnt="8"/>
      <dgm:spPr/>
      <dgm:t>
        <a:bodyPr/>
        <a:lstStyle/>
        <a:p>
          <a:endParaRPr lang="zh-CN" altLang="en-US"/>
        </a:p>
      </dgm:t>
    </dgm:pt>
    <dgm:pt modelId="{26242503-A04E-46A8-8401-951BB95897BC}" type="pres">
      <dgm:prSet presAssocID="{D4C566A1-CC2C-4596-8CD9-B9CBE98F9B56}" presName="root2" presStyleCnt="0"/>
      <dgm:spPr/>
    </dgm:pt>
    <dgm:pt modelId="{08C599EB-D4BD-485E-A2B6-31520AB133E0}" type="pres">
      <dgm:prSet presAssocID="{D4C566A1-CC2C-4596-8CD9-B9CBE98F9B56}" presName="LevelTwoTextNode" presStyleLbl="node3" presStyleIdx="6" presStyleCnt="8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045761B-AB64-48B6-989E-5B0E7881620A}" type="pres">
      <dgm:prSet presAssocID="{D4C566A1-CC2C-4596-8CD9-B9CBE98F9B56}" presName="level3hierChild" presStyleCnt="0"/>
      <dgm:spPr/>
    </dgm:pt>
    <dgm:pt modelId="{9E5C0382-3E93-470D-8BC4-CFC49E28C3C4}" type="pres">
      <dgm:prSet presAssocID="{53B51C15-5A0B-4AAC-A9AD-BAA19C972F6E}" presName="conn2-1" presStyleLbl="parChTrans1D3" presStyleIdx="7" presStyleCnt="8"/>
      <dgm:spPr/>
      <dgm:t>
        <a:bodyPr/>
        <a:lstStyle/>
        <a:p>
          <a:endParaRPr lang="zh-CN" altLang="en-US"/>
        </a:p>
      </dgm:t>
    </dgm:pt>
    <dgm:pt modelId="{4DCED6F8-222A-484E-BAF8-A13D6B630B48}" type="pres">
      <dgm:prSet presAssocID="{53B51C15-5A0B-4AAC-A9AD-BAA19C972F6E}" presName="connTx" presStyleLbl="parChTrans1D3" presStyleIdx="7" presStyleCnt="8"/>
      <dgm:spPr/>
      <dgm:t>
        <a:bodyPr/>
        <a:lstStyle/>
        <a:p>
          <a:endParaRPr lang="zh-CN" altLang="en-US"/>
        </a:p>
      </dgm:t>
    </dgm:pt>
    <dgm:pt modelId="{3481624B-56D7-4524-8004-DE3A5FBE62E8}" type="pres">
      <dgm:prSet presAssocID="{D82314E2-7B57-4B61-AD1A-A4CC7957A1AE}" presName="root2" presStyleCnt="0"/>
      <dgm:spPr/>
    </dgm:pt>
    <dgm:pt modelId="{05EF6AAE-E2CB-4F3B-A38F-F5896AA4BBEE}" type="pres">
      <dgm:prSet presAssocID="{D82314E2-7B57-4B61-AD1A-A4CC7957A1AE}" presName="LevelTwoTextNode" presStyleLbl="node3" presStyleIdx="7" presStyleCnt="8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5F5165F-E879-43BC-874E-B2C62BFF7EAE}" type="pres">
      <dgm:prSet presAssocID="{D82314E2-7B57-4B61-AD1A-A4CC7957A1AE}" presName="level3hierChild" presStyleCnt="0"/>
      <dgm:spPr/>
    </dgm:pt>
  </dgm:ptLst>
  <dgm:cxnLst>
    <dgm:cxn modelId="{FBEB8F3C-4C09-465C-8289-51EB6B079F8C}" type="presOf" srcId="{8357F98F-506A-4AF9-A35C-2E545147AB35}" destId="{46A91AFE-F3AC-45C9-8B0A-1EEAE005E6C1}" srcOrd="1" destOrd="0" presId="urn:microsoft.com/office/officeart/2005/8/layout/hierarchy2"/>
    <dgm:cxn modelId="{D73C14C7-68C4-4EED-A445-D3F5AEB8086B}" type="presOf" srcId="{B9515AFF-D992-4344-A6E4-11D8FF463923}" destId="{9A90505F-8166-4496-BBD3-ECA884153368}" srcOrd="1" destOrd="0" presId="urn:microsoft.com/office/officeart/2005/8/layout/hierarchy2"/>
    <dgm:cxn modelId="{34153392-DF15-4C11-8BF4-9B7B89D96E28}" srcId="{3A46F892-8431-45D6-89ED-4E39169E38D3}" destId="{B6A60FB6-C1BF-4083-AEB5-45EC1E92B905}" srcOrd="3" destOrd="0" parTransId="{B9515AFF-D992-4344-A6E4-11D8FF463923}" sibTransId="{0DE35051-4637-463F-86A6-9B8A2886C363}"/>
    <dgm:cxn modelId="{AD6260D5-DB88-42A6-9DE4-F1750210C912}" srcId="{C1F99F1A-066A-41D2-9708-50FB0C4E3055}" destId="{37E9910E-8FE7-4730-8E05-CD1EA90F3169}" srcOrd="1" destOrd="0" parTransId="{D16605FF-DCB0-4E90-97C4-55018C1A2820}" sibTransId="{6EC1E7D1-9E42-421D-A99F-4DBF6A105AC2}"/>
    <dgm:cxn modelId="{4BDEC618-1E79-4796-851F-16A17EF691FD}" srcId="{B6A60FB6-C1BF-4083-AEB5-45EC1E92B905}" destId="{D4C566A1-CC2C-4596-8CD9-B9CBE98F9B56}" srcOrd="1" destOrd="0" parTransId="{1F1A6B70-8B3C-4B07-A302-EE2819600673}" sibTransId="{E7D76B24-6F21-455B-8CD1-3A2FEA7427B2}"/>
    <dgm:cxn modelId="{0091BFCD-36F2-4401-953F-1C1736077020}" type="presOf" srcId="{B9515AFF-D992-4344-A6E4-11D8FF463923}" destId="{A6AC96B6-44A1-4713-AECE-61A59E714C7B}" srcOrd="0" destOrd="0" presId="urn:microsoft.com/office/officeart/2005/8/layout/hierarchy2"/>
    <dgm:cxn modelId="{E3C43462-5FF0-4611-923F-3E6287813B3C}" type="presOf" srcId="{D16605FF-DCB0-4E90-97C4-55018C1A2820}" destId="{52F6C727-FE40-464F-A219-B17AC6BC7A71}" srcOrd="1" destOrd="0" presId="urn:microsoft.com/office/officeart/2005/8/layout/hierarchy2"/>
    <dgm:cxn modelId="{F6B448EC-7B82-4674-ADF8-1FEF610240B1}" type="presOf" srcId="{D82314E2-7B57-4B61-AD1A-A4CC7957A1AE}" destId="{05EF6AAE-E2CB-4F3B-A38F-F5896AA4BBEE}" srcOrd="0" destOrd="0" presId="urn:microsoft.com/office/officeart/2005/8/layout/hierarchy2"/>
    <dgm:cxn modelId="{36FA2D48-4F73-4625-BF8C-B2186E83D53B}" type="presOf" srcId="{53B51C15-5A0B-4AAC-A9AD-BAA19C972F6E}" destId="{4DCED6F8-222A-484E-BAF8-A13D6B630B48}" srcOrd="1" destOrd="0" presId="urn:microsoft.com/office/officeart/2005/8/layout/hierarchy2"/>
    <dgm:cxn modelId="{F88A5407-434A-4FB6-B5B8-C43043C5ADE1}" srcId="{D111A18C-C164-4EE3-9D8F-9B234AC66E40}" destId="{6C145E33-B841-4E4A-9147-CF3B0B97001D}" srcOrd="1" destOrd="0" parTransId="{8357F98F-506A-4AF9-A35C-2E545147AB35}" sibTransId="{98618AE1-EAD3-48C5-BFE7-AE94665A346C}"/>
    <dgm:cxn modelId="{FC6645D3-BBD7-486B-A097-D4FB3CFD6FA2}" srcId="{C1F99F1A-066A-41D2-9708-50FB0C4E3055}" destId="{59E63018-DF4E-4DE7-9B24-3C337948F258}" srcOrd="0" destOrd="0" parTransId="{FE9EC08C-1AC7-4074-AC23-5B0AF3C6A93A}" sibTransId="{F6D997F3-A82B-4A18-BFBF-8069739ED0C3}"/>
    <dgm:cxn modelId="{D0B9F510-D09E-4A7D-8092-40D7E02AB2B4}" type="presOf" srcId="{C281E9E9-0398-47AD-8C52-5439363AAFA3}" destId="{E15333E9-3920-4321-9FA6-4A7D4503E9A9}" srcOrd="0" destOrd="0" presId="urn:microsoft.com/office/officeart/2005/8/layout/hierarchy2"/>
    <dgm:cxn modelId="{5849E720-A8D4-421C-A0F5-72F829DE4A96}" srcId="{3A46F892-8431-45D6-89ED-4E39169E38D3}" destId="{C1F99F1A-066A-41D2-9708-50FB0C4E3055}" srcOrd="1" destOrd="0" parTransId="{7568819C-430C-4626-8949-36F49FE71877}" sibTransId="{7FF2D8EC-FDC7-425A-97BD-21BCEE738335}"/>
    <dgm:cxn modelId="{D36254A1-C2BA-4612-BE60-2BB96E664D27}" type="presOf" srcId="{831D92D6-9207-475C-9846-CB8D96D1665B}" destId="{26943AED-3E33-4655-8F65-0BB84AE55BB1}" srcOrd="1" destOrd="0" presId="urn:microsoft.com/office/officeart/2005/8/layout/hierarchy2"/>
    <dgm:cxn modelId="{8F75DF72-1C42-4272-BF8C-E17929BCB3CE}" type="presOf" srcId="{C1F99F1A-066A-41D2-9708-50FB0C4E3055}" destId="{B6872EA0-498C-432B-81CE-773E6A546FBF}" srcOrd="0" destOrd="0" presId="urn:microsoft.com/office/officeart/2005/8/layout/hierarchy2"/>
    <dgm:cxn modelId="{107814EF-560C-4209-9EEB-18253BD0E325}" srcId="{3A46F892-8431-45D6-89ED-4E39169E38D3}" destId="{D111A18C-C164-4EE3-9D8F-9B234AC66E40}" srcOrd="0" destOrd="0" parTransId="{2CD3949A-46D1-4873-BF46-A7A237AF88FC}" sibTransId="{6863B8E1-5883-4117-BE37-EF5058A31DDC}"/>
    <dgm:cxn modelId="{78FDD62C-A06A-429C-8688-A5F526F35697}" type="presOf" srcId="{53B51C15-5A0B-4AAC-A9AD-BAA19C972F6E}" destId="{9E5C0382-3E93-470D-8BC4-CFC49E28C3C4}" srcOrd="0" destOrd="0" presId="urn:microsoft.com/office/officeart/2005/8/layout/hierarchy2"/>
    <dgm:cxn modelId="{E7136C6E-879D-4AE3-B942-3D19C11EFE8B}" type="presOf" srcId="{831D92D6-9207-475C-9846-CB8D96D1665B}" destId="{49F2E943-25E5-40BF-ACA6-302DB47E6904}" srcOrd="0" destOrd="0" presId="urn:microsoft.com/office/officeart/2005/8/layout/hierarchy2"/>
    <dgm:cxn modelId="{99C87C68-2C4E-45D9-9728-3384911B7A05}" type="presOf" srcId="{D111A18C-C164-4EE3-9D8F-9B234AC66E40}" destId="{A0DFE56D-EAE3-422B-BFAE-83E2B4CA3667}" srcOrd="0" destOrd="0" presId="urn:microsoft.com/office/officeart/2005/8/layout/hierarchy2"/>
    <dgm:cxn modelId="{04C7BFCB-7EA0-4880-B6FB-7C0CA29DA165}" type="presOf" srcId="{024BA2D2-A270-4D28-8578-A3BBF249221B}" destId="{526F1F5C-BBF4-4E56-9124-31A03B5BEB11}" srcOrd="0" destOrd="0" presId="urn:microsoft.com/office/officeart/2005/8/layout/hierarchy2"/>
    <dgm:cxn modelId="{9DAE7409-8EAD-421E-828B-5D0616801784}" type="presOf" srcId="{623A5982-F18F-4809-8C7D-AD6481E06833}" destId="{5BCD80D6-8119-483C-8820-42556B8B4310}" srcOrd="1" destOrd="0" presId="urn:microsoft.com/office/officeart/2005/8/layout/hierarchy2"/>
    <dgm:cxn modelId="{3EAA18B6-EDBB-46FE-98F4-1E56043C173F}" type="presOf" srcId="{3A46F892-8431-45D6-89ED-4E39169E38D3}" destId="{11323CAD-6F8C-40A0-A784-C0274A1DEA45}" srcOrd="0" destOrd="0" presId="urn:microsoft.com/office/officeart/2005/8/layout/hierarchy2"/>
    <dgm:cxn modelId="{36D3FFB0-EB9A-44F2-B2A6-A07A7622E4F3}" type="presOf" srcId="{12924534-3D4D-4C62-A61C-670FB4EF38A7}" destId="{56EF8992-FCBE-426D-80BB-E65E6C99264F}" srcOrd="1" destOrd="0" presId="urn:microsoft.com/office/officeart/2005/8/layout/hierarchy2"/>
    <dgm:cxn modelId="{E3688907-F640-42AB-82E8-64E3EAA46456}" type="presOf" srcId="{B6A60FB6-C1BF-4083-AEB5-45EC1E92B905}" destId="{72A2D913-9F80-42AC-AE7C-2316A373CC52}" srcOrd="0" destOrd="0" presId="urn:microsoft.com/office/officeart/2005/8/layout/hierarchy2"/>
    <dgm:cxn modelId="{18223AB9-0DF4-414B-83B5-FE6961222966}" type="presOf" srcId="{37E9910E-8FE7-4730-8E05-CD1EA90F3169}" destId="{A50BE990-1737-4E69-9A64-5D6AE7022A32}" srcOrd="0" destOrd="0" presId="urn:microsoft.com/office/officeart/2005/8/layout/hierarchy2"/>
    <dgm:cxn modelId="{26EC3E2E-0D46-44B5-A377-6D53A00BFFCB}" type="presOf" srcId="{7568819C-430C-4626-8949-36F49FE71877}" destId="{96F85A01-A9A2-4C96-8D75-94E5770B65F6}" srcOrd="1" destOrd="0" presId="urn:microsoft.com/office/officeart/2005/8/layout/hierarchy2"/>
    <dgm:cxn modelId="{A876C35E-2C19-4985-8720-1C6A23144C7E}" type="presOf" srcId="{D16605FF-DCB0-4E90-97C4-55018C1A2820}" destId="{D3FA7FF3-E33B-4F5B-AACE-5212BDA07AC9}" srcOrd="0" destOrd="0" presId="urn:microsoft.com/office/officeart/2005/8/layout/hierarchy2"/>
    <dgm:cxn modelId="{E0EA3F97-0CDA-431C-BCE7-171316A1359D}" type="presOf" srcId="{1F1A6B70-8B3C-4B07-A302-EE2819600673}" destId="{EAF31EE3-3EED-45D1-80EF-B4C0ABB388CA}" srcOrd="0" destOrd="0" presId="urn:microsoft.com/office/officeart/2005/8/layout/hierarchy2"/>
    <dgm:cxn modelId="{DAC19057-B9A2-4BE9-A2F9-3F2B0DD5934D}" type="presOf" srcId="{1C364D4F-866C-42CB-8B45-F1AF493F3FF1}" destId="{CD15FB32-FEA1-409D-843B-B1B438AF9E54}" srcOrd="1" destOrd="0" presId="urn:microsoft.com/office/officeart/2005/8/layout/hierarchy2"/>
    <dgm:cxn modelId="{7665FA1F-9D92-40BA-A0C1-FCFDD6FA891B}" type="presOf" srcId="{FC636D45-1FE3-4AB2-8B1C-6ADEC3D8FE32}" destId="{3A3FCD00-A4FA-4A69-AE11-E1173961A8C2}" srcOrd="0" destOrd="0" presId="urn:microsoft.com/office/officeart/2005/8/layout/hierarchy2"/>
    <dgm:cxn modelId="{A5B9DBCD-F9A6-4F2E-B1F5-B06AD53128AA}" type="presOf" srcId="{623A5982-F18F-4809-8C7D-AD6481E06833}" destId="{266C982A-A8C4-411B-ACED-D6552DA68FCB}" srcOrd="0" destOrd="0" presId="urn:microsoft.com/office/officeart/2005/8/layout/hierarchy2"/>
    <dgm:cxn modelId="{2B55736B-0926-43D1-AA1F-48206D2C2322}" srcId="{3A46F892-8431-45D6-89ED-4E39169E38D3}" destId="{243C40D4-64B4-4956-9E6E-308039FEA5E7}" srcOrd="2" destOrd="0" parTransId="{623A5982-F18F-4809-8C7D-AD6481E06833}" sibTransId="{E96AD8F8-53B9-4C4E-9B9E-5F4816277842}"/>
    <dgm:cxn modelId="{A8607D78-2BBE-49A8-9481-0390E5DF6368}" srcId="{B6A60FB6-C1BF-4083-AEB5-45EC1E92B905}" destId="{024BA2D2-A270-4D28-8578-A3BBF249221B}" srcOrd="0" destOrd="0" parTransId="{1C364D4F-866C-42CB-8B45-F1AF493F3FF1}" sibTransId="{AFFA5959-76AF-479F-ABBB-BAE07991CDFA}"/>
    <dgm:cxn modelId="{BA645FF0-DA06-4354-AC15-A963AD86D5F0}" type="presOf" srcId="{D4C566A1-CC2C-4596-8CD9-B9CBE98F9B56}" destId="{08C599EB-D4BD-485E-A2B6-31520AB133E0}" srcOrd="0" destOrd="0" presId="urn:microsoft.com/office/officeart/2005/8/layout/hierarchy2"/>
    <dgm:cxn modelId="{092540AC-13D5-4C09-876F-415A4A7E3948}" type="presOf" srcId="{8357F98F-506A-4AF9-A35C-2E545147AB35}" destId="{C0A50DF4-1F68-45A1-B041-14B0D2A94635}" srcOrd="0" destOrd="0" presId="urn:microsoft.com/office/officeart/2005/8/layout/hierarchy2"/>
    <dgm:cxn modelId="{221CC75E-1F52-49B1-A803-67C704E3928D}" srcId="{B6A60FB6-C1BF-4083-AEB5-45EC1E92B905}" destId="{D82314E2-7B57-4B61-AD1A-A4CC7957A1AE}" srcOrd="2" destOrd="0" parTransId="{53B51C15-5A0B-4AAC-A9AD-BAA19C972F6E}" sibTransId="{9B68C818-B91A-4442-852D-48CE6984E8B7}"/>
    <dgm:cxn modelId="{2BCA5B8B-95D1-4E3D-BB53-7EF3F4130893}" type="presOf" srcId="{12924534-3D4D-4C62-A61C-670FB4EF38A7}" destId="{1B7BC6B8-2D4F-42EE-ABD1-1B069B28A603}" srcOrd="0" destOrd="0" presId="urn:microsoft.com/office/officeart/2005/8/layout/hierarchy2"/>
    <dgm:cxn modelId="{0FE429C3-383F-4698-BF8E-A34C6061273B}" srcId="{243C40D4-64B4-4956-9E6E-308039FEA5E7}" destId="{FC636D45-1FE3-4AB2-8B1C-6ADEC3D8FE32}" srcOrd="0" destOrd="0" parTransId="{12924534-3D4D-4C62-A61C-670FB4EF38A7}" sibTransId="{8E46FF55-CA8C-4FA2-82BB-535238EC0506}"/>
    <dgm:cxn modelId="{586FD993-5EE6-4DD0-8FBD-965F30F5A702}" srcId="{D111A18C-C164-4EE3-9D8F-9B234AC66E40}" destId="{C281E9E9-0398-47AD-8C52-5439363AAFA3}" srcOrd="0" destOrd="0" parTransId="{831D92D6-9207-475C-9846-CB8D96D1665B}" sibTransId="{1696770F-4E40-4461-950A-FC243A97A894}"/>
    <dgm:cxn modelId="{04D532F0-2B5A-46D2-80A7-0785757C5DEB}" type="presOf" srcId="{7568819C-430C-4626-8949-36F49FE71877}" destId="{04775387-6AD9-4772-B97F-D9B250C9F1AE}" srcOrd="0" destOrd="0" presId="urn:microsoft.com/office/officeart/2005/8/layout/hierarchy2"/>
    <dgm:cxn modelId="{F332266B-107D-4E90-B30D-C5DA150D6DDA}" type="presOf" srcId="{FE9EC08C-1AC7-4074-AC23-5B0AF3C6A93A}" destId="{DA2C8F47-D23A-45D0-80A9-10B454F82F56}" srcOrd="0" destOrd="0" presId="urn:microsoft.com/office/officeart/2005/8/layout/hierarchy2"/>
    <dgm:cxn modelId="{5F051F99-EB6A-4E16-A038-9210086B580B}" type="presOf" srcId="{243C40D4-64B4-4956-9E6E-308039FEA5E7}" destId="{AB27112A-E4A0-4E41-8D79-359CD44EA83E}" srcOrd="0" destOrd="0" presId="urn:microsoft.com/office/officeart/2005/8/layout/hierarchy2"/>
    <dgm:cxn modelId="{EF5B5D4B-890D-4CDF-8B6F-005D8B44EE11}" type="presOf" srcId="{2CD3949A-46D1-4873-BF46-A7A237AF88FC}" destId="{BD91D27A-B8E7-4D60-8539-3F208CC4B893}" srcOrd="0" destOrd="0" presId="urn:microsoft.com/office/officeart/2005/8/layout/hierarchy2"/>
    <dgm:cxn modelId="{2528CC8B-068F-4EF4-8CDA-69039EFA2136}" type="presOf" srcId="{49CF5D8F-FE2C-40AC-BD42-E2033D17B7F2}" destId="{E28976C1-5BF2-4451-BD13-4A08A9FB0820}" srcOrd="0" destOrd="0" presId="urn:microsoft.com/office/officeart/2005/8/layout/hierarchy2"/>
    <dgm:cxn modelId="{1CA6917C-D4A0-43FE-BFC0-4E489F744B89}" type="presOf" srcId="{1F1A6B70-8B3C-4B07-A302-EE2819600673}" destId="{F4FB6DE9-7540-4CF3-8B90-D4C8C5DBB23F}" srcOrd="1" destOrd="0" presId="urn:microsoft.com/office/officeart/2005/8/layout/hierarchy2"/>
    <dgm:cxn modelId="{9ACBAE8E-34C5-415D-941D-7D31C18DA676}" type="presOf" srcId="{6C145E33-B841-4E4A-9147-CF3B0B97001D}" destId="{746E69EF-6FC0-44A8-B25F-B50D211250C0}" srcOrd="0" destOrd="0" presId="urn:microsoft.com/office/officeart/2005/8/layout/hierarchy2"/>
    <dgm:cxn modelId="{02FD2AE0-77DC-4FA6-8F0A-9CCEE5733754}" type="presOf" srcId="{59E63018-DF4E-4DE7-9B24-3C337948F258}" destId="{922313E2-558B-4FA4-B52B-5DB012BB1399}" srcOrd="0" destOrd="0" presId="urn:microsoft.com/office/officeart/2005/8/layout/hierarchy2"/>
    <dgm:cxn modelId="{3562C61A-2ED0-47CB-8A90-3B5EE590877C}" srcId="{49CF5D8F-FE2C-40AC-BD42-E2033D17B7F2}" destId="{3A46F892-8431-45D6-89ED-4E39169E38D3}" srcOrd="0" destOrd="0" parTransId="{E17DD5C7-109D-42EE-8D72-8F6FB2E2CBCD}" sibTransId="{A817D736-DE9E-4CEC-8DF5-6D74CFE8F913}"/>
    <dgm:cxn modelId="{6E96883E-1DFC-4A09-89EB-95C993B55E77}" type="presOf" srcId="{1C364D4F-866C-42CB-8B45-F1AF493F3FF1}" destId="{073E79F0-2A55-432E-9F26-DC054BCA8F1E}" srcOrd="0" destOrd="0" presId="urn:microsoft.com/office/officeart/2005/8/layout/hierarchy2"/>
    <dgm:cxn modelId="{C981E2ED-C64D-4696-BBBE-58DA605847B0}" type="presOf" srcId="{2CD3949A-46D1-4873-BF46-A7A237AF88FC}" destId="{93FEC52B-47C1-4850-9DEE-C34E26422AB7}" srcOrd="1" destOrd="0" presId="urn:microsoft.com/office/officeart/2005/8/layout/hierarchy2"/>
    <dgm:cxn modelId="{CF28B697-9DB3-49B4-B30C-A215C4FED94C}" type="presOf" srcId="{FE9EC08C-1AC7-4074-AC23-5B0AF3C6A93A}" destId="{3A1766F1-729B-43BA-A5D7-A535D50BF72F}" srcOrd="1" destOrd="0" presId="urn:microsoft.com/office/officeart/2005/8/layout/hierarchy2"/>
    <dgm:cxn modelId="{7F6ECAF1-5A4B-4D3A-AA66-321A0C1B1891}" type="presParOf" srcId="{E28976C1-5BF2-4451-BD13-4A08A9FB0820}" destId="{1304EB6A-7148-43DC-BA9A-F8D7A8D3A974}" srcOrd="0" destOrd="0" presId="urn:microsoft.com/office/officeart/2005/8/layout/hierarchy2"/>
    <dgm:cxn modelId="{576439E9-B57B-4218-AF5F-CEAB3527E2DF}" type="presParOf" srcId="{1304EB6A-7148-43DC-BA9A-F8D7A8D3A974}" destId="{11323CAD-6F8C-40A0-A784-C0274A1DEA45}" srcOrd="0" destOrd="0" presId="urn:microsoft.com/office/officeart/2005/8/layout/hierarchy2"/>
    <dgm:cxn modelId="{54954E91-3AB7-4211-9DB2-36A6DFC9D4B4}" type="presParOf" srcId="{1304EB6A-7148-43DC-BA9A-F8D7A8D3A974}" destId="{A9608BA1-166B-4DCD-8264-CF5D147B776B}" srcOrd="1" destOrd="0" presId="urn:microsoft.com/office/officeart/2005/8/layout/hierarchy2"/>
    <dgm:cxn modelId="{61159606-8FB5-456F-92F6-28C0BAF74C8D}" type="presParOf" srcId="{A9608BA1-166B-4DCD-8264-CF5D147B776B}" destId="{BD91D27A-B8E7-4D60-8539-3F208CC4B893}" srcOrd="0" destOrd="0" presId="urn:microsoft.com/office/officeart/2005/8/layout/hierarchy2"/>
    <dgm:cxn modelId="{3340D230-291F-463E-8E6B-40AEA4DCBF82}" type="presParOf" srcId="{BD91D27A-B8E7-4D60-8539-3F208CC4B893}" destId="{93FEC52B-47C1-4850-9DEE-C34E26422AB7}" srcOrd="0" destOrd="0" presId="urn:microsoft.com/office/officeart/2005/8/layout/hierarchy2"/>
    <dgm:cxn modelId="{31BCDE31-1973-4766-88F3-48122AEF7F27}" type="presParOf" srcId="{A9608BA1-166B-4DCD-8264-CF5D147B776B}" destId="{6E911885-A90F-4267-9543-FFBF6C9C6B35}" srcOrd="1" destOrd="0" presId="urn:microsoft.com/office/officeart/2005/8/layout/hierarchy2"/>
    <dgm:cxn modelId="{ADB02E40-4332-4CFC-BD90-618813F74F99}" type="presParOf" srcId="{6E911885-A90F-4267-9543-FFBF6C9C6B35}" destId="{A0DFE56D-EAE3-422B-BFAE-83E2B4CA3667}" srcOrd="0" destOrd="0" presId="urn:microsoft.com/office/officeart/2005/8/layout/hierarchy2"/>
    <dgm:cxn modelId="{D4672979-A5DD-448D-8BF7-7384664A61D3}" type="presParOf" srcId="{6E911885-A90F-4267-9543-FFBF6C9C6B35}" destId="{2EE28872-C8B7-4B69-B18C-532B3DFA92BB}" srcOrd="1" destOrd="0" presId="urn:microsoft.com/office/officeart/2005/8/layout/hierarchy2"/>
    <dgm:cxn modelId="{C4F25E43-0A52-4544-BB44-C28E52552E8E}" type="presParOf" srcId="{2EE28872-C8B7-4B69-B18C-532B3DFA92BB}" destId="{49F2E943-25E5-40BF-ACA6-302DB47E6904}" srcOrd="0" destOrd="0" presId="urn:microsoft.com/office/officeart/2005/8/layout/hierarchy2"/>
    <dgm:cxn modelId="{D6A93D2B-0203-46A8-B02C-09EB9DBD4D7F}" type="presParOf" srcId="{49F2E943-25E5-40BF-ACA6-302DB47E6904}" destId="{26943AED-3E33-4655-8F65-0BB84AE55BB1}" srcOrd="0" destOrd="0" presId="urn:microsoft.com/office/officeart/2005/8/layout/hierarchy2"/>
    <dgm:cxn modelId="{FCB21E11-A261-4277-B5A6-B78F921375A4}" type="presParOf" srcId="{2EE28872-C8B7-4B69-B18C-532B3DFA92BB}" destId="{BAEB7FD4-D74C-494D-B936-07DFD8F66887}" srcOrd="1" destOrd="0" presId="urn:microsoft.com/office/officeart/2005/8/layout/hierarchy2"/>
    <dgm:cxn modelId="{9F0251B1-54BB-4F12-8847-1FA6ABFBF730}" type="presParOf" srcId="{BAEB7FD4-D74C-494D-B936-07DFD8F66887}" destId="{E15333E9-3920-4321-9FA6-4A7D4503E9A9}" srcOrd="0" destOrd="0" presId="urn:microsoft.com/office/officeart/2005/8/layout/hierarchy2"/>
    <dgm:cxn modelId="{F491F27F-1779-4EC2-868F-360658E192E9}" type="presParOf" srcId="{BAEB7FD4-D74C-494D-B936-07DFD8F66887}" destId="{9BC48E5A-34A5-4DAB-9FF9-0EBADEA448C2}" srcOrd="1" destOrd="0" presId="urn:microsoft.com/office/officeart/2005/8/layout/hierarchy2"/>
    <dgm:cxn modelId="{D919F667-E07C-41CF-BA37-140218E96A09}" type="presParOf" srcId="{2EE28872-C8B7-4B69-B18C-532B3DFA92BB}" destId="{C0A50DF4-1F68-45A1-B041-14B0D2A94635}" srcOrd="2" destOrd="0" presId="urn:microsoft.com/office/officeart/2005/8/layout/hierarchy2"/>
    <dgm:cxn modelId="{05CCB84E-7692-4861-BF29-103AC237076B}" type="presParOf" srcId="{C0A50DF4-1F68-45A1-B041-14B0D2A94635}" destId="{46A91AFE-F3AC-45C9-8B0A-1EEAE005E6C1}" srcOrd="0" destOrd="0" presId="urn:microsoft.com/office/officeart/2005/8/layout/hierarchy2"/>
    <dgm:cxn modelId="{8AB79182-6340-4662-A5DE-1E1C1D55844E}" type="presParOf" srcId="{2EE28872-C8B7-4B69-B18C-532B3DFA92BB}" destId="{F8331E69-035D-4B29-828E-F92611629EDB}" srcOrd="3" destOrd="0" presId="urn:microsoft.com/office/officeart/2005/8/layout/hierarchy2"/>
    <dgm:cxn modelId="{2C0CD78E-ED58-42DD-8DCE-FD6E5B2742EF}" type="presParOf" srcId="{F8331E69-035D-4B29-828E-F92611629EDB}" destId="{746E69EF-6FC0-44A8-B25F-B50D211250C0}" srcOrd="0" destOrd="0" presId="urn:microsoft.com/office/officeart/2005/8/layout/hierarchy2"/>
    <dgm:cxn modelId="{3632C302-F4E3-4E23-9197-E03ED3D7AF20}" type="presParOf" srcId="{F8331E69-035D-4B29-828E-F92611629EDB}" destId="{53F8933B-D84F-4FF9-A0D4-01BA88A8D682}" srcOrd="1" destOrd="0" presId="urn:microsoft.com/office/officeart/2005/8/layout/hierarchy2"/>
    <dgm:cxn modelId="{649A4F69-52C7-420D-96EB-516DF6F94603}" type="presParOf" srcId="{A9608BA1-166B-4DCD-8264-CF5D147B776B}" destId="{04775387-6AD9-4772-B97F-D9B250C9F1AE}" srcOrd="2" destOrd="0" presId="urn:microsoft.com/office/officeart/2005/8/layout/hierarchy2"/>
    <dgm:cxn modelId="{144987DF-E582-4995-A116-B6EFEF1F9AC5}" type="presParOf" srcId="{04775387-6AD9-4772-B97F-D9B250C9F1AE}" destId="{96F85A01-A9A2-4C96-8D75-94E5770B65F6}" srcOrd="0" destOrd="0" presId="urn:microsoft.com/office/officeart/2005/8/layout/hierarchy2"/>
    <dgm:cxn modelId="{961E8A26-592F-4CBE-97A6-58847C2C70E2}" type="presParOf" srcId="{A9608BA1-166B-4DCD-8264-CF5D147B776B}" destId="{308AB752-5733-4643-8331-081BF9AE9B8E}" srcOrd="3" destOrd="0" presId="urn:microsoft.com/office/officeart/2005/8/layout/hierarchy2"/>
    <dgm:cxn modelId="{7BB6086C-6852-4ED9-A9AB-17ED870AC267}" type="presParOf" srcId="{308AB752-5733-4643-8331-081BF9AE9B8E}" destId="{B6872EA0-498C-432B-81CE-773E6A546FBF}" srcOrd="0" destOrd="0" presId="urn:microsoft.com/office/officeart/2005/8/layout/hierarchy2"/>
    <dgm:cxn modelId="{49FB41D0-0AD6-4182-BAFD-21B7CAE63C4D}" type="presParOf" srcId="{308AB752-5733-4643-8331-081BF9AE9B8E}" destId="{09EFCE0F-15E2-4740-8F58-95E3288AA999}" srcOrd="1" destOrd="0" presId="urn:microsoft.com/office/officeart/2005/8/layout/hierarchy2"/>
    <dgm:cxn modelId="{E2A3FBA7-13F2-45C8-A8F3-AC203D1E3741}" type="presParOf" srcId="{09EFCE0F-15E2-4740-8F58-95E3288AA999}" destId="{DA2C8F47-D23A-45D0-80A9-10B454F82F56}" srcOrd="0" destOrd="0" presId="urn:microsoft.com/office/officeart/2005/8/layout/hierarchy2"/>
    <dgm:cxn modelId="{EA1D1695-B15B-43D9-92D0-FCDBBF4DDCE2}" type="presParOf" srcId="{DA2C8F47-D23A-45D0-80A9-10B454F82F56}" destId="{3A1766F1-729B-43BA-A5D7-A535D50BF72F}" srcOrd="0" destOrd="0" presId="urn:microsoft.com/office/officeart/2005/8/layout/hierarchy2"/>
    <dgm:cxn modelId="{DC1881FC-6A9A-4A3E-9AE7-EF5BFD923A6D}" type="presParOf" srcId="{09EFCE0F-15E2-4740-8F58-95E3288AA999}" destId="{F6A3AD58-A908-49DB-B5ED-23A3F6D05995}" srcOrd="1" destOrd="0" presId="urn:microsoft.com/office/officeart/2005/8/layout/hierarchy2"/>
    <dgm:cxn modelId="{C6A738C2-980A-4D0E-80F8-CB9DFF377FCC}" type="presParOf" srcId="{F6A3AD58-A908-49DB-B5ED-23A3F6D05995}" destId="{922313E2-558B-4FA4-B52B-5DB012BB1399}" srcOrd="0" destOrd="0" presId="urn:microsoft.com/office/officeart/2005/8/layout/hierarchy2"/>
    <dgm:cxn modelId="{C611C7F4-0940-4A57-9496-40901CFA8210}" type="presParOf" srcId="{F6A3AD58-A908-49DB-B5ED-23A3F6D05995}" destId="{73817945-2819-4A12-9048-E72AB810DD86}" srcOrd="1" destOrd="0" presId="urn:microsoft.com/office/officeart/2005/8/layout/hierarchy2"/>
    <dgm:cxn modelId="{66D63E84-A210-4B23-9C71-A77BE1CCE6FB}" type="presParOf" srcId="{09EFCE0F-15E2-4740-8F58-95E3288AA999}" destId="{D3FA7FF3-E33B-4F5B-AACE-5212BDA07AC9}" srcOrd="2" destOrd="0" presId="urn:microsoft.com/office/officeart/2005/8/layout/hierarchy2"/>
    <dgm:cxn modelId="{911F243B-B6E0-418C-95B0-AE0C62E11ECD}" type="presParOf" srcId="{D3FA7FF3-E33B-4F5B-AACE-5212BDA07AC9}" destId="{52F6C727-FE40-464F-A219-B17AC6BC7A71}" srcOrd="0" destOrd="0" presId="urn:microsoft.com/office/officeart/2005/8/layout/hierarchy2"/>
    <dgm:cxn modelId="{B12EA014-C385-4B43-BDEA-3606B678B277}" type="presParOf" srcId="{09EFCE0F-15E2-4740-8F58-95E3288AA999}" destId="{A5E78787-D84A-4AEB-A8D5-E47B45935B1E}" srcOrd="3" destOrd="0" presId="urn:microsoft.com/office/officeart/2005/8/layout/hierarchy2"/>
    <dgm:cxn modelId="{806AB2F8-ECE4-410D-B9CC-C319066603EF}" type="presParOf" srcId="{A5E78787-D84A-4AEB-A8D5-E47B45935B1E}" destId="{A50BE990-1737-4E69-9A64-5D6AE7022A32}" srcOrd="0" destOrd="0" presId="urn:microsoft.com/office/officeart/2005/8/layout/hierarchy2"/>
    <dgm:cxn modelId="{9B5D334A-CC61-4B02-B060-495E21A5E827}" type="presParOf" srcId="{A5E78787-D84A-4AEB-A8D5-E47B45935B1E}" destId="{BC6D4420-03F1-4E14-9AB6-EEFED02BA2F1}" srcOrd="1" destOrd="0" presId="urn:microsoft.com/office/officeart/2005/8/layout/hierarchy2"/>
    <dgm:cxn modelId="{EF13B8CB-D93A-465A-8887-B43702EEE5C4}" type="presParOf" srcId="{A9608BA1-166B-4DCD-8264-CF5D147B776B}" destId="{266C982A-A8C4-411B-ACED-D6552DA68FCB}" srcOrd="4" destOrd="0" presId="urn:microsoft.com/office/officeart/2005/8/layout/hierarchy2"/>
    <dgm:cxn modelId="{5B03CF62-7DB2-4D33-B581-C95F78B17D02}" type="presParOf" srcId="{266C982A-A8C4-411B-ACED-D6552DA68FCB}" destId="{5BCD80D6-8119-483C-8820-42556B8B4310}" srcOrd="0" destOrd="0" presId="urn:microsoft.com/office/officeart/2005/8/layout/hierarchy2"/>
    <dgm:cxn modelId="{700E2A04-D9C9-429A-A934-62DF4A69FB44}" type="presParOf" srcId="{A9608BA1-166B-4DCD-8264-CF5D147B776B}" destId="{9DB8E04C-2ADE-4D82-A073-AFE8EE19C027}" srcOrd="5" destOrd="0" presId="urn:microsoft.com/office/officeart/2005/8/layout/hierarchy2"/>
    <dgm:cxn modelId="{B4FCCFDD-5701-4D84-8C8F-BCC993846E06}" type="presParOf" srcId="{9DB8E04C-2ADE-4D82-A073-AFE8EE19C027}" destId="{AB27112A-E4A0-4E41-8D79-359CD44EA83E}" srcOrd="0" destOrd="0" presId="urn:microsoft.com/office/officeart/2005/8/layout/hierarchy2"/>
    <dgm:cxn modelId="{2BA3BD54-7DE0-4BD4-A93E-859410A12A29}" type="presParOf" srcId="{9DB8E04C-2ADE-4D82-A073-AFE8EE19C027}" destId="{2DDC22B3-F549-47D8-A157-80BBB6574BC0}" srcOrd="1" destOrd="0" presId="urn:microsoft.com/office/officeart/2005/8/layout/hierarchy2"/>
    <dgm:cxn modelId="{DF9B88CF-B652-44B4-BCC9-65A2B77162C8}" type="presParOf" srcId="{2DDC22B3-F549-47D8-A157-80BBB6574BC0}" destId="{1B7BC6B8-2D4F-42EE-ABD1-1B069B28A603}" srcOrd="0" destOrd="0" presId="urn:microsoft.com/office/officeart/2005/8/layout/hierarchy2"/>
    <dgm:cxn modelId="{3DDB10D3-2025-41E9-A910-2A5C6D414F4B}" type="presParOf" srcId="{1B7BC6B8-2D4F-42EE-ABD1-1B069B28A603}" destId="{56EF8992-FCBE-426D-80BB-E65E6C99264F}" srcOrd="0" destOrd="0" presId="urn:microsoft.com/office/officeart/2005/8/layout/hierarchy2"/>
    <dgm:cxn modelId="{B1F0D8D3-BC94-4BE8-962B-1714ECC07DE8}" type="presParOf" srcId="{2DDC22B3-F549-47D8-A157-80BBB6574BC0}" destId="{B26E7F5C-BAD9-40A9-9B91-E421E2570AB7}" srcOrd="1" destOrd="0" presId="urn:microsoft.com/office/officeart/2005/8/layout/hierarchy2"/>
    <dgm:cxn modelId="{B90B6717-086B-4A21-A600-D2003C40FCB0}" type="presParOf" srcId="{B26E7F5C-BAD9-40A9-9B91-E421E2570AB7}" destId="{3A3FCD00-A4FA-4A69-AE11-E1173961A8C2}" srcOrd="0" destOrd="0" presId="urn:microsoft.com/office/officeart/2005/8/layout/hierarchy2"/>
    <dgm:cxn modelId="{31C59CBB-6D50-41D5-88C8-673803F97784}" type="presParOf" srcId="{B26E7F5C-BAD9-40A9-9B91-E421E2570AB7}" destId="{440776A2-CE90-487A-9B9D-07CAFB32DF4C}" srcOrd="1" destOrd="0" presId="urn:microsoft.com/office/officeart/2005/8/layout/hierarchy2"/>
    <dgm:cxn modelId="{E2DF65A5-7530-4771-B4FC-15E98FEFC28F}" type="presParOf" srcId="{A9608BA1-166B-4DCD-8264-CF5D147B776B}" destId="{A6AC96B6-44A1-4713-AECE-61A59E714C7B}" srcOrd="6" destOrd="0" presId="urn:microsoft.com/office/officeart/2005/8/layout/hierarchy2"/>
    <dgm:cxn modelId="{126A2CF9-E80B-400F-8A56-95AE40671E32}" type="presParOf" srcId="{A6AC96B6-44A1-4713-AECE-61A59E714C7B}" destId="{9A90505F-8166-4496-BBD3-ECA884153368}" srcOrd="0" destOrd="0" presId="urn:microsoft.com/office/officeart/2005/8/layout/hierarchy2"/>
    <dgm:cxn modelId="{0B956713-D705-4561-8CFD-2E7735F59E67}" type="presParOf" srcId="{A9608BA1-166B-4DCD-8264-CF5D147B776B}" destId="{B41BC025-486E-4962-B8AF-DFBED0F24B55}" srcOrd="7" destOrd="0" presId="urn:microsoft.com/office/officeart/2005/8/layout/hierarchy2"/>
    <dgm:cxn modelId="{FF8CAF2E-8410-472D-9A37-D8B2B344DBFE}" type="presParOf" srcId="{B41BC025-486E-4962-B8AF-DFBED0F24B55}" destId="{72A2D913-9F80-42AC-AE7C-2316A373CC52}" srcOrd="0" destOrd="0" presId="urn:microsoft.com/office/officeart/2005/8/layout/hierarchy2"/>
    <dgm:cxn modelId="{C07E5C35-4041-4454-B5AF-0B407ACE888E}" type="presParOf" srcId="{B41BC025-486E-4962-B8AF-DFBED0F24B55}" destId="{BE2E38D2-E536-4A34-8C71-93D78C62C93D}" srcOrd="1" destOrd="0" presId="urn:microsoft.com/office/officeart/2005/8/layout/hierarchy2"/>
    <dgm:cxn modelId="{F9E38731-3B44-49EF-8AD4-CB2CF8DF18A1}" type="presParOf" srcId="{BE2E38D2-E536-4A34-8C71-93D78C62C93D}" destId="{073E79F0-2A55-432E-9F26-DC054BCA8F1E}" srcOrd="0" destOrd="0" presId="urn:microsoft.com/office/officeart/2005/8/layout/hierarchy2"/>
    <dgm:cxn modelId="{2394513C-8F89-4B29-AFB8-08CF9BBD50AA}" type="presParOf" srcId="{073E79F0-2A55-432E-9F26-DC054BCA8F1E}" destId="{CD15FB32-FEA1-409D-843B-B1B438AF9E54}" srcOrd="0" destOrd="0" presId="urn:microsoft.com/office/officeart/2005/8/layout/hierarchy2"/>
    <dgm:cxn modelId="{8978D797-A246-46AD-87BA-56DE8BA85F5D}" type="presParOf" srcId="{BE2E38D2-E536-4A34-8C71-93D78C62C93D}" destId="{DCCE5BF2-F120-4E33-98A6-3E2FF0D6E903}" srcOrd="1" destOrd="0" presId="urn:microsoft.com/office/officeart/2005/8/layout/hierarchy2"/>
    <dgm:cxn modelId="{43B1A119-C7CF-4C30-8415-CFB72D93643D}" type="presParOf" srcId="{DCCE5BF2-F120-4E33-98A6-3E2FF0D6E903}" destId="{526F1F5C-BBF4-4E56-9124-31A03B5BEB11}" srcOrd="0" destOrd="0" presId="urn:microsoft.com/office/officeart/2005/8/layout/hierarchy2"/>
    <dgm:cxn modelId="{6A76FBCC-6E68-48A2-8B9C-ABF6CD9A6B09}" type="presParOf" srcId="{DCCE5BF2-F120-4E33-98A6-3E2FF0D6E903}" destId="{B763BE27-FB90-444D-B522-D34913966D6F}" srcOrd="1" destOrd="0" presId="urn:microsoft.com/office/officeart/2005/8/layout/hierarchy2"/>
    <dgm:cxn modelId="{A3573C3F-249F-490C-B340-08DFC694C84F}" type="presParOf" srcId="{BE2E38D2-E536-4A34-8C71-93D78C62C93D}" destId="{EAF31EE3-3EED-45D1-80EF-B4C0ABB388CA}" srcOrd="2" destOrd="0" presId="urn:microsoft.com/office/officeart/2005/8/layout/hierarchy2"/>
    <dgm:cxn modelId="{87E2274A-2E82-494B-A5D6-BC11306FE440}" type="presParOf" srcId="{EAF31EE3-3EED-45D1-80EF-B4C0ABB388CA}" destId="{F4FB6DE9-7540-4CF3-8B90-D4C8C5DBB23F}" srcOrd="0" destOrd="0" presId="urn:microsoft.com/office/officeart/2005/8/layout/hierarchy2"/>
    <dgm:cxn modelId="{D88067A7-A35B-449F-A57B-72A47BDA1986}" type="presParOf" srcId="{BE2E38D2-E536-4A34-8C71-93D78C62C93D}" destId="{26242503-A04E-46A8-8401-951BB95897BC}" srcOrd="3" destOrd="0" presId="urn:microsoft.com/office/officeart/2005/8/layout/hierarchy2"/>
    <dgm:cxn modelId="{B4DDB4E0-EF92-4842-982B-80669EBD1393}" type="presParOf" srcId="{26242503-A04E-46A8-8401-951BB95897BC}" destId="{08C599EB-D4BD-485E-A2B6-31520AB133E0}" srcOrd="0" destOrd="0" presId="urn:microsoft.com/office/officeart/2005/8/layout/hierarchy2"/>
    <dgm:cxn modelId="{9AACF81D-7929-4906-9E6F-B9E50BDF114F}" type="presParOf" srcId="{26242503-A04E-46A8-8401-951BB95897BC}" destId="{2045761B-AB64-48B6-989E-5B0E7881620A}" srcOrd="1" destOrd="0" presId="urn:microsoft.com/office/officeart/2005/8/layout/hierarchy2"/>
    <dgm:cxn modelId="{2DFB8ACE-DC93-4A94-9471-BCE8ECC9BD04}" type="presParOf" srcId="{BE2E38D2-E536-4A34-8C71-93D78C62C93D}" destId="{9E5C0382-3E93-470D-8BC4-CFC49E28C3C4}" srcOrd="4" destOrd="0" presId="urn:microsoft.com/office/officeart/2005/8/layout/hierarchy2"/>
    <dgm:cxn modelId="{0CC41B3B-7F9E-4FA1-B302-782574FDA9CB}" type="presParOf" srcId="{9E5C0382-3E93-470D-8BC4-CFC49E28C3C4}" destId="{4DCED6F8-222A-484E-BAF8-A13D6B630B48}" srcOrd="0" destOrd="0" presId="urn:microsoft.com/office/officeart/2005/8/layout/hierarchy2"/>
    <dgm:cxn modelId="{F6778D4E-91A9-4AEA-BC54-B1856411D84E}" type="presParOf" srcId="{BE2E38D2-E536-4A34-8C71-93D78C62C93D}" destId="{3481624B-56D7-4524-8004-DE3A5FBE62E8}" srcOrd="5" destOrd="0" presId="urn:microsoft.com/office/officeart/2005/8/layout/hierarchy2"/>
    <dgm:cxn modelId="{A3DF2C4E-615C-46F0-BD0A-552A16D17ACA}" type="presParOf" srcId="{3481624B-56D7-4524-8004-DE3A5FBE62E8}" destId="{05EF6AAE-E2CB-4F3B-A38F-F5896AA4BBEE}" srcOrd="0" destOrd="0" presId="urn:microsoft.com/office/officeart/2005/8/layout/hierarchy2"/>
    <dgm:cxn modelId="{81FECDCF-1A29-4636-8E7F-6C56819CC387}" type="presParOf" srcId="{3481624B-56D7-4524-8004-DE3A5FBE62E8}" destId="{A5F5165F-E879-43BC-874E-B2C62BFF7EA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9CF5D8F-FE2C-40AC-BD42-E2033D17B7F2}" type="doc">
      <dgm:prSet loTypeId="urn:microsoft.com/office/officeart/2005/8/layout/hierarchy2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3A46F892-8431-45D6-89ED-4E39169E38D3}">
      <dgm:prSet phldrT="[文本]" custT="1"/>
      <dgm:spPr/>
      <dgm:t>
        <a:bodyPr/>
        <a:lstStyle/>
        <a:p>
          <a:r>
            <a:rPr lang="zh-CN" altLang="en-US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项目</a:t>
          </a:r>
        </a:p>
      </dgm:t>
    </dgm:pt>
    <dgm:pt modelId="{E17DD5C7-109D-42EE-8D72-8F6FB2E2CBCD}" type="parTrans" cxnId="{3562C61A-2ED0-47CB-8A90-3B5EE590877C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A817D736-DE9E-4CEC-8DF5-6D74CFE8F913}" type="sibTrans" cxnId="{3562C61A-2ED0-47CB-8A90-3B5EE590877C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D111A18C-C164-4EE3-9D8F-9B234AC66E40}">
      <dgm:prSet phldrT="[文本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zh-CN" altLang="en-US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功能模块</a:t>
          </a:r>
          <a:r>
            <a:rPr lang="en-US" altLang="zh-CN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1</a:t>
          </a:r>
          <a:endParaRPr lang="zh-CN" altLang="en-US" sz="14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2CD3949A-46D1-4873-BF46-A7A237AF88FC}" type="parTrans" cxnId="{107814EF-560C-4209-9EEB-18253BD0E325}">
      <dgm:prSet custT="1"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6863B8E1-5883-4117-BE37-EF5058A31DDC}" type="sibTrans" cxnId="{107814EF-560C-4209-9EEB-18253BD0E325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243C40D4-64B4-4956-9E6E-308039FEA5E7}">
      <dgm:prSet phldrT="[文本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zh-CN" altLang="en-US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功能模块</a:t>
          </a:r>
          <a:r>
            <a:rPr lang="en-US" altLang="zh-CN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3</a:t>
          </a:r>
          <a:endParaRPr lang="zh-CN" altLang="en-US" sz="14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623A5982-F18F-4809-8C7D-AD6481E06833}" type="parTrans" cxnId="{2B55736B-0926-43D1-AA1F-48206D2C2322}">
      <dgm:prSet custT="1"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E96AD8F8-53B9-4C4E-9B9E-5F4816277842}" type="sibTrans" cxnId="{2B55736B-0926-43D1-AA1F-48206D2C2322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B6A60FB6-C1BF-4083-AEB5-45EC1E92B905}">
      <dgm:prSet phldrT="[文本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zh-CN" altLang="en-US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功能模块</a:t>
          </a:r>
          <a:r>
            <a:rPr lang="en-US" altLang="zh-CN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4</a:t>
          </a:r>
          <a:endParaRPr lang="zh-CN" altLang="en-US" sz="14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B9515AFF-D992-4344-A6E4-11D8FF463923}" type="parTrans" cxnId="{34153392-DF15-4C11-8BF4-9B7B89D96E28}">
      <dgm:prSet custT="1"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0DE35051-4637-463F-86A6-9B8A2886C363}" type="sibTrans" cxnId="{34153392-DF15-4C11-8BF4-9B7B89D96E28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C281E9E9-0398-47AD-8C52-5439363AAFA3}">
      <dgm:prSet phldrT="[文本]" custT="1"/>
      <dgm:spPr/>
      <dgm:t>
        <a:bodyPr/>
        <a:lstStyle/>
        <a:p>
          <a:r>
            <a:rPr lang="en-US" altLang="zh-CN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Story1</a:t>
          </a:r>
          <a:endParaRPr lang="zh-CN" altLang="en-US" sz="14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831D92D6-9207-475C-9846-CB8D96D1665B}" type="parTrans" cxnId="{586FD993-5EE6-4DD0-8FBD-965F30F5A702}">
      <dgm:prSet custT="1"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1696770F-4E40-4461-950A-FC243A97A894}" type="sibTrans" cxnId="{586FD993-5EE6-4DD0-8FBD-965F30F5A702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6C145E33-B841-4E4A-9147-CF3B0B97001D}">
      <dgm:prSet phldrT="[文本]" custT="1"/>
      <dgm:spPr/>
      <dgm:t>
        <a:bodyPr/>
        <a:lstStyle/>
        <a:p>
          <a:r>
            <a:rPr lang="en-US" altLang="zh-CN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Story2</a:t>
          </a:r>
          <a:endParaRPr lang="zh-CN" altLang="en-US" sz="14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8357F98F-506A-4AF9-A35C-2E545147AB35}" type="parTrans" cxnId="{F88A5407-434A-4FB6-B5B8-C43043C5ADE1}">
      <dgm:prSet custT="1"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98618AE1-EAD3-48C5-BFE7-AE94665A346C}" type="sibTrans" cxnId="{F88A5407-434A-4FB6-B5B8-C43043C5ADE1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59E63018-DF4E-4DE7-9B24-3C337948F258}">
      <dgm:prSet phldrT="[文本]" custT="1"/>
      <dgm:spPr/>
      <dgm:t>
        <a:bodyPr/>
        <a:lstStyle/>
        <a:p>
          <a:r>
            <a:rPr lang="en-US" altLang="zh-CN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Story3</a:t>
          </a:r>
          <a:endParaRPr lang="zh-CN" altLang="en-US" sz="14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FE9EC08C-1AC7-4074-AC23-5B0AF3C6A93A}" type="parTrans" cxnId="{FC6645D3-BBD7-486B-A097-D4FB3CFD6FA2}">
      <dgm:prSet custT="1"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F6D997F3-A82B-4A18-BFBF-8069739ED0C3}" type="sibTrans" cxnId="{FC6645D3-BBD7-486B-A097-D4FB3CFD6FA2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37E9910E-8FE7-4730-8E05-CD1EA90F3169}">
      <dgm:prSet phldrT="[文本]" custT="1"/>
      <dgm:spPr/>
      <dgm:t>
        <a:bodyPr/>
        <a:lstStyle/>
        <a:p>
          <a:r>
            <a:rPr lang="en-US" altLang="zh-CN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Story4</a:t>
          </a:r>
          <a:endParaRPr lang="zh-CN" altLang="en-US" sz="14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D16605FF-DCB0-4E90-97C4-55018C1A2820}" type="parTrans" cxnId="{AD6260D5-DB88-42A6-9DE4-F1750210C912}">
      <dgm:prSet custT="1"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6EC1E7D1-9E42-421D-A99F-4DBF6A105AC2}" type="sibTrans" cxnId="{AD6260D5-DB88-42A6-9DE4-F1750210C912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FC636D45-1FE3-4AB2-8B1C-6ADEC3D8FE32}">
      <dgm:prSet phldrT="[文本]" custT="1"/>
      <dgm:spPr/>
      <dgm:t>
        <a:bodyPr/>
        <a:lstStyle/>
        <a:p>
          <a:r>
            <a:rPr lang="en-US" altLang="zh-CN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Story5</a:t>
          </a:r>
          <a:endParaRPr lang="zh-CN" altLang="en-US" sz="14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12924534-3D4D-4C62-A61C-670FB4EF38A7}" type="parTrans" cxnId="{0FE429C3-383F-4698-BF8E-A34C6061273B}">
      <dgm:prSet custT="1"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8E46FF55-CA8C-4FA2-82BB-535238EC0506}" type="sibTrans" cxnId="{0FE429C3-383F-4698-BF8E-A34C6061273B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024BA2D2-A270-4D28-8578-A3BBF249221B}">
      <dgm:prSet phldrT="[文本]" custT="1"/>
      <dgm:spPr/>
      <dgm:t>
        <a:bodyPr/>
        <a:lstStyle/>
        <a:p>
          <a:r>
            <a:rPr lang="en-US" altLang="zh-CN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Story6</a:t>
          </a:r>
          <a:endParaRPr lang="zh-CN" altLang="en-US" sz="14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1C364D4F-866C-42CB-8B45-F1AF493F3FF1}" type="parTrans" cxnId="{A8607D78-2BBE-49A8-9481-0390E5DF6368}">
      <dgm:prSet custT="1"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AFFA5959-76AF-479F-ABBB-BAE07991CDFA}" type="sibTrans" cxnId="{A8607D78-2BBE-49A8-9481-0390E5DF6368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D4C566A1-CC2C-4596-8CD9-B9CBE98F9B56}">
      <dgm:prSet phldrT="[文本]" custT="1"/>
      <dgm:spPr/>
      <dgm:t>
        <a:bodyPr/>
        <a:lstStyle/>
        <a:p>
          <a:r>
            <a:rPr lang="en-US" altLang="zh-CN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Story7</a:t>
          </a:r>
          <a:endParaRPr lang="zh-CN" altLang="en-US" sz="14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1F1A6B70-8B3C-4B07-A302-EE2819600673}" type="parTrans" cxnId="{4BDEC618-1E79-4796-851F-16A17EF691FD}">
      <dgm:prSet custT="1"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E7D76B24-6F21-455B-8CD1-3A2FEA7427B2}" type="sibTrans" cxnId="{4BDEC618-1E79-4796-851F-16A17EF691FD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D82314E2-7B57-4B61-AD1A-A4CC7957A1AE}">
      <dgm:prSet phldrT="[文本]" custT="1"/>
      <dgm:spPr/>
      <dgm:t>
        <a:bodyPr/>
        <a:lstStyle/>
        <a:p>
          <a:r>
            <a:rPr lang="en-US" altLang="zh-CN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Story8</a:t>
          </a:r>
          <a:endParaRPr lang="zh-CN" altLang="en-US" sz="14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53B51C15-5A0B-4AAC-A9AD-BAA19C972F6E}" type="parTrans" cxnId="{221CC75E-1F52-49B1-A803-67C704E3928D}">
      <dgm:prSet custT="1"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9B68C818-B91A-4442-852D-48CE6984E8B7}" type="sibTrans" cxnId="{221CC75E-1F52-49B1-A803-67C704E3928D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C1F99F1A-066A-41D2-9708-50FB0C4E3055}">
      <dgm:prSet phldrT="[文本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zh-CN" altLang="en-US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功能模块</a:t>
          </a:r>
          <a:r>
            <a:rPr lang="en-US" altLang="zh-CN" sz="14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2</a:t>
          </a:r>
          <a:endParaRPr lang="zh-CN" altLang="en-US" sz="14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7FF2D8EC-FDC7-425A-97BD-21BCEE738335}" type="sibTrans" cxnId="{5849E720-A8D4-421C-A0F5-72F829DE4A96}">
      <dgm:prSet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7568819C-430C-4626-8949-36F49FE71877}" type="parTrans" cxnId="{5849E720-A8D4-421C-A0F5-72F829DE4A96}">
      <dgm:prSet custT="1"/>
      <dgm:spPr/>
      <dgm:t>
        <a:bodyPr/>
        <a:lstStyle/>
        <a:p>
          <a:endParaRPr lang="zh-CN" altLang="en-US" sz="14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E28976C1-5BF2-4451-BD13-4A08A9FB0820}" type="pres">
      <dgm:prSet presAssocID="{49CF5D8F-FE2C-40AC-BD42-E2033D17B7F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1304EB6A-7148-43DC-BA9A-F8D7A8D3A974}" type="pres">
      <dgm:prSet presAssocID="{3A46F892-8431-45D6-89ED-4E39169E38D3}" presName="root1" presStyleCnt="0"/>
      <dgm:spPr/>
    </dgm:pt>
    <dgm:pt modelId="{11323CAD-6F8C-40A0-A784-C0274A1DEA45}" type="pres">
      <dgm:prSet presAssocID="{3A46F892-8431-45D6-89ED-4E39169E38D3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9608BA1-166B-4DCD-8264-CF5D147B776B}" type="pres">
      <dgm:prSet presAssocID="{3A46F892-8431-45D6-89ED-4E39169E38D3}" presName="level2hierChild" presStyleCnt="0"/>
      <dgm:spPr/>
    </dgm:pt>
    <dgm:pt modelId="{BD91D27A-B8E7-4D60-8539-3F208CC4B893}" type="pres">
      <dgm:prSet presAssocID="{2CD3949A-46D1-4873-BF46-A7A237AF88FC}" presName="conn2-1" presStyleLbl="parChTrans1D2" presStyleIdx="0" presStyleCnt="4"/>
      <dgm:spPr/>
      <dgm:t>
        <a:bodyPr/>
        <a:lstStyle/>
        <a:p>
          <a:endParaRPr lang="zh-CN" altLang="en-US"/>
        </a:p>
      </dgm:t>
    </dgm:pt>
    <dgm:pt modelId="{93FEC52B-47C1-4850-9DEE-C34E26422AB7}" type="pres">
      <dgm:prSet presAssocID="{2CD3949A-46D1-4873-BF46-A7A237AF88FC}" presName="connTx" presStyleLbl="parChTrans1D2" presStyleIdx="0" presStyleCnt="4"/>
      <dgm:spPr/>
      <dgm:t>
        <a:bodyPr/>
        <a:lstStyle/>
        <a:p>
          <a:endParaRPr lang="zh-CN" altLang="en-US"/>
        </a:p>
      </dgm:t>
    </dgm:pt>
    <dgm:pt modelId="{6E911885-A90F-4267-9543-FFBF6C9C6B35}" type="pres">
      <dgm:prSet presAssocID="{D111A18C-C164-4EE3-9D8F-9B234AC66E40}" presName="root2" presStyleCnt="0"/>
      <dgm:spPr/>
    </dgm:pt>
    <dgm:pt modelId="{A0DFE56D-EAE3-422B-BFAE-83E2B4CA3667}" type="pres">
      <dgm:prSet presAssocID="{D111A18C-C164-4EE3-9D8F-9B234AC66E40}" presName="LevelTwoTextNode" presStyleLbl="node2" presStyleIdx="0" presStyleCnt="4" custScaleX="140549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EE28872-C8B7-4B69-B18C-532B3DFA92BB}" type="pres">
      <dgm:prSet presAssocID="{D111A18C-C164-4EE3-9D8F-9B234AC66E40}" presName="level3hierChild" presStyleCnt="0"/>
      <dgm:spPr/>
    </dgm:pt>
    <dgm:pt modelId="{49F2E943-25E5-40BF-ACA6-302DB47E6904}" type="pres">
      <dgm:prSet presAssocID="{831D92D6-9207-475C-9846-CB8D96D1665B}" presName="conn2-1" presStyleLbl="parChTrans1D3" presStyleIdx="0" presStyleCnt="5"/>
      <dgm:spPr/>
      <dgm:t>
        <a:bodyPr/>
        <a:lstStyle/>
        <a:p>
          <a:endParaRPr lang="zh-CN" altLang="en-US"/>
        </a:p>
      </dgm:t>
    </dgm:pt>
    <dgm:pt modelId="{26943AED-3E33-4655-8F65-0BB84AE55BB1}" type="pres">
      <dgm:prSet presAssocID="{831D92D6-9207-475C-9846-CB8D96D1665B}" presName="connTx" presStyleLbl="parChTrans1D3" presStyleIdx="0" presStyleCnt="5"/>
      <dgm:spPr/>
      <dgm:t>
        <a:bodyPr/>
        <a:lstStyle/>
        <a:p>
          <a:endParaRPr lang="zh-CN" altLang="en-US"/>
        </a:p>
      </dgm:t>
    </dgm:pt>
    <dgm:pt modelId="{BAEB7FD4-D74C-494D-B936-07DFD8F66887}" type="pres">
      <dgm:prSet presAssocID="{C281E9E9-0398-47AD-8C52-5439363AAFA3}" presName="root2" presStyleCnt="0"/>
      <dgm:spPr/>
    </dgm:pt>
    <dgm:pt modelId="{E15333E9-3920-4321-9FA6-4A7D4503E9A9}" type="pres">
      <dgm:prSet presAssocID="{C281E9E9-0398-47AD-8C52-5439363AAFA3}" presName="LevelTwoTextNode" presStyleLbl="node3" presStyleIdx="0" presStyleCnt="5" custScaleX="11162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BC48E5A-34A5-4DAB-9FF9-0EBADEA448C2}" type="pres">
      <dgm:prSet presAssocID="{C281E9E9-0398-47AD-8C52-5439363AAFA3}" presName="level3hierChild" presStyleCnt="0"/>
      <dgm:spPr/>
    </dgm:pt>
    <dgm:pt modelId="{C0A50DF4-1F68-45A1-B041-14B0D2A94635}" type="pres">
      <dgm:prSet presAssocID="{8357F98F-506A-4AF9-A35C-2E545147AB35}" presName="conn2-1" presStyleLbl="parChTrans1D4" presStyleIdx="0" presStyleCnt="3"/>
      <dgm:spPr/>
      <dgm:t>
        <a:bodyPr/>
        <a:lstStyle/>
        <a:p>
          <a:endParaRPr lang="zh-CN" altLang="en-US"/>
        </a:p>
      </dgm:t>
    </dgm:pt>
    <dgm:pt modelId="{46A91AFE-F3AC-45C9-8B0A-1EEAE005E6C1}" type="pres">
      <dgm:prSet presAssocID="{8357F98F-506A-4AF9-A35C-2E545147AB35}" presName="connTx" presStyleLbl="parChTrans1D4" presStyleIdx="0" presStyleCnt="3"/>
      <dgm:spPr/>
      <dgm:t>
        <a:bodyPr/>
        <a:lstStyle/>
        <a:p>
          <a:endParaRPr lang="zh-CN" altLang="en-US"/>
        </a:p>
      </dgm:t>
    </dgm:pt>
    <dgm:pt modelId="{F8331E69-035D-4B29-828E-F92611629EDB}" type="pres">
      <dgm:prSet presAssocID="{6C145E33-B841-4E4A-9147-CF3B0B97001D}" presName="root2" presStyleCnt="0"/>
      <dgm:spPr/>
    </dgm:pt>
    <dgm:pt modelId="{746E69EF-6FC0-44A8-B25F-B50D211250C0}" type="pres">
      <dgm:prSet presAssocID="{6C145E33-B841-4E4A-9147-CF3B0B97001D}" presName="LevelTwoTextNode" presStyleLbl="node4" presStyleIdx="0" presStyleCnt="3" custScaleX="109187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3F8933B-D84F-4FF9-A0D4-01BA88A8D682}" type="pres">
      <dgm:prSet presAssocID="{6C145E33-B841-4E4A-9147-CF3B0B97001D}" presName="level3hierChild" presStyleCnt="0"/>
      <dgm:spPr/>
    </dgm:pt>
    <dgm:pt modelId="{04775387-6AD9-4772-B97F-D9B250C9F1AE}" type="pres">
      <dgm:prSet presAssocID="{7568819C-430C-4626-8949-36F49FE71877}" presName="conn2-1" presStyleLbl="parChTrans1D2" presStyleIdx="1" presStyleCnt="4"/>
      <dgm:spPr/>
      <dgm:t>
        <a:bodyPr/>
        <a:lstStyle/>
        <a:p>
          <a:endParaRPr lang="zh-CN" altLang="en-US"/>
        </a:p>
      </dgm:t>
    </dgm:pt>
    <dgm:pt modelId="{96F85A01-A9A2-4C96-8D75-94E5770B65F6}" type="pres">
      <dgm:prSet presAssocID="{7568819C-430C-4626-8949-36F49FE71877}" presName="connTx" presStyleLbl="parChTrans1D2" presStyleIdx="1" presStyleCnt="4"/>
      <dgm:spPr/>
      <dgm:t>
        <a:bodyPr/>
        <a:lstStyle/>
        <a:p>
          <a:endParaRPr lang="zh-CN" altLang="en-US"/>
        </a:p>
      </dgm:t>
    </dgm:pt>
    <dgm:pt modelId="{308AB752-5733-4643-8331-081BF9AE9B8E}" type="pres">
      <dgm:prSet presAssocID="{C1F99F1A-066A-41D2-9708-50FB0C4E3055}" presName="root2" presStyleCnt="0"/>
      <dgm:spPr/>
    </dgm:pt>
    <dgm:pt modelId="{B6872EA0-498C-432B-81CE-773E6A546FBF}" type="pres">
      <dgm:prSet presAssocID="{C1F99F1A-066A-41D2-9708-50FB0C4E3055}" presName="LevelTwoTextNode" presStyleLbl="node2" presStyleIdx="1" presStyleCnt="4" custScaleX="140687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09EFCE0F-15E2-4740-8F58-95E3288AA999}" type="pres">
      <dgm:prSet presAssocID="{C1F99F1A-066A-41D2-9708-50FB0C4E3055}" presName="level3hierChild" presStyleCnt="0"/>
      <dgm:spPr/>
    </dgm:pt>
    <dgm:pt modelId="{DA2C8F47-D23A-45D0-80A9-10B454F82F56}" type="pres">
      <dgm:prSet presAssocID="{FE9EC08C-1AC7-4074-AC23-5B0AF3C6A93A}" presName="conn2-1" presStyleLbl="parChTrans1D3" presStyleIdx="1" presStyleCnt="5"/>
      <dgm:spPr/>
      <dgm:t>
        <a:bodyPr/>
        <a:lstStyle/>
        <a:p>
          <a:endParaRPr lang="zh-CN" altLang="en-US"/>
        </a:p>
      </dgm:t>
    </dgm:pt>
    <dgm:pt modelId="{3A1766F1-729B-43BA-A5D7-A535D50BF72F}" type="pres">
      <dgm:prSet presAssocID="{FE9EC08C-1AC7-4074-AC23-5B0AF3C6A93A}" presName="connTx" presStyleLbl="parChTrans1D3" presStyleIdx="1" presStyleCnt="5"/>
      <dgm:spPr/>
      <dgm:t>
        <a:bodyPr/>
        <a:lstStyle/>
        <a:p>
          <a:endParaRPr lang="zh-CN" altLang="en-US"/>
        </a:p>
      </dgm:t>
    </dgm:pt>
    <dgm:pt modelId="{F6A3AD58-A908-49DB-B5ED-23A3F6D05995}" type="pres">
      <dgm:prSet presAssocID="{59E63018-DF4E-4DE7-9B24-3C337948F258}" presName="root2" presStyleCnt="0"/>
      <dgm:spPr/>
    </dgm:pt>
    <dgm:pt modelId="{922313E2-558B-4FA4-B52B-5DB012BB1399}" type="pres">
      <dgm:prSet presAssocID="{59E63018-DF4E-4DE7-9B24-3C337948F258}" presName="LevelTwoTextNode" presStyleLbl="node3" presStyleIdx="1" presStyleCnt="5" custScaleX="11162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3817945-2819-4A12-9048-E72AB810DD86}" type="pres">
      <dgm:prSet presAssocID="{59E63018-DF4E-4DE7-9B24-3C337948F258}" presName="level3hierChild" presStyleCnt="0"/>
      <dgm:spPr/>
    </dgm:pt>
    <dgm:pt modelId="{D3FA7FF3-E33B-4F5B-AACE-5212BDA07AC9}" type="pres">
      <dgm:prSet presAssocID="{D16605FF-DCB0-4E90-97C4-55018C1A2820}" presName="conn2-1" presStyleLbl="parChTrans1D4" presStyleIdx="1" presStyleCnt="3"/>
      <dgm:spPr/>
      <dgm:t>
        <a:bodyPr/>
        <a:lstStyle/>
        <a:p>
          <a:endParaRPr lang="zh-CN" altLang="en-US"/>
        </a:p>
      </dgm:t>
    </dgm:pt>
    <dgm:pt modelId="{52F6C727-FE40-464F-A219-B17AC6BC7A71}" type="pres">
      <dgm:prSet presAssocID="{D16605FF-DCB0-4E90-97C4-55018C1A2820}" presName="connTx" presStyleLbl="parChTrans1D4" presStyleIdx="1" presStyleCnt="3"/>
      <dgm:spPr/>
      <dgm:t>
        <a:bodyPr/>
        <a:lstStyle/>
        <a:p>
          <a:endParaRPr lang="zh-CN" altLang="en-US"/>
        </a:p>
      </dgm:t>
    </dgm:pt>
    <dgm:pt modelId="{A5E78787-D84A-4AEB-A8D5-E47B45935B1E}" type="pres">
      <dgm:prSet presAssocID="{37E9910E-8FE7-4730-8E05-CD1EA90F3169}" presName="root2" presStyleCnt="0"/>
      <dgm:spPr/>
    </dgm:pt>
    <dgm:pt modelId="{A50BE990-1737-4E69-9A64-5D6AE7022A32}" type="pres">
      <dgm:prSet presAssocID="{37E9910E-8FE7-4730-8E05-CD1EA90F3169}" presName="LevelTwoTextNode" presStyleLbl="node4" presStyleIdx="1" presStyleCnt="3" custScaleX="109187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C6D4420-03F1-4E14-9AB6-EEFED02BA2F1}" type="pres">
      <dgm:prSet presAssocID="{37E9910E-8FE7-4730-8E05-CD1EA90F3169}" presName="level3hierChild" presStyleCnt="0"/>
      <dgm:spPr/>
    </dgm:pt>
    <dgm:pt modelId="{266C982A-A8C4-411B-ACED-D6552DA68FCB}" type="pres">
      <dgm:prSet presAssocID="{623A5982-F18F-4809-8C7D-AD6481E06833}" presName="conn2-1" presStyleLbl="parChTrans1D2" presStyleIdx="2" presStyleCnt="4"/>
      <dgm:spPr/>
      <dgm:t>
        <a:bodyPr/>
        <a:lstStyle/>
        <a:p>
          <a:endParaRPr lang="zh-CN" altLang="en-US"/>
        </a:p>
      </dgm:t>
    </dgm:pt>
    <dgm:pt modelId="{5BCD80D6-8119-483C-8820-42556B8B4310}" type="pres">
      <dgm:prSet presAssocID="{623A5982-F18F-4809-8C7D-AD6481E06833}" presName="connTx" presStyleLbl="parChTrans1D2" presStyleIdx="2" presStyleCnt="4"/>
      <dgm:spPr/>
      <dgm:t>
        <a:bodyPr/>
        <a:lstStyle/>
        <a:p>
          <a:endParaRPr lang="zh-CN" altLang="en-US"/>
        </a:p>
      </dgm:t>
    </dgm:pt>
    <dgm:pt modelId="{9DB8E04C-2ADE-4D82-A073-AFE8EE19C027}" type="pres">
      <dgm:prSet presAssocID="{243C40D4-64B4-4956-9E6E-308039FEA5E7}" presName="root2" presStyleCnt="0"/>
      <dgm:spPr/>
    </dgm:pt>
    <dgm:pt modelId="{AB27112A-E4A0-4E41-8D79-359CD44EA83E}" type="pres">
      <dgm:prSet presAssocID="{243C40D4-64B4-4956-9E6E-308039FEA5E7}" presName="LevelTwoTextNode" presStyleLbl="node2" presStyleIdx="2" presStyleCnt="4" custScaleX="140687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DDC22B3-F549-47D8-A157-80BBB6574BC0}" type="pres">
      <dgm:prSet presAssocID="{243C40D4-64B4-4956-9E6E-308039FEA5E7}" presName="level3hierChild" presStyleCnt="0"/>
      <dgm:spPr/>
    </dgm:pt>
    <dgm:pt modelId="{1B7BC6B8-2D4F-42EE-ABD1-1B069B28A603}" type="pres">
      <dgm:prSet presAssocID="{12924534-3D4D-4C62-A61C-670FB4EF38A7}" presName="conn2-1" presStyleLbl="parChTrans1D3" presStyleIdx="2" presStyleCnt="5"/>
      <dgm:spPr/>
      <dgm:t>
        <a:bodyPr/>
        <a:lstStyle/>
        <a:p>
          <a:endParaRPr lang="zh-CN" altLang="en-US"/>
        </a:p>
      </dgm:t>
    </dgm:pt>
    <dgm:pt modelId="{56EF8992-FCBE-426D-80BB-E65E6C99264F}" type="pres">
      <dgm:prSet presAssocID="{12924534-3D4D-4C62-A61C-670FB4EF38A7}" presName="connTx" presStyleLbl="parChTrans1D3" presStyleIdx="2" presStyleCnt="5"/>
      <dgm:spPr/>
      <dgm:t>
        <a:bodyPr/>
        <a:lstStyle/>
        <a:p>
          <a:endParaRPr lang="zh-CN" altLang="en-US"/>
        </a:p>
      </dgm:t>
    </dgm:pt>
    <dgm:pt modelId="{B26E7F5C-BAD9-40A9-9B91-E421E2570AB7}" type="pres">
      <dgm:prSet presAssocID="{FC636D45-1FE3-4AB2-8B1C-6ADEC3D8FE32}" presName="root2" presStyleCnt="0"/>
      <dgm:spPr/>
    </dgm:pt>
    <dgm:pt modelId="{3A3FCD00-A4FA-4A69-AE11-E1173961A8C2}" type="pres">
      <dgm:prSet presAssocID="{FC636D45-1FE3-4AB2-8B1C-6ADEC3D8FE32}" presName="LevelTwoTextNode" presStyleLbl="node3" presStyleIdx="2" presStyleCnt="5" custScaleX="11162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440776A2-CE90-487A-9B9D-07CAFB32DF4C}" type="pres">
      <dgm:prSet presAssocID="{FC636D45-1FE3-4AB2-8B1C-6ADEC3D8FE32}" presName="level3hierChild" presStyleCnt="0"/>
      <dgm:spPr/>
    </dgm:pt>
    <dgm:pt modelId="{A6AC96B6-44A1-4713-AECE-61A59E714C7B}" type="pres">
      <dgm:prSet presAssocID="{B9515AFF-D992-4344-A6E4-11D8FF463923}" presName="conn2-1" presStyleLbl="parChTrans1D2" presStyleIdx="3" presStyleCnt="4"/>
      <dgm:spPr/>
      <dgm:t>
        <a:bodyPr/>
        <a:lstStyle/>
        <a:p>
          <a:endParaRPr lang="zh-CN" altLang="en-US"/>
        </a:p>
      </dgm:t>
    </dgm:pt>
    <dgm:pt modelId="{9A90505F-8166-4496-BBD3-ECA884153368}" type="pres">
      <dgm:prSet presAssocID="{B9515AFF-D992-4344-A6E4-11D8FF463923}" presName="connTx" presStyleLbl="parChTrans1D2" presStyleIdx="3" presStyleCnt="4"/>
      <dgm:spPr/>
      <dgm:t>
        <a:bodyPr/>
        <a:lstStyle/>
        <a:p>
          <a:endParaRPr lang="zh-CN" altLang="en-US"/>
        </a:p>
      </dgm:t>
    </dgm:pt>
    <dgm:pt modelId="{B41BC025-486E-4962-B8AF-DFBED0F24B55}" type="pres">
      <dgm:prSet presAssocID="{B6A60FB6-C1BF-4083-AEB5-45EC1E92B905}" presName="root2" presStyleCnt="0"/>
      <dgm:spPr/>
    </dgm:pt>
    <dgm:pt modelId="{72A2D913-9F80-42AC-AE7C-2316A373CC52}" type="pres">
      <dgm:prSet presAssocID="{B6A60FB6-C1BF-4083-AEB5-45EC1E92B905}" presName="LevelTwoTextNode" presStyleLbl="node2" presStyleIdx="3" presStyleCnt="4" custScaleX="140687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E2E38D2-E536-4A34-8C71-93D78C62C93D}" type="pres">
      <dgm:prSet presAssocID="{B6A60FB6-C1BF-4083-AEB5-45EC1E92B905}" presName="level3hierChild" presStyleCnt="0"/>
      <dgm:spPr/>
    </dgm:pt>
    <dgm:pt modelId="{073E79F0-2A55-432E-9F26-DC054BCA8F1E}" type="pres">
      <dgm:prSet presAssocID="{1C364D4F-866C-42CB-8B45-F1AF493F3FF1}" presName="conn2-1" presStyleLbl="parChTrans1D3" presStyleIdx="3" presStyleCnt="5"/>
      <dgm:spPr/>
      <dgm:t>
        <a:bodyPr/>
        <a:lstStyle/>
        <a:p>
          <a:endParaRPr lang="zh-CN" altLang="en-US"/>
        </a:p>
      </dgm:t>
    </dgm:pt>
    <dgm:pt modelId="{CD15FB32-FEA1-409D-843B-B1B438AF9E54}" type="pres">
      <dgm:prSet presAssocID="{1C364D4F-866C-42CB-8B45-F1AF493F3FF1}" presName="connTx" presStyleLbl="parChTrans1D3" presStyleIdx="3" presStyleCnt="5"/>
      <dgm:spPr/>
      <dgm:t>
        <a:bodyPr/>
        <a:lstStyle/>
        <a:p>
          <a:endParaRPr lang="zh-CN" altLang="en-US"/>
        </a:p>
      </dgm:t>
    </dgm:pt>
    <dgm:pt modelId="{DCCE5BF2-F120-4E33-98A6-3E2FF0D6E903}" type="pres">
      <dgm:prSet presAssocID="{024BA2D2-A270-4D28-8578-A3BBF249221B}" presName="root2" presStyleCnt="0"/>
      <dgm:spPr/>
    </dgm:pt>
    <dgm:pt modelId="{526F1F5C-BBF4-4E56-9124-31A03B5BEB11}" type="pres">
      <dgm:prSet presAssocID="{024BA2D2-A270-4D28-8578-A3BBF249221B}" presName="LevelTwoTextNode" presStyleLbl="node3" presStyleIdx="3" presStyleCnt="5" custScaleX="11162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763BE27-FB90-444D-B522-D34913966D6F}" type="pres">
      <dgm:prSet presAssocID="{024BA2D2-A270-4D28-8578-A3BBF249221B}" presName="level3hierChild" presStyleCnt="0"/>
      <dgm:spPr/>
    </dgm:pt>
    <dgm:pt modelId="{EAF31EE3-3EED-45D1-80EF-B4C0ABB388CA}" type="pres">
      <dgm:prSet presAssocID="{1F1A6B70-8B3C-4B07-A302-EE2819600673}" presName="conn2-1" presStyleLbl="parChTrans1D3" presStyleIdx="4" presStyleCnt="5"/>
      <dgm:spPr/>
      <dgm:t>
        <a:bodyPr/>
        <a:lstStyle/>
        <a:p>
          <a:endParaRPr lang="zh-CN" altLang="en-US"/>
        </a:p>
      </dgm:t>
    </dgm:pt>
    <dgm:pt modelId="{F4FB6DE9-7540-4CF3-8B90-D4C8C5DBB23F}" type="pres">
      <dgm:prSet presAssocID="{1F1A6B70-8B3C-4B07-A302-EE2819600673}" presName="connTx" presStyleLbl="parChTrans1D3" presStyleIdx="4" presStyleCnt="5"/>
      <dgm:spPr/>
      <dgm:t>
        <a:bodyPr/>
        <a:lstStyle/>
        <a:p>
          <a:endParaRPr lang="zh-CN" altLang="en-US"/>
        </a:p>
      </dgm:t>
    </dgm:pt>
    <dgm:pt modelId="{26242503-A04E-46A8-8401-951BB95897BC}" type="pres">
      <dgm:prSet presAssocID="{D4C566A1-CC2C-4596-8CD9-B9CBE98F9B56}" presName="root2" presStyleCnt="0"/>
      <dgm:spPr/>
    </dgm:pt>
    <dgm:pt modelId="{08C599EB-D4BD-485E-A2B6-31520AB133E0}" type="pres">
      <dgm:prSet presAssocID="{D4C566A1-CC2C-4596-8CD9-B9CBE98F9B56}" presName="LevelTwoTextNode" presStyleLbl="node3" presStyleIdx="4" presStyleCnt="5" custScaleX="11162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045761B-AB64-48B6-989E-5B0E7881620A}" type="pres">
      <dgm:prSet presAssocID="{D4C566A1-CC2C-4596-8CD9-B9CBE98F9B56}" presName="level3hierChild" presStyleCnt="0"/>
      <dgm:spPr/>
    </dgm:pt>
    <dgm:pt modelId="{9E5C0382-3E93-470D-8BC4-CFC49E28C3C4}" type="pres">
      <dgm:prSet presAssocID="{53B51C15-5A0B-4AAC-A9AD-BAA19C972F6E}" presName="conn2-1" presStyleLbl="parChTrans1D4" presStyleIdx="2" presStyleCnt="3"/>
      <dgm:spPr/>
      <dgm:t>
        <a:bodyPr/>
        <a:lstStyle/>
        <a:p>
          <a:endParaRPr lang="zh-CN" altLang="en-US"/>
        </a:p>
      </dgm:t>
    </dgm:pt>
    <dgm:pt modelId="{4DCED6F8-222A-484E-BAF8-A13D6B630B48}" type="pres">
      <dgm:prSet presAssocID="{53B51C15-5A0B-4AAC-A9AD-BAA19C972F6E}" presName="connTx" presStyleLbl="parChTrans1D4" presStyleIdx="2" presStyleCnt="3"/>
      <dgm:spPr/>
      <dgm:t>
        <a:bodyPr/>
        <a:lstStyle/>
        <a:p>
          <a:endParaRPr lang="zh-CN" altLang="en-US"/>
        </a:p>
      </dgm:t>
    </dgm:pt>
    <dgm:pt modelId="{3481624B-56D7-4524-8004-DE3A5FBE62E8}" type="pres">
      <dgm:prSet presAssocID="{D82314E2-7B57-4B61-AD1A-A4CC7957A1AE}" presName="root2" presStyleCnt="0"/>
      <dgm:spPr/>
    </dgm:pt>
    <dgm:pt modelId="{05EF6AAE-E2CB-4F3B-A38F-F5896AA4BBEE}" type="pres">
      <dgm:prSet presAssocID="{D82314E2-7B57-4B61-AD1A-A4CC7957A1AE}" presName="LevelTwoTextNode" presStyleLbl="node4" presStyleIdx="2" presStyleCnt="3" custScaleX="109187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5F5165F-E879-43BC-874E-B2C62BFF7EAE}" type="pres">
      <dgm:prSet presAssocID="{D82314E2-7B57-4B61-AD1A-A4CC7957A1AE}" presName="level3hierChild" presStyleCnt="0"/>
      <dgm:spPr/>
    </dgm:pt>
  </dgm:ptLst>
  <dgm:cxnLst>
    <dgm:cxn modelId="{B5507EF4-4CB7-40E1-98B3-21C16EB43A17}" type="presOf" srcId="{C1F99F1A-066A-41D2-9708-50FB0C4E3055}" destId="{B6872EA0-498C-432B-81CE-773E6A546FBF}" srcOrd="0" destOrd="0" presId="urn:microsoft.com/office/officeart/2005/8/layout/hierarchy2"/>
    <dgm:cxn modelId="{15B079CC-A9C2-48B7-91EC-834817364D81}" type="presOf" srcId="{FE9EC08C-1AC7-4074-AC23-5B0AF3C6A93A}" destId="{3A1766F1-729B-43BA-A5D7-A535D50BF72F}" srcOrd="1" destOrd="0" presId="urn:microsoft.com/office/officeart/2005/8/layout/hierarchy2"/>
    <dgm:cxn modelId="{34153392-DF15-4C11-8BF4-9B7B89D96E28}" srcId="{3A46F892-8431-45D6-89ED-4E39169E38D3}" destId="{B6A60FB6-C1BF-4083-AEB5-45EC1E92B905}" srcOrd="3" destOrd="0" parTransId="{B9515AFF-D992-4344-A6E4-11D8FF463923}" sibTransId="{0DE35051-4637-463F-86A6-9B8A2886C363}"/>
    <dgm:cxn modelId="{5D731EC6-4B1C-4390-A31F-C2EF6A10C037}" type="presOf" srcId="{B9515AFF-D992-4344-A6E4-11D8FF463923}" destId="{A6AC96B6-44A1-4713-AECE-61A59E714C7B}" srcOrd="0" destOrd="0" presId="urn:microsoft.com/office/officeart/2005/8/layout/hierarchy2"/>
    <dgm:cxn modelId="{AD6260D5-DB88-42A6-9DE4-F1750210C912}" srcId="{59E63018-DF4E-4DE7-9B24-3C337948F258}" destId="{37E9910E-8FE7-4730-8E05-CD1EA90F3169}" srcOrd="0" destOrd="0" parTransId="{D16605FF-DCB0-4E90-97C4-55018C1A2820}" sibTransId="{6EC1E7D1-9E42-421D-A99F-4DBF6A105AC2}"/>
    <dgm:cxn modelId="{4BDEC618-1E79-4796-851F-16A17EF691FD}" srcId="{B6A60FB6-C1BF-4083-AEB5-45EC1E92B905}" destId="{D4C566A1-CC2C-4596-8CD9-B9CBE98F9B56}" srcOrd="1" destOrd="0" parTransId="{1F1A6B70-8B3C-4B07-A302-EE2819600673}" sibTransId="{E7D76B24-6F21-455B-8CD1-3A2FEA7427B2}"/>
    <dgm:cxn modelId="{EAB448B8-223D-4CF2-B16C-EA6A81366FB1}" type="presOf" srcId="{8357F98F-506A-4AF9-A35C-2E545147AB35}" destId="{46A91AFE-F3AC-45C9-8B0A-1EEAE005E6C1}" srcOrd="1" destOrd="0" presId="urn:microsoft.com/office/officeart/2005/8/layout/hierarchy2"/>
    <dgm:cxn modelId="{D06EF46B-F307-4316-9814-89E76D14B39D}" type="presOf" srcId="{D16605FF-DCB0-4E90-97C4-55018C1A2820}" destId="{52F6C727-FE40-464F-A219-B17AC6BC7A71}" srcOrd="1" destOrd="0" presId="urn:microsoft.com/office/officeart/2005/8/layout/hierarchy2"/>
    <dgm:cxn modelId="{2D6D8014-56B5-4A39-9362-7D3C168661CD}" type="presOf" srcId="{831D92D6-9207-475C-9846-CB8D96D1665B}" destId="{49F2E943-25E5-40BF-ACA6-302DB47E6904}" srcOrd="0" destOrd="0" presId="urn:microsoft.com/office/officeart/2005/8/layout/hierarchy2"/>
    <dgm:cxn modelId="{F88A5407-434A-4FB6-B5B8-C43043C5ADE1}" srcId="{C281E9E9-0398-47AD-8C52-5439363AAFA3}" destId="{6C145E33-B841-4E4A-9147-CF3B0B97001D}" srcOrd="0" destOrd="0" parTransId="{8357F98F-506A-4AF9-A35C-2E545147AB35}" sibTransId="{98618AE1-EAD3-48C5-BFE7-AE94665A346C}"/>
    <dgm:cxn modelId="{DC1351F9-0D54-4B9F-AA60-C0D661E0FD26}" type="presOf" srcId="{024BA2D2-A270-4D28-8578-A3BBF249221B}" destId="{526F1F5C-BBF4-4E56-9124-31A03B5BEB11}" srcOrd="0" destOrd="0" presId="urn:microsoft.com/office/officeart/2005/8/layout/hierarchy2"/>
    <dgm:cxn modelId="{FC6645D3-BBD7-486B-A097-D4FB3CFD6FA2}" srcId="{C1F99F1A-066A-41D2-9708-50FB0C4E3055}" destId="{59E63018-DF4E-4DE7-9B24-3C337948F258}" srcOrd="0" destOrd="0" parTransId="{FE9EC08C-1AC7-4074-AC23-5B0AF3C6A93A}" sibTransId="{F6D997F3-A82B-4A18-BFBF-8069739ED0C3}"/>
    <dgm:cxn modelId="{4CCF9CC1-0290-4F4C-83C4-7507768D5D2D}" type="presOf" srcId="{D82314E2-7B57-4B61-AD1A-A4CC7957A1AE}" destId="{05EF6AAE-E2CB-4F3B-A38F-F5896AA4BBEE}" srcOrd="0" destOrd="0" presId="urn:microsoft.com/office/officeart/2005/8/layout/hierarchy2"/>
    <dgm:cxn modelId="{5849E720-A8D4-421C-A0F5-72F829DE4A96}" srcId="{3A46F892-8431-45D6-89ED-4E39169E38D3}" destId="{C1F99F1A-066A-41D2-9708-50FB0C4E3055}" srcOrd="1" destOrd="0" parTransId="{7568819C-430C-4626-8949-36F49FE71877}" sibTransId="{7FF2D8EC-FDC7-425A-97BD-21BCEE738335}"/>
    <dgm:cxn modelId="{B5004E25-9A8B-48DD-8AD3-F69FD2A542F2}" type="presOf" srcId="{1F1A6B70-8B3C-4B07-A302-EE2819600673}" destId="{F4FB6DE9-7540-4CF3-8B90-D4C8C5DBB23F}" srcOrd="1" destOrd="0" presId="urn:microsoft.com/office/officeart/2005/8/layout/hierarchy2"/>
    <dgm:cxn modelId="{4F0B5188-823D-4D43-8659-5EAEF8B458B4}" type="presOf" srcId="{6C145E33-B841-4E4A-9147-CF3B0B97001D}" destId="{746E69EF-6FC0-44A8-B25F-B50D211250C0}" srcOrd="0" destOrd="0" presId="urn:microsoft.com/office/officeart/2005/8/layout/hierarchy2"/>
    <dgm:cxn modelId="{5D4250D9-A1EE-4C5F-9D00-B479D05D415B}" type="presOf" srcId="{12924534-3D4D-4C62-A61C-670FB4EF38A7}" destId="{56EF8992-FCBE-426D-80BB-E65E6C99264F}" srcOrd="1" destOrd="0" presId="urn:microsoft.com/office/officeart/2005/8/layout/hierarchy2"/>
    <dgm:cxn modelId="{C37BDD77-281C-44B0-BE10-1969AD724962}" type="presOf" srcId="{623A5982-F18F-4809-8C7D-AD6481E06833}" destId="{266C982A-A8C4-411B-ACED-D6552DA68FCB}" srcOrd="0" destOrd="0" presId="urn:microsoft.com/office/officeart/2005/8/layout/hierarchy2"/>
    <dgm:cxn modelId="{293670FD-6FE6-4D7D-96CE-80218FFB18C0}" type="presOf" srcId="{7568819C-430C-4626-8949-36F49FE71877}" destId="{04775387-6AD9-4772-B97F-D9B250C9F1AE}" srcOrd="0" destOrd="0" presId="urn:microsoft.com/office/officeart/2005/8/layout/hierarchy2"/>
    <dgm:cxn modelId="{DE220436-6B70-47AC-8FE9-CFCC6D7017AC}" type="presOf" srcId="{1C364D4F-866C-42CB-8B45-F1AF493F3FF1}" destId="{073E79F0-2A55-432E-9F26-DC054BCA8F1E}" srcOrd="0" destOrd="0" presId="urn:microsoft.com/office/officeart/2005/8/layout/hierarchy2"/>
    <dgm:cxn modelId="{107814EF-560C-4209-9EEB-18253BD0E325}" srcId="{3A46F892-8431-45D6-89ED-4E39169E38D3}" destId="{D111A18C-C164-4EE3-9D8F-9B234AC66E40}" srcOrd="0" destOrd="0" parTransId="{2CD3949A-46D1-4873-BF46-A7A237AF88FC}" sibTransId="{6863B8E1-5883-4117-BE37-EF5058A31DDC}"/>
    <dgm:cxn modelId="{8C01B02A-8C38-48E4-AAB6-C9CD028FA0C4}" type="presOf" srcId="{3A46F892-8431-45D6-89ED-4E39169E38D3}" destId="{11323CAD-6F8C-40A0-A784-C0274A1DEA45}" srcOrd="0" destOrd="0" presId="urn:microsoft.com/office/officeart/2005/8/layout/hierarchy2"/>
    <dgm:cxn modelId="{82600F8C-FB60-4BAA-949E-C16D7DDF083A}" type="presOf" srcId="{C281E9E9-0398-47AD-8C52-5439363AAFA3}" destId="{E15333E9-3920-4321-9FA6-4A7D4503E9A9}" srcOrd="0" destOrd="0" presId="urn:microsoft.com/office/officeart/2005/8/layout/hierarchy2"/>
    <dgm:cxn modelId="{4E3F0BE4-8933-4905-8E87-1DEA2D033E84}" type="presOf" srcId="{1F1A6B70-8B3C-4B07-A302-EE2819600673}" destId="{EAF31EE3-3EED-45D1-80EF-B4C0ABB388CA}" srcOrd="0" destOrd="0" presId="urn:microsoft.com/office/officeart/2005/8/layout/hierarchy2"/>
    <dgm:cxn modelId="{7DCA206B-4228-46A6-AA18-ADBC32E3E27C}" type="presOf" srcId="{37E9910E-8FE7-4730-8E05-CD1EA90F3169}" destId="{A50BE990-1737-4E69-9A64-5D6AE7022A32}" srcOrd="0" destOrd="0" presId="urn:microsoft.com/office/officeart/2005/8/layout/hierarchy2"/>
    <dgm:cxn modelId="{60BF2604-2E1D-4AD3-B39F-7F742872CC8F}" type="presOf" srcId="{53B51C15-5A0B-4AAC-A9AD-BAA19C972F6E}" destId="{9E5C0382-3E93-470D-8BC4-CFC49E28C3C4}" srcOrd="0" destOrd="0" presId="urn:microsoft.com/office/officeart/2005/8/layout/hierarchy2"/>
    <dgm:cxn modelId="{E0B0DB36-BCC0-4F40-9E8A-B48757C953C9}" type="presOf" srcId="{623A5982-F18F-4809-8C7D-AD6481E06833}" destId="{5BCD80D6-8119-483C-8820-42556B8B4310}" srcOrd="1" destOrd="0" presId="urn:microsoft.com/office/officeart/2005/8/layout/hierarchy2"/>
    <dgm:cxn modelId="{6EB2C487-3D0A-4378-BBC0-1CD58797515E}" type="presOf" srcId="{B6A60FB6-C1BF-4083-AEB5-45EC1E92B905}" destId="{72A2D913-9F80-42AC-AE7C-2316A373CC52}" srcOrd="0" destOrd="0" presId="urn:microsoft.com/office/officeart/2005/8/layout/hierarchy2"/>
    <dgm:cxn modelId="{C24030E2-F0AA-4894-B181-8F70DF488BDD}" type="presOf" srcId="{831D92D6-9207-475C-9846-CB8D96D1665B}" destId="{26943AED-3E33-4655-8F65-0BB84AE55BB1}" srcOrd="1" destOrd="0" presId="urn:microsoft.com/office/officeart/2005/8/layout/hierarchy2"/>
    <dgm:cxn modelId="{20B1D688-559E-45B4-8873-B8A916E6A217}" type="presOf" srcId="{53B51C15-5A0B-4AAC-A9AD-BAA19C972F6E}" destId="{4DCED6F8-222A-484E-BAF8-A13D6B630B48}" srcOrd="1" destOrd="0" presId="urn:microsoft.com/office/officeart/2005/8/layout/hierarchy2"/>
    <dgm:cxn modelId="{CBA0FEE4-4FD1-4D08-A3CE-46A6DA8D632C}" type="presOf" srcId="{59E63018-DF4E-4DE7-9B24-3C337948F258}" destId="{922313E2-558B-4FA4-B52B-5DB012BB1399}" srcOrd="0" destOrd="0" presId="urn:microsoft.com/office/officeart/2005/8/layout/hierarchy2"/>
    <dgm:cxn modelId="{2B55736B-0926-43D1-AA1F-48206D2C2322}" srcId="{3A46F892-8431-45D6-89ED-4E39169E38D3}" destId="{243C40D4-64B4-4956-9E6E-308039FEA5E7}" srcOrd="2" destOrd="0" parTransId="{623A5982-F18F-4809-8C7D-AD6481E06833}" sibTransId="{E96AD8F8-53B9-4C4E-9B9E-5F4816277842}"/>
    <dgm:cxn modelId="{A8607D78-2BBE-49A8-9481-0390E5DF6368}" srcId="{B6A60FB6-C1BF-4083-AEB5-45EC1E92B905}" destId="{024BA2D2-A270-4D28-8578-A3BBF249221B}" srcOrd="0" destOrd="0" parTransId="{1C364D4F-866C-42CB-8B45-F1AF493F3FF1}" sibTransId="{AFFA5959-76AF-479F-ABBB-BAE07991CDFA}"/>
    <dgm:cxn modelId="{DF90F9DB-B157-4786-906B-D4E4BC056B80}" type="presOf" srcId="{8357F98F-506A-4AF9-A35C-2E545147AB35}" destId="{C0A50DF4-1F68-45A1-B041-14B0D2A94635}" srcOrd="0" destOrd="0" presId="urn:microsoft.com/office/officeart/2005/8/layout/hierarchy2"/>
    <dgm:cxn modelId="{221CC75E-1F52-49B1-A803-67C704E3928D}" srcId="{D4C566A1-CC2C-4596-8CD9-B9CBE98F9B56}" destId="{D82314E2-7B57-4B61-AD1A-A4CC7957A1AE}" srcOrd="0" destOrd="0" parTransId="{53B51C15-5A0B-4AAC-A9AD-BAA19C972F6E}" sibTransId="{9B68C818-B91A-4442-852D-48CE6984E8B7}"/>
    <dgm:cxn modelId="{2550DF0C-68DC-4C5E-9AD1-89C32FB9A324}" type="presOf" srcId="{D111A18C-C164-4EE3-9D8F-9B234AC66E40}" destId="{A0DFE56D-EAE3-422B-BFAE-83E2B4CA3667}" srcOrd="0" destOrd="0" presId="urn:microsoft.com/office/officeart/2005/8/layout/hierarchy2"/>
    <dgm:cxn modelId="{24EA1039-0261-4597-B141-96E984846674}" type="presOf" srcId="{49CF5D8F-FE2C-40AC-BD42-E2033D17B7F2}" destId="{E28976C1-5BF2-4451-BD13-4A08A9FB0820}" srcOrd="0" destOrd="0" presId="urn:microsoft.com/office/officeart/2005/8/layout/hierarchy2"/>
    <dgm:cxn modelId="{0FE429C3-383F-4698-BF8E-A34C6061273B}" srcId="{243C40D4-64B4-4956-9E6E-308039FEA5E7}" destId="{FC636D45-1FE3-4AB2-8B1C-6ADEC3D8FE32}" srcOrd="0" destOrd="0" parTransId="{12924534-3D4D-4C62-A61C-670FB4EF38A7}" sibTransId="{8E46FF55-CA8C-4FA2-82BB-535238EC0506}"/>
    <dgm:cxn modelId="{ACDAE07F-E112-40CC-838C-E4B4A1F490A0}" type="presOf" srcId="{B9515AFF-D992-4344-A6E4-11D8FF463923}" destId="{9A90505F-8166-4496-BBD3-ECA884153368}" srcOrd="1" destOrd="0" presId="urn:microsoft.com/office/officeart/2005/8/layout/hierarchy2"/>
    <dgm:cxn modelId="{586FD993-5EE6-4DD0-8FBD-965F30F5A702}" srcId="{D111A18C-C164-4EE3-9D8F-9B234AC66E40}" destId="{C281E9E9-0398-47AD-8C52-5439363AAFA3}" srcOrd="0" destOrd="0" parTransId="{831D92D6-9207-475C-9846-CB8D96D1665B}" sibTransId="{1696770F-4E40-4461-950A-FC243A97A894}"/>
    <dgm:cxn modelId="{9C246B88-56E1-439A-88FF-8952B91D0157}" type="presOf" srcId="{1C364D4F-866C-42CB-8B45-F1AF493F3FF1}" destId="{CD15FB32-FEA1-409D-843B-B1B438AF9E54}" srcOrd="1" destOrd="0" presId="urn:microsoft.com/office/officeart/2005/8/layout/hierarchy2"/>
    <dgm:cxn modelId="{53E14792-CC20-4D41-9F99-3BBDD281E336}" type="presOf" srcId="{D4C566A1-CC2C-4596-8CD9-B9CBE98F9B56}" destId="{08C599EB-D4BD-485E-A2B6-31520AB133E0}" srcOrd="0" destOrd="0" presId="urn:microsoft.com/office/officeart/2005/8/layout/hierarchy2"/>
    <dgm:cxn modelId="{63F66FF5-924A-4BB1-AB4B-1996D291592B}" type="presOf" srcId="{243C40D4-64B4-4956-9E6E-308039FEA5E7}" destId="{AB27112A-E4A0-4E41-8D79-359CD44EA83E}" srcOrd="0" destOrd="0" presId="urn:microsoft.com/office/officeart/2005/8/layout/hierarchy2"/>
    <dgm:cxn modelId="{049A80AE-53ED-45CF-A829-B8E78BCA1BF6}" type="presOf" srcId="{2CD3949A-46D1-4873-BF46-A7A237AF88FC}" destId="{BD91D27A-B8E7-4D60-8539-3F208CC4B893}" srcOrd="0" destOrd="0" presId="urn:microsoft.com/office/officeart/2005/8/layout/hierarchy2"/>
    <dgm:cxn modelId="{94E7F5E8-D32D-4F9A-B2CE-65EB2E2CBBDD}" type="presOf" srcId="{2CD3949A-46D1-4873-BF46-A7A237AF88FC}" destId="{93FEC52B-47C1-4850-9DEE-C34E26422AB7}" srcOrd="1" destOrd="0" presId="urn:microsoft.com/office/officeart/2005/8/layout/hierarchy2"/>
    <dgm:cxn modelId="{9ADCF5CE-4B5F-4935-A919-ADE7E9E836F7}" type="presOf" srcId="{D16605FF-DCB0-4E90-97C4-55018C1A2820}" destId="{D3FA7FF3-E33B-4F5B-AACE-5212BDA07AC9}" srcOrd="0" destOrd="0" presId="urn:microsoft.com/office/officeart/2005/8/layout/hierarchy2"/>
    <dgm:cxn modelId="{846FC7D7-76DF-4D23-AA48-F4608450464B}" type="presOf" srcId="{FC636D45-1FE3-4AB2-8B1C-6ADEC3D8FE32}" destId="{3A3FCD00-A4FA-4A69-AE11-E1173961A8C2}" srcOrd="0" destOrd="0" presId="urn:microsoft.com/office/officeart/2005/8/layout/hierarchy2"/>
    <dgm:cxn modelId="{3562C61A-2ED0-47CB-8A90-3B5EE590877C}" srcId="{49CF5D8F-FE2C-40AC-BD42-E2033D17B7F2}" destId="{3A46F892-8431-45D6-89ED-4E39169E38D3}" srcOrd="0" destOrd="0" parTransId="{E17DD5C7-109D-42EE-8D72-8F6FB2E2CBCD}" sibTransId="{A817D736-DE9E-4CEC-8DF5-6D74CFE8F913}"/>
    <dgm:cxn modelId="{33124990-CE79-47CF-A08B-99164E4B822B}" type="presOf" srcId="{FE9EC08C-1AC7-4074-AC23-5B0AF3C6A93A}" destId="{DA2C8F47-D23A-45D0-80A9-10B454F82F56}" srcOrd="0" destOrd="0" presId="urn:microsoft.com/office/officeart/2005/8/layout/hierarchy2"/>
    <dgm:cxn modelId="{BCCF0B06-DD57-4CDF-B9B3-8CB540B5A597}" type="presOf" srcId="{12924534-3D4D-4C62-A61C-670FB4EF38A7}" destId="{1B7BC6B8-2D4F-42EE-ABD1-1B069B28A603}" srcOrd="0" destOrd="0" presId="urn:microsoft.com/office/officeart/2005/8/layout/hierarchy2"/>
    <dgm:cxn modelId="{4987991D-4148-48AA-B87E-10CB8B6CC5D4}" type="presOf" srcId="{7568819C-430C-4626-8949-36F49FE71877}" destId="{96F85A01-A9A2-4C96-8D75-94E5770B65F6}" srcOrd="1" destOrd="0" presId="urn:microsoft.com/office/officeart/2005/8/layout/hierarchy2"/>
    <dgm:cxn modelId="{36AC9652-D52C-43DB-973B-4B7F39154A98}" type="presParOf" srcId="{E28976C1-5BF2-4451-BD13-4A08A9FB0820}" destId="{1304EB6A-7148-43DC-BA9A-F8D7A8D3A974}" srcOrd="0" destOrd="0" presId="urn:microsoft.com/office/officeart/2005/8/layout/hierarchy2"/>
    <dgm:cxn modelId="{24AC9202-E9D2-463F-8B4A-6BA6FB7E528F}" type="presParOf" srcId="{1304EB6A-7148-43DC-BA9A-F8D7A8D3A974}" destId="{11323CAD-6F8C-40A0-A784-C0274A1DEA45}" srcOrd="0" destOrd="0" presId="urn:microsoft.com/office/officeart/2005/8/layout/hierarchy2"/>
    <dgm:cxn modelId="{28C28AD9-6EA0-4912-BD9A-C2A741FA7EAB}" type="presParOf" srcId="{1304EB6A-7148-43DC-BA9A-F8D7A8D3A974}" destId="{A9608BA1-166B-4DCD-8264-CF5D147B776B}" srcOrd="1" destOrd="0" presId="urn:microsoft.com/office/officeart/2005/8/layout/hierarchy2"/>
    <dgm:cxn modelId="{D2DC2472-BC2B-42B7-A7A3-1C3DF9015D59}" type="presParOf" srcId="{A9608BA1-166B-4DCD-8264-CF5D147B776B}" destId="{BD91D27A-B8E7-4D60-8539-3F208CC4B893}" srcOrd="0" destOrd="0" presId="urn:microsoft.com/office/officeart/2005/8/layout/hierarchy2"/>
    <dgm:cxn modelId="{B7AEA075-E44E-406C-9A75-BCC8F2A16DF0}" type="presParOf" srcId="{BD91D27A-B8E7-4D60-8539-3F208CC4B893}" destId="{93FEC52B-47C1-4850-9DEE-C34E26422AB7}" srcOrd="0" destOrd="0" presId="urn:microsoft.com/office/officeart/2005/8/layout/hierarchy2"/>
    <dgm:cxn modelId="{49E2E1A9-2E41-48DB-BED6-21BCA2C67126}" type="presParOf" srcId="{A9608BA1-166B-4DCD-8264-CF5D147B776B}" destId="{6E911885-A90F-4267-9543-FFBF6C9C6B35}" srcOrd="1" destOrd="0" presId="urn:microsoft.com/office/officeart/2005/8/layout/hierarchy2"/>
    <dgm:cxn modelId="{1A33A5AB-8D73-4AFA-9F1C-9AB347CE8F8F}" type="presParOf" srcId="{6E911885-A90F-4267-9543-FFBF6C9C6B35}" destId="{A0DFE56D-EAE3-422B-BFAE-83E2B4CA3667}" srcOrd="0" destOrd="0" presId="urn:microsoft.com/office/officeart/2005/8/layout/hierarchy2"/>
    <dgm:cxn modelId="{50088EE4-4417-40EA-9AAB-56BEB733EA4D}" type="presParOf" srcId="{6E911885-A90F-4267-9543-FFBF6C9C6B35}" destId="{2EE28872-C8B7-4B69-B18C-532B3DFA92BB}" srcOrd="1" destOrd="0" presId="urn:microsoft.com/office/officeart/2005/8/layout/hierarchy2"/>
    <dgm:cxn modelId="{EE929704-2CB9-4184-AFA3-0BA2B295FCAF}" type="presParOf" srcId="{2EE28872-C8B7-4B69-B18C-532B3DFA92BB}" destId="{49F2E943-25E5-40BF-ACA6-302DB47E6904}" srcOrd="0" destOrd="0" presId="urn:microsoft.com/office/officeart/2005/8/layout/hierarchy2"/>
    <dgm:cxn modelId="{BA64932B-74DF-408D-8B1A-BC63C83D3382}" type="presParOf" srcId="{49F2E943-25E5-40BF-ACA6-302DB47E6904}" destId="{26943AED-3E33-4655-8F65-0BB84AE55BB1}" srcOrd="0" destOrd="0" presId="urn:microsoft.com/office/officeart/2005/8/layout/hierarchy2"/>
    <dgm:cxn modelId="{A61155FA-D11E-4C7E-80F8-A028FF46658B}" type="presParOf" srcId="{2EE28872-C8B7-4B69-B18C-532B3DFA92BB}" destId="{BAEB7FD4-D74C-494D-B936-07DFD8F66887}" srcOrd="1" destOrd="0" presId="urn:microsoft.com/office/officeart/2005/8/layout/hierarchy2"/>
    <dgm:cxn modelId="{5B65E6CB-7397-41DE-AF0B-8D0B2668A025}" type="presParOf" srcId="{BAEB7FD4-D74C-494D-B936-07DFD8F66887}" destId="{E15333E9-3920-4321-9FA6-4A7D4503E9A9}" srcOrd="0" destOrd="0" presId="urn:microsoft.com/office/officeart/2005/8/layout/hierarchy2"/>
    <dgm:cxn modelId="{C672D4DC-EB42-404A-9691-4FB5023E78A8}" type="presParOf" srcId="{BAEB7FD4-D74C-494D-B936-07DFD8F66887}" destId="{9BC48E5A-34A5-4DAB-9FF9-0EBADEA448C2}" srcOrd="1" destOrd="0" presId="urn:microsoft.com/office/officeart/2005/8/layout/hierarchy2"/>
    <dgm:cxn modelId="{66FC0F26-AF09-46BF-9A24-CB646F729731}" type="presParOf" srcId="{9BC48E5A-34A5-4DAB-9FF9-0EBADEA448C2}" destId="{C0A50DF4-1F68-45A1-B041-14B0D2A94635}" srcOrd="0" destOrd="0" presId="urn:microsoft.com/office/officeart/2005/8/layout/hierarchy2"/>
    <dgm:cxn modelId="{EA256258-9918-4540-B5EC-3F67ECDED7E9}" type="presParOf" srcId="{C0A50DF4-1F68-45A1-B041-14B0D2A94635}" destId="{46A91AFE-F3AC-45C9-8B0A-1EEAE005E6C1}" srcOrd="0" destOrd="0" presId="urn:microsoft.com/office/officeart/2005/8/layout/hierarchy2"/>
    <dgm:cxn modelId="{1AF60405-82A4-4992-B8A3-C3EE9800D99A}" type="presParOf" srcId="{9BC48E5A-34A5-4DAB-9FF9-0EBADEA448C2}" destId="{F8331E69-035D-4B29-828E-F92611629EDB}" srcOrd="1" destOrd="0" presId="urn:microsoft.com/office/officeart/2005/8/layout/hierarchy2"/>
    <dgm:cxn modelId="{00652D71-9FB7-4477-A6F8-96D97F339FA1}" type="presParOf" srcId="{F8331E69-035D-4B29-828E-F92611629EDB}" destId="{746E69EF-6FC0-44A8-B25F-B50D211250C0}" srcOrd="0" destOrd="0" presId="urn:microsoft.com/office/officeart/2005/8/layout/hierarchy2"/>
    <dgm:cxn modelId="{9D65CB0F-4FBE-42C5-9D21-3F2729B36B15}" type="presParOf" srcId="{F8331E69-035D-4B29-828E-F92611629EDB}" destId="{53F8933B-D84F-4FF9-A0D4-01BA88A8D682}" srcOrd="1" destOrd="0" presId="urn:microsoft.com/office/officeart/2005/8/layout/hierarchy2"/>
    <dgm:cxn modelId="{9817D9A2-4C40-4CED-BCCC-3D423E4B067D}" type="presParOf" srcId="{A9608BA1-166B-4DCD-8264-CF5D147B776B}" destId="{04775387-6AD9-4772-B97F-D9B250C9F1AE}" srcOrd="2" destOrd="0" presId="urn:microsoft.com/office/officeart/2005/8/layout/hierarchy2"/>
    <dgm:cxn modelId="{450CA042-C653-4B7D-B77B-97EC909B7300}" type="presParOf" srcId="{04775387-6AD9-4772-B97F-D9B250C9F1AE}" destId="{96F85A01-A9A2-4C96-8D75-94E5770B65F6}" srcOrd="0" destOrd="0" presId="urn:microsoft.com/office/officeart/2005/8/layout/hierarchy2"/>
    <dgm:cxn modelId="{CABA0B57-2A1E-400B-BC2D-119180AF2761}" type="presParOf" srcId="{A9608BA1-166B-4DCD-8264-CF5D147B776B}" destId="{308AB752-5733-4643-8331-081BF9AE9B8E}" srcOrd="3" destOrd="0" presId="urn:microsoft.com/office/officeart/2005/8/layout/hierarchy2"/>
    <dgm:cxn modelId="{41241562-FBEB-45BD-85BB-4EC53243D50A}" type="presParOf" srcId="{308AB752-5733-4643-8331-081BF9AE9B8E}" destId="{B6872EA0-498C-432B-81CE-773E6A546FBF}" srcOrd="0" destOrd="0" presId="urn:microsoft.com/office/officeart/2005/8/layout/hierarchy2"/>
    <dgm:cxn modelId="{1538CBA9-0902-47F6-A34F-813CF0E161EC}" type="presParOf" srcId="{308AB752-5733-4643-8331-081BF9AE9B8E}" destId="{09EFCE0F-15E2-4740-8F58-95E3288AA999}" srcOrd="1" destOrd="0" presId="urn:microsoft.com/office/officeart/2005/8/layout/hierarchy2"/>
    <dgm:cxn modelId="{45A03C03-29DE-41CA-BD6D-22A9ED1DEA78}" type="presParOf" srcId="{09EFCE0F-15E2-4740-8F58-95E3288AA999}" destId="{DA2C8F47-D23A-45D0-80A9-10B454F82F56}" srcOrd="0" destOrd="0" presId="urn:microsoft.com/office/officeart/2005/8/layout/hierarchy2"/>
    <dgm:cxn modelId="{CE2F177A-BECA-4B8E-87D1-22274EFD58CF}" type="presParOf" srcId="{DA2C8F47-D23A-45D0-80A9-10B454F82F56}" destId="{3A1766F1-729B-43BA-A5D7-A535D50BF72F}" srcOrd="0" destOrd="0" presId="urn:microsoft.com/office/officeart/2005/8/layout/hierarchy2"/>
    <dgm:cxn modelId="{BD70B761-B1FF-4119-B96D-61ED1F7E3124}" type="presParOf" srcId="{09EFCE0F-15E2-4740-8F58-95E3288AA999}" destId="{F6A3AD58-A908-49DB-B5ED-23A3F6D05995}" srcOrd="1" destOrd="0" presId="urn:microsoft.com/office/officeart/2005/8/layout/hierarchy2"/>
    <dgm:cxn modelId="{F45086B3-CFE9-4136-AE97-A3438028A6C5}" type="presParOf" srcId="{F6A3AD58-A908-49DB-B5ED-23A3F6D05995}" destId="{922313E2-558B-4FA4-B52B-5DB012BB1399}" srcOrd="0" destOrd="0" presId="urn:microsoft.com/office/officeart/2005/8/layout/hierarchy2"/>
    <dgm:cxn modelId="{8C42B7D2-CE53-4223-99EC-46DE12F2DEF5}" type="presParOf" srcId="{F6A3AD58-A908-49DB-B5ED-23A3F6D05995}" destId="{73817945-2819-4A12-9048-E72AB810DD86}" srcOrd="1" destOrd="0" presId="urn:microsoft.com/office/officeart/2005/8/layout/hierarchy2"/>
    <dgm:cxn modelId="{B980E9D8-F0D4-407F-BF43-A76AC027C8A4}" type="presParOf" srcId="{73817945-2819-4A12-9048-E72AB810DD86}" destId="{D3FA7FF3-E33B-4F5B-AACE-5212BDA07AC9}" srcOrd="0" destOrd="0" presId="urn:microsoft.com/office/officeart/2005/8/layout/hierarchy2"/>
    <dgm:cxn modelId="{B720A896-1211-4672-AC37-94976412655A}" type="presParOf" srcId="{D3FA7FF3-E33B-4F5B-AACE-5212BDA07AC9}" destId="{52F6C727-FE40-464F-A219-B17AC6BC7A71}" srcOrd="0" destOrd="0" presId="urn:microsoft.com/office/officeart/2005/8/layout/hierarchy2"/>
    <dgm:cxn modelId="{3B7A935D-FDAE-4C87-9039-32E931E1E574}" type="presParOf" srcId="{73817945-2819-4A12-9048-E72AB810DD86}" destId="{A5E78787-D84A-4AEB-A8D5-E47B45935B1E}" srcOrd="1" destOrd="0" presId="urn:microsoft.com/office/officeart/2005/8/layout/hierarchy2"/>
    <dgm:cxn modelId="{90C90FCD-C02A-4987-8718-5763821DF5A3}" type="presParOf" srcId="{A5E78787-D84A-4AEB-A8D5-E47B45935B1E}" destId="{A50BE990-1737-4E69-9A64-5D6AE7022A32}" srcOrd="0" destOrd="0" presId="urn:microsoft.com/office/officeart/2005/8/layout/hierarchy2"/>
    <dgm:cxn modelId="{4AB9C4DA-CEC2-4BBD-AE28-D0E987F26BB8}" type="presParOf" srcId="{A5E78787-D84A-4AEB-A8D5-E47B45935B1E}" destId="{BC6D4420-03F1-4E14-9AB6-EEFED02BA2F1}" srcOrd="1" destOrd="0" presId="urn:microsoft.com/office/officeart/2005/8/layout/hierarchy2"/>
    <dgm:cxn modelId="{17487730-2D54-4251-87F7-A233AD8B2147}" type="presParOf" srcId="{A9608BA1-166B-4DCD-8264-CF5D147B776B}" destId="{266C982A-A8C4-411B-ACED-D6552DA68FCB}" srcOrd="4" destOrd="0" presId="urn:microsoft.com/office/officeart/2005/8/layout/hierarchy2"/>
    <dgm:cxn modelId="{ECE5B17D-E47B-4D1F-B4BD-CF2ED6147793}" type="presParOf" srcId="{266C982A-A8C4-411B-ACED-D6552DA68FCB}" destId="{5BCD80D6-8119-483C-8820-42556B8B4310}" srcOrd="0" destOrd="0" presId="urn:microsoft.com/office/officeart/2005/8/layout/hierarchy2"/>
    <dgm:cxn modelId="{127D91CC-5D2F-4038-B04F-7063C968CA6A}" type="presParOf" srcId="{A9608BA1-166B-4DCD-8264-CF5D147B776B}" destId="{9DB8E04C-2ADE-4D82-A073-AFE8EE19C027}" srcOrd="5" destOrd="0" presId="urn:microsoft.com/office/officeart/2005/8/layout/hierarchy2"/>
    <dgm:cxn modelId="{2C28B918-448E-4B4B-AF09-DEF86A43A48B}" type="presParOf" srcId="{9DB8E04C-2ADE-4D82-A073-AFE8EE19C027}" destId="{AB27112A-E4A0-4E41-8D79-359CD44EA83E}" srcOrd="0" destOrd="0" presId="urn:microsoft.com/office/officeart/2005/8/layout/hierarchy2"/>
    <dgm:cxn modelId="{E2FDA911-4F53-4F38-884F-CCCEAF033975}" type="presParOf" srcId="{9DB8E04C-2ADE-4D82-A073-AFE8EE19C027}" destId="{2DDC22B3-F549-47D8-A157-80BBB6574BC0}" srcOrd="1" destOrd="0" presId="urn:microsoft.com/office/officeart/2005/8/layout/hierarchy2"/>
    <dgm:cxn modelId="{D51C94C1-733C-4B03-B8AF-28E1BFBB6CCA}" type="presParOf" srcId="{2DDC22B3-F549-47D8-A157-80BBB6574BC0}" destId="{1B7BC6B8-2D4F-42EE-ABD1-1B069B28A603}" srcOrd="0" destOrd="0" presId="urn:microsoft.com/office/officeart/2005/8/layout/hierarchy2"/>
    <dgm:cxn modelId="{4E3A5B05-4E18-4D27-9F68-5DCB981A2037}" type="presParOf" srcId="{1B7BC6B8-2D4F-42EE-ABD1-1B069B28A603}" destId="{56EF8992-FCBE-426D-80BB-E65E6C99264F}" srcOrd="0" destOrd="0" presId="urn:microsoft.com/office/officeart/2005/8/layout/hierarchy2"/>
    <dgm:cxn modelId="{933092C0-C1DE-4FD5-8901-37F96C002FE4}" type="presParOf" srcId="{2DDC22B3-F549-47D8-A157-80BBB6574BC0}" destId="{B26E7F5C-BAD9-40A9-9B91-E421E2570AB7}" srcOrd="1" destOrd="0" presId="urn:microsoft.com/office/officeart/2005/8/layout/hierarchy2"/>
    <dgm:cxn modelId="{086EE302-AFB5-4EC4-BDC8-8B31E1A283FD}" type="presParOf" srcId="{B26E7F5C-BAD9-40A9-9B91-E421E2570AB7}" destId="{3A3FCD00-A4FA-4A69-AE11-E1173961A8C2}" srcOrd="0" destOrd="0" presId="urn:microsoft.com/office/officeart/2005/8/layout/hierarchy2"/>
    <dgm:cxn modelId="{41D9A7CF-6416-4017-8FEF-10C33166C150}" type="presParOf" srcId="{B26E7F5C-BAD9-40A9-9B91-E421E2570AB7}" destId="{440776A2-CE90-487A-9B9D-07CAFB32DF4C}" srcOrd="1" destOrd="0" presId="urn:microsoft.com/office/officeart/2005/8/layout/hierarchy2"/>
    <dgm:cxn modelId="{D07FF43D-B48A-4330-B04C-608ED19006C9}" type="presParOf" srcId="{A9608BA1-166B-4DCD-8264-CF5D147B776B}" destId="{A6AC96B6-44A1-4713-AECE-61A59E714C7B}" srcOrd="6" destOrd="0" presId="urn:microsoft.com/office/officeart/2005/8/layout/hierarchy2"/>
    <dgm:cxn modelId="{B2B9834C-BC16-4434-BF2E-4B215EDE2A3F}" type="presParOf" srcId="{A6AC96B6-44A1-4713-AECE-61A59E714C7B}" destId="{9A90505F-8166-4496-BBD3-ECA884153368}" srcOrd="0" destOrd="0" presId="urn:microsoft.com/office/officeart/2005/8/layout/hierarchy2"/>
    <dgm:cxn modelId="{B34FD21B-0460-4B35-B73A-FEB184441145}" type="presParOf" srcId="{A9608BA1-166B-4DCD-8264-CF5D147B776B}" destId="{B41BC025-486E-4962-B8AF-DFBED0F24B55}" srcOrd="7" destOrd="0" presId="urn:microsoft.com/office/officeart/2005/8/layout/hierarchy2"/>
    <dgm:cxn modelId="{1A14411C-EF82-4E86-9320-B9DAF373EF1B}" type="presParOf" srcId="{B41BC025-486E-4962-B8AF-DFBED0F24B55}" destId="{72A2D913-9F80-42AC-AE7C-2316A373CC52}" srcOrd="0" destOrd="0" presId="urn:microsoft.com/office/officeart/2005/8/layout/hierarchy2"/>
    <dgm:cxn modelId="{2E1B2C9D-AD56-42B9-9AC7-9C38A273B307}" type="presParOf" srcId="{B41BC025-486E-4962-B8AF-DFBED0F24B55}" destId="{BE2E38D2-E536-4A34-8C71-93D78C62C93D}" srcOrd="1" destOrd="0" presId="urn:microsoft.com/office/officeart/2005/8/layout/hierarchy2"/>
    <dgm:cxn modelId="{7692DE80-2425-4090-BB6F-34C63FF3D54C}" type="presParOf" srcId="{BE2E38D2-E536-4A34-8C71-93D78C62C93D}" destId="{073E79F0-2A55-432E-9F26-DC054BCA8F1E}" srcOrd="0" destOrd="0" presId="urn:microsoft.com/office/officeart/2005/8/layout/hierarchy2"/>
    <dgm:cxn modelId="{0664BF10-2134-4E57-B0AF-D7715E1B649F}" type="presParOf" srcId="{073E79F0-2A55-432E-9F26-DC054BCA8F1E}" destId="{CD15FB32-FEA1-409D-843B-B1B438AF9E54}" srcOrd="0" destOrd="0" presId="urn:microsoft.com/office/officeart/2005/8/layout/hierarchy2"/>
    <dgm:cxn modelId="{44A6854C-7FB9-4284-9E9E-245F4317EE05}" type="presParOf" srcId="{BE2E38D2-E536-4A34-8C71-93D78C62C93D}" destId="{DCCE5BF2-F120-4E33-98A6-3E2FF0D6E903}" srcOrd="1" destOrd="0" presId="urn:microsoft.com/office/officeart/2005/8/layout/hierarchy2"/>
    <dgm:cxn modelId="{B30B3756-9DF6-4292-90AA-B01EE122BA9B}" type="presParOf" srcId="{DCCE5BF2-F120-4E33-98A6-3E2FF0D6E903}" destId="{526F1F5C-BBF4-4E56-9124-31A03B5BEB11}" srcOrd="0" destOrd="0" presId="urn:microsoft.com/office/officeart/2005/8/layout/hierarchy2"/>
    <dgm:cxn modelId="{71E441F8-8103-4FAC-8417-1BDBA07159B5}" type="presParOf" srcId="{DCCE5BF2-F120-4E33-98A6-3E2FF0D6E903}" destId="{B763BE27-FB90-444D-B522-D34913966D6F}" srcOrd="1" destOrd="0" presId="urn:microsoft.com/office/officeart/2005/8/layout/hierarchy2"/>
    <dgm:cxn modelId="{2E83F7FE-476D-4AB3-9442-7F95CE32CCCC}" type="presParOf" srcId="{BE2E38D2-E536-4A34-8C71-93D78C62C93D}" destId="{EAF31EE3-3EED-45D1-80EF-B4C0ABB388CA}" srcOrd="2" destOrd="0" presId="urn:microsoft.com/office/officeart/2005/8/layout/hierarchy2"/>
    <dgm:cxn modelId="{5D43D2DC-FD85-4ABB-9AB6-95221FC2A02A}" type="presParOf" srcId="{EAF31EE3-3EED-45D1-80EF-B4C0ABB388CA}" destId="{F4FB6DE9-7540-4CF3-8B90-D4C8C5DBB23F}" srcOrd="0" destOrd="0" presId="urn:microsoft.com/office/officeart/2005/8/layout/hierarchy2"/>
    <dgm:cxn modelId="{0F8AB982-F303-4DCE-AF83-FC33ACBE9B33}" type="presParOf" srcId="{BE2E38D2-E536-4A34-8C71-93D78C62C93D}" destId="{26242503-A04E-46A8-8401-951BB95897BC}" srcOrd="3" destOrd="0" presId="urn:microsoft.com/office/officeart/2005/8/layout/hierarchy2"/>
    <dgm:cxn modelId="{25028746-E8EB-4338-A137-B654F54DB74E}" type="presParOf" srcId="{26242503-A04E-46A8-8401-951BB95897BC}" destId="{08C599EB-D4BD-485E-A2B6-31520AB133E0}" srcOrd="0" destOrd="0" presId="urn:microsoft.com/office/officeart/2005/8/layout/hierarchy2"/>
    <dgm:cxn modelId="{5A927CD0-3711-4D82-A2F0-6CA8C49E0899}" type="presParOf" srcId="{26242503-A04E-46A8-8401-951BB95897BC}" destId="{2045761B-AB64-48B6-989E-5B0E7881620A}" srcOrd="1" destOrd="0" presId="urn:microsoft.com/office/officeart/2005/8/layout/hierarchy2"/>
    <dgm:cxn modelId="{4F57F32A-4E16-49B2-9B5F-2738865C7105}" type="presParOf" srcId="{2045761B-AB64-48B6-989E-5B0E7881620A}" destId="{9E5C0382-3E93-470D-8BC4-CFC49E28C3C4}" srcOrd="0" destOrd="0" presId="urn:microsoft.com/office/officeart/2005/8/layout/hierarchy2"/>
    <dgm:cxn modelId="{A913712A-B2EC-4C63-8E16-F3EF6B2D1073}" type="presParOf" srcId="{9E5C0382-3E93-470D-8BC4-CFC49E28C3C4}" destId="{4DCED6F8-222A-484E-BAF8-A13D6B630B48}" srcOrd="0" destOrd="0" presId="urn:microsoft.com/office/officeart/2005/8/layout/hierarchy2"/>
    <dgm:cxn modelId="{C9D02D13-64B1-4110-91D7-154699D9F03E}" type="presParOf" srcId="{2045761B-AB64-48B6-989E-5B0E7881620A}" destId="{3481624B-56D7-4524-8004-DE3A5FBE62E8}" srcOrd="1" destOrd="0" presId="urn:microsoft.com/office/officeart/2005/8/layout/hierarchy2"/>
    <dgm:cxn modelId="{D1EDD69B-76EC-42E7-89B2-350904BD21C3}" type="presParOf" srcId="{3481624B-56D7-4524-8004-DE3A5FBE62E8}" destId="{05EF6AAE-E2CB-4F3B-A38F-F5896AA4BBEE}" srcOrd="0" destOrd="0" presId="urn:microsoft.com/office/officeart/2005/8/layout/hierarchy2"/>
    <dgm:cxn modelId="{C8A5E4C7-9EC7-4A21-BF0A-08CD12874677}" type="presParOf" srcId="{3481624B-56D7-4524-8004-DE3A5FBE62E8}" destId="{A5F5165F-E879-43BC-874E-B2C62BFF7EAE}" srcOrd="1" destOrd="0" presId="urn:microsoft.com/office/officeart/2005/8/layout/hierarchy2"/>
  </dgm:cxnLst>
  <dgm:bg/>
  <dgm:whole>
    <a:ln>
      <a:noFill/>
      <a:prstDash val="dash"/>
    </a:ln>
  </dgm:whole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" qsCatId="simple" csTypeId="urn:microsoft.com/office/officeart/2005/8/colors/accent3_1" csCatId="accent3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E0A1BB-8244-46AF-86AE-ED1207E7D542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523FDAA-4A65-4445-824E-1BF3AF07C33D}" type="par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4160F7-ED2F-474D-895E-E3FBC49ADEA1}" type="sib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体验路径</a:t>
          </a:r>
          <a:endParaRPr lang="zh-CN" altLang="en-US" sz="105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7F02C57-F794-4829-816A-8ADA1A646B5F}">
      <dgm:prSet custT="1"/>
      <dgm:spPr>
        <a:solidFill>
          <a:schemeClr val="accent3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故事撰写</a:t>
          </a: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DB0E6A0-597F-4355-A94B-F9106C2FC297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>
            <a:latin typeface="微软雅黑" pitchFamily="34" charset="-122"/>
            <a:ea typeface="微软雅黑" pitchFamily="34" charset="-122"/>
          </a:endParaRP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050" b="1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估算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排期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7" custScaleX="11508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1ACE4CFD-9202-455E-AB4C-BA16B8AF85CA}" type="pres">
      <dgm:prSet presAssocID="{4CE0A1BB-8244-46AF-86AE-ED1207E7D542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5A3BB2-0FDE-4BE4-96F6-0D831DCEC4F9}" type="pres">
      <dgm:prSet presAssocID="{A34160F7-ED2F-474D-895E-E3FBC49ADEA1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2" presStyleCnt="7" custScaleX="11508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DBACA129-70A0-4E70-88B1-7D7ECD7788B4}" type="presOf" srcId="{93E2F1D1-360B-4DFF-8B3E-7A0480FA2199}" destId="{5CF2B12A-6C8F-4E68-A572-3EDBD3F899D1}" srcOrd="0" destOrd="0" presId="urn:microsoft.com/office/officeart/2005/8/layout/chevron1"/>
    <dgm:cxn modelId="{C7A01901-1CDA-4E1A-A3FA-3918608711E5}" type="presOf" srcId="{7BA8313D-8C09-4314-9637-731292CBC83C}" destId="{A86E4080-92AD-4939-B332-E07C48764045}" srcOrd="0" destOrd="0" presId="urn:microsoft.com/office/officeart/2005/8/layout/chevron1"/>
    <dgm:cxn modelId="{1755C00D-93AD-4A39-9410-F882A3BCEB01}" type="presOf" srcId="{C283FA72-CECD-45CD-8757-CEBC1A4221FD}" destId="{46C46EFF-D58B-4C32-A605-AB030B188E8A}" srcOrd="0" destOrd="0" presId="urn:microsoft.com/office/officeart/2005/8/layout/chevron1"/>
    <dgm:cxn modelId="{135A098A-A694-4CAA-A185-6B14C58CEF58}" srcId="{93E2F1D1-360B-4DFF-8B3E-7A0480FA2199}" destId="{ADB0E6A0-597F-4355-A94B-F9106C2FC297}" srcOrd="5" destOrd="0" parTransId="{E89F0154-E648-4FE9-B4D7-A45C73258537}" sibTransId="{EF791709-250D-4FF0-9B88-78FD939A01F9}"/>
    <dgm:cxn modelId="{14E74B39-07B8-486C-8AEF-A29B9D1D13B4}" srcId="{93E2F1D1-360B-4DFF-8B3E-7A0480FA2199}" destId="{C283FA72-CECD-45CD-8757-CEBC1A4221FD}" srcOrd="3" destOrd="0" parTransId="{58D46031-4B37-4A7C-BA2E-95F3BEFA5450}" sibTransId="{56EF64EC-F736-4A42-9234-C53AF2EC327E}"/>
    <dgm:cxn modelId="{04AE1B00-76D9-4CAE-A9CA-8DA85EFEA18B}" srcId="{93E2F1D1-360B-4DFF-8B3E-7A0480FA2199}" destId="{F7F02C57-F794-4829-816A-8ADA1A646B5F}" srcOrd="4" destOrd="0" parTransId="{4FF14B74-898E-4340-AE78-F14F54FA898E}" sibTransId="{5D66FAB0-5F3B-4E88-A460-F1AD586F4A90}"/>
    <dgm:cxn modelId="{47AA4495-85BE-4565-8C64-725ADC124085}" type="presOf" srcId="{4CE0A1BB-8244-46AF-86AE-ED1207E7D542}" destId="{1ACE4CFD-9202-455E-AB4C-BA16B8AF85CA}" srcOrd="0" destOrd="0" presId="urn:microsoft.com/office/officeart/2005/8/layout/chevron1"/>
    <dgm:cxn modelId="{ABE424E1-7409-47BD-8B82-0C814F4420FA}" type="presOf" srcId="{F7F02C57-F794-4829-816A-8ADA1A646B5F}" destId="{53248EB4-CEF6-4177-84FC-8846ABBB4977}" srcOrd="0" destOrd="0" presId="urn:microsoft.com/office/officeart/2005/8/layout/chevron1"/>
    <dgm:cxn modelId="{518EE940-8EAB-4063-A0EE-B7581EA28221}" srcId="{93E2F1D1-360B-4DFF-8B3E-7A0480FA2199}" destId="{79B09C74-4B47-45CC-B14C-97FE958DDD10}" srcOrd="6" destOrd="0" parTransId="{E44E42D3-9FBB-4D8F-8A4B-A70FE356537D}" sibTransId="{BAD4962B-4E42-4F51-AF82-04CAFA5E9A0A}"/>
    <dgm:cxn modelId="{D4FB5058-5C8A-4256-A3DB-6D2505396F66}" srcId="{93E2F1D1-360B-4DFF-8B3E-7A0480FA2199}" destId="{7BA8313D-8C09-4314-9637-731292CBC83C}" srcOrd="2" destOrd="0" parTransId="{645DC388-2576-44B7-9F16-D6B4FC3BEAC1}" sibTransId="{D6404340-BDF4-4F66-920B-0162CA6D5229}"/>
    <dgm:cxn modelId="{79AA98A1-08BC-4B51-85EA-510A5D4A7248}" type="presOf" srcId="{79B09C74-4B47-45CC-B14C-97FE958DDD10}" destId="{ABEC49F3-BDF7-424B-9830-26B6CE2FFD7D}" srcOrd="0" destOrd="0" presId="urn:microsoft.com/office/officeart/2005/8/layout/chevron1"/>
    <dgm:cxn modelId="{9068E303-54F5-4008-B10A-F13720B4764C}" type="presOf" srcId="{ADB0E6A0-597F-4355-A94B-F9106C2FC297}" destId="{B980CE8B-C3C6-4D16-BF96-7D51B6888099}" srcOrd="0" destOrd="0" presId="urn:microsoft.com/office/officeart/2005/8/layout/chevron1"/>
    <dgm:cxn modelId="{1F4E9157-41AA-4D4E-B2E6-A62F23527E1F}" srcId="{93E2F1D1-360B-4DFF-8B3E-7A0480FA2199}" destId="{4CE0A1BB-8244-46AF-86AE-ED1207E7D542}" srcOrd="1" destOrd="0" parTransId="{B523FDAA-4A65-4445-824E-1BF3AF07C33D}" sibTransId="{A34160F7-ED2F-474D-895E-E3FBC49ADEA1}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EE167A8C-0A88-4215-8087-97EB01F7C37D}" type="presOf" srcId="{9BF9F257-8AA1-4884-82E7-D0FBEB140172}" destId="{59B237D4-C896-464B-8B66-907E7BC384C0}" srcOrd="0" destOrd="0" presId="urn:microsoft.com/office/officeart/2005/8/layout/chevron1"/>
    <dgm:cxn modelId="{4B36E5B3-EB85-446A-A6CC-01977A543A42}" type="presParOf" srcId="{5CF2B12A-6C8F-4E68-A572-3EDBD3F899D1}" destId="{59B237D4-C896-464B-8B66-907E7BC384C0}" srcOrd="0" destOrd="0" presId="urn:microsoft.com/office/officeart/2005/8/layout/chevron1"/>
    <dgm:cxn modelId="{EC04F143-8151-4463-A77C-C24B4C50E2C4}" type="presParOf" srcId="{5CF2B12A-6C8F-4E68-A572-3EDBD3F899D1}" destId="{6DC5E9E8-AE98-4EBC-9670-F707EB7EC751}" srcOrd="1" destOrd="0" presId="urn:microsoft.com/office/officeart/2005/8/layout/chevron1"/>
    <dgm:cxn modelId="{7F390C74-6699-4ACE-83D5-487C801372A8}" type="presParOf" srcId="{5CF2B12A-6C8F-4E68-A572-3EDBD3F899D1}" destId="{1ACE4CFD-9202-455E-AB4C-BA16B8AF85CA}" srcOrd="2" destOrd="0" presId="urn:microsoft.com/office/officeart/2005/8/layout/chevron1"/>
    <dgm:cxn modelId="{467AD4AB-AFEF-44DA-B080-077D56E35A5F}" type="presParOf" srcId="{5CF2B12A-6C8F-4E68-A572-3EDBD3F899D1}" destId="{4A5A3BB2-0FDE-4BE4-96F6-0D831DCEC4F9}" srcOrd="3" destOrd="0" presId="urn:microsoft.com/office/officeart/2005/8/layout/chevron1"/>
    <dgm:cxn modelId="{2DA201B5-1C28-4A0D-9B90-3643BDA23646}" type="presParOf" srcId="{5CF2B12A-6C8F-4E68-A572-3EDBD3F899D1}" destId="{A86E4080-92AD-4939-B332-E07C48764045}" srcOrd="4" destOrd="0" presId="urn:microsoft.com/office/officeart/2005/8/layout/chevron1"/>
    <dgm:cxn modelId="{86598FF3-2BA4-4B5C-AD0D-460F67201C4F}" type="presParOf" srcId="{5CF2B12A-6C8F-4E68-A572-3EDBD3F899D1}" destId="{642A9323-1F67-4A5D-8857-DF1A6BD242AE}" srcOrd="5" destOrd="0" presId="urn:microsoft.com/office/officeart/2005/8/layout/chevron1"/>
    <dgm:cxn modelId="{9DE6F996-3A1F-4E5E-819E-2930E2B26A22}" type="presParOf" srcId="{5CF2B12A-6C8F-4E68-A572-3EDBD3F899D1}" destId="{46C46EFF-D58B-4C32-A605-AB030B188E8A}" srcOrd="6" destOrd="0" presId="urn:microsoft.com/office/officeart/2005/8/layout/chevron1"/>
    <dgm:cxn modelId="{729E3352-E8A4-4096-83F1-E2B65DA006F0}" type="presParOf" srcId="{5CF2B12A-6C8F-4E68-A572-3EDBD3F899D1}" destId="{AE4BA504-6F3B-4F28-BB59-4E979864B31E}" srcOrd="7" destOrd="0" presId="urn:microsoft.com/office/officeart/2005/8/layout/chevron1"/>
    <dgm:cxn modelId="{1D981C84-C1D1-4668-86FB-34F4D8B563F6}" type="presParOf" srcId="{5CF2B12A-6C8F-4E68-A572-3EDBD3F899D1}" destId="{53248EB4-CEF6-4177-84FC-8846ABBB4977}" srcOrd="8" destOrd="0" presId="urn:microsoft.com/office/officeart/2005/8/layout/chevron1"/>
    <dgm:cxn modelId="{0B1F0C3E-5AAC-4B22-88D3-AAF02FC4815A}" type="presParOf" srcId="{5CF2B12A-6C8F-4E68-A572-3EDBD3F899D1}" destId="{B52DE6A5-CFDA-47E7-BAA7-D6D3087952FC}" srcOrd="9" destOrd="0" presId="urn:microsoft.com/office/officeart/2005/8/layout/chevron1"/>
    <dgm:cxn modelId="{0D0A995A-D789-4209-ACC1-41D55E588D2E}" type="presParOf" srcId="{5CF2B12A-6C8F-4E68-A572-3EDBD3F899D1}" destId="{B980CE8B-C3C6-4D16-BF96-7D51B6888099}" srcOrd="10" destOrd="0" presId="urn:microsoft.com/office/officeart/2005/8/layout/chevron1"/>
    <dgm:cxn modelId="{CE85801A-3F06-4CA4-AC49-3C93CB977679}" type="presParOf" srcId="{5CF2B12A-6C8F-4E68-A572-3EDBD3F899D1}" destId="{B7E30B39-CAB3-4860-AE94-B9958E35FF38}" srcOrd="11" destOrd="0" presId="urn:microsoft.com/office/officeart/2005/8/layout/chevron1"/>
    <dgm:cxn modelId="{76BCA1C0-02CE-4CF5-A087-A6B782803506}" type="presParOf" srcId="{5CF2B12A-6C8F-4E68-A572-3EDBD3F899D1}" destId="{ABEC49F3-BDF7-424B-9830-26B6CE2FFD7D}" srcOrd="12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" qsCatId="simple" csTypeId="urn:microsoft.com/office/officeart/2005/8/colors/accent3_1" csCatId="accent3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E0A1BB-8244-46AF-86AE-ED1207E7D542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523FDAA-4A65-4445-824E-1BF3AF07C33D}" type="par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4160F7-ED2F-474D-895E-E3FBC49ADEA1}" type="sib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体验路径</a:t>
          </a:r>
          <a:endParaRPr lang="zh-CN" altLang="en-US" sz="105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7F02C57-F794-4829-816A-8ADA1A646B5F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故事撰写</a:t>
          </a: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DB0E6A0-597F-4355-A94B-F9106C2FC297}">
      <dgm:prSet custT="1"/>
      <dgm:spPr>
        <a:solidFill>
          <a:schemeClr val="accent3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 dirty="0">
            <a:latin typeface="微软雅黑" pitchFamily="34" charset="-122"/>
            <a:ea typeface="微软雅黑" pitchFamily="34" charset="-122"/>
          </a:endParaRP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050" b="1" dirty="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估算</a:t>
          </a: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排期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7" custScaleX="11508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1ACE4CFD-9202-455E-AB4C-BA16B8AF85CA}" type="pres">
      <dgm:prSet presAssocID="{4CE0A1BB-8244-46AF-86AE-ED1207E7D542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5A3BB2-0FDE-4BE4-96F6-0D831DCEC4F9}" type="pres">
      <dgm:prSet presAssocID="{A34160F7-ED2F-474D-895E-E3FBC49ADEA1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2" presStyleCnt="7" custScaleX="11508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04AE1B00-76D9-4CAE-A9CA-8DA85EFEA18B}" srcId="{93E2F1D1-360B-4DFF-8B3E-7A0480FA2199}" destId="{F7F02C57-F794-4829-816A-8ADA1A646B5F}" srcOrd="4" destOrd="0" parTransId="{4FF14B74-898E-4340-AE78-F14F54FA898E}" sibTransId="{5D66FAB0-5F3B-4E88-A460-F1AD586F4A90}"/>
    <dgm:cxn modelId="{D4FB5058-5C8A-4256-A3DB-6D2505396F66}" srcId="{93E2F1D1-360B-4DFF-8B3E-7A0480FA2199}" destId="{7BA8313D-8C09-4314-9637-731292CBC83C}" srcOrd="2" destOrd="0" parTransId="{645DC388-2576-44B7-9F16-D6B4FC3BEAC1}" sibTransId="{D6404340-BDF4-4F66-920B-0162CA6D5229}"/>
    <dgm:cxn modelId="{B06879AB-2F81-4448-A02A-C728BABFED76}" type="presOf" srcId="{ADB0E6A0-597F-4355-A94B-F9106C2FC297}" destId="{B980CE8B-C3C6-4D16-BF96-7D51B6888099}" srcOrd="0" destOrd="0" presId="urn:microsoft.com/office/officeart/2005/8/layout/chevron1"/>
    <dgm:cxn modelId="{D24B7E0C-2DFC-4C80-872C-D7CE49E969CB}" type="presOf" srcId="{79B09C74-4B47-45CC-B14C-97FE958DDD10}" destId="{ABEC49F3-BDF7-424B-9830-26B6CE2FFD7D}" srcOrd="0" destOrd="0" presId="urn:microsoft.com/office/officeart/2005/8/layout/chevron1"/>
    <dgm:cxn modelId="{9D7451CB-0A4A-4B5C-AB55-0F40F839C152}" type="presOf" srcId="{F7F02C57-F794-4829-816A-8ADA1A646B5F}" destId="{53248EB4-CEF6-4177-84FC-8846ABBB4977}" srcOrd="0" destOrd="0" presId="urn:microsoft.com/office/officeart/2005/8/layout/chevron1"/>
    <dgm:cxn modelId="{4BAFFF05-1C4D-4B7E-AF04-AB4DB27EC338}" type="presOf" srcId="{C283FA72-CECD-45CD-8757-CEBC1A4221FD}" destId="{46C46EFF-D58B-4C32-A605-AB030B188E8A}" srcOrd="0" destOrd="0" presId="urn:microsoft.com/office/officeart/2005/8/layout/chevron1"/>
    <dgm:cxn modelId="{14E74B39-07B8-486C-8AEF-A29B9D1D13B4}" srcId="{93E2F1D1-360B-4DFF-8B3E-7A0480FA2199}" destId="{C283FA72-CECD-45CD-8757-CEBC1A4221FD}" srcOrd="3" destOrd="0" parTransId="{58D46031-4B37-4A7C-BA2E-95F3BEFA5450}" sibTransId="{56EF64EC-F736-4A42-9234-C53AF2EC327E}"/>
    <dgm:cxn modelId="{135A098A-A694-4CAA-A185-6B14C58CEF58}" srcId="{93E2F1D1-360B-4DFF-8B3E-7A0480FA2199}" destId="{ADB0E6A0-597F-4355-A94B-F9106C2FC297}" srcOrd="5" destOrd="0" parTransId="{E89F0154-E648-4FE9-B4D7-A45C73258537}" sibTransId="{EF791709-250D-4FF0-9B88-78FD939A01F9}"/>
    <dgm:cxn modelId="{91B6974B-AC1E-4F6D-869D-EDEF17F0689F}" type="presOf" srcId="{9BF9F257-8AA1-4884-82E7-D0FBEB140172}" destId="{59B237D4-C896-464B-8B66-907E7BC384C0}" srcOrd="0" destOrd="0" presId="urn:microsoft.com/office/officeart/2005/8/layout/chevron1"/>
    <dgm:cxn modelId="{966A7F74-3D00-461D-9094-6A09384BD0BD}" type="presOf" srcId="{93E2F1D1-360B-4DFF-8B3E-7A0480FA2199}" destId="{5CF2B12A-6C8F-4E68-A572-3EDBD3F899D1}" srcOrd="0" destOrd="0" presId="urn:microsoft.com/office/officeart/2005/8/layout/chevron1"/>
    <dgm:cxn modelId="{776D1C83-6224-405B-B871-05CE0A462EA2}" type="presOf" srcId="{7BA8313D-8C09-4314-9637-731292CBC83C}" destId="{A86E4080-92AD-4939-B332-E07C48764045}" srcOrd="0" destOrd="0" presId="urn:microsoft.com/office/officeart/2005/8/layout/chevron1"/>
    <dgm:cxn modelId="{1F4E9157-41AA-4D4E-B2E6-A62F23527E1F}" srcId="{93E2F1D1-360B-4DFF-8B3E-7A0480FA2199}" destId="{4CE0A1BB-8244-46AF-86AE-ED1207E7D542}" srcOrd="1" destOrd="0" parTransId="{B523FDAA-4A65-4445-824E-1BF3AF07C33D}" sibTransId="{A34160F7-ED2F-474D-895E-E3FBC49ADEA1}"/>
    <dgm:cxn modelId="{518EE940-8EAB-4063-A0EE-B7581EA28221}" srcId="{93E2F1D1-360B-4DFF-8B3E-7A0480FA2199}" destId="{79B09C74-4B47-45CC-B14C-97FE958DDD10}" srcOrd="6" destOrd="0" parTransId="{E44E42D3-9FBB-4D8F-8A4B-A70FE356537D}" sibTransId="{BAD4962B-4E42-4F51-AF82-04CAFA5E9A0A}"/>
    <dgm:cxn modelId="{14F1990B-7203-4AC4-9912-3D5EC79D937E}" type="presOf" srcId="{4CE0A1BB-8244-46AF-86AE-ED1207E7D542}" destId="{1ACE4CFD-9202-455E-AB4C-BA16B8AF85CA}" srcOrd="0" destOrd="0" presId="urn:microsoft.com/office/officeart/2005/8/layout/chevron1"/>
    <dgm:cxn modelId="{E2394507-0117-4101-A528-BB0D1AC41A0D}" type="presParOf" srcId="{5CF2B12A-6C8F-4E68-A572-3EDBD3F899D1}" destId="{59B237D4-C896-464B-8B66-907E7BC384C0}" srcOrd="0" destOrd="0" presId="urn:microsoft.com/office/officeart/2005/8/layout/chevron1"/>
    <dgm:cxn modelId="{357E748D-80ED-47BB-93C8-42E077390201}" type="presParOf" srcId="{5CF2B12A-6C8F-4E68-A572-3EDBD3F899D1}" destId="{6DC5E9E8-AE98-4EBC-9670-F707EB7EC751}" srcOrd="1" destOrd="0" presId="urn:microsoft.com/office/officeart/2005/8/layout/chevron1"/>
    <dgm:cxn modelId="{4B0FCC35-02A8-45DF-9DF4-5BB904288B2C}" type="presParOf" srcId="{5CF2B12A-6C8F-4E68-A572-3EDBD3F899D1}" destId="{1ACE4CFD-9202-455E-AB4C-BA16B8AF85CA}" srcOrd="2" destOrd="0" presId="urn:microsoft.com/office/officeart/2005/8/layout/chevron1"/>
    <dgm:cxn modelId="{D85183C4-B4A2-46A1-B955-CB5CA0424A95}" type="presParOf" srcId="{5CF2B12A-6C8F-4E68-A572-3EDBD3F899D1}" destId="{4A5A3BB2-0FDE-4BE4-96F6-0D831DCEC4F9}" srcOrd="3" destOrd="0" presId="urn:microsoft.com/office/officeart/2005/8/layout/chevron1"/>
    <dgm:cxn modelId="{ABACBCE5-EB14-40E5-880D-E879F6410A45}" type="presParOf" srcId="{5CF2B12A-6C8F-4E68-A572-3EDBD3F899D1}" destId="{A86E4080-92AD-4939-B332-E07C48764045}" srcOrd="4" destOrd="0" presId="urn:microsoft.com/office/officeart/2005/8/layout/chevron1"/>
    <dgm:cxn modelId="{94C6D5C1-B683-4558-81CC-2CC2CA90DB30}" type="presParOf" srcId="{5CF2B12A-6C8F-4E68-A572-3EDBD3F899D1}" destId="{642A9323-1F67-4A5D-8857-DF1A6BD242AE}" srcOrd="5" destOrd="0" presId="urn:microsoft.com/office/officeart/2005/8/layout/chevron1"/>
    <dgm:cxn modelId="{DDCDEDB0-C071-408B-8381-9988CE8BACD0}" type="presParOf" srcId="{5CF2B12A-6C8F-4E68-A572-3EDBD3F899D1}" destId="{46C46EFF-D58B-4C32-A605-AB030B188E8A}" srcOrd="6" destOrd="0" presId="urn:microsoft.com/office/officeart/2005/8/layout/chevron1"/>
    <dgm:cxn modelId="{209E33AB-D6A6-4E70-9A5D-050CFC449BDF}" type="presParOf" srcId="{5CF2B12A-6C8F-4E68-A572-3EDBD3F899D1}" destId="{AE4BA504-6F3B-4F28-BB59-4E979864B31E}" srcOrd="7" destOrd="0" presId="urn:microsoft.com/office/officeart/2005/8/layout/chevron1"/>
    <dgm:cxn modelId="{284F717A-ADFF-4867-B5B1-3F716300DC26}" type="presParOf" srcId="{5CF2B12A-6C8F-4E68-A572-3EDBD3F899D1}" destId="{53248EB4-CEF6-4177-84FC-8846ABBB4977}" srcOrd="8" destOrd="0" presId="urn:microsoft.com/office/officeart/2005/8/layout/chevron1"/>
    <dgm:cxn modelId="{5041DED1-059F-44AA-9EDF-DF8E6184276B}" type="presParOf" srcId="{5CF2B12A-6C8F-4E68-A572-3EDBD3F899D1}" destId="{B52DE6A5-CFDA-47E7-BAA7-D6D3087952FC}" srcOrd="9" destOrd="0" presId="urn:microsoft.com/office/officeart/2005/8/layout/chevron1"/>
    <dgm:cxn modelId="{53CF7351-AB0F-4B2D-BA5E-8F022CD7FB16}" type="presParOf" srcId="{5CF2B12A-6C8F-4E68-A572-3EDBD3F899D1}" destId="{B980CE8B-C3C6-4D16-BF96-7D51B6888099}" srcOrd="10" destOrd="0" presId="urn:microsoft.com/office/officeart/2005/8/layout/chevron1"/>
    <dgm:cxn modelId="{AB5F4058-E8F0-4D5D-881E-9DF8A6A8754C}" type="presParOf" srcId="{5CF2B12A-6C8F-4E68-A572-3EDBD3F899D1}" destId="{B7E30B39-CAB3-4860-AE94-B9958E35FF38}" srcOrd="11" destOrd="0" presId="urn:microsoft.com/office/officeart/2005/8/layout/chevron1"/>
    <dgm:cxn modelId="{4D891C65-D074-40C8-8CA5-8561ABCB483A}" type="presParOf" srcId="{5CF2B12A-6C8F-4E68-A572-3EDBD3F899D1}" destId="{ABEC49F3-BDF7-424B-9830-26B6CE2FFD7D}" srcOrd="12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" qsCatId="simple" csTypeId="urn:microsoft.com/office/officeart/2005/8/colors/accent3_1" csCatId="accent3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E0A1BB-8244-46AF-86AE-ED1207E7D542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523FDAA-4A65-4445-824E-1BF3AF07C33D}" type="par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4160F7-ED2F-474D-895E-E3FBC49ADEA1}" type="sib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体验路径</a:t>
          </a:r>
          <a:endParaRPr lang="zh-CN" altLang="en-US" sz="105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7F02C57-F794-4829-816A-8ADA1A646B5F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故事撰写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DB0E6A0-597F-4355-A94B-F9106C2FC297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>
            <a:latin typeface="微软雅黑" pitchFamily="34" charset="-122"/>
            <a:ea typeface="微软雅黑" pitchFamily="34" charset="-122"/>
          </a:endParaRP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050" b="1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估算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9B09C74-4B47-45CC-B14C-97FE958DDD10}">
      <dgm:prSet custT="1"/>
      <dgm:spPr>
        <a:solidFill>
          <a:schemeClr val="accent3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排期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7" custScaleX="11508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1ACE4CFD-9202-455E-AB4C-BA16B8AF85CA}" type="pres">
      <dgm:prSet presAssocID="{4CE0A1BB-8244-46AF-86AE-ED1207E7D542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5A3BB2-0FDE-4BE4-96F6-0D831DCEC4F9}" type="pres">
      <dgm:prSet presAssocID="{A34160F7-ED2F-474D-895E-E3FBC49ADEA1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2" presStyleCnt="7" custScaleX="11508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04AE1B00-76D9-4CAE-A9CA-8DA85EFEA18B}" srcId="{93E2F1D1-360B-4DFF-8B3E-7A0480FA2199}" destId="{F7F02C57-F794-4829-816A-8ADA1A646B5F}" srcOrd="4" destOrd="0" parTransId="{4FF14B74-898E-4340-AE78-F14F54FA898E}" sibTransId="{5D66FAB0-5F3B-4E88-A460-F1AD586F4A90}"/>
    <dgm:cxn modelId="{3651CA5B-60CF-4FF0-BE50-5EFABD777C9B}" type="presOf" srcId="{93E2F1D1-360B-4DFF-8B3E-7A0480FA2199}" destId="{5CF2B12A-6C8F-4E68-A572-3EDBD3F899D1}" srcOrd="0" destOrd="0" presId="urn:microsoft.com/office/officeart/2005/8/layout/chevron1"/>
    <dgm:cxn modelId="{3364D30A-E077-4BA1-9478-5DCDC439856A}" type="presOf" srcId="{7BA8313D-8C09-4314-9637-731292CBC83C}" destId="{A86E4080-92AD-4939-B332-E07C48764045}" srcOrd="0" destOrd="0" presId="urn:microsoft.com/office/officeart/2005/8/layout/chevron1"/>
    <dgm:cxn modelId="{D4FB5058-5C8A-4256-A3DB-6D2505396F66}" srcId="{93E2F1D1-360B-4DFF-8B3E-7A0480FA2199}" destId="{7BA8313D-8C09-4314-9637-731292CBC83C}" srcOrd="2" destOrd="0" parTransId="{645DC388-2576-44B7-9F16-D6B4FC3BEAC1}" sibTransId="{D6404340-BDF4-4F66-920B-0162CA6D5229}"/>
    <dgm:cxn modelId="{154B8135-DC26-457B-9673-31690B941AF4}" type="presOf" srcId="{C283FA72-CECD-45CD-8757-CEBC1A4221FD}" destId="{46C46EFF-D58B-4C32-A605-AB030B188E8A}" srcOrd="0" destOrd="0" presId="urn:microsoft.com/office/officeart/2005/8/layout/chevron1"/>
    <dgm:cxn modelId="{E2586220-C6DB-43FB-9FAD-09289AFF19D7}" type="presOf" srcId="{F7F02C57-F794-4829-816A-8ADA1A646B5F}" destId="{53248EB4-CEF6-4177-84FC-8846ABBB4977}" srcOrd="0" destOrd="0" presId="urn:microsoft.com/office/officeart/2005/8/layout/chevron1"/>
    <dgm:cxn modelId="{0FA453FB-1BDB-421B-B890-9E5132882335}" type="presOf" srcId="{ADB0E6A0-597F-4355-A94B-F9106C2FC297}" destId="{B980CE8B-C3C6-4D16-BF96-7D51B6888099}" srcOrd="0" destOrd="0" presId="urn:microsoft.com/office/officeart/2005/8/layout/chevron1"/>
    <dgm:cxn modelId="{C384DDFC-D33F-44C6-8D24-DBC554433C80}" type="presOf" srcId="{4CE0A1BB-8244-46AF-86AE-ED1207E7D542}" destId="{1ACE4CFD-9202-455E-AB4C-BA16B8AF85CA}" srcOrd="0" destOrd="0" presId="urn:microsoft.com/office/officeart/2005/8/layout/chevron1"/>
    <dgm:cxn modelId="{14E74B39-07B8-486C-8AEF-A29B9D1D13B4}" srcId="{93E2F1D1-360B-4DFF-8B3E-7A0480FA2199}" destId="{C283FA72-CECD-45CD-8757-CEBC1A4221FD}" srcOrd="3" destOrd="0" parTransId="{58D46031-4B37-4A7C-BA2E-95F3BEFA5450}" sibTransId="{56EF64EC-F736-4A42-9234-C53AF2EC327E}"/>
    <dgm:cxn modelId="{135A098A-A694-4CAA-A185-6B14C58CEF58}" srcId="{93E2F1D1-360B-4DFF-8B3E-7A0480FA2199}" destId="{ADB0E6A0-597F-4355-A94B-F9106C2FC297}" srcOrd="5" destOrd="0" parTransId="{E89F0154-E648-4FE9-B4D7-A45C73258537}" sibTransId="{EF791709-250D-4FF0-9B88-78FD939A01F9}"/>
    <dgm:cxn modelId="{4AEE4699-DB7B-4480-A203-5F41067913CE}" type="presOf" srcId="{79B09C74-4B47-45CC-B14C-97FE958DDD10}" destId="{ABEC49F3-BDF7-424B-9830-26B6CE2FFD7D}" srcOrd="0" destOrd="0" presId="urn:microsoft.com/office/officeart/2005/8/layout/chevron1"/>
    <dgm:cxn modelId="{1F4E9157-41AA-4D4E-B2E6-A62F23527E1F}" srcId="{93E2F1D1-360B-4DFF-8B3E-7A0480FA2199}" destId="{4CE0A1BB-8244-46AF-86AE-ED1207E7D542}" srcOrd="1" destOrd="0" parTransId="{B523FDAA-4A65-4445-824E-1BF3AF07C33D}" sibTransId="{A34160F7-ED2F-474D-895E-E3FBC49ADEA1}"/>
    <dgm:cxn modelId="{518EE940-8EAB-4063-A0EE-B7581EA28221}" srcId="{93E2F1D1-360B-4DFF-8B3E-7A0480FA2199}" destId="{79B09C74-4B47-45CC-B14C-97FE958DDD10}" srcOrd="6" destOrd="0" parTransId="{E44E42D3-9FBB-4D8F-8A4B-A70FE356537D}" sibTransId="{BAD4962B-4E42-4F51-AF82-04CAFA5E9A0A}"/>
    <dgm:cxn modelId="{5022BBE8-778D-4EEC-839F-51D3F706BA9F}" type="presOf" srcId="{9BF9F257-8AA1-4884-82E7-D0FBEB140172}" destId="{59B237D4-C896-464B-8B66-907E7BC384C0}" srcOrd="0" destOrd="0" presId="urn:microsoft.com/office/officeart/2005/8/layout/chevron1"/>
    <dgm:cxn modelId="{B7D0821C-6B5C-4F57-A8E9-CCB990B0D28F}" type="presParOf" srcId="{5CF2B12A-6C8F-4E68-A572-3EDBD3F899D1}" destId="{59B237D4-C896-464B-8B66-907E7BC384C0}" srcOrd="0" destOrd="0" presId="urn:microsoft.com/office/officeart/2005/8/layout/chevron1"/>
    <dgm:cxn modelId="{81F4BDEE-6686-4B2C-AB0D-A7474A78B7E6}" type="presParOf" srcId="{5CF2B12A-6C8F-4E68-A572-3EDBD3F899D1}" destId="{6DC5E9E8-AE98-4EBC-9670-F707EB7EC751}" srcOrd="1" destOrd="0" presId="urn:microsoft.com/office/officeart/2005/8/layout/chevron1"/>
    <dgm:cxn modelId="{64599485-E6E3-4993-861A-D3882D2A6676}" type="presParOf" srcId="{5CF2B12A-6C8F-4E68-A572-3EDBD3F899D1}" destId="{1ACE4CFD-9202-455E-AB4C-BA16B8AF85CA}" srcOrd="2" destOrd="0" presId="urn:microsoft.com/office/officeart/2005/8/layout/chevron1"/>
    <dgm:cxn modelId="{70A41C54-0F87-47D4-919A-5E87D9E6C161}" type="presParOf" srcId="{5CF2B12A-6C8F-4E68-A572-3EDBD3F899D1}" destId="{4A5A3BB2-0FDE-4BE4-96F6-0D831DCEC4F9}" srcOrd="3" destOrd="0" presId="urn:microsoft.com/office/officeart/2005/8/layout/chevron1"/>
    <dgm:cxn modelId="{228ECB86-15EC-419E-8799-F214B00040FA}" type="presParOf" srcId="{5CF2B12A-6C8F-4E68-A572-3EDBD3F899D1}" destId="{A86E4080-92AD-4939-B332-E07C48764045}" srcOrd="4" destOrd="0" presId="urn:microsoft.com/office/officeart/2005/8/layout/chevron1"/>
    <dgm:cxn modelId="{5D15F0D6-6573-44AE-8BCD-AE2807BCB881}" type="presParOf" srcId="{5CF2B12A-6C8F-4E68-A572-3EDBD3F899D1}" destId="{642A9323-1F67-4A5D-8857-DF1A6BD242AE}" srcOrd="5" destOrd="0" presId="urn:microsoft.com/office/officeart/2005/8/layout/chevron1"/>
    <dgm:cxn modelId="{81687243-B12F-4B90-BDD9-7836AF15A0BB}" type="presParOf" srcId="{5CF2B12A-6C8F-4E68-A572-3EDBD3F899D1}" destId="{46C46EFF-D58B-4C32-A605-AB030B188E8A}" srcOrd="6" destOrd="0" presId="urn:microsoft.com/office/officeart/2005/8/layout/chevron1"/>
    <dgm:cxn modelId="{DFBCF721-EE96-4E31-B0BB-4620F65FF52E}" type="presParOf" srcId="{5CF2B12A-6C8F-4E68-A572-3EDBD3F899D1}" destId="{AE4BA504-6F3B-4F28-BB59-4E979864B31E}" srcOrd="7" destOrd="0" presId="urn:microsoft.com/office/officeart/2005/8/layout/chevron1"/>
    <dgm:cxn modelId="{10132C4E-51E9-40A1-8230-FD6DECE090D1}" type="presParOf" srcId="{5CF2B12A-6C8F-4E68-A572-3EDBD3F899D1}" destId="{53248EB4-CEF6-4177-84FC-8846ABBB4977}" srcOrd="8" destOrd="0" presId="urn:microsoft.com/office/officeart/2005/8/layout/chevron1"/>
    <dgm:cxn modelId="{D7B0CE99-0013-46E0-807D-14820D121D1C}" type="presParOf" srcId="{5CF2B12A-6C8F-4E68-A572-3EDBD3F899D1}" destId="{B52DE6A5-CFDA-47E7-BAA7-D6D3087952FC}" srcOrd="9" destOrd="0" presId="urn:microsoft.com/office/officeart/2005/8/layout/chevron1"/>
    <dgm:cxn modelId="{70F51E38-5C19-4BE0-B29E-BC2FC29D8742}" type="presParOf" srcId="{5CF2B12A-6C8F-4E68-A572-3EDBD3F899D1}" destId="{B980CE8B-C3C6-4D16-BF96-7D51B6888099}" srcOrd="10" destOrd="0" presId="urn:microsoft.com/office/officeart/2005/8/layout/chevron1"/>
    <dgm:cxn modelId="{1EDEA2C4-7887-4BDE-AEBC-7743CA52E456}" type="presParOf" srcId="{5CF2B12A-6C8F-4E68-A572-3EDBD3F899D1}" destId="{B7E30B39-CAB3-4860-AE94-B9958E35FF38}" srcOrd="11" destOrd="0" presId="urn:microsoft.com/office/officeart/2005/8/layout/chevron1"/>
    <dgm:cxn modelId="{3AF96924-491C-4A1F-BB9D-4AEA92B36444}" type="presParOf" srcId="{5CF2B12A-6C8F-4E68-A572-3EDBD3F899D1}" destId="{ABEC49F3-BDF7-424B-9830-26B6CE2FFD7D}" srcOrd="12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" qsCatId="simple" csTypeId="urn:microsoft.com/office/officeart/2005/8/colors/accent3_1" csCatId="accent3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E0A1BB-8244-46AF-86AE-ED1207E7D542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523FDAA-4A65-4445-824E-1BF3AF07C33D}" type="par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4160F7-ED2F-474D-895E-E3FBC49ADEA1}" type="sib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体验路径</a:t>
          </a:r>
          <a:endParaRPr lang="zh-CN" altLang="en-US" sz="105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7F02C57-F794-4829-816A-8ADA1A646B5F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故事撰写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DB0E6A0-597F-4355-A94B-F9106C2FC297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>
            <a:latin typeface="微软雅黑" pitchFamily="34" charset="-122"/>
            <a:ea typeface="微软雅黑" pitchFamily="34" charset="-122"/>
          </a:endParaRP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050" b="1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估算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9B09C74-4B47-45CC-B14C-97FE958DDD10}">
      <dgm:prSet custT="1"/>
      <dgm:spPr>
        <a:solidFill>
          <a:schemeClr val="accent3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排期</a:t>
          </a: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7" custScaleX="11508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1ACE4CFD-9202-455E-AB4C-BA16B8AF85CA}" type="pres">
      <dgm:prSet presAssocID="{4CE0A1BB-8244-46AF-86AE-ED1207E7D542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5A3BB2-0FDE-4BE4-96F6-0D831DCEC4F9}" type="pres">
      <dgm:prSet presAssocID="{A34160F7-ED2F-474D-895E-E3FBC49ADEA1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2" presStyleCnt="7" custScaleX="11508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177CE453-CEE3-446F-A345-BEB6584EFF81}" type="presOf" srcId="{C283FA72-CECD-45CD-8757-CEBC1A4221FD}" destId="{46C46EFF-D58B-4C32-A605-AB030B188E8A}" srcOrd="0" destOrd="0" presId="urn:microsoft.com/office/officeart/2005/8/layout/chevron1"/>
    <dgm:cxn modelId="{7B7AF462-820C-4059-AD06-198BC93B395E}" type="presOf" srcId="{ADB0E6A0-597F-4355-A94B-F9106C2FC297}" destId="{B980CE8B-C3C6-4D16-BF96-7D51B6888099}" srcOrd="0" destOrd="0" presId="urn:microsoft.com/office/officeart/2005/8/layout/chevron1"/>
    <dgm:cxn modelId="{3493C3CF-7282-4262-A440-D511E6237071}" type="presOf" srcId="{4CE0A1BB-8244-46AF-86AE-ED1207E7D542}" destId="{1ACE4CFD-9202-455E-AB4C-BA16B8AF85CA}" srcOrd="0" destOrd="0" presId="urn:microsoft.com/office/officeart/2005/8/layout/chevron1"/>
    <dgm:cxn modelId="{125E94AF-AA01-46E6-9B64-459B0DBACAF3}" type="presOf" srcId="{79B09C74-4B47-45CC-B14C-97FE958DDD10}" destId="{ABEC49F3-BDF7-424B-9830-26B6CE2FFD7D}" srcOrd="0" destOrd="0" presId="urn:microsoft.com/office/officeart/2005/8/layout/chevron1"/>
    <dgm:cxn modelId="{135A098A-A694-4CAA-A185-6B14C58CEF58}" srcId="{93E2F1D1-360B-4DFF-8B3E-7A0480FA2199}" destId="{ADB0E6A0-597F-4355-A94B-F9106C2FC297}" srcOrd="5" destOrd="0" parTransId="{E89F0154-E648-4FE9-B4D7-A45C73258537}" sibTransId="{EF791709-250D-4FF0-9B88-78FD939A01F9}"/>
    <dgm:cxn modelId="{14E74B39-07B8-486C-8AEF-A29B9D1D13B4}" srcId="{93E2F1D1-360B-4DFF-8B3E-7A0480FA2199}" destId="{C283FA72-CECD-45CD-8757-CEBC1A4221FD}" srcOrd="3" destOrd="0" parTransId="{58D46031-4B37-4A7C-BA2E-95F3BEFA5450}" sibTransId="{56EF64EC-F736-4A42-9234-C53AF2EC327E}"/>
    <dgm:cxn modelId="{04AE1B00-76D9-4CAE-A9CA-8DA85EFEA18B}" srcId="{93E2F1D1-360B-4DFF-8B3E-7A0480FA2199}" destId="{F7F02C57-F794-4829-816A-8ADA1A646B5F}" srcOrd="4" destOrd="0" parTransId="{4FF14B74-898E-4340-AE78-F14F54FA898E}" sibTransId="{5D66FAB0-5F3B-4E88-A460-F1AD586F4A90}"/>
    <dgm:cxn modelId="{05BC4B89-2F55-46E5-9F6E-63C281A73522}" type="presOf" srcId="{93E2F1D1-360B-4DFF-8B3E-7A0480FA2199}" destId="{5CF2B12A-6C8F-4E68-A572-3EDBD3F899D1}" srcOrd="0" destOrd="0" presId="urn:microsoft.com/office/officeart/2005/8/layout/chevron1"/>
    <dgm:cxn modelId="{518EE940-8EAB-4063-A0EE-B7581EA28221}" srcId="{93E2F1D1-360B-4DFF-8B3E-7A0480FA2199}" destId="{79B09C74-4B47-45CC-B14C-97FE958DDD10}" srcOrd="6" destOrd="0" parTransId="{E44E42D3-9FBB-4D8F-8A4B-A70FE356537D}" sibTransId="{BAD4962B-4E42-4F51-AF82-04CAFA5E9A0A}"/>
    <dgm:cxn modelId="{5C9D9B17-D9B3-4748-AAFF-5F22AB304E6D}" type="presOf" srcId="{7BA8313D-8C09-4314-9637-731292CBC83C}" destId="{A86E4080-92AD-4939-B332-E07C48764045}" srcOrd="0" destOrd="0" presId="urn:microsoft.com/office/officeart/2005/8/layout/chevron1"/>
    <dgm:cxn modelId="{D4FB5058-5C8A-4256-A3DB-6D2505396F66}" srcId="{93E2F1D1-360B-4DFF-8B3E-7A0480FA2199}" destId="{7BA8313D-8C09-4314-9637-731292CBC83C}" srcOrd="2" destOrd="0" parTransId="{645DC388-2576-44B7-9F16-D6B4FC3BEAC1}" sibTransId="{D6404340-BDF4-4F66-920B-0162CA6D5229}"/>
    <dgm:cxn modelId="{C92AC381-DB6A-4497-9E21-0565413EEFDA}" type="presOf" srcId="{9BF9F257-8AA1-4884-82E7-D0FBEB140172}" destId="{59B237D4-C896-464B-8B66-907E7BC384C0}" srcOrd="0" destOrd="0" presId="urn:microsoft.com/office/officeart/2005/8/layout/chevron1"/>
    <dgm:cxn modelId="{1508EF6B-6EA4-481C-93C6-A27B7FAB2DAA}" type="presOf" srcId="{F7F02C57-F794-4829-816A-8ADA1A646B5F}" destId="{53248EB4-CEF6-4177-84FC-8846ABBB4977}" srcOrd="0" destOrd="0" presId="urn:microsoft.com/office/officeart/2005/8/layout/chevron1"/>
    <dgm:cxn modelId="{1F4E9157-41AA-4D4E-B2E6-A62F23527E1F}" srcId="{93E2F1D1-360B-4DFF-8B3E-7A0480FA2199}" destId="{4CE0A1BB-8244-46AF-86AE-ED1207E7D542}" srcOrd="1" destOrd="0" parTransId="{B523FDAA-4A65-4445-824E-1BF3AF07C33D}" sibTransId="{A34160F7-ED2F-474D-895E-E3FBC49ADEA1}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23F875C1-E9C9-4FD0-8408-69E261E94197}" type="presParOf" srcId="{5CF2B12A-6C8F-4E68-A572-3EDBD3F899D1}" destId="{59B237D4-C896-464B-8B66-907E7BC384C0}" srcOrd="0" destOrd="0" presId="urn:microsoft.com/office/officeart/2005/8/layout/chevron1"/>
    <dgm:cxn modelId="{D1AEEE69-1D9E-4193-A49B-35356D4A1A98}" type="presParOf" srcId="{5CF2B12A-6C8F-4E68-A572-3EDBD3F899D1}" destId="{6DC5E9E8-AE98-4EBC-9670-F707EB7EC751}" srcOrd="1" destOrd="0" presId="urn:microsoft.com/office/officeart/2005/8/layout/chevron1"/>
    <dgm:cxn modelId="{D6F1EDD9-00FC-454B-8E22-DC8E2EDA7035}" type="presParOf" srcId="{5CF2B12A-6C8F-4E68-A572-3EDBD3F899D1}" destId="{1ACE4CFD-9202-455E-AB4C-BA16B8AF85CA}" srcOrd="2" destOrd="0" presId="urn:microsoft.com/office/officeart/2005/8/layout/chevron1"/>
    <dgm:cxn modelId="{6F091C8F-C41B-47C3-869E-704D7C632A86}" type="presParOf" srcId="{5CF2B12A-6C8F-4E68-A572-3EDBD3F899D1}" destId="{4A5A3BB2-0FDE-4BE4-96F6-0D831DCEC4F9}" srcOrd="3" destOrd="0" presId="urn:microsoft.com/office/officeart/2005/8/layout/chevron1"/>
    <dgm:cxn modelId="{8DAE96FD-0C24-48DA-87F9-6DDE0AD379AF}" type="presParOf" srcId="{5CF2B12A-6C8F-4E68-A572-3EDBD3F899D1}" destId="{A86E4080-92AD-4939-B332-E07C48764045}" srcOrd="4" destOrd="0" presId="urn:microsoft.com/office/officeart/2005/8/layout/chevron1"/>
    <dgm:cxn modelId="{4FFA1825-7961-477F-9C93-066FDA00AAE8}" type="presParOf" srcId="{5CF2B12A-6C8F-4E68-A572-3EDBD3F899D1}" destId="{642A9323-1F67-4A5D-8857-DF1A6BD242AE}" srcOrd="5" destOrd="0" presId="urn:microsoft.com/office/officeart/2005/8/layout/chevron1"/>
    <dgm:cxn modelId="{0109FC8A-DE33-4BEB-AFF4-5D7ABA57EDFC}" type="presParOf" srcId="{5CF2B12A-6C8F-4E68-A572-3EDBD3F899D1}" destId="{46C46EFF-D58B-4C32-A605-AB030B188E8A}" srcOrd="6" destOrd="0" presId="urn:microsoft.com/office/officeart/2005/8/layout/chevron1"/>
    <dgm:cxn modelId="{5729475E-4E33-4A64-952C-B3947D816C13}" type="presParOf" srcId="{5CF2B12A-6C8F-4E68-A572-3EDBD3F899D1}" destId="{AE4BA504-6F3B-4F28-BB59-4E979864B31E}" srcOrd="7" destOrd="0" presId="urn:microsoft.com/office/officeart/2005/8/layout/chevron1"/>
    <dgm:cxn modelId="{5150C9DB-A1A7-4586-B125-4FB783164A24}" type="presParOf" srcId="{5CF2B12A-6C8F-4E68-A572-3EDBD3F899D1}" destId="{53248EB4-CEF6-4177-84FC-8846ABBB4977}" srcOrd="8" destOrd="0" presId="urn:microsoft.com/office/officeart/2005/8/layout/chevron1"/>
    <dgm:cxn modelId="{84CFAE1A-7F24-4255-AF63-7288DE1C6861}" type="presParOf" srcId="{5CF2B12A-6C8F-4E68-A572-3EDBD3F899D1}" destId="{B52DE6A5-CFDA-47E7-BAA7-D6D3087952FC}" srcOrd="9" destOrd="0" presId="urn:microsoft.com/office/officeart/2005/8/layout/chevron1"/>
    <dgm:cxn modelId="{3AC443AC-7A10-4692-B016-CDC9080B4B17}" type="presParOf" srcId="{5CF2B12A-6C8F-4E68-A572-3EDBD3F899D1}" destId="{B980CE8B-C3C6-4D16-BF96-7D51B6888099}" srcOrd="10" destOrd="0" presId="urn:microsoft.com/office/officeart/2005/8/layout/chevron1"/>
    <dgm:cxn modelId="{666DA1A0-4681-4528-8947-DA403D07C682}" type="presParOf" srcId="{5CF2B12A-6C8F-4E68-A572-3EDBD3F899D1}" destId="{B7E30B39-CAB3-4860-AE94-B9958E35FF38}" srcOrd="11" destOrd="0" presId="urn:microsoft.com/office/officeart/2005/8/layout/chevron1"/>
    <dgm:cxn modelId="{4AADA9C7-4799-40F7-9D83-D5F05CC1C0DE}" type="presParOf" srcId="{5CF2B12A-6C8F-4E68-A572-3EDBD3F899D1}" destId="{ABEC49F3-BDF7-424B-9830-26B6CE2FFD7D}" srcOrd="12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" qsCatId="simple" csTypeId="urn:microsoft.com/office/officeart/2005/8/colors/accent3_1" csCatId="accent3" phldr="1"/>
      <dgm:spPr/>
    </dgm:pt>
    <dgm:pt modelId="{9BF9F257-8AA1-4884-82E7-D0FBEB140172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迭代计划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E0A1BB-8244-46AF-86AE-ED1207E7D542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rPr>
            <a:t>开发</a:t>
          </a:r>
          <a:endParaRPr lang="zh-CN" altLang="en-US" sz="1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523FDAA-4A65-4445-824E-1BF3AF07C33D}" type="par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4160F7-ED2F-474D-895E-E3FBC49ADEA1}" type="sib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rPr>
            <a:t>Showcase</a:t>
          </a:r>
          <a:endParaRPr lang="zh-CN" altLang="en-US" sz="1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600" b="1">
              <a:latin typeface="微软雅黑" pitchFamily="34" charset="-122"/>
              <a:ea typeface="微软雅黑" pitchFamily="34" charset="-122"/>
            </a:rPr>
            <a:t>Retro</a:t>
          </a:r>
          <a:endParaRPr lang="en-US" altLang="zh-CN" sz="1600" b="1" dirty="0">
            <a:latin typeface="微软雅黑" pitchFamily="34" charset="-122"/>
            <a:ea typeface="微软雅黑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1ACE4CFD-9202-455E-AB4C-BA16B8AF85CA}" type="pres">
      <dgm:prSet presAssocID="{4CE0A1BB-8244-46AF-86AE-ED1207E7D542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5A3BB2-0FDE-4BE4-96F6-0D831DCEC4F9}" type="pres">
      <dgm:prSet presAssocID="{A34160F7-ED2F-474D-895E-E3FBC49ADEA1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19B0153-9310-4FFA-BFA8-39AFB687CBD5}" type="presOf" srcId="{4CE0A1BB-8244-46AF-86AE-ED1207E7D542}" destId="{1ACE4CFD-9202-455E-AB4C-BA16B8AF85CA}" srcOrd="0" destOrd="0" presId="urn:microsoft.com/office/officeart/2005/8/layout/chevron1"/>
    <dgm:cxn modelId="{73E7AB62-672B-40CB-94DD-A143742CE9F3}" type="presOf" srcId="{93E2F1D1-360B-4DFF-8B3E-7A0480FA2199}" destId="{5CF2B12A-6C8F-4E68-A572-3EDBD3F899D1}" srcOrd="0" destOrd="0" presId="urn:microsoft.com/office/officeart/2005/8/layout/chevron1"/>
    <dgm:cxn modelId="{1F4E9157-41AA-4D4E-B2E6-A62F23527E1F}" srcId="{93E2F1D1-360B-4DFF-8B3E-7A0480FA2199}" destId="{4CE0A1BB-8244-46AF-86AE-ED1207E7D542}" srcOrd="1" destOrd="0" parTransId="{B523FDAA-4A65-4445-824E-1BF3AF07C33D}" sibTransId="{A34160F7-ED2F-474D-895E-E3FBC49ADEA1}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D854E63C-07F3-44CF-B07C-BB3206D1FE72}" type="presOf" srcId="{C283FA72-CECD-45CD-8757-CEBC1A4221FD}" destId="{46C46EFF-D58B-4C32-A605-AB030B188E8A}" srcOrd="0" destOrd="0" presId="urn:microsoft.com/office/officeart/2005/8/layout/chevron1"/>
    <dgm:cxn modelId="{D4FB5058-5C8A-4256-A3DB-6D2505396F66}" srcId="{93E2F1D1-360B-4DFF-8B3E-7A0480FA2199}" destId="{7BA8313D-8C09-4314-9637-731292CBC83C}" srcOrd="2" destOrd="0" parTransId="{645DC388-2576-44B7-9F16-D6B4FC3BEAC1}" sibTransId="{D6404340-BDF4-4F66-920B-0162CA6D5229}"/>
    <dgm:cxn modelId="{820F63B8-7696-4D9F-AAF9-88D712B8EA61}" type="presOf" srcId="{9BF9F257-8AA1-4884-82E7-D0FBEB140172}" destId="{59B237D4-C896-464B-8B66-907E7BC384C0}" srcOrd="0" destOrd="0" presId="urn:microsoft.com/office/officeart/2005/8/layout/chevron1"/>
    <dgm:cxn modelId="{438AF80F-9A6B-4FA4-B680-E201D4A86342}" type="presOf" srcId="{7BA8313D-8C09-4314-9637-731292CBC83C}" destId="{A86E4080-92AD-4939-B332-E07C48764045}" srcOrd="0" destOrd="0" presId="urn:microsoft.com/office/officeart/2005/8/layout/chevron1"/>
    <dgm:cxn modelId="{14E74B39-07B8-486C-8AEF-A29B9D1D13B4}" srcId="{93E2F1D1-360B-4DFF-8B3E-7A0480FA2199}" destId="{C283FA72-CECD-45CD-8757-CEBC1A4221FD}" srcOrd="3" destOrd="0" parTransId="{58D46031-4B37-4A7C-BA2E-95F3BEFA5450}" sibTransId="{56EF64EC-F736-4A42-9234-C53AF2EC327E}"/>
    <dgm:cxn modelId="{8D8D0C23-284A-4BFE-B44B-7EB8C6155166}" type="presParOf" srcId="{5CF2B12A-6C8F-4E68-A572-3EDBD3F899D1}" destId="{59B237D4-C896-464B-8B66-907E7BC384C0}" srcOrd="0" destOrd="0" presId="urn:microsoft.com/office/officeart/2005/8/layout/chevron1"/>
    <dgm:cxn modelId="{387FA3B7-F6F2-4DD5-B9D8-5C392D6AA712}" type="presParOf" srcId="{5CF2B12A-6C8F-4E68-A572-3EDBD3F899D1}" destId="{6DC5E9E8-AE98-4EBC-9670-F707EB7EC751}" srcOrd="1" destOrd="0" presId="urn:microsoft.com/office/officeart/2005/8/layout/chevron1"/>
    <dgm:cxn modelId="{D05F5243-AC5C-4611-B600-357DA46CF275}" type="presParOf" srcId="{5CF2B12A-6C8F-4E68-A572-3EDBD3F899D1}" destId="{1ACE4CFD-9202-455E-AB4C-BA16B8AF85CA}" srcOrd="2" destOrd="0" presId="urn:microsoft.com/office/officeart/2005/8/layout/chevron1"/>
    <dgm:cxn modelId="{15BF3FB1-506A-4426-918F-9A98BB91418F}" type="presParOf" srcId="{5CF2B12A-6C8F-4E68-A572-3EDBD3F899D1}" destId="{4A5A3BB2-0FDE-4BE4-96F6-0D831DCEC4F9}" srcOrd="3" destOrd="0" presId="urn:microsoft.com/office/officeart/2005/8/layout/chevron1"/>
    <dgm:cxn modelId="{B6A12C27-EA6E-46E6-AC46-C4A6487FA35D}" type="presParOf" srcId="{5CF2B12A-6C8F-4E68-A572-3EDBD3F899D1}" destId="{A86E4080-92AD-4939-B332-E07C48764045}" srcOrd="4" destOrd="0" presId="urn:microsoft.com/office/officeart/2005/8/layout/chevron1"/>
    <dgm:cxn modelId="{C5563AEF-D4A4-4C64-ADAA-192D5BD7750B}" type="presParOf" srcId="{5CF2B12A-6C8F-4E68-A572-3EDBD3F899D1}" destId="{642A9323-1F67-4A5D-8857-DF1A6BD242AE}" srcOrd="5" destOrd="0" presId="urn:microsoft.com/office/officeart/2005/8/layout/chevron1"/>
    <dgm:cxn modelId="{FF945D04-F783-44E9-B152-6E399A901C2D}" type="presParOf" srcId="{5CF2B12A-6C8F-4E68-A572-3EDBD3F899D1}" destId="{46C46EFF-D58B-4C32-A605-AB030B188E8A}" srcOrd="6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" qsCatId="simple" csTypeId="urn:microsoft.com/office/officeart/2005/8/colors/accent3_1" csCatId="accent3" phldr="1"/>
      <dgm:spPr/>
    </dgm:pt>
    <dgm:pt modelId="{9BF9F257-8AA1-4884-82E7-D0FBEB140172}">
      <dgm:prSet phldrT="[文本]" custT="1"/>
      <dgm:spPr>
        <a:solidFill>
          <a:srgbClr val="9CBB5A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迭代计划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E0A1BB-8244-46AF-86AE-ED1207E7D542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rPr>
            <a:t>开发</a:t>
          </a:r>
          <a:endParaRPr lang="zh-CN" altLang="en-US" sz="1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523FDAA-4A65-4445-824E-1BF3AF07C33D}" type="par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4160F7-ED2F-474D-895E-E3FBC49ADEA1}" type="sib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rPr>
            <a:t>Showcase</a:t>
          </a:r>
          <a:endParaRPr lang="zh-CN" altLang="en-US" sz="1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600" b="1">
              <a:latin typeface="微软雅黑" pitchFamily="34" charset="-122"/>
              <a:ea typeface="微软雅黑" pitchFamily="34" charset="-122"/>
            </a:rPr>
            <a:t>Retro</a:t>
          </a:r>
          <a:endParaRPr lang="en-US" altLang="zh-CN" sz="1600" b="1" dirty="0">
            <a:latin typeface="微软雅黑" pitchFamily="34" charset="-122"/>
            <a:ea typeface="微软雅黑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1ACE4CFD-9202-455E-AB4C-BA16B8AF85CA}" type="pres">
      <dgm:prSet presAssocID="{4CE0A1BB-8244-46AF-86AE-ED1207E7D542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5A3BB2-0FDE-4BE4-96F6-0D831DCEC4F9}" type="pres">
      <dgm:prSet presAssocID="{A34160F7-ED2F-474D-895E-E3FBC49ADEA1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C36519C5-DFB6-4761-9D8B-52E071DCD4EA}" type="presOf" srcId="{7BA8313D-8C09-4314-9637-731292CBC83C}" destId="{A86E4080-92AD-4939-B332-E07C48764045}" srcOrd="0" destOrd="0" presId="urn:microsoft.com/office/officeart/2005/8/layout/chevron1"/>
    <dgm:cxn modelId="{29C06179-FF5A-4432-A177-BED113E98680}" type="presOf" srcId="{9BF9F257-8AA1-4884-82E7-D0FBEB140172}" destId="{59B237D4-C896-464B-8B66-907E7BC384C0}" srcOrd="0" destOrd="0" presId="urn:microsoft.com/office/officeart/2005/8/layout/chevron1"/>
    <dgm:cxn modelId="{A09DFCE8-6301-46EC-88B9-28E8B931B4EA}" type="presOf" srcId="{4CE0A1BB-8244-46AF-86AE-ED1207E7D542}" destId="{1ACE4CFD-9202-455E-AB4C-BA16B8AF85CA}" srcOrd="0" destOrd="0" presId="urn:microsoft.com/office/officeart/2005/8/layout/chevron1"/>
    <dgm:cxn modelId="{1F4E9157-41AA-4D4E-B2E6-A62F23527E1F}" srcId="{93E2F1D1-360B-4DFF-8B3E-7A0480FA2199}" destId="{4CE0A1BB-8244-46AF-86AE-ED1207E7D542}" srcOrd="1" destOrd="0" parTransId="{B523FDAA-4A65-4445-824E-1BF3AF07C33D}" sibTransId="{A34160F7-ED2F-474D-895E-E3FBC49ADEA1}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D4FB5058-5C8A-4256-A3DB-6D2505396F66}" srcId="{93E2F1D1-360B-4DFF-8B3E-7A0480FA2199}" destId="{7BA8313D-8C09-4314-9637-731292CBC83C}" srcOrd="2" destOrd="0" parTransId="{645DC388-2576-44B7-9F16-D6B4FC3BEAC1}" sibTransId="{D6404340-BDF4-4F66-920B-0162CA6D5229}"/>
    <dgm:cxn modelId="{83975932-077E-4604-8C39-3CAF582CBABA}" type="presOf" srcId="{C283FA72-CECD-45CD-8757-CEBC1A4221FD}" destId="{46C46EFF-D58B-4C32-A605-AB030B188E8A}" srcOrd="0" destOrd="0" presId="urn:microsoft.com/office/officeart/2005/8/layout/chevron1"/>
    <dgm:cxn modelId="{75A0ED3E-C36B-48B8-878B-15449F3B8EDF}" type="presOf" srcId="{93E2F1D1-360B-4DFF-8B3E-7A0480FA2199}" destId="{5CF2B12A-6C8F-4E68-A572-3EDBD3F899D1}" srcOrd="0" destOrd="0" presId="urn:microsoft.com/office/officeart/2005/8/layout/chevron1"/>
    <dgm:cxn modelId="{14E74B39-07B8-486C-8AEF-A29B9D1D13B4}" srcId="{93E2F1D1-360B-4DFF-8B3E-7A0480FA2199}" destId="{C283FA72-CECD-45CD-8757-CEBC1A4221FD}" srcOrd="3" destOrd="0" parTransId="{58D46031-4B37-4A7C-BA2E-95F3BEFA5450}" sibTransId="{56EF64EC-F736-4A42-9234-C53AF2EC327E}"/>
    <dgm:cxn modelId="{FF916C05-758E-40B8-8CE1-7434277E081D}" type="presParOf" srcId="{5CF2B12A-6C8F-4E68-A572-3EDBD3F899D1}" destId="{59B237D4-C896-464B-8B66-907E7BC384C0}" srcOrd="0" destOrd="0" presId="urn:microsoft.com/office/officeart/2005/8/layout/chevron1"/>
    <dgm:cxn modelId="{DD815555-6DEC-4F2A-B829-91E107DDE168}" type="presParOf" srcId="{5CF2B12A-6C8F-4E68-A572-3EDBD3F899D1}" destId="{6DC5E9E8-AE98-4EBC-9670-F707EB7EC751}" srcOrd="1" destOrd="0" presId="urn:microsoft.com/office/officeart/2005/8/layout/chevron1"/>
    <dgm:cxn modelId="{05B2C4D9-CA2C-4B04-AF2B-28C7E704D356}" type="presParOf" srcId="{5CF2B12A-6C8F-4E68-A572-3EDBD3F899D1}" destId="{1ACE4CFD-9202-455E-AB4C-BA16B8AF85CA}" srcOrd="2" destOrd="0" presId="urn:microsoft.com/office/officeart/2005/8/layout/chevron1"/>
    <dgm:cxn modelId="{F768B93A-270A-43A4-969B-C5F409684AEA}" type="presParOf" srcId="{5CF2B12A-6C8F-4E68-A572-3EDBD3F899D1}" destId="{4A5A3BB2-0FDE-4BE4-96F6-0D831DCEC4F9}" srcOrd="3" destOrd="0" presId="urn:microsoft.com/office/officeart/2005/8/layout/chevron1"/>
    <dgm:cxn modelId="{48E619BA-FD3A-41EE-8085-DDF26662A888}" type="presParOf" srcId="{5CF2B12A-6C8F-4E68-A572-3EDBD3F899D1}" destId="{A86E4080-92AD-4939-B332-E07C48764045}" srcOrd="4" destOrd="0" presId="urn:microsoft.com/office/officeart/2005/8/layout/chevron1"/>
    <dgm:cxn modelId="{37E11A9F-2925-44F8-AAD5-49A8BF629981}" type="presParOf" srcId="{5CF2B12A-6C8F-4E68-A572-3EDBD3F899D1}" destId="{642A9323-1F67-4A5D-8857-DF1A6BD242AE}" srcOrd="5" destOrd="0" presId="urn:microsoft.com/office/officeart/2005/8/layout/chevron1"/>
    <dgm:cxn modelId="{956F4D16-CC89-48FA-A2BF-F22A1C8EC901}" type="presParOf" srcId="{5CF2B12A-6C8F-4E68-A572-3EDBD3F899D1}" destId="{46C46EFF-D58B-4C32-A605-AB030B188E8A}" srcOrd="6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" qsCatId="simple" csTypeId="urn:microsoft.com/office/officeart/2005/8/colors/accent3_1" csCatId="accent3" phldr="1"/>
      <dgm:spPr/>
    </dgm:pt>
    <dgm:pt modelId="{9BF9F257-8AA1-4884-82E7-D0FBEB140172}">
      <dgm:prSet phldrT="[文本]" custT="1"/>
      <dgm:spPr>
        <a:solidFill>
          <a:srgbClr val="9CBB5A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迭代计划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E0A1BB-8244-46AF-86AE-ED1207E7D542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rPr>
            <a:t>开发</a:t>
          </a:r>
          <a:endParaRPr lang="zh-CN" altLang="en-US" sz="1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523FDAA-4A65-4445-824E-1BF3AF07C33D}" type="par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4160F7-ED2F-474D-895E-E3FBC49ADEA1}" type="sib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rPr>
            <a:t>Showcase</a:t>
          </a:r>
          <a:endParaRPr lang="zh-CN" altLang="en-US" sz="1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600" b="1">
              <a:latin typeface="微软雅黑" pitchFamily="34" charset="-122"/>
              <a:ea typeface="微软雅黑" pitchFamily="34" charset="-122"/>
            </a:rPr>
            <a:t>Retro</a:t>
          </a:r>
          <a:endParaRPr lang="en-US" altLang="zh-CN" sz="1600" b="1" dirty="0">
            <a:latin typeface="微软雅黑" pitchFamily="34" charset="-122"/>
            <a:ea typeface="微软雅黑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1ACE4CFD-9202-455E-AB4C-BA16B8AF85CA}" type="pres">
      <dgm:prSet presAssocID="{4CE0A1BB-8244-46AF-86AE-ED1207E7D542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5A3BB2-0FDE-4BE4-96F6-0D831DCEC4F9}" type="pres">
      <dgm:prSet presAssocID="{A34160F7-ED2F-474D-895E-E3FBC49ADEA1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1F4E9157-41AA-4D4E-B2E6-A62F23527E1F}" srcId="{93E2F1D1-360B-4DFF-8B3E-7A0480FA2199}" destId="{4CE0A1BB-8244-46AF-86AE-ED1207E7D542}" srcOrd="1" destOrd="0" parTransId="{B523FDAA-4A65-4445-824E-1BF3AF07C33D}" sibTransId="{A34160F7-ED2F-474D-895E-E3FBC49ADEA1}"/>
    <dgm:cxn modelId="{9A28B473-AE34-4185-AF3F-8581D7754661}" type="presOf" srcId="{7BA8313D-8C09-4314-9637-731292CBC83C}" destId="{A86E4080-92AD-4939-B332-E07C48764045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455CC553-0304-41C5-8AA1-77B79C9312E3}" type="presOf" srcId="{4CE0A1BB-8244-46AF-86AE-ED1207E7D542}" destId="{1ACE4CFD-9202-455E-AB4C-BA16B8AF85CA}" srcOrd="0" destOrd="0" presId="urn:microsoft.com/office/officeart/2005/8/layout/chevron1"/>
    <dgm:cxn modelId="{D4FB5058-5C8A-4256-A3DB-6D2505396F66}" srcId="{93E2F1D1-360B-4DFF-8B3E-7A0480FA2199}" destId="{7BA8313D-8C09-4314-9637-731292CBC83C}" srcOrd="2" destOrd="0" parTransId="{645DC388-2576-44B7-9F16-D6B4FC3BEAC1}" sibTransId="{D6404340-BDF4-4F66-920B-0162CA6D5229}"/>
    <dgm:cxn modelId="{13DCE5DB-8F16-4F7E-BE35-C393B4E3F688}" type="presOf" srcId="{9BF9F257-8AA1-4884-82E7-D0FBEB140172}" destId="{59B237D4-C896-464B-8B66-907E7BC384C0}" srcOrd="0" destOrd="0" presId="urn:microsoft.com/office/officeart/2005/8/layout/chevron1"/>
    <dgm:cxn modelId="{40D9421F-D30F-4A7C-A9EB-FBBD6F8949C9}" type="presOf" srcId="{93E2F1D1-360B-4DFF-8B3E-7A0480FA2199}" destId="{5CF2B12A-6C8F-4E68-A572-3EDBD3F899D1}" srcOrd="0" destOrd="0" presId="urn:microsoft.com/office/officeart/2005/8/layout/chevron1"/>
    <dgm:cxn modelId="{EAFF66F0-05F2-4892-B5CE-247AF340469F}" type="presOf" srcId="{C283FA72-CECD-45CD-8757-CEBC1A4221FD}" destId="{46C46EFF-D58B-4C32-A605-AB030B188E8A}" srcOrd="0" destOrd="0" presId="urn:microsoft.com/office/officeart/2005/8/layout/chevron1"/>
    <dgm:cxn modelId="{14E74B39-07B8-486C-8AEF-A29B9D1D13B4}" srcId="{93E2F1D1-360B-4DFF-8B3E-7A0480FA2199}" destId="{C283FA72-CECD-45CD-8757-CEBC1A4221FD}" srcOrd="3" destOrd="0" parTransId="{58D46031-4B37-4A7C-BA2E-95F3BEFA5450}" sibTransId="{56EF64EC-F736-4A42-9234-C53AF2EC327E}"/>
    <dgm:cxn modelId="{908524FC-DDC2-47F7-A1FF-6F4ADEBAB019}" type="presParOf" srcId="{5CF2B12A-6C8F-4E68-A572-3EDBD3F899D1}" destId="{59B237D4-C896-464B-8B66-907E7BC384C0}" srcOrd="0" destOrd="0" presId="urn:microsoft.com/office/officeart/2005/8/layout/chevron1"/>
    <dgm:cxn modelId="{F786D62B-FECC-429D-9D4C-3A7C597285FB}" type="presParOf" srcId="{5CF2B12A-6C8F-4E68-A572-3EDBD3F899D1}" destId="{6DC5E9E8-AE98-4EBC-9670-F707EB7EC751}" srcOrd="1" destOrd="0" presId="urn:microsoft.com/office/officeart/2005/8/layout/chevron1"/>
    <dgm:cxn modelId="{5386C092-C412-483C-946C-F4ECEAA5695B}" type="presParOf" srcId="{5CF2B12A-6C8F-4E68-A572-3EDBD3F899D1}" destId="{1ACE4CFD-9202-455E-AB4C-BA16B8AF85CA}" srcOrd="2" destOrd="0" presId="urn:microsoft.com/office/officeart/2005/8/layout/chevron1"/>
    <dgm:cxn modelId="{8344D5F9-65AC-4C09-B42E-42083204EFC7}" type="presParOf" srcId="{5CF2B12A-6C8F-4E68-A572-3EDBD3F899D1}" destId="{4A5A3BB2-0FDE-4BE4-96F6-0D831DCEC4F9}" srcOrd="3" destOrd="0" presId="urn:microsoft.com/office/officeart/2005/8/layout/chevron1"/>
    <dgm:cxn modelId="{65B23E8C-20CA-407D-8AAC-E536A8F06A5E}" type="presParOf" srcId="{5CF2B12A-6C8F-4E68-A572-3EDBD3F899D1}" destId="{A86E4080-92AD-4939-B332-E07C48764045}" srcOrd="4" destOrd="0" presId="urn:microsoft.com/office/officeart/2005/8/layout/chevron1"/>
    <dgm:cxn modelId="{22601070-5FB4-4F1D-85B3-11AAE545EED1}" type="presParOf" srcId="{5CF2B12A-6C8F-4E68-A572-3EDBD3F899D1}" destId="{642A9323-1F67-4A5D-8857-DF1A6BD242AE}" srcOrd="5" destOrd="0" presId="urn:microsoft.com/office/officeart/2005/8/layout/chevron1"/>
    <dgm:cxn modelId="{7F4A27D3-C256-43C4-84C2-E3954A06AE26}" type="presParOf" srcId="{5CF2B12A-6C8F-4E68-A572-3EDBD3F899D1}" destId="{46C46EFF-D58B-4C32-A605-AB030B188E8A}" srcOrd="6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" qsCatId="simple" csTypeId="urn:microsoft.com/office/officeart/2005/8/colors/accent3_1" csCatId="accent3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迭代计划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E0A1BB-8244-46AF-86AE-ED1207E7D542}">
      <dgm:prSet phldrT="[文本]" custT="1"/>
      <dgm:spPr>
        <a:solidFill>
          <a:schemeClr val="accent3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开发</a:t>
          </a:r>
        </a:p>
      </dgm:t>
    </dgm:pt>
    <dgm:pt modelId="{B523FDAA-4A65-4445-824E-1BF3AF07C33D}" type="par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4160F7-ED2F-474D-895E-E3FBC49ADEA1}" type="sib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Showcase</a:t>
          </a:r>
          <a:endParaRPr lang="zh-CN" altLang="en-US" sz="1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600" b="1">
              <a:latin typeface="微软雅黑" pitchFamily="34" charset="-122"/>
              <a:ea typeface="微软雅黑" pitchFamily="34" charset="-122"/>
            </a:rPr>
            <a:t>Retro</a:t>
          </a:r>
          <a:endParaRPr lang="en-US" altLang="zh-CN" sz="1600" b="1" dirty="0">
            <a:latin typeface="微软雅黑" pitchFamily="34" charset="-122"/>
            <a:ea typeface="微软雅黑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1ACE4CFD-9202-455E-AB4C-BA16B8AF85CA}" type="pres">
      <dgm:prSet presAssocID="{4CE0A1BB-8244-46AF-86AE-ED1207E7D542}" presName="parTxOnly" presStyleLbl="node1" presStyleIdx="1" presStyleCnt="4" custLinFactNeighborY="-1491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5A3BB2-0FDE-4BE4-96F6-0D831DCEC4F9}" type="pres">
      <dgm:prSet presAssocID="{A34160F7-ED2F-474D-895E-E3FBC49ADEA1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13A6C538-FB54-4997-A896-28B2C6AF9411}" type="presOf" srcId="{4CE0A1BB-8244-46AF-86AE-ED1207E7D542}" destId="{1ACE4CFD-9202-455E-AB4C-BA16B8AF85CA}" srcOrd="0" destOrd="0" presId="urn:microsoft.com/office/officeart/2005/8/layout/chevron1"/>
    <dgm:cxn modelId="{7CDF3C8B-50DC-4F77-B9D9-C59332FE96C3}" type="presOf" srcId="{9BF9F257-8AA1-4884-82E7-D0FBEB140172}" destId="{59B237D4-C896-464B-8B66-907E7BC384C0}" srcOrd="0" destOrd="0" presId="urn:microsoft.com/office/officeart/2005/8/layout/chevron1"/>
    <dgm:cxn modelId="{BE81139D-BD66-4198-A6BD-7C91D3D488D9}" type="presOf" srcId="{93E2F1D1-360B-4DFF-8B3E-7A0480FA2199}" destId="{5CF2B12A-6C8F-4E68-A572-3EDBD3F899D1}" srcOrd="0" destOrd="0" presId="urn:microsoft.com/office/officeart/2005/8/layout/chevron1"/>
    <dgm:cxn modelId="{1F4E9157-41AA-4D4E-B2E6-A62F23527E1F}" srcId="{93E2F1D1-360B-4DFF-8B3E-7A0480FA2199}" destId="{4CE0A1BB-8244-46AF-86AE-ED1207E7D542}" srcOrd="1" destOrd="0" parTransId="{B523FDAA-4A65-4445-824E-1BF3AF07C33D}" sibTransId="{A34160F7-ED2F-474D-895E-E3FBC49ADEA1}"/>
    <dgm:cxn modelId="{B0D1C747-333A-4F63-999A-698E1DFA0093}" type="presOf" srcId="{7BA8313D-8C09-4314-9637-731292CBC83C}" destId="{A86E4080-92AD-4939-B332-E07C48764045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49BD0CBE-9825-4D16-B9C4-686D2A522EFE}" type="presOf" srcId="{C283FA72-CECD-45CD-8757-CEBC1A4221FD}" destId="{46C46EFF-D58B-4C32-A605-AB030B188E8A}" srcOrd="0" destOrd="0" presId="urn:microsoft.com/office/officeart/2005/8/layout/chevron1"/>
    <dgm:cxn modelId="{D4FB5058-5C8A-4256-A3DB-6D2505396F66}" srcId="{93E2F1D1-360B-4DFF-8B3E-7A0480FA2199}" destId="{7BA8313D-8C09-4314-9637-731292CBC83C}" srcOrd="2" destOrd="0" parTransId="{645DC388-2576-44B7-9F16-D6B4FC3BEAC1}" sibTransId="{D6404340-BDF4-4F66-920B-0162CA6D5229}"/>
    <dgm:cxn modelId="{14E74B39-07B8-486C-8AEF-A29B9D1D13B4}" srcId="{93E2F1D1-360B-4DFF-8B3E-7A0480FA2199}" destId="{C283FA72-CECD-45CD-8757-CEBC1A4221FD}" srcOrd="3" destOrd="0" parTransId="{58D46031-4B37-4A7C-BA2E-95F3BEFA5450}" sibTransId="{56EF64EC-F736-4A42-9234-C53AF2EC327E}"/>
    <dgm:cxn modelId="{08B9DEDF-B683-47DC-946D-B973652B188D}" type="presParOf" srcId="{5CF2B12A-6C8F-4E68-A572-3EDBD3F899D1}" destId="{59B237D4-C896-464B-8B66-907E7BC384C0}" srcOrd="0" destOrd="0" presId="urn:microsoft.com/office/officeart/2005/8/layout/chevron1"/>
    <dgm:cxn modelId="{4B77ED36-9AA9-4564-B86C-940CE95DDC67}" type="presParOf" srcId="{5CF2B12A-6C8F-4E68-A572-3EDBD3F899D1}" destId="{6DC5E9E8-AE98-4EBC-9670-F707EB7EC751}" srcOrd="1" destOrd="0" presId="urn:microsoft.com/office/officeart/2005/8/layout/chevron1"/>
    <dgm:cxn modelId="{5D9A5468-87DF-4E31-87C1-AF28B21DA0AF}" type="presParOf" srcId="{5CF2B12A-6C8F-4E68-A572-3EDBD3F899D1}" destId="{1ACE4CFD-9202-455E-AB4C-BA16B8AF85CA}" srcOrd="2" destOrd="0" presId="urn:microsoft.com/office/officeart/2005/8/layout/chevron1"/>
    <dgm:cxn modelId="{B26CC644-11ED-4C07-8D71-AB3A65398C3C}" type="presParOf" srcId="{5CF2B12A-6C8F-4E68-A572-3EDBD3F899D1}" destId="{4A5A3BB2-0FDE-4BE4-96F6-0D831DCEC4F9}" srcOrd="3" destOrd="0" presId="urn:microsoft.com/office/officeart/2005/8/layout/chevron1"/>
    <dgm:cxn modelId="{B660515E-55C4-4E94-88B2-8B3323AAA799}" type="presParOf" srcId="{5CF2B12A-6C8F-4E68-A572-3EDBD3F899D1}" destId="{A86E4080-92AD-4939-B332-E07C48764045}" srcOrd="4" destOrd="0" presId="urn:microsoft.com/office/officeart/2005/8/layout/chevron1"/>
    <dgm:cxn modelId="{8E6093A6-0683-412F-A048-9958052D2E7A}" type="presParOf" srcId="{5CF2B12A-6C8F-4E68-A572-3EDBD3F899D1}" destId="{642A9323-1F67-4A5D-8857-DF1A6BD242AE}" srcOrd="5" destOrd="0" presId="urn:microsoft.com/office/officeart/2005/8/layout/chevron1"/>
    <dgm:cxn modelId="{6E37F424-C23D-4387-8895-94A7D12C8AF3}" type="presParOf" srcId="{5CF2B12A-6C8F-4E68-A572-3EDBD3F899D1}" destId="{46C46EFF-D58B-4C32-A605-AB030B188E8A}" srcOrd="6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" qsCatId="simple" csTypeId="urn:microsoft.com/office/officeart/2005/8/colors/accent3_1" csCatId="accent3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迭代计划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E0A1BB-8244-46AF-86AE-ED1207E7D542}">
      <dgm:prSet phldrT="[文本]" custT="1"/>
      <dgm:spPr>
        <a:solidFill>
          <a:schemeClr val="accent3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开发</a:t>
          </a:r>
        </a:p>
      </dgm:t>
    </dgm:pt>
    <dgm:pt modelId="{B523FDAA-4A65-4445-824E-1BF3AF07C33D}" type="par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4160F7-ED2F-474D-895E-E3FBC49ADEA1}" type="sib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rPr>
            <a:t>Showcase</a:t>
          </a:r>
          <a:endParaRPr lang="zh-CN" altLang="en-US" sz="1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600" b="1">
              <a:latin typeface="微软雅黑" pitchFamily="34" charset="-122"/>
              <a:ea typeface="微软雅黑" pitchFamily="34" charset="-122"/>
            </a:rPr>
            <a:t>Retro</a:t>
          </a:r>
          <a:endParaRPr lang="en-US" altLang="zh-CN" sz="1600" b="1" dirty="0">
            <a:latin typeface="微软雅黑" pitchFamily="34" charset="-122"/>
            <a:ea typeface="微软雅黑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1ACE4CFD-9202-455E-AB4C-BA16B8AF85CA}" type="pres">
      <dgm:prSet presAssocID="{4CE0A1BB-8244-46AF-86AE-ED1207E7D542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5A3BB2-0FDE-4BE4-96F6-0D831DCEC4F9}" type="pres">
      <dgm:prSet presAssocID="{A34160F7-ED2F-474D-895E-E3FBC49ADEA1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69521C7-11A5-4E76-81D2-9D67039C9436}" type="presOf" srcId="{9BF9F257-8AA1-4884-82E7-D0FBEB140172}" destId="{59B237D4-C896-464B-8B66-907E7BC384C0}" srcOrd="0" destOrd="0" presId="urn:microsoft.com/office/officeart/2005/8/layout/chevron1"/>
    <dgm:cxn modelId="{0536CF04-4EFD-4F79-B081-A1342A07DA6E}" type="presOf" srcId="{4CE0A1BB-8244-46AF-86AE-ED1207E7D542}" destId="{1ACE4CFD-9202-455E-AB4C-BA16B8AF85CA}" srcOrd="0" destOrd="0" presId="urn:microsoft.com/office/officeart/2005/8/layout/chevron1"/>
    <dgm:cxn modelId="{1F4E9157-41AA-4D4E-B2E6-A62F23527E1F}" srcId="{93E2F1D1-360B-4DFF-8B3E-7A0480FA2199}" destId="{4CE0A1BB-8244-46AF-86AE-ED1207E7D542}" srcOrd="1" destOrd="0" parTransId="{B523FDAA-4A65-4445-824E-1BF3AF07C33D}" sibTransId="{A34160F7-ED2F-474D-895E-E3FBC49ADEA1}"/>
    <dgm:cxn modelId="{19142E05-82DC-48CC-AB0C-67D68339345D}" type="presOf" srcId="{7BA8313D-8C09-4314-9637-731292CBC83C}" destId="{A86E4080-92AD-4939-B332-E07C48764045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29A8E505-D2C5-4334-8907-8F33077181C2}" type="presOf" srcId="{93E2F1D1-360B-4DFF-8B3E-7A0480FA2199}" destId="{5CF2B12A-6C8F-4E68-A572-3EDBD3F899D1}" srcOrd="0" destOrd="0" presId="urn:microsoft.com/office/officeart/2005/8/layout/chevron1"/>
    <dgm:cxn modelId="{74A98EDC-6BC1-48CE-B8DF-092491256C78}" type="presOf" srcId="{C283FA72-CECD-45CD-8757-CEBC1A4221FD}" destId="{46C46EFF-D58B-4C32-A605-AB030B188E8A}" srcOrd="0" destOrd="0" presId="urn:microsoft.com/office/officeart/2005/8/layout/chevron1"/>
    <dgm:cxn modelId="{D4FB5058-5C8A-4256-A3DB-6D2505396F66}" srcId="{93E2F1D1-360B-4DFF-8B3E-7A0480FA2199}" destId="{7BA8313D-8C09-4314-9637-731292CBC83C}" srcOrd="2" destOrd="0" parTransId="{645DC388-2576-44B7-9F16-D6B4FC3BEAC1}" sibTransId="{D6404340-BDF4-4F66-920B-0162CA6D5229}"/>
    <dgm:cxn modelId="{14E74B39-07B8-486C-8AEF-A29B9D1D13B4}" srcId="{93E2F1D1-360B-4DFF-8B3E-7A0480FA2199}" destId="{C283FA72-CECD-45CD-8757-CEBC1A4221FD}" srcOrd="3" destOrd="0" parTransId="{58D46031-4B37-4A7C-BA2E-95F3BEFA5450}" sibTransId="{56EF64EC-F736-4A42-9234-C53AF2EC327E}"/>
    <dgm:cxn modelId="{E99164A4-2C4B-44FB-B25A-B42579847C36}" type="presParOf" srcId="{5CF2B12A-6C8F-4E68-A572-3EDBD3F899D1}" destId="{59B237D4-C896-464B-8B66-907E7BC384C0}" srcOrd="0" destOrd="0" presId="urn:microsoft.com/office/officeart/2005/8/layout/chevron1"/>
    <dgm:cxn modelId="{3A8C5A5F-826A-4844-930A-0316A97F5DFC}" type="presParOf" srcId="{5CF2B12A-6C8F-4E68-A572-3EDBD3F899D1}" destId="{6DC5E9E8-AE98-4EBC-9670-F707EB7EC751}" srcOrd="1" destOrd="0" presId="urn:microsoft.com/office/officeart/2005/8/layout/chevron1"/>
    <dgm:cxn modelId="{0CFC252E-A406-4A14-8E3D-2E45C8A7059E}" type="presParOf" srcId="{5CF2B12A-6C8F-4E68-A572-3EDBD3F899D1}" destId="{1ACE4CFD-9202-455E-AB4C-BA16B8AF85CA}" srcOrd="2" destOrd="0" presId="urn:microsoft.com/office/officeart/2005/8/layout/chevron1"/>
    <dgm:cxn modelId="{2A12BEB8-EB78-4E7F-856C-E4D5B80846BF}" type="presParOf" srcId="{5CF2B12A-6C8F-4E68-A572-3EDBD3F899D1}" destId="{4A5A3BB2-0FDE-4BE4-96F6-0D831DCEC4F9}" srcOrd="3" destOrd="0" presId="urn:microsoft.com/office/officeart/2005/8/layout/chevron1"/>
    <dgm:cxn modelId="{7BBEBF8B-3740-4D69-9DE5-28E57056E33E}" type="presParOf" srcId="{5CF2B12A-6C8F-4E68-A572-3EDBD3F899D1}" destId="{A86E4080-92AD-4939-B332-E07C48764045}" srcOrd="4" destOrd="0" presId="urn:microsoft.com/office/officeart/2005/8/layout/chevron1"/>
    <dgm:cxn modelId="{FFF7D194-2DE4-45B9-BB4B-8E9910509777}" type="presParOf" srcId="{5CF2B12A-6C8F-4E68-A572-3EDBD3F899D1}" destId="{642A9323-1F67-4A5D-8857-DF1A6BD242AE}" srcOrd="5" destOrd="0" presId="urn:microsoft.com/office/officeart/2005/8/layout/chevron1"/>
    <dgm:cxn modelId="{2F4FD8CF-A134-4B1D-BB1E-23FB3491186A}" type="presParOf" srcId="{5CF2B12A-6C8F-4E68-A572-3EDBD3F899D1}" destId="{46C46EFF-D58B-4C32-A605-AB030B188E8A}" srcOrd="6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" qsCatId="simple" csTypeId="urn:microsoft.com/office/officeart/2005/8/colors/accent3_1" csCatId="accent3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迭代计划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E0A1BB-8244-46AF-86AE-ED1207E7D542}">
      <dgm:prSet phldrT="[文本]" custT="1"/>
      <dgm:spPr>
        <a:solidFill>
          <a:schemeClr val="accent3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开发</a:t>
          </a:r>
        </a:p>
      </dgm:t>
    </dgm:pt>
    <dgm:pt modelId="{B523FDAA-4A65-4445-824E-1BF3AF07C33D}" type="par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4160F7-ED2F-474D-895E-E3FBC49ADEA1}" type="sib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rPr>
            <a:t>Showcase</a:t>
          </a:r>
          <a:endParaRPr lang="zh-CN" altLang="en-US" sz="1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600" b="1">
              <a:latin typeface="微软雅黑" pitchFamily="34" charset="-122"/>
              <a:ea typeface="微软雅黑" pitchFamily="34" charset="-122"/>
            </a:rPr>
            <a:t>Retro</a:t>
          </a:r>
          <a:endParaRPr lang="en-US" altLang="zh-CN" sz="1600" b="1" dirty="0">
            <a:latin typeface="微软雅黑" pitchFamily="34" charset="-122"/>
            <a:ea typeface="微软雅黑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1ACE4CFD-9202-455E-AB4C-BA16B8AF85CA}" type="pres">
      <dgm:prSet presAssocID="{4CE0A1BB-8244-46AF-86AE-ED1207E7D542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5A3BB2-0FDE-4BE4-96F6-0D831DCEC4F9}" type="pres">
      <dgm:prSet presAssocID="{A34160F7-ED2F-474D-895E-E3FBC49ADEA1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9E0E1F9B-8CB7-4036-90DE-31E8D7BDAA6A}" type="presOf" srcId="{9BF9F257-8AA1-4884-82E7-D0FBEB140172}" destId="{59B237D4-C896-464B-8B66-907E7BC384C0}" srcOrd="0" destOrd="0" presId="urn:microsoft.com/office/officeart/2005/8/layout/chevron1"/>
    <dgm:cxn modelId="{1F4E9157-41AA-4D4E-B2E6-A62F23527E1F}" srcId="{93E2F1D1-360B-4DFF-8B3E-7A0480FA2199}" destId="{4CE0A1BB-8244-46AF-86AE-ED1207E7D542}" srcOrd="1" destOrd="0" parTransId="{B523FDAA-4A65-4445-824E-1BF3AF07C33D}" sibTransId="{A34160F7-ED2F-474D-895E-E3FBC49ADEA1}"/>
    <dgm:cxn modelId="{DB5BFFCE-9F61-44A8-AFD2-B74460A62EA8}" type="presOf" srcId="{7BA8313D-8C09-4314-9637-731292CBC83C}" destId="{A86E4080-92AD-4939-B332-E07C48764045}" srcOrd="0" destOrd="0" presId="urn:microsoft.com/office/officeart/2005/8/layout/chevron1"/>
    <dgm:cxn modelId="{8F03C5BB-DB6B-4261-8CD0-752B91CF69F6}" type="presOf" srcId="{C283FA72-CECD-45CD-8757-CEBC1A4221FD}" destId="{46C46EFF-D58B-4C32-A605-AB030B188E8A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D4FB5058-5C8A-4256-A3DB-6D2505396F66}" srcId="{93E2F1D1-360B-4DFF-8B3E-7A0480FA2199}" destId="{7BA8313D-8C09-4314-9637-731292CBC83C}" srcOrd="2" destOrd="0" parTransId="{645DC388-2576-44B7-9F16-D6B4FC3BEAC1}" sibTransId="{D6404340-BDF4-4F66-920B-0162CA6D5229}"/>
    <dgm:cxn modelId="{ECB2A578-08F4-4078-AE9F-3F4CB3E21749}" type="presOf" srcId="{93E2F1D1-360B-4DFF-8B3E-7A0480FA2199}" destId="{5CF2B12A-6C8F-4E68-A572-3EDBD3F899D1}" srcOrd="0" destOrd="0" presId="urn:microsoft.com/office/officeart/2005/8/layout/chevron1"/>
    <dgm:cxn modelId="{BD6DA284-88B2-4E3B-890E-B268971F56E2}" type="presOf" srcId="{4CE0A1BB-8244-46AF-86AE-ED1207E7D542}" destId="{1ACE4CFD-9202-455E-AB4C-BA16B8AF85CA}" srcOrd="0" destOrd="0" presId="urn:microsoft.com/office/officeart/2005/8/layout/chevron1"/>
    <dgm:cxn modelId="{14E74B39-07B8-486C-8AEF-A29B9D1D13B4}" srcId="{93E2F1D1-360B-4DFF-8B3E-7A0480FA2199}" destId="{C283FA72-CECD-45CD-8757-CEBC1A4221FD}" srcOrd="3" destOrd="0" parTransId="{58D46031-4B37-4A7C-BA2E-95F3BEFA5450}" sibTransId="{56EF64EC-F736-4A42-9234-C53AF2EC327E}"/>
    <dgm:cxn modelId="{0A6E47DB-6D63-4D81-A0B0-4D87362A4660}" type="presParOf" srcId="{5CF2B12A-6C8F-4E68-A572-3EDBD3F899D1}" destId="{59B237D4-C896-464B-8B66-907E7BC384C0}" srcOrd="0" destOrd="0" presId="urn:microsoft.com/office/officeart/2005/8/layout/chevron1"/>
    <dgm:cxn modelId="{F2882016-A976-4254-9F6B-1E7C3929A78E}" type="presParOf" srcId="{5CF2B12A-6C8F-4E68-A572-3EDBD3F899D1}" destId="{6DC5E9E8-AE98-4EBC-9670-F707EB7EC751}" srcOrd="1" destOrd="0" presId="urn:microsoft.com/office/officeart/2005/8/layout/chevron1"/>
    <dgm:cxn modelId="{9CB3181D-DBDF-4433-8AA4-D7E8E2D6FC28}" type="presParOf" srcId="{5CF2B12A-6C8F-4E68-A572-3EDBD3F899D1}" destId="{1ACE4CFD-9202-455E-AB4C-BA16B8AF85CA}" srcOrd="2" destOrd="0" presId="urn:microsoft.com/office/officeart/2005/8/layout/chevron1"/>
    <dgm:cxn modelId="{69BD8824-FFB0-4905-8C41-21EE23973A41}" type="presParOf" srcId="{5CF2B12A-6C8F-4E68-A572-3EDBD3F899D1}" destId="{4A5A3BB2-0FDE-4BE4-96F6-0D831DCEC4F9}" srcOrd="3" destOrd="0" presId="urn:microsoft.com/office/officeart/2005/8/layout/chevron1"/>
    <dgm:cxn modelId="{B37B7F58-4696-4DB4-987A-54CFE6A31E96}" type="presParOf" srcId="{5CF2B12A-6C8F-4E68-A572-3EDBD3F899D1}" destId="{A86E4080-92AD-4939-B332-E07C48764045}" srcOrd="4" destOrd="0" presId="urn:microsoft.com/office/officeart/2005/8/layout/chevron1"/>
    <dgm:cxn modelId="{BE7F7C70-15F4-43FA-BC72-C52BD70D5BC4}" type="presParOf" srcId="{5CF2B12A-6C8F-4E68-A572-3EDBD3F899D1}" destId="{642A9323-1F67-4A5D-8857-DF1A6BD242AE}" srcOrd="5" destOrd="0" presId="urn:microsoft.com/office/officeart/2005/8/layout/chevron1"/>
    <dgm:cxn modelId="{0F8C35B7-E583-4FE0-A866-682098D73D33}" type="presParOf" srcId="{5CF2B12A-6C8F-4E68-A572-3EDBD3F899D1}" destId="{46C46EFF-D58B-4C32-A605-AB030B188E8A}" srcOrd="6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" qsCatId="simple" csTypeId="urn:microsoft.com/office/officeart/2005/8/colors/accent3_1" csCatId="accent3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迭代计划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E0A1BB-8244-46AF-86AE-ED1207E7D542}">
      <dgm:prSet phldrT="[文本]" custT="1"/>
      <dgm:spPr>
        <a:noFill/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开发</a:t>
          </a:r>
        </a:p>
      </dgm:t>
    </dgm:pt>
    <dgm:pt modelId="{B523FDAA-4A65-4445-824E-1BF3AF07C33D}" type="par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4160F7-ED2F-474D-895E-E3FBC49ADEA1}" type="sib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>
        <a:solidFill>
          <a:schemeClr val="accent3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Showcase</a:t>
          </a:r>
          <a:endParaRPr lang="zh-CN" altLang="en-US" sz="1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600" b="1">
              <a:latin typeface="微软雅黑" pitchFamily="34" charset="-122"/>
              <a:ea typeface="微软雅黑" pitchFamily="34" charset="-122"/>
            </a:rPr>
            <a:t>Retro</a:t>
          </a:r>
          <a:endParaRPr lang="en-US" altLang="zh-CN" sz="1600" b="1" dirty="0">
            <a:latin typeface="微软雅黑" pitchFamily="34" charset="-122"/>
            <a:ea typeface="微软雅黑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1ACE4CFD-9202-455E-AB4C-BA16B8AF85CA}" type="pres">
      <dgm:prSet presAssocID="{4CE0A1BB-8244-46AF-86AE-ED1207E7D542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5A3BB2-0FDE-4BE4-96F6-0D831DCEC4F9}" type="pres">
      <dgm:prSet presAssocID="{A34160F7-ED2F-474D-895E-E3FBC49ADEA1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29507F14-D505-4EED-A90F-7AC75AB2A794}" type="presOf" srcId="{93E2F1D1-360B-4DFF-8B3E-7A0480FA2199}" destId="{5CF2B12A-6C8F-4E68-A572-3EDBD3F899D1}" srcOrd="0" destOrd="0" presId="urn:microsoft.com/office/officeart/2005/8/layout/chevron1"/>
    <dgm:cxn modelId="{7C75F761-F1E0-4829-904C-E276E73F8B03}" type="presOf" srcId="{C283FA72-CECD-45CD-8757-CEBC1A4221FD}" destId="{46C46EFF-D58B-4C32-A605-AB030B188E8A}" srcOrd="0" destOrd="0" presId="urn:microsoft.com/office/officeart/2005/8/layout/chevron1"/>
    <dgm:cxn modelId="{1F4E9157-41AA-4D4E-B2E6-A62F23527E1F}" srcId="{93E2F1D1-360B-4DFF-8B3E-7A0480FA2199}" destId="{4CE0A1BB-8244-46AF-86AE-ED1207E7D542}" srcOrd="1" destOrd="0" parTransId="{B523FDAA-4A65-4445-824E-1BF3AF07C33D}" sibTransId="{A34160F7-ED2F-474D-895E-E3FBC49ADEA1}"/>
    <dgm:cxn modelId="{3F9C4C54-7B9F-4F99-B3C8-60802BC276D2}" type="presOf" srcId="{7BA8313D-8C09-4314-9637-731292CBC83C}" destId="{A86E4080-92AD-4939-B332-E07C48764045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D4FB5058-5C8A-4256-A3DB-6D2505396F66}" srcId="{93E2F1D1-360B-4DFF-8B3E-7A0480FA2199}" destId="{7BA8313D-8C09-4314-9637-731292CBC83C}" srcOrd="2" destOrd="0" parTransId="{645DC388-2576-44B7-9F16-D6B4FC3BEAC1}" sibTransId="{D6404340-BDF4-4F66-920B-0162CA6D5229}"/>
    <dgm:cxn modelId="{4948B8EC-5E30-482F-88E7-C75267C07086}" type="presOf" srcId="{4CE0A1BB-8244-46AF-86AE-ED1207E7D542}" destId="{1ACE4CFD-9202-455E-AB4C-BA16B8AF85CA}" srcOrd="0" destOrd="0" presId="urn:microsoft.com/office/officeart/2005/8/layout/chevron1"/>
    <dgm:cxn modelId="{7B3D4DC3-354D-4B5E-9803-B2F3A7F0414F}" type="presOf" srcId="{9BF9F257-8AA1-4884-82E7-D0FBEB140172}" destId="{59B237D4-C896-464B-8B66-907E7BC384C0}" srcOrd="0" destOrd="0" presId="urn:microsoft.com/office/officeart/2005/8/layout/chevron1"/>
    <dgm:cxn modelId="{14E74B39-07B8-486C-8AEF-A29B9D1D13B4}" srcId="{93E2F1D1-360B-4DFF-8B3E-7A0480FA2199}" destId="{C283FA72-CECD-45CD-8757-CEBC1A4221FD}" srcOrd="3" destOrd="0" parTransId="{58D46031-4B37-4A7C-BA2E-95F3BEFA5450}" sibTransId="{56EF64EC-F736-4A42-9234-C53AF2EC327E}"/>
    <dgm:cxn modelId="{E22D723B-8727-47E5-966A-A57A5B9226A7}" type="presParOf" srcId="{5CF2B12A-6C8F-4E68-A572-3EDBD3F899D1}" destId="{59B237D4-C896-464B-8B66-907E7BC384C0}" srcOrd="0" destOrd="0" presId="urn:microsoft.com/office/officeart/2005/8/layout/chevron1"/>
    <dgm:cxn modelId="{9C4DEC0E-D029-4D24-B1F7-890D19F829B9}" type="presParOf" srcId="{5CF2B12A-6C8F-4E68-A572-3EDBD3F899D1}" destId="{6DC5E9E8-AE98-4EBC-9670-F707EB7EC751}" srcOrd="1" destOrd="0" presId="urn:microsoft.com/office/officeart/2005/8/layout/chevron1"/>
    <dgm:cxn modelId="{A8C7CACE-B955-4818-96F2-87D64A4931F3}" type="presParOf" srcId="{5CF2B12A-6C8F-4E68-A572-3EDBD3F899D1}" destId="{1ACE4CFD-9202-455E-AB4C-BA16B8AF85CA}" srcOrd="2" destOrd="0" presId="urn:microsoft.com/office/officeart/2005/8/layout/chevron1"/>
    <dgm:cxn modelId="{207F6990-B401-4B5D-948D-596D368E8FBA}" type="presParOf" srcId="{5CF2B12A-6C8F-4E68-A572-3EDBD3F899D1}" destId="{4A5A3BB2-0FDE-4BE4-96F6-0D831DCEC4F9}" srcOrd="3" destOrd="0" presId="urn:microsoft.com/office/officeart/2005/8/layout/chevron1"/>
    <dgm:cxn modelId="{3560356E-2F9F-4231-A36B-3D732980CE0C}" type="presParOf" srcId="{5CF2B12A-6C8F-4E68-A572-3EDBD3F899D1}" destId="{A86E4080-92AD-4939-B332-E07C48764045}" srcOrd="4" destOrd="0" presId="urn:microsoft.com/office/officeart/2005/8/layout/chevron1"/>
    <dgm:cxn modelId="{FD6A046C-DEE2-4664-8EBE-31806CFF15A0}" type="presParOf" srcId="{5CF2B12A-6C8F-4E68-A572-3EDBD3F899D1}" destId="{642A9323-1F67-4A5D-8857-DF1A6BD242AE}" srcOrd="5" destOrd="0" presId="urn:microsoft.com/office/officeart/2005/8/layout/chevron1"/>
    <dgm:cxn modelId="{B4FD5871-4097-46A9-9875-752C5DA90ED9}" type="presParOf" srcId="{5CF2B12A-6C8F-4E68-A572-3EDBD3F899D1}" destId="{46C46EFF-D58B-4C32-A605-AB030B188E8A}" srcOrd="6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" qsCatId="simple" csTypeId="urn:microsoft.com/office/officeart/2005/8/colors/accent3_1" csCatId="accent3" phldr="1"/>
      <dgm:spPr/>
    </dgm:pt>
    <dgm:pt modelId="{9BF9F257-8AA1-4884-82E7-D0FBEB140172}">
      <dgm:prSet phldrT="[文本]" custT="1"/>
      <dgm:spPr>
        <a:noFill/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迭代计划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E0A1BB-8244-46AF-86AE-ED1207E7D542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rPr>
            <a:t>开发</a:t>
          </a:r>
          <a:endParaRPr lang="zh-CN" altLang="en-US" sz="1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523FDAA-4A65-4445-824E-1BF3AF07C33D}" type="par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4160F7-ED2F-474D-895E-E3FBC49ADEA1}" type="sib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rPr>
            <a:t>Showcase</a:t>
          </a:r>
          <a:endParaRPr lang="zh-CN" altLang="en-US" sz="1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83FA72-CECD-45CD-8757-CEBC1A4221FD}">
      <dgm:prSet custT="1"/>
      <dgm:spPr>
        <a:solidFill>
          <a:schemeClr val="accent3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600" b="1" dirty="0">
              <a:latin typeface="微软雅黑" pitchFamily="34" charset="-122"/>
              <a:ea typeface="微软雅黑" pitchFamily="34" charset="-122"/>
            </a:rPr>
            <a:t>Retro</a:t>
          </a: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1ACE4CFD-9202-455E-AB4C-BA16B8AF85CA}" type="pres">
      <dgm:prSet presAssocID="{4CE0A1BB-8244-46AF-86AE-ED1207E7D542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5A3BB2-0FDE-4BE4-96F6-0D831DCEC4F9}" type="pres">
      <dgm:prSet presAssocID="{A34160F7-ED2F-474D-895E-E3FBC49ADEA1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27238570-C7B0-47E6-B75D-7C2606350655}" type="presOf" srcId="{4CE0A1BB-8244-46AF-86AE-ED1207E7D542}" destId="{1ACE4CFD-9202-455E-AB4C-BA16B8AF85CA}" srcOrd="0" destOrd="0" presId="urn:microsoft.com/office/officeart/2005/8/layout/chevron1"/>
    <dgm:cxn modelId="{435E4388-2762-42A5-866C-E93EE968338A}" type="presOf" srcId="{C283FA72-CECD-45CD-8757-CEBC1A4221FD}" destId="{46C46EFF-D58B-4C32-A605-AB030B188E8A}" srcOrd="0" destOrd="0" presId="urn:microsoft.com/office/officeart/2005/8/layout/chevron1"/>
    <dgm:cxn modelId="{0C1009C8-CF67-4537-9B96-33A79273CCFC}" type="presOf" srcId="{9BF9F257-8AA1-4884-82E7-D0FBEB140172}" destId="{59B237D4-C896-464B-8B66-907E7BC384C0}" srcOrd="0" destOrd="0" presId="urn:microsoft.com/office/officeart/2005/8/layout/chevron1"/>
    <dgm:cxn modelId="{1F4E9157-41AA-4D4E-B2E6-A62F23527E1F}" srcId="{93E2F1D1-360B-4DFF-8B3E-7A0480FA2199}" destId="{4CE0A1BB-8244-46AF-86AE-ED1207E7D542}" srcOrd="1" destOrd="0" parTransId="{B523FDAA-4A65-4445-824E-1BF3AF07C33D}" sibTransId="{A34160F7-ED2F-474D-895E-E3FBC49ADEA1}"/>
    <dgm:cxn modelId="{EFC6D075-EC6E-4AF6-BE5F-9812B028E6A2}" type="presOf" srcId="{93E2F1D1-360B-4DFF-8B3E-7A0480FA2199}" destId="{5CF2B12A-6C8F-4E68-A572-3EDBD3F899D1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57CFA671-01DD-42DC-BD18-77FF2FD34C7F}" type="presOf" srcId="{7BA8313D-8C09-4314-9637-731292CBC83C}" destId="{A86E4080-92AD-4939-B332-E07C48764045}" srcOrd="0" destOrd="0" presId="urn:microsoft.com/office/officeart/2005/8/layout/chevron1"/>
    <dgm:cxn modelId="{D4FB5058-5C8A-4256-A3DB-6D2505396F66}" srcId="{93E2F1D1-360B-4DFF-8B3E-7A0480FA2199}" destId="{7BA8313D-8C09-4314-9637-731292CBC83C}" srcOrd="2" destOrd="0" parTransId="{645DC388-2576-44B7-9F16-D6B4FC3BEAC1}" sibTransId="{D6404340-BDF4-4F66-920B-0162CA6D5229}"/>
    <dgm:cxn modelId="{14E74B39-07B8-486C-8AEF-A29B9D1D13B4}" srcId="{93E2F1D1-360B-4DFF-8B3E-7A0480FA2199}" destId="{C283FA72-CECD-45CD-8757-CEBC1A4221FD}" srcOrd="3" destOrd="0" parTransId="{58D46031-4B37-4A7C-BA2E-95F3BEFA5450}" sibTransId="{56EF64EC-F736-4A42-9234-C53AF2EC327E}"/>
    <dgm:cxn modelId="{E30B0800-32BD-4653-8D78-B0A53A9D27F2}" type="presParOf" srcId="{5CF2B12A-6C8F-4E68-A572-3EDBD3F899D1}" destId="{59B237D4-C896-464B-8B66-907E7BC384C0}" srcOrd="0" destOrd="0" presId="urn:microsoft.com/office/officeart/2005/8/layout/chevron1"/>
    <dgm:cxn modelId="{912A27B5-6E28-402B-AB7A-DE380A574E1B}" type="presParOf" srcId="{5CF2B12A-6C8F-4E68-A572-3EDBD3F899D1}" destId="{6DC5E9E8-AE98-4EBC-9670-F707EB7EC751}" srcOrd="1" destOrd="0" presId="urn:microsoft.com/office/officeart/2005/8/layout/chevron1"/>
    <dgm:cxn modelId="{A9B751E4-5A54-4A21-BB27-1AF86CF27222}" type="presParOf" srcId="{5CF2B12A-6C8F-4E68-A572-3EDBD3F899D1}" destId="{1ACE4CFD-9202-455E-AB4C-BA16B8AF85CA}" srcOrd="2" destOrd="0" presId="urn:microsoft.com/office/officeart/2005/8/layout/chevron1"/>
    <dgm:cxn modelId="{666E030D-C219-4523-BC07-16D482C99DB9}" type="presParOf" srcId="{5CF2B12A-6C8F-4E68-A572-3EDBD3F899D1}" destId="{4A5A3BB2-0FDE-4BE4-96F6-0D831DCEC4F9}" srcOrd="3" destOrd="0" presId="urn:microsoft.com/office/officeart/2005/8/layout/chevron1"/>
    <dgm:cxn modelId="{FC6481BB-3F7D-4705-8A05-A70FFDFF06D7}" type="presParOf" srcId="{5CF2B12A-6C8F-4E68-A572-3EDBD3F899D1}" destId="{A86E4080-92AD-4939-B332-E07C48764045}" srcOrd="4" destOrd="0" presId="urn:microsoft.com/office/officeart/2005/8/layout/chevron1"/>
    <dgm:cxn modelId="{D6115897-278F-4663-A6D6-55567FE32D73}" type="presParOf" srcId="{5CF2B12A-6C8F-4E68-A572-3EDBD3F899D1}" destId="{642A9323-1F67-4A5D-8857-DF1A6BD242AE}" srcOrd="5" destOrd="0" presId="urn:microsoft.com/office/officeart/2005/8/layout/chevron1"/>
    <dgm:cxn modelId="{E0BFEB32-A290-41E3-99ED-6503C0737AB8}" type="presParOf" srcId="{5CF2B12A-6C8F-4E68-A572-3EDBD3F899D1}" destId="{46C46EFF-D58B-4C32-A605-AB030B188E8A}" srcOrd="6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" qsCatId="simple" csTypeId="urn:microsoft.com/office/officeart/2005/8/colors/accent3_1" csCatId="accent3" phldr="1"/>
      <dgm:spPr/>
    </dgm:pt>
    <dgm:pt modelId="{9BF9F257-8AA1-4884-82E7-D0FBEB140172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E0A1BB-8244-46AF-86AE-ED1207E7D542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523FDAA-4A65-4445-824E-1BF3AF07C33D}" type="par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4160F7-ED2F-474D-895E-E3FBC49ADEA1}" type="sib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 dirty="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rPr>
            <a:t>体验路径</a:t>
          </a: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7F02C57-F794-4829-816A-8ADA1A646B5F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故事撰写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4FF14B74-898E-4340-AE78-F14F54FA898E}" type="par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D66FAB0-5F3B-4E88-A460-F1AD586F4A90}" type="sibTrans" cxnId="{04AE1B00-76D9-4CAE-A9CA-8DA85EFEA18B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DB0E6A0-597F-4355-A94B-F9106C2FC297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>
            <a:latin typeface="微软雅黑" pitchFamily="34" charset="-122"/>
            <a:ea typeface="微软雅黑" pitchFamily="34" charset="-122"/>
          </a:endParaRP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050" b="1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估算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E89F0154-E648-4FE9-B4D7-A45C73258537}" type="par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F791709-250D-4FF0-9B88-78FD939A01F9}" type="sibTrans" cxnId="{135A098A-A694-4CAA-A185-6B14C58CEF58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9B09C74-4B47-45CC-B14C-97FE958DDD10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050" b="1">
              <a:latin typeface="微软雅黑" pitchFamily="34" charset="-122"/>
              <a:ea typeface="微软雅黑" pitchFamily="34" charset="-122"/>
            </a:rPr>
            <a:t>排期</a:t>
          </a:r>
          <a:endParaRPr lang="zh-CN" altLang="en-US" sz="1050" b="1" dirty="0">
            <a:latin typeface="微软雅黑" pitchFamily="34" charset="-122"/>
            <a:ea typeface="微软雅黑" pitchFamily="34" charset="-122"/>
          </a:endParaRPr>
        </a:p>
      </dgm:t>
    </dgm:pt>
    <dgm:pt modelId="{E44E42D3-9FBB-4D8F-8A4B-A70FE356537D}" type="par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AD4962B-4E42-4F51-AF82-04CAFA5E9A0A}" type="sibTrans" cxnId="{518EE940-8EAB-4063-A0EE-B7581EA28221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05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7" custScaleX="10914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1ACE4CFD-9202-455E-AB4C-BA16B8AF85CA}" type="pres">
      <dgm:prSet presAssocID="{4CE0A1BB-8244-46AF-86AE-ED1207E7D542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5A3BB2-0FDE-4BE4-96F6-0D831DCEC4F9}" type="pres">
      <dgm:prSet presAssocID="{A34160F7-ED2F-474D-895E-E3FBC49ADEA1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2" presStyleCnt="7" custScaleX="10914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4BA504-6F3B-4F28-BB59-4E979864B31E}" type="pres">
      <dgm:prSet presAssocID="{56EF64EC-F736-4A42-9234-C53AF2EC327E}" presName="parTxOnlySpace" presStyleCnt="0"/>
      <dgm:spPr/>
    </dgm:pt>
    <dgm:pt modelId="{53248EB4-CEF6-4177-84FC-8846ABBB4977}" type="pres">
      <dgm:prSet presAssocID="{F7F02C57-F794-4829-816A-8ADA1A646B5F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2DE6A5-CFDA-47E7-BAA7-D6D3087952FC}" type="pres">
      <dgm:prSet presAssocID="{5D66FAB0-5F3B-4E88-A460-F1AD586F4A90}" presName="parTxOnlySpace" presStyleCnt="0"/>
      <dgm:spPr/>
    </dgm:pt>
    <dgm:pt modelId="{B980CE8B-C3C6-4D16-BF96-7D51B6888099}" type="pres">
      <dgm:prSet presAssocID="{ADB0E6A0-597F-4355-A94B-F9106C2FC297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E30B39-CAB3-4860-AE94-B9958E35FF38}" type="pres">
      <dgm:prSet presAssocID="{EF791709-250D-4FF0-9B88-78FD939A01F9}" presName="parTxOnlySpace" presStyleCnt="0"/>
      <dgm:spPr/>
    </dgm:pt>
    <dgm:pt modelId="{ABEC49F3-BDF7-424B-9830-26B6CE2FFD7D}" type="pres">
      <dgm:prSet presAssocID="{79B09C74-4B47-45CC-B14C-97FE958DDD10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DFCFD6B4-4C09-42D9-9C4B-52FB4A780F40}" type="presOf" srcId="{79B09C74-4B47-45CC-B14C-97FE958DDD10}" destId="{ABEC49F3-BDF7-424B-9830-26B6CE2FFD7D}" srcOrd="0" destOrd="0" presId="urn:microsoft.com/office/officeart/2005/8/layout/chevron1"/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04AE1B00-76D9-4CAE-A9CA-8DA85EFEA18B}" srcId="{93E2F1D1-360B-4DFF-8B3E-7A0480FA2199}" destId="{F7F02C57-F794-4829-816A-8ADA1A646B5F}" srcOrd="4" destOrd="0" parTransId="{4FF14B74-898E-4340-AE78-F14F54FA898E}" sibTransId="{5D66FAB0-5F3B-4E88-A460-F1AD586F4A90}"/>
    <dgm:cxn modelId="{D4FB5058-5C8A-4256-A3DB-6D2505396F66}" srcId="{93E2F1D1-360B-4DFF-8B3E-7A0480FA2199}" destId="{7BA8313D-8C09-4314-9637-731292CBC83C}" srcOrd="2" destOrd="0" parTransId="{645DC388-2576-44B7-9F16-D6B4FC3BEAC1}" sibTransId="{D6404340-BDF4-4F66-920B-0162CA6D5229}"/>
    <dgm:cxn modelId="{CF01EE01-EB51-4FCD-BF5F-E00E1E304E0E}" type="presOf" srcId="{93E2F1D1-360B-4DFF-8B3E-7A0480FA2199}" destId="{5CF2B12A-6C8F-4E68-A572-3EDBD3F899D1}" srcOrd="0" destOrd="0" presId="urn:microsoft.com/office/officeart/2005/8/layout/chevron1"/>
    <dgm:cxn modelId="{14E74B39-07B8-486C-8AEF-A29B9D1D13B4}" srcId="{93E2F1D1-360B-4DFF-8B3E-7A0480FA2199}" destId="{C283FA72-CECD-45CD-8757-CEBC1A4221FD}" srcOrd="3" destOrd="0" parTransId="{58D46031-4B37-4A7C-BA2E-95F3BEFA5450}" sibTransId="{56EF64EC-F736-4A42-9234-C53AF2EC327E}"/>
    <dgm:cxn modelId="{135A098A-A694-4CAA-A185-6B14C58CEF58}" srcId="{93E2F1D1-360B-4DFF-8B3E-7A0480FA2199}" destId="{ADB0E6A0-597F-4355-A94B-F9106C2FC297}" srcOrd="5" destOrd="0" parTransId="{E89F0154-E648-4FE9-B4D7-A45C73258537}" sibTransId="{EF791709-250D-4FF0-9B88-78FD939A01F9}"/>
    <dgm:cxn modelId="{08BA475C-61ED-42B5-B9C7-845585A5C6FE}" type="presOf" srcId="{F7F02C57-F794-4829-816A-8ADA1A646B5F}" destId="{53248EB4-CEF6-4177-84FC-8846ABBB4977}" srcOrd="0" destOrd="0" presId="urn:microsoft.com/office/officeart/2005/8/layout/chevron1"/>
    <dgm:cxn modelId="{CE1BDA9C-01FF-4448-92C6-D49C1847E199}" type="presOf" srcId="{4CE0A1BB-8244-46AF-86AE-ED1207E7D542}" destId="{1ACE4CFD-9202-455E-AB4C-BA16B8AF85CA}" srcOrd="0" destOrd="0" presId="urn:microsoft.com/office/officeart/2005/8/layout/chevron1"/>
    <dgm:cxn modelId="{EFBC5CAA-2838-49AC-B3CB-74193DF8587D}" type="presOf" srcId="{ADB0E6A0-597F-4355-A94B-F9106C2FC297}" destId="{B980CE8B-C3C6-4D16-BF96-7D51B6888099}" srcOrd="0" destOrd="0" presId="urn:microsoft.com/office/officeart/2005/8/layout/chevron1"/>
    <dgm:cxn modelId="{8052D880-1319-4407-8D52-81C87EAADC55}" type="presOf" srcId="{9BF9F257-8AA1-4884-82E7-D0FBEB140172}" destId="{59B237D4-C896-464B-8B66-907E7BC384C0}" srcOrd="0" destOrd="0" presId="urn:microsoft.com/office/officeart/2005/8/layout/chevron1"/>
    <dgm:cxn modelId="{7F0CDAE8-5F6C-4251-93EA-3727152D8D97}" type="presOf" srcId="{C283FA72-CECD-45CD-8757-CEBC1A4221FD}" destId="{46C46EFF-D58B-4C32-A605-AB030B188E8A}" srcOrd="0" destOrd="0" presId="urn:microsoft.com/office/officeart/2005/8/layout/chevron1"/>
    <dgm:cxn modelId="{1F4E9157-41AA-4D4E-B2E6-A62F23527E1F}" srcId="{93E2F1D1-360B-4DFF-8B3E-7A0480FA2199}" destId="{4CE0A1BB-8244-46AF-86AE-ED1207E7D542}" srcOrd="1" destOrd="0" parTransId="{B523FDAA-4A65-4445-824E-1BF3AF07C33D}" sibTransId="{A34160F7-ED2F-474D-895E-E3FBC49ADEA1}"/>
    <dgm:cxn modelId="{518EE940-8EAB-4063-A0EE-B7581EA28221}" srcId="{93E2F1D1-360B-4DFF-8B3E-7A0480FA2199}" destId="{79B09C74-4B47-45CC-B14C-97FE958DDD10}" srcOrd="6" destOrd="0" parTransId="{E44E42D3-9FBB-4D8F-8A4B-A70FE356537D}" sibTransId="{BAD4962B-4E42-4F51-AF82-04CAFA5E9A0A}"/>
    <dgm:cxn modelId="{CEAA24D9-32E3-4C4E-9804-1CAF0C2B57B0}" type="presOf" srcId="{7BA8313D-8C09-4314-9637-731292CBC83C}" destId="{A86E4080-92AD-4939-B332-E07C48764045}" srcOrd="0" destOrd="0" presId="urn:microsoft.com/office/officeart/2005/8/layout/chevron1"/>
    <dgm:cxn modelId="{FE0095FC-E28E-4500-9AF2-8BEB4295D307}" type="presParOf" srcId="{5CF2B12A-6C8F-4E68-A572-3EDBD3F899D1}" destId="{59B237D4-C896-464B-8B66-907E7BC384C0}" srcOrd="0" destOrd="0" presId="urn:microsoft.com/office/officeart/2005/8/layout/chevron1"/>
    <dgm:cxn modelId="{3424752E-5800-4D27-B678-F31B0CD60B61}" type="presParOf" srcId="{5CF2B12A-6C8F-4E68-A572-3EDBD3F899D1}" destId="{6DC5E9E8-AE98-4EBC-9670-F707EB7EC751}" srcOrd="1" destOrd="0" presId="urn:microsoft.com/office/officeart/2005/8/layout/chevron1"/>
    <dgm:cxn modelId="{052CAEDB-A107-4EB2-8B23-0668268B88C4}" type="presParOf" srcId="{5CF2B12A-6C8F-4E68-A572-3EDBD3F899D1}" destId="{1ACE4CFD-9202-455E-AB4C-BA16B8AF85CA}" srcOrd="2" destOrd="0" presId="urn:microsoft.com/office/officeart/2005/8/layout/chevron1"/>
    <dgm:cxn modelId="{89588FEF-82C0-4AE5-BBD7-25CD8E414D70}" type="presParOf" srcId="{5CF2B12A-6C8F-4E68-A572-3EDBD3F899D1}" destId="{4A5A3BB2-0FDE-4BE4-96F6-0D831DCEC4F9}" srcOrd="3" destOrd="0" presId="urn:microsoft.com/office/officeart/2005/8/layout/chevron1"/>
    <dgm:cxn modelId="{016D8215-F8F6-4EF2-852B-42B946B63B38}" type="presParOf" srcId="{5CF2B12A-6C8F-4E68-A572-3EDBD3F899D1}" destId="{A86E4080-92AD-4939-B332-E07C48764045}" srcOrd="4" destOrd="0" presId="urn:microsoft.com/office/officeart/2005/8/layout/chevron1"/>
    <dgm:cxn modelId="{0583AF41-496E-47F7-94B3-388A63CE10AE}" type="presParOf" srcId="{5CF2B12A-6C8F-4E68-A572-3EDBD3F899D1}" destId="{642A9323-1F67-4A5D-8857-DF1A6BD242AE}" srcOrd="5" destOrd="0" presId="urn:microsoft.com/office/officeart/2005/8/layout/chevron1"/>
    <dgm:cxn modelId="{1FBEE94F-F73F-44E2-B0D5-4803A1AF2CE1}" type="presParOf" srcId="{5CF2B12A-6C8F-4E68-A572-3EDBD3F899D1}" destId="{46C46EFF-D58B-4C32-A605-AB030B188E8A}" srcOrd="6" destOrd="0" presId="urn:microsoft.com/office/officeart/2005/8/layout/chevron1"/>
    <dgm:cxn modelId="{4376A562-D3DE-4859-9393-7F0E88A84115}" type="presParOf" srcId="{5CF2B12A-6C8F-4E68-A572-3EDBD3F899D1}" destId="{AE4BA504-6F3B-4F28-BB59-4E979864B31E}" srcOrd="7" destOrd="0" presId="urn:microsoft.com/office/officeart/2005/8/layout/chevron1"/>
    <dgm:cxn modelId="{CF97FA8C-1451-4DD2-9620-AF07EA472108}" type="presParOf" srcId="{5CF2B12A-6C8F-4E68-A572-3EDBD3F899D1}" destId="{53248EB4-CEF6-4177-84FC-8846ABBB4977}" srcOrd="8" destOrd="0" presId="urn:microsoft.com/office/officeart/2005/8/layout/chevron1"/>
    <dgm:cxn modelId="{B797E6C2-4A10-4398-A4DF-E1A25AC46269}" type="presParOf" srcId="{5CF2B12A-6C8F-4E68-A572-3EDBD3F899D1}" destId="{B52DE6A5-CFDA-47E7-BAA7-D6D3087952FC}" srcOrd="9" destOrd="0" presId="urn:microsoft.com/office/officeart/2005/8/layout/chevron1"/>
    <dgm:cxn modelId="{448E54C6-2AFE-4A80-A2C5-B13CA5E27B17}" type="presParOf" srcId="{5CF2B12A-6C8F-4E68-A572-3EDBD3F899D1}" destId="{B980CE8B-C3C6-4D16-BF96-7D51B6888099}" srcOrd="10" destOrd="0" presId="urn:microsoft.com/office/officeart/2005/8/layout/chevron1"/>
    <dgm:cxn modelId="{4980D2DD-1F0B-4291-81B1-D2D327D8CEEA}" type="presParOf" srcId="{5CF2B12A-6C8F-4E68-A572-3EDBD3F899D1}" destId="{B7E30B39-CAB3-4860-AE94-B9958E35FF38}" srcOrd="11" destOrd="0" presId="urn:microsoft.com/office/officeart/2005/8/layout/chevron1"/>
    <dgm:cxn modelId="{CE29F85A-87B9-43C3-9F21-EC1A0E2F300E}" type="presParOf" srcId="{5CF2B12A-6C8F-4E68-A572-3EDBD3F899D1}" destId="{ABEC49F3-BDF7-424B-9830-26B6CE2FFD7D}" srcOrd="12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93E2F1D1-360B-4DFF-8B3E-7A0480FA2199}" type="doc">
      <dgm:prSet loTypeId="urn:microsoft.com/office/officeart/2005/8/layout/chevron1" loCatId="process" qsTypeId="urn:microsoft.com/office/officeart/2005/8/quickstyle/simple1" qsCatId="simple" csTypeId="urn:microsoft.com/office/officeart/2005/8/colors/accent3_1" csCatId="accent3" phldr="1"/>
      <dgm:spPr/>
    </dgm:pt>
    <dgm:pt modelId="{9BF9F257-8AA1-4884-82E7-D0FBEB140172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迭代计划</a:t>
          </a:r>
        </a:p>
      </dgm:t>
    </dgm:pt>
    <dgm:pt modelId="{F9E2886C-96BD-4BA7-9072-75C9628DF22F}" type="par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410666-94B7-41AA-A5A0-948979B1B303}" type="sibTrans" cxnId="{EDECDF99-CE6B-471E-984A-08C6DDF9FBD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E0A1BB-8244-46AF-86AE-ED1207E7D542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rPr>
            <a:t>开发</a:t>
          </a:r>
          <a:endParaRPr lang="zh-CN" altLang="en-US" sz="1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523FDAA-4A65-4445-824E-1BF3AF07C33D}" type="par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4160F7-ED2F-474D-895E-E3FBC49ADEA1}" type="sibTrans" cxnId="{1F4E9157-41AA-4D4E-B2E6-A62F23527E1F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A8313D-8C09-4314-9637-731292CBC83C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rPr>
            <a:t>Showcase</a:t>
          </a:r>
          <a:endParaRPr lang="zh-CN" altLang="en-US" sz="1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45DC388-2576-44B7-9F16-D6B4FC3BEAC1}" type="par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404340-BDF4-4F66-920B-0162CA6D5229}" type="sibTrans" cxnId="{D4FB5058-5C8A-4256-A3DB-6D2505396F66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83FA72-CECD-45CD-8757-CEBC1A4221F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zh-CN" sz="1600" b="1">
              <a:latin typeface="微软雅黑" pitchFamily="34" charset="-122"/>
              <a:ea typeface="微软雅黑" pitchFamily="34" charset="-122"/>
            </a:rPr>
            <a:t>Retro</a:t>
          </a:r>
          <a:endParaRPr lang="en-US" altLang="zh-CN" sz="1600" b="1" dirty="0">
            <a:latin typeface="微软雅黑" pitchFamily="34" charset="-122"/>
            <a:ea typeface="微软雅黑" pitchFamily="34" charset="-122"/>
          </a:endParaRPr>
        </a:p>
      </dgm:t>
    </dgm:pt>
    <dgm:pt modelId="{58D46031-4B37-4A7C-BA2E-95F3BEFA5450}" type="par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EF64EC-F736-4A42-9234-C53AF2EC327E}" type="sibTrans" cxnId="{14E74B39-07B8-486C-8AEF-A29B9D1D13B4}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zh-CN" altLang="en-US" sz="16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F2B12A-6C8F-4E68-A572-3EDBD3F899D1}" type="pres">
      <dgm:prSet presAssocID="{93E2F1D1-360B-4DFF-8B3E-7A0480FA2199}" presName="Name0" presStyleCnt="0">
        <dgm:presLayoutVars>
          <dgm:dir/>
          <dgm:animLvl val="lvl"/>
          <dgm:resizeHandles val="exact"/>
        </dgm:presLayoutVars>
      </dgm:prSet>
      <dgm:spPr/>
    </dgm:pt>
    <dgm:pt modelId="{59B237D4-C896-464B-8B66-907E7BC384C0}" type="pres">
      <dgm:prSet presAssocID="{9BF9F257-8AA1-4884-82E7-D0FBEB140172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C5E9E8-AE98-4EBC-9670-F707EB7EC751}" type="pres">
      <dgm:prSet presAssocID="{9C410666-94B7-41AA-A5A0-948979B1B303}" presName="parTxOnlySpace" presStyleCnt="0"/>
      <dgm:spPr/>
    </dgm:pt>
    <dgm:pt modelId="{1ACE4CFD-9202-455E-AB4C-BA16B8AF85CA}" type="pres">
      <dgm:prSet presAssocID="{4CE0A1BB-8244-46AF-86AE-ED1207E7D542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5A3BB2-0FDE-4BE4-96F6-0D831DCEC4F9}" type="pres">
      <dgm:prSet presAssocID="{A34160F7-ED2F-474D-895E-E3FBC49ADEA1}" presName="parTxOnlySpace" presStyleCnt="0"/>
      <dgm:spPr/>
    </dgm:pt>
    <dgm:pt modelId="{A86E4080-92AD-4939-B332-E07C48764045}" type="pres">
      <dgm:prSet presAssocID="{7BA8313D-8C09-4314-9637-731292CBC83C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2A9323-1F67-4A5D-8857-DF1A6BD242AE}" type="pres">
      <dgm:prSet presAssocID="{D6404340-BDF4-4F66-920B-0162CA6D5229}" presName="parTxOnlySpace" presStyleCnt="0"/>
      <dgm:spPr/>
    </dgm:pt>
    <dgm:pt modelId="{46C46EFF-D58B-4C32-A605-AB030B188E8A}" type="pres">
      <dgm:prSet presAssocID="{C283FA72-CECD-45CD-8757-CEBC1A4221FD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DECDF99-CE6B-471E-984A-08C6DDF9FBDF}" srcId="{93E2F1D1-360B-4DFF-8B3E-7A0480FA2199}" destId="{9BF9F257-8AA1-4884-82E7-D0FBEB140172}" srcOrd="0" destOrd="0" parTransId="{F9E2886C-96BD-4BA7-9072-75C9628DF22F}" sibTransId="{9C410666-94B7-41AA-A5A0-948979B1B303}"/>
    <dgm:cxn modelId="{D4FB5058-5C8A-4256-A3DB-6D2505396F66}" srcId="{93E2F1D1-360B-4DFF-8B3E-7A0480FA2199}" destId="{7BA8313D-8C09-4314-9637-731292CBC83C}" srcOrd="2" destOrd="0" parTransId="{645DC388-2576-44B7-9F16-D6B4FC3BEAC1}" sibTransId="{D6404340-BDF4-4F66-920B-0162CA6D5229}"/>
    <dgm:cxn modelId="{0AA11407-96FF-4606-A57E-83AE8EA3462C}" type="presOf" srcId="{C283FA72-CECD-45CD-8757-CEBC1A4221FD}" destId="{46C46EFF-D58B-4C32-A605-AB030B188E8A}" srcOrd="0" destOrd="0" presId="urn:microsoft.com/office/officeart/2005/8/layout/chevron1"/>
    <dgm:cxn modelId="{14E74B39-07B8-486C-8AEF-A29B9D1D13B4}" srcId="{93E2F1D1-360B-4DFF-8B3E-7A0480FA2199}" destId="{C283FA72-CECD-45CD-8757-CEBC1A4221FD}" srcOrd="3" destOrd="0" parTransId="{58D46031-4B37-4A7C-BA2E-95F3BEFA5450}" sibTransId="{56EF64EC-F736-4A42-9234-C53AF2EC327E}"/>
    <dgm:cxn modelId="{44C975AD-D023-4285-8FB0-EB4C8F15F334}" type="presOf" srcId="{9BF9F257-8AA1-4884-82E7-D0FBEB140172}" destId="{59B237D4-C896-464B-8B66-907E7BC384C0}" srcOrd="0" destOrd="0" presId="urn:microsoft.com/office/officeart/2005/8/layout/chevron1"/>
    <dgm:cxn modelId="{57EF24E3-34DF-42D1-B978-E4770344FC8D}" type="presOf" srcId="{7BA8313D-8C09-4314-9637-731292CBC83C}" destId="{A86E4080-92AD-4939-B332-E07C48764045}" srcOrd="0" destOrd="0" presId="urn:microsoft.com/office/officeart/2005/8/layout/chevron1"/>
    <dgm:cxn modelId="{1F4E9157-41AA-4D4E-B2E6-A62F23527E1F}" srcId="{93E2F1D1-360B-4DFF-8B3E-7A0480FA2199}" destId="{4CE0A1BB-8244-46AF-86AE-ED1207E7D542}" srcOrd="1" destOrd="0" parTransId="{B523FDAA-4A65-4445-824E-1BF3AF07C33D}" sibTransId="{A34160F7-ED2F-474D-895E-E3FBC49ADEA1}"/>
    <dgm:cxn modelId="{64D9F9FB-0137-4FDB-9A15-C9C23B47265C}" type="presOf" srcId="{4CE0A1BB-8244-46AF-86AE-ED1207E7D542}" destId="{1ACE4CFD-9202-455E-AB4C-BA16B8AF85CA}" srcOrd="0" destOrd="0" presId="urn:microsoft.com/office/officeart/2005/8/layout/chevron1"/>
    <dgm:cxn modelId="{AB6E84F1-EFA1-45A7-88E4-11D8E780E136}" type="presOf" srcId="{93E2F1D1-360B-4DFF-8B3E-7A0480FA2199}" destId="{5CF2B12A-6C8F-4E68-A572-3EDBD3F899D1}" srcOrd="0" destOrd="0" presId="urn:microsoft.com/office/officeart/2005/8/layout/chevron1"/>
    <dgm:cxn modelId="{F181C91D-0C1A-47CE-8B34-2E09BBB3F5A8}" type="presParOf" srcId="{5CF2B12A-6C8F-4E68-A572-3EDBD3F899D1}" destId="{59B237D4-C896-464B-8B66-907E7BC384C0}" srcOrd="0" destOrd="0" presId="urn:microsoft.com/office/officeart/2005/8/layout/chevron1"/>
    <dgm:cxn modelId="{4E8151D5-CA50-4E7C-8863-CA962258BDD7}" type="presParOf" srcId="{5CF2B12A-6C8F-4E68-A572-3EDBD3F899D1}" destId="{6DC5E9E8-AE98-4EBC-9670-F707EB7EC751}" srcOrd="1" destOrd="0" presId="urn:microsoft.com/office/officeart/2005/8/layout/chevron1"/>
    <dgm:cxn modelId="{08D447F1-7356-4A0B-9BF0-2F12174ACF1B}" type="presParOf" srcId="{5CF2B12A-6C8F-4E68-A572-3EDBD3F899D1}" destId="{1ACE4CFD-9202-455E-AB4C-BA16B8AF85CA}" srcOrd="2" destOrd="0" presId="urn:microsoft.com/office/officeart/2005/8/layout/chevron1"/>
    <dgm:cxn modelId="{21F88282-8826-46D2-9EE7-5FE24CCFB7B0}" type="presParOf" srcId="{5CF2B12A-6C8F-4E68-A572-3EDBD3F899D1}" destId="{4A5A3BB2-0FDE-4BE4-96F6-0D831DCEC4F9}" srcOrd="3" destOrd="0" presId="urn:microsoft.com/office/officeart/2005/8/layout/chevron1"/>
    <dgm:cxn modelId="{86F7663C-5A35-4B74-BB15-A46A28555C67}" type="presParOf" srcId="{5CF2B12A-6C8F-4E68-A572-3EDBD3F899D1}" destId="{A86E4080-92AD-4939-B332-E07C48764045}" srcOrd="4" destOrd="0" presId="urn:microsoft.com/office/officeart/2005/8/layout/chevron1"/>
    <dgm:cxn modelId="{0F1FBB38-9425-478A-BE6C-6EE367DC3974}" type="presParOf" srcId="{5CF2B12A-6C8F-4E68-A572-3EDBD3F899D1}" destId="{642A9323-1F67-4A5D-8857-DF1A6BD242AE}" srcOrd="5" destOrd="0" presId="urn:microsoft.com/office/officeart/2005/8/layout/chevron1"/>
    <dgm:cxn modelId="{F231BFE1-B9AA-4B04-B51B-ABB4523EBCFC}" type="presParOf" srcId="{5CF2B12A-6C8F-4E68-A572-3EDBD3F899D1}" destId="{46C46EFF-D58B-4C32-A605-AB030B188E8A}" srcOrd="6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537" y="230685"/>
          <a:ext cx="1491890" cy="5467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sp:txBody>
      <dsp:txXfrm>
        <a:off x="274907" y="230685"/>
        <a:ext cx="945150" cy="546740"/>
      </dsp:txXfrm>
    </dsp:sp>
    <dsp:sp modelId="{1ACE4CFD-9202-455E-AB4C-BA16B8AF85CA}">
      <dsp:nvSpPr>
        <dsp:cNvPr id="0" name=""/>
        <dsp:cNvSpPr/>
      </dsp:nvSpPr>
      <dsp:spPr>
        <a:xfrm>
          <a:off x="1356742" y="230685"/>
          <a:ext cx="1366851" cy="5467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kern="1200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630112" y="230685"/>
        <a:ext cx="820111" cy="546740"/>
      </dsp:txXfrm>
    </dsp:sp>
    <dsp:sp modelId="{A86E4080-92AD-4939-B332-E07C48764045}">
      <dsp:nvSpPr>
        <dsp:cNvPr id="0" name=""/>
        <dsp:cNvSpPr/>
      </dsp:nvSpPr>
      <dsp:spPr>
        <a:xfrm>
          <a:off x="2586908" y="230685"/>
          <a:ext cx="1491890" cy="5467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 kern="1200" dirty="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体验路径</a:t>
          </a:r>
        </a:p>
      </dsp:txBody>
      <dsp:txXfrm>
        <a:off x="2860278" y="230685"/>
        <a:ext cx="945150" cy="546740"/>
      </dsp:txXfrm>
    </dsp:sp>
    <dsp:sp modelId="{46C46EFF-D58B-4C32-A605-AB030B188E8A}">
      <dsp:nvSpPr>
        <dsp:cNvPr id="0" name=""/>
        <dsp:cNvSpPr/>
      </dsp:nvSpPr>
      <dsp:spPr>
        <a:xfrm>
          <a:off x="3942113" y="230685"/>
          <a:ext cx="1366851" cy="5467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kern="1200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4215483" y="230685"/>
        <a:ext cx="820111" cy="546740"/>
      </dsp:txXfrm>
    </dsp:sp>
    <dsp:sp modelId="{53248EB4-CEF6-4177-84FC-8846ABBB4977}">
      <dsp:nvSpPr>
        <dsp:cNvPr id="0" name=""/>
        <dsp:cNvSpPr/>
      </dsp:nvSpPr>
      <dsp:spPr>
        <a:xfrm>
          <a:off x="5172279" y="230685"/>
          <a:ext cx="1366851" cy="5467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故事撰写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5445649" y="230685"/>
        <a:ext cx="820111" cy="546740"/>
      </dsp:txXfrm>
    </dsp:sp>
    <dsp:sp modelId="{B980CE8B-C3C6-4D16-BF96-7D51B6888099}">
      <dsp:nvSpPr>
        <dsp:cNvPr id="0" name=""/>
        <dsp:cNvSpPr/>
      </dsp:nvSpPr>
      <dsp:spPr>
        <a:xfrm>
          <a:off x="6402445" y="230685"/>
          <a:ext cx="1366851" cy="5467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 kern="1200">
            <a:latin typeface="微软雅黑" pitchFamily="34" charset="-122"/>
            <a:ea typeface="微软雅黑" pitchFamily="34" charset="-122"/>
          </a:endParaRP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050" b="1" kern="120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估算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6675815" y="230685"/>
        <a:ext cx="820111" cy="546740"/>
      </dsp:txXfrm>
    </dsp:sp>
    <dsp:sp modelId="{ABEC49F3-BDF7-424B-9830-26B6CE2FFD7D}">
      <dsp:nvSpPr>
        <dsp:cNvPr id="0" name=""/>
        <dsp:cNvSpPr/>
      </dsp:nvSpPr>
      <dsp:spPr>
        <a:xfrm>
          <a:off x="7632611" y="230685"/>
          <a:ext cx="1366851" cy="5467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排期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7905981" y="230685"/>
        <a:ext cx="820111" cy="5467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3749" y="0"/>
          <a:ext cx="2182598" cy="63804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迭代计划</a:t>
          </a:r>
        </a:p>
      </dsp:txBody>
      <dsp:txXfrm>
        <a:off x="322774" y="0"/>
        <a:ext cx="1544549" cy="638049"/>
      </dsp:txXfrm>
    </dsp:sp>
    <dsp:sp modelId="{1ACE4CFD-9202-455E-AB4C-BA16B8AF85CA}">
      <dsp:nvSpPr>
        <dsp:cNvPr id="0" name=""/>
        <dsp:cNvSpPr/>
      </dsp:nvSpPr>
      <dsp:spPr>
        <a:xfrm>
          <a:off x="1968088" y="0"/>
          <a:ext cx="2182598" cy="63804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6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开发</a:t>
          </a:r>
          <a:endParaRPr lang="zh-CN" altLang="en-US" sz="16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287113" y="0"/>
        <a:ext cx="1544549" cy="638049"/>
      </dsp:txXfrm>
    </dsp:sp>
    <dsp:sp modelId="{A86E4080-92AD-4939-B332-E07C48764045}">
      <dsp:nvSpPr>
        <dsp:cNvPr id="0" name=""/>
        <dsp:cNvSpPr/>
      </dsp:nvSpPr>
      <dsp:spPr>
        <a:xfrm>
          <a:off x="3932427" y="0"/>
          <a:ext cx="2182598" cy="63804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6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Showcase</a:t>
          </a:r>
          <a:endParaRPr lang="zh-CN" altLang="en-US" sz="16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251452" y="0"/>
        <a:ext cx="1544549" cy="638049"/>
      </dsp:txXfrm>
    </dsp:sp>
    <dsp:sp modelId="{46C46EFF-D58B-4C32-A605-AB030B188E8A}">
      <dsp:nvSpPr>
        <dsp:cNvPr id="0" name=""/>
        <dsp:cNvSpPr/>
      </dsp:nvSpPr>
      <dsp:spPr>
        <a:xfrm>
          <a:off x="5896766" y="0"/>
          <a:ext cx="2182598" cy="63804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600" b="1" kern="1200">
              <a:latin typeface="微软雅黑" pitchFamily="34" charset="-122"/>
              <a:ea typeface="微软雅黑" pitchFamily="34" charset="-122"/>
            </a:rPr>
            <a:t>Retro</a:t>
          </a:r>
          <a:endParaRPr lang="en-US" altLang="zh-CN" sz="160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6215791" y="0"/>
        <a:ext cx="1544549" cy="6380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292" y="199911"/>
          <a:ext cx="1387597" cy="482303"/>
        </a:xfrm>
        <a:prstGeom prst="chevron">
          <a:avLst/>
        </a:prstGeom>
        <a:solidFill>
          <a:srgbClr val="9CBB5A"/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sp:txBody>
      <dsp:txXfrm>
        <a:off x="242444" y="199911"/>
        <a:ext cx="905294" cy="482303"/>
      </dsp:txXfrm>
    </dsp:sp>
    <dsp:sp modelId="{1ACE4CFD-9202-455E-AB4C-BA16B8AF85CA}">
      <dsp:nvSpPr>
        <dsp:cNvPr id="0" name=""/>
        <dsp:cNvSpPr/>
      </dsp:nvSpPr>
      <dsp:spPr>
        <a:xfrm>
          <a:off x="1268314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kern="1200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509466" y="199911"/>
        <a:ext cx="723454" cy="482303"/>
      </dsp:txXfrm>
    </dsp:sp>
    <dsp:sp modelId="{A86E4080-92AD-4939-B332-E07C48764045}">
      <dsp:nvSpPr>
        <dsp:cNvPr id="0" name=""/>
        <dsp:cNvSpPr/>
      </dsp:nvSpPr>
      <dsp:spPr>
        <a:xfrm>
          <a:off x="2353496" y="199911"/>
          <a:ext cx="138759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 kern="120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体验路径</a:t>
          </a:r>
          <a:endParaRPr lang="zh-CN" altLang="en-US" sz="105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594648" y="199911"/>
        <a:ext cx="905294" cy="482303"/>
      </dsp:txXfrm>
    </dsp:sp>
    <dsp:sp modelId="{46C46EFF-D58B-4C32-A605-AB030B188E8A}">
      <dsp:nvSpPr>
        <dsp:cNvPr id="0" name=""/>
        <dsp:cNvSpPr/>
      </dsp:nvSpPr>
      <dsp:spPr>
        <a:xfrm>
          <a:off x="3620518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kern="1200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3861670" y="199911"/>
        <a:ext cx="723454" cy="482303"/>
      </dsp:txXfrm>
    </dsp:sp>
    <dsp:sp modelId="{53248EB4-CEF6-4177-84FC-8846ABBB4977}">
      <dsp:nvSpPr>
        <dsp:cNvPr id="0" name=""/>
        <dsp:cNvSpPr/>
      </dsp:nvSpPr>
      <dsp:spPr>
        <a:xfrm>
          <a:off x="4705700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故事撰写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4946852" y="199911"/>
        <a:ext cx="723454" cy="482303"/>
      </dsp:txXfrm>
    </dsp:sp>
    <dsp:sp modelId="{B980CE8B-C3C6-4D16-BF96-7D51B6888099}">
      <dsp:nvSpPr>
        <dsp:cNvPr id="0" name=""/>
        <dsp:cNvSpPr/>
      </dsp:nvSpPr>
      <dsp:spPr>
        <a:xfrm>
          <a:off x="5790882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 kern="1200">
            <a:latin typeface="微软雅黑" pitchFamily="34" charset="-122"/>
            <a:ea typeface="微软雅黑" pitchFamily="34" charset="-122"/>
          </a:endParaRP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050" b="1" kern="120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估算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6032034" y="199911"/>
        <a:ext cx="723454" cy="482303"/>
      </dsp:txXfrm>
    </dsp:sp>
    <dsp:sp modelId="{ABEC49F3-BDF7-424B-9830-26B6CE2FFD7D}">
      <dsp:nvSpPr>
        <dsp:cNvPr id="0" name=""/>
        <dsp:cNvSpPr/>
      </dsp:nvSpPr>
      <dsp:spPr>
        <a:xfrm>
          <a:off x="6876064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排期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7117216" y="199911"/>
        <a:ext cx="723454" cy="4823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292" y="199911"/>
          <a:ext cx="1387597" cy="482303"/>
        </a:xfrm>
        <a:prstGeom prst="chevron">
          <a:avLst/>
        </a:pr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sp:txBody>
      <dsp:txXfrm>
        <a:off x="242444" y="199911"/>
        <a:ext cx="905294" cy="482303"/>
      </dsp:txXfrm>
    </dsp:sp>
    <dsp:sp modelId="{1ACE4CFD-9202-455E-AB4C-BA16B8AF85CA}">
      <dsp:nvSpPr>
        <dsp:cNvPr id="0" name=""/>
        <dsp:cNvSpPr/>
      </dsp:nvSpPr>
      <dsp:spPr>
        <a:xfrm>
          <a:off x="1268314" y="199911"/>
          <a:ext cx="1205757" cy="482303"/>
        </a:xfrm>
        <a:prstGeom prst="chevron">
          <a:avLst/>
        </a:prstGeom>
        <a:solidFill>
          <a:schemeClr val="accent3"/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kern="1200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509466" y="199911"/>
        <a:ext cx="723454" cy="482303"/>
      </dsp:txXfrm>
    </dsp:sp>
    <dsp:sp modelId="{A86E4080-92AD-4939-B332-E07C48764045}">
      <dsp:nvSpPr>
        <dsp:cNvPr id="0" name=""/>
        <dsp:cNvSpPr/>
      </dsp:nvSpPr>
      <dsp:spPr>
        <a:xfrm>
          <a:off x="2353496" y="199911"/>
          <a:ext cx="138759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 kern="120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体验路径</a:t>
          </a:r>
          <a:endParaRPr lang="zh-CN" altLang="en-US" sz="105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594648" y="199911"/>
        <a:ext cx="905294" cy="482303"/>
      </dsp:txXfrm>
    </dsp:sp>
    <dsp:sp modelId="{46C46EFF-D58B-4C32-A605-AB030B188E8A}">
      <dsp:nvSpPr>
        <dsp:cNvPr id="0" name=""/>
        <dsp:cNvSpPr/>
      </dsp:nvSpPr>
      <dsp:spPr>
        <a:xfrm>
          <a:off x="3620518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kern="1200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3861670" y="199911"/>
        <a:ext cx="723454" cy="482303"/>
      </dsp:txXfrm>
    </dsp:sp>
    <dsp:sp modelId="{53248EB4-CEF6-4177-84FC-8846ABBB4977}">
      <dsp:nvSpPr>
        <dsp:cNvPr id="0" name=""/>
        <dsp:cNvSpPr/>
      </dsp:nvSpPr>
      <dsp:spPr>
        <a:xfrm>
          <a:off x="4705700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故事撰写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4946852" y="199911"/>
        <a:ext cx="723454" cy="482303"/>
      </dsp:txXfrm>
    </dsp:sp>
    <dsp:sp modelId="{B980CE8B-C3C6-4D16-BF96-7D51B6888099}">
      <dsp:nvSpPr>
        <dsp:cNvPr id="0" name=""/>
        <dsp:cNvSpPr/>
      </dsp:nvSpPr>
      <dsp:spPr>
        <a:xfrm>
          <a:off x="5790882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 kern="1200">
            <a:latin typeface="微软雅黑" pitchFamily="34" charset="-122"/>
            <a:ea typeface="微软雅黑" pitchFamily="34" charset="-122"/>
          </a:endParaRP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050" b="1" kern="120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估算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6032034" y="199911"/>
        <a:ext cx="723454" cy="482303"/>
      </dsp:txXfrm>
    </dsp:sp>
    <dsp:sp modelId="{ABEC49F3-BDF7-424B-9830-26B6CE2FFD7D}">
      <dsp:nvSpPr>
        <dsp:cNvPr id="0" name=""/>
        <dsp:cNvSpPr/>
      </dsp:nvSpPr>
      <dsp:spPr>
        <a:xfrm>
          <a:off x="6876064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排期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7117216" y="199911"/>
        <a:ext cx="723454" cy="48230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292" y="199911"/>
          <a:ext cx="1387597" cy="482303"/>
        </a:xfrm>
        <a:prstGeom prst="chevron">
          <a:avLst/>
        </a:pr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sp:txBody>
      <dsp:txXfrm>
        <a:off x="242444" y="199911"/>
        <a:ext cx="905294" cy="482303"/>
      </dsp:txXfrm>
    </dsp:sp>
    <dsp:sp modelId="{1ACE4CFD-9202-455E-AB4C-BA16B8AF85CA}">
      <dsp:nvSpPr>
        <dsp:cNvPr id="0" name=""/>
        <dsp:cNvSpPr/>
      </dsp:nvSpPr>
      <dsp:spPr>
        <a:xfrm>
          <a:off x="1268314" y="199911"/>
          <a:ext cx="1205757" cy="482303"/>
        </a:xfrm>
        <a:prstGeom prst="chevron">
          <a:avLst/>
        </a:prstGeom>
        <a:solidFill>
          <a:schemeClr val="accent3"/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kern="1200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509466" y="199911"/>
        <a:ext cx="723454" cy="482303"/>
      </dsp:txXfrm>
    </dsp:sp>
    <dsp:sp modelId="{A86E4080-92AD-4939-B332-E07C48764045}">
      <dsp:nvSpPr>
        <dsp:cNvPr id="0" name=""/>
        <dsp:cNvSpPr/>
      </dsp:nvSpPr>
      <dsp:spPr>
        <a:xfrm>
          <a:off x="2353496" y="199911"/>
          <a:ext cx="138759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 kern="1200" dirty="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体验路径</a:t>
          </a:r>
        </a:p>
      </dsp:txBody>
      <dsp:txXfrm>
        <a:off x="2594648" y="199911"/>
        <a:ext cx="905294" cy="482303"/>
      </dsp:txXfrm>
    </dsp:sp>
    <dsp:sp modelId="{46C46EFF-D58B-4C32-A605-AB030B188E8A}">
      <dsp:nvSpPr>
        <dsp:cNvPr id="0" name=""/>
        <dsp:cNvSpPr/>
      </dsp:nvSpPr>
      <dsp:spPr>
        <a:xfrm>
          <a:off x="3620518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kern="1200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3861670" y="199911"/>
        <a:ext cx="723454" cy="482303"/>
      </dsp:txXfrm>
    </dsp:sp>
    <dsp:sp modelId="{53248EB4-CEF6-4177-84FC-8846ABBB4977}">
      <dsp:nvSpPr>
        <dsp:cNvPr id="0" name=""/>
        <dsp:cNvSpPr/>
      </dsp:nvSpPr>
      <dsp:spPr>
        <a:xfrm>
          <a:off x="4705700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故事撰写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4946852" y="199911"/>
        <a:ext cx="723454" cy="482303"/>
      </dsp:txXfrm>
    </dsp:sp>
    <dsp:sp modelId="{B980CE8B-C3C6-4D16-BF96-7D51B6888099}">
      <dsp:nvSpPr>
        <dsp:cNvPr id="0" name=""/>
        <dsp:cNvSpPr/>
      </dsp:nvSpPr>
      <dsp:spPr>
        <a:xfrm>
          <a:off x="5790882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 kern="1200">
            <a:latin typeface="微软雅黑" pitchFamily="34" charset="-122"/>
            <a:ea typeface="微软雅黑" pitchFamily="34" charset="-122"/>
          </a:endParaRP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050" b="1" kern="120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估算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6032034" y="199911"/>
        <a:ext cx="723454" cy="482303"/>
      </dsp:txXfrm>
    </dsp:sp>
    <dsp:sp modelId="{ABEC49F3-BDF7-424B-9830-26B6CE2FFD7D}">
      <dsp:nvSpPr>
        <dsp:cNvPr id="0" name=""/>
        <dsp:cNvSpPr/>
      </dsp:nvSpPr>
      <dsp:spPr>
        <a:xfrm>
          <a:off x="6876064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排期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7117216" y="199911"/>
        <a:ext cx="723454" cy="48230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292" y="199911"/>
          <a:ext cx="1387597" cy="482303"/>
        </a:xfrm>
        <a:prstGeom prst="chevron">
          <a:avLst/>
        </a:pr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sp:txBody>
      <dsp:txXfrm>
        <a:off x="242444" y="199911"/>
        <a:ext cx="905294" cy="482303"/>
      </dsp:txXfrm>
    </dsp:sp>
    <dsp:sp modelId="{1ACE4CFD-9202-455E-AB4C-BA16B8AF85CA}">
      <dsp:nvSpPr>
        <dsp:cNvPr id="0" name=""/>
        <dsp:cNvSpPr/>
      </dsp:nvSpPr>
      <dsp:spPr>
        <a:xfrm>
          <a:off x="1268314" y="199911"/>
          <a:ext cx="1205757" cy="482303"/>
        </a:xfrm>
        <a:prstGeom prst="chevron">
          <a:avLst/>
        </a:prstGeom>
        <a:solidFill>
          <a:schemeClr val="accent3"/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kern="1200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509466" y="199911"/>
        <a:ext cx="723454" cy="482303"/>
      </dsp:txXfrm>
    </dsp:sp>
    <dsp:sp modelId="{A86E4080-92AD-4939-B332-E07C48764045}">
      <dsp:nvSpPr>
        <dsp:cNvPr id="0" name=""/>
        <dsp:cNvSpPr/>
      </dsp:nvSpPr>
      <dsp:spPr>
        <a:xfrm>
          <a:off x="2353496" y="199911"/>
          <a:ext cx="138759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 kern="120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体验路径</a:t>
          </a:r>
          <a:endParaRPr lang="zh-CN" altLang="en-US" sz="105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594648" y="199911"/>
        <a:ext cx="905294" cy="482303"/>
      </dsp:txXfrm>
    </dsp:sp>
    <dsp:sp modelId="{46C46EFF-D58B-4C32-A605-AB030B188E8A}">
      <dsp:nvSpPr>
        <dsp:cNvPr id="0" name=""/>
        <dsp:cNvSpPr/>
      </dsp:nvSpPr>
      <dsp:spPr>
        <a:xfrm>
          <a:off x="3620518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kern="1200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3861670" y="199911"/>
        <a:ext cx="723454" cy="482303"/>
      </dsp:txXfrm>
    </dsp:sp>
    <dsp:sp modelId="{53248EB4-CEF6-4177-84FC-8846ABBB4977}">
      <dsp:nvSpPr>
        <dsp:cNvPr id="0" name=""/>
        <dsp:cNvSpPr/>
      </dsp:nvSpPr>
      <dsp:spPr>
        <a:xfrm>
          <a:off x="4705700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故事撰写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4946852" y="199911"/>
        <a:ext cx="723454" cy="482303"/>
      </dsp:txXfrm>
    </dsp:sp>
    <dsp:sp modelId="{B980CE8B-C3C6-4D16-BF96-7D51B6888099}">
      <dsp:nvSpPr>
        <dsp:cNvPr id="0" name=""/>
        <dsp:cNvSpPr/>
      </dsp:nvSpPr>
      <dsp:spPr>
        <a:xfrm>
          <a:off x="5790882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 kern="1200">
            <a:latin typeface="微软雅黑" pitchFamily="34" charset="-122"/>
            <a:ea typeface="微软雅黑" pitchFamily="34" charset="-122"/>
          </a:endParaRP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050" b="1" kern="120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估算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6032034" y="199911"/>
        <a:ext cx="723454" cy="482303"/>
      </dsp:txXfrm>
    </dsp:sp>
    <dsp:sp modelId="{ABEC49F3-BDF7-424B-9830-26B6CE2FFD7D}">
      <dsp:nvSpPr>
        <dsp:cNvPr id="0" name=""/>
        <dsp:cNvSpPr/>
      </dsp:nvSpPr>
      <dsp:spPr>
        <a:xfrm>
          <a:off x="6876064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排期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7117216" y="199911"/>
        <a:ext cx="723454" cy="48230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292" y="199911"/>
          <a:ext cx="1387597" cy="482303"/>
        </a:xfrm>
        <a:prstGeom prst="chevron">
          <a:avLst/>
        </a:pr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sp:txBody>
      <dsp:txXfrm>
        <a:off x="242444" y="199911"/>
        <a:ext cx="905294" cy="482303"/>
      </dsp:txXfrm>
    </dsp:sp>
    <dsp:sp modelId="{1ACE4CFD-9202-455E-AB4C-BA16B8AF85CA}">
      <dsp:nvSpPr>
        <dsp:cNvPr id="0" name=""/>
        <dsp:cNvSpPr/>
      </dsp:nvSpPr>
      <dsp:spPr>
        <a:xfrm>
          <a:off x="1268314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kern="1200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509466" y="199911"/>
        <a:ext cx="723454" cy="482303"/>
      </dsp:txXfrm>
    </dsp:sp>
    <dsp:sp modelId="{A86E4080-92AD-4939-B332-E07C48764045}">
      <dsp:nvSpPr>
        <dsp:cNvPr id="0" name=""/>
        <dsp:cNvSpPr/>
      </dsp:nvSpPr>
      <dsp:spPr>
        <a:xfrm>
          <a:off x="2353496" y="199911"/>
          <a:ext cx="1387597" cy="482303"/>
        </a:xfrm>
        <a:prstGeom prst="chevron">
          <a:avLst/>
        </a:prstGeom>
        <a:solidFill>
          <a:schemeClr val="accent3"/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 kern="1200" dirty="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体验路径</a:t>
          </a:r>
        </a:p>
      </dsp:txBody>
      <dsp:txXfrm>
        <a:off x="2594648" y="199911"/>
        <a:ext cx="905294" cy="482303"/>
      </dsp:txXfrm>
    </dsp:sp>
    <dsp:sp modelId="{46C46EFF-D58B-4C32-A605-AB030B188E8A}">
      <dsp:nvSpPr>
        <dsp:cNvPr id="0" name=""/>
        <dsp:cNvSpPr/>
      </dsp:nvSpPr>
      <dsp:spPr>
        <a:xfrm>
          <a:off x="3620518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kern="1200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3861670" y="199911"/>
        <a:ext cx="723454" cy="482303"/>
      </dsp:txXfrm>
    </dsp:sp>
    <dsp:sp modelId="{53248EB4-CEF6-4177-84FC-8846ABBB4977}">
      <dsp:nvSpPr>
        <dsp:cNvPr id="0" name=""/>
        <dsp:cNvSpPr/>
      </dsp:nvSpPr>
      <dsp:spPr>
        <a:xfrm>
          <a:off x="4705700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故事撰写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4946852" y="199911"/>
        <a:ext cx="723454" cy="482303"/>
      </dsp:txXfrm>
    </dsp:sp>
    <dsp:sp modelId="{B980CE8B-C3C6-4D16-BF96-7D51B6888099}">
      <dsp:nvSpPr>
        <dsp:cNvPr id="0" name=""/>
        <dsp:cNvSpPr/>
      </dsp:nvSpPr>
      <dsp:spPr>
        <a:xfrm>
          <a:off x="5790882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 kern="1200">
            <a:latin typeface="微软雅黑" pitchFamily="34" charset="-122"/>
            <a:ea typeface="微软雅黑" pitchFamily="34" charset="-122"/>
          </a:endParaRP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050" b="1" kern="120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估算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6032034" y="199911"/>
        <a:ext cx="723454" cy="482303"/>
      </dsp:txXfrm>
    </dsp:sp>
    <dsp:sp modelId="{ABEC49F3-BDF7-424B-9830-26B6CE2FFD7D}">
      <dsp:nvSpPr>
        <dsp:cNvPr id="0" name=""/>
        <dsp:cNvSpPr/>
      </dsp:nvSpPr>
      <dsp:spPr>
        <a:xfrm>
          <a:off x="6876064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排期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7117216" y="199911"/>
        <a:ext cx="723454" cy="48230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292" y="199911"/>
          <a:ext cx="1387597" cy="482303"/>
        </a:xfrm>
        <a:prstGeom prst="chevron">
          <a:avLst/>
        </a:pr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sp:txBody>
      <dsp:txXfrm>
        <a:off x="242444" y="199911"/>
        <a:ext cx="905294" cy="482303"/>
      </dsp:txXfrm>
    </dsp:sp>
    <dsp:sp modelId="{1ACE4CFD-9202-455E-AB4C-BA16B8AF85CA}">
      <dsp:nvSpPr>
        <dsp:cNvPr id="0" name=""/>
        <dsp:cNvSpPr/>
      </dsp:nvSpPr>
      <dsp:spPr>
        <a:xfrm>
          <a:off x="1268314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kern="1200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509466" y="199911"/>
        <a:ext cx="723454" cy="482303"/>
      </dsp:txXfrm>
    </dsp:sp>
    <dsp:sp modelId="{A86E4080-92AD-4939-B332-E07C48764045}">
      <dsp:nvSpPr>
        <dsp:cNvPr id="0" name=""/>
        <dsp:cNvSpPr/>
      </dsp:nvSpPr>
      <dsp:spPr>
        <a:xfrm>
          <a:off x="2353496" y="199911"/>
          <a:ext cx="138759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 kern="120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体验路径</a:t>
          </a:r>
          <a:endParaRPr lang="zh-CN" altLang="en-US" sz="105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594648" y="199911"/>
        <a:ext cx="905294" cy="482303"/>
      </dsp:txXfrm>
    </dsp:sp>
    <dsp:sp modelId="{46C46EFF-D58B-4C32-A605-AB030B188E8A}">
      <dsp:nvSpPr>
        <dsp:cNvPr id="0" name=""/>
        <dsp:cNvSpPr/>
      </dsp:nvSpPr>
      <dsp:spPr>
        <a:xfrm>
          <a:off x="3620518" y="199911"/>
          <a:ext cx="1205757" cy="482303"/>
        </a:xfrm>
        <a:prstGeom prst="chevron">
          <a:avLst/>
        </a:prstGeom>
        <a:solidFill>
          <a:schemeClr val="accent3"/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kern="1200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3861670" y="199911"/>
        <a:ext cx="723454" cy="482303"/>
      </dsp:txXfrm>
    </dsp:sp>
    <dsp:sp modelId="{53248EB4-CEF6-4177-84FC-8846ABBB4977}">
      <dsp:nvSpPr>
        <dsp:cNvPr id="0" name=""/>
        <dsp:cNvSpPr/>
      </dsp:nvSpPr>
      <dsp:spPr>
        <a:xfrm>
          <a:off x="4705700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故事撰写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4946852" y="199911"/>
        <a:ext cx="723454" cy="482303"/>
      </dsp:txXfrm>
    </dsp:sp>
    <dsp:sp modelId="{B980CE8B-C3C6-4D16-BF96-7D51B6888099}">
      <dsp:nvSpPr>
        <dsp:cNvPr id="0" name=""/>
        <dsp:cNvSpPr/>
      </dsp:nvSpPr>
      <dsp:spPr>
        <a:xfrm>
          <a:off x="5790882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 kern="1200">
            <a:latin typeface="微软雅黑" pitchFamily="34" charset="-122"/>
            <a:ea typeface="微软雅黑" pitchFamily="34" charset="-122"/>
          </a:endParaRP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050" b="1" kern="120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估算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6032034" y="199911"/>
        <a:ext cx="723454" cy="482303"/>
      </dsp:txXfrm>
    </dsp:sp>
    <dsp:sp modelId="{ABEC49F3-BDF7-424B-9830-26B6CE2FFD7D}">
      <dsp:nvSpPr>
        <dsp:cNvPr id="0" name=""/>
        <dsp:cNvSpPr/>
      </dsp:nvSpPr>
      <dsp:spPr>
        <a:xfrm>
          <a:off x="6876064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排期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7117216" y="199911"/>
        <a:ext cx="723454" cy="48230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292" y="199911"/>
          <a:ext cx="1387597" cy="482303"/>
        </a:xfrm>
        <a:prstGeom prst="chevron">
          <a:avLst/>
        </a:pr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sp:txBody>
      <dsp:txXfrm>
        <a:off x="242444" y="199911"/>
        <a:ext cx="905294" cy="482303"/>
      </dsp:txXfrm>
    </dsp:sp>
    <dsp:sp modelId="{1ACE4CFD-9202-455E-AB4C-BA16B8AF85CA}">
      <dsp:nvSpPr>
        <dsp:cNvPr id="0" name=""/>
        <dsp:cNvSpPr/>
      </dsp:nvSpPr>
      <dsp:spPr>
        <a:xfrm>
          <a:off x="1268314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kern="1200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509466" y="199911"/>
        <a:ext cx="723454" cy="482303"/>
      </dsp:txXfrm>
    </dsp:sp>
    <dsp:sp modelId="{A86E4080-92AD-4939-B332-E07C48764045}">
      <dsp:nvSpPr>
        <dsp:cNvPr id="0" name=""/>
        <dsp:cNvSpPr/>
      </dsp:nvSpPr>
      <dsp:spPr>
        <a:xfrm>
          <a:off x="2353496" y="199911"/>
          <a:ext cx="138759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 kern="120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体验路径</a:t>
          </a:r>
          <a:endParaRPr lang="zh-CN" altLang="en-US" sz="105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594648" y="199911"/>
        <a:ext cx="905294" cy="482303"/>
      </dsp:txXfrm>
    </dsp:sp>
    <dsp:sp modelId="{46C46EFF-D58B-4C32-A605-AB030B188E8A}">
      <dsp:nvSpPr>
        <dsp:cNvPr id="0" name=""/>
        <dsp:cNvSpPr/>
      </dsp:nvSpPr>
      <dsp:spPr>
        <a:xfrm>
          <a:off x="3620518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kern="1200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3861670" y="199911"/>
        <a:ext cx="723454" cy="482303"/>
      </dsp:txXfrm>
    </dsp:sp>
    <dsp:sp modelId="{53248EB4-CEF6-4177-84FC-8846ABBB4977}">
      <dsp:nvSpPr>
        <dsp:cNvPr id="0" name=""/>
        <dsp:cNvSpPr/>
      </dsp:nvSpPr>
      <dsp:spPr>
        <a:xfrm>
          <a:off x="4705700" y="199911"/>
          <a:ext cx="1205757" cy="482303"/>
        </a:xfrm>
        <a:prstGeom prst="chevron">
          <a:avLst/>
        </a:prstGeom>
        <a:solidFill>
          <a:schemeClr val="accent3"/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故事撰写</a:t>
          </a:r>
        </a:p>
      </dsp:txBody>
      <dsp:txXfrm>
        <a:off x="4946852" y="199911"/>
        <a:ext cx="723454" cy="482303"/>
      </dsp:txXfrm>
    </dsp:sp>
    <dsp:sp modelId="{B980CE8B-C3C6-4D16-BF96-7D51B6888099}">
      <dsp:nvSpPr>
        <dsp:cNvPr id="0" name=""/>
        <dsp:cNvSpPr/>
      </dsp:nvSpPr>
      <dsp:spPr>
        <a:xfrm>
          <a:off x="5790882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 kern="1200">
            <a:latin typeface="微软雅黑" pitchFamily="34" charset="-122"/>
            <a:ea typeface="微软雅黑" pitchFamily="34" charset="-122"/>
          </a:endParaRP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050" b="1" kern="120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估算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6032034" y="199911"/>
        <a:ext cx="723454" cy="482303"/>
      </dsp:txXfrm>
    </dsp:sp>
    <dsp:sp modelId="{ABEC49F3-BDF7-424B-9830-26B6CE2FFD7D}">
      <dsp:nvSpPr>
        <dsp:cNvPr id="0" name=""/>
        <dsp:cNvSpPr/>
      </dsp:nvSpPr>
      <dsp:spPr>
        <a:xfrm>
          <a:off x="6876064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排期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7117216" y="199911"/>
        <a:ext cx="723454" cy="48230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292" y="199911"/>
          <a:ext cx="1387597" cy="482303"/>
        </a:xfrm>
        <a:prstGeom prst="chevron">
          <a:avLst/>
        </a:pr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sp:txBody>
      <dsp:txXfrm>
        <a:off x="242444" y="199911"/>
        <a:ext cx="905294" cy="482303"/>
      </dsp:txXfrm>
    </dsp:sp>
    <dsp:sp modelId="{1ACE4CFD-9202-455E-AB4C-BA16B8AF85CA}">
      <dsp:nvSpPr>
        <dsp:cNvPr id="0" name=""/>
        <dsp:cNvSpPr/>
      </dsp:nvSpPr>
      <dsp:spPr>
        <a:xfrm>
          <a:off x="1268314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kern="1200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509466" y="199911"/>
        <a:ext cx="723454" cy="482303"/>
      </dsp:txXfrm>
    </dsp:sp>
    <dsp:sp modelId="{A86E4080-92AD-4939-B332-E07C48764045}">
      <dsp:nvSpPr>
        <dsp:cNvPr id="0" name=""/>
        <dsp:cNvSpPr/>
      </dsp:nvSpPr>
      <dsp:spPr>
        <a:xfrm>
          <a:off x="2353496" y="199911"/>
          <a:ext cx="138759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 kern="120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体验路径</a:t>
          </a:r>
          <a:endParaRPr lang="zh-CN" altLang="en-US" sz="105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594648" y="199911"/>
        <a:ext cx="905294" cy="482303"/>
      </dsp:txXfrm>
    </dsp:sp>
    <dsp:sp modelId="{46C46EFF-D58B-4C32-A605-AB030B188E8A}">
      <dsp:nvSpPr>
        <dsp:cNvPr id="0" name=""/>
        <dsp:cNvSpPr/>
      </dsp:nvSpPr>
      <dsp:spPr>
        <a:xfrm>
          <a:off x="3620518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kern="1200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3861670" y="199911"/>
        <a:ext cx="723454" cy="482303"/>
      </dsp:txXfrm>
    </dsp:sp>
    <dsp:sp modelId="{53248EB4-CEF6-4177-84FC-8846ABBB4977}">
      <dsp:nvSpPr>
        <dsp:cNvPr id="0" name=""/>
        <dsp:cNvSpPr/>
      </dsp:nvSpPr>
      <dsp:spPr>
        <a:xfrm>
          <a:off x="4705700" y="199911"/>
          <a:ext cx="1205757" cy="482303"/>
        </a:xfrm>
        <a:prstGeom prst="chevron">
          <a:avLst/>
        </a:prstGeom>
        <a:solidFill>
          <a:schemeClr val="accent3"/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故事撰写</a:t>
          </a:r>
        </a:p>
      </dsp:txBody>
      <dsp:txXfrm>
        <a:off x="4946852" y="199911"/>
        <a:ext cx="723454" cy="482303"/>
      </dsp:txXfrm>
    </dsp:sp>
    <dsp:sp modelId="{B980CE8B-C3C6-4D16-BF96-7D51B6888099}">
      <dsp:nvSpPr>
        <dsp:cNvPr id="0" name=""/>
        <dsp:cNvSpPr/>
      </dsp:nvSpPr>
      <dsp:spPr>
        <a:xfrm>
          <a:off x="5790882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 kern="1200">
            <a:latin typeface="微软雅黑" pitchFamily="34" charset="-122"/>
            <a:ea typeface="微软雅黑" pitchFamily="34" charset="-122"/>
          </a:endParaRP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050" b="1" kern="120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估算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6032034" y="199911"/>
        <a:ext cx="723454" cy="482303"/>
      </dsp:txXfrm>
    </dsp:sp>
    <dsp:sp modelId="{ABEC49F3-BDF7-424B-9830-26B6CE2FFD7D}">
      <dsp:nvSpPr>
        <dsp:cNvPr id="0" name=""/>
        <dsp:cNvSpPr/>
      </dsp:nvSpPr>
      <dsp:spPr>
        <a:xfrm>
          <a:off x="6876064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排期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7117216" y="199911"/>
        <a:ext cx="723454" cy="48230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23CAD-6F8C-40A0-A784-C0274A1DEA45}">
      <dsp:nvSpPr>
        <dsp:cNvPr id="0" name=""/>
        <dsp:cNvSpPr/>
      </dsp:nvSpPr>
      <dsp:spPr>
        <a:xfrm>
          <a:off x="1379468" y="1242209"/>
          <a:ext cx="691988" cy="4581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项目</a:t>
          </a:r>
        </a:p>
      </dsp:txBody>
      <dsp:txXfrm>
        <a:off x="1392888" y="1255629"/>
        <a:ext cx="665148" cy="431356"/>
      </dsp:txXfrm>
    </dsp:sp>
    <dsp:sp modelId="{BD91D27A-B8E7-4D60-8539-3F208CC4B893}">
      <dsp:nvSpPr>
        <dsp:cNvPr id="0" name=""/>
        <dsp:cNvSpPr/>
      </dsp:nvSpPr>
      <dsp:spPr>
        <a:xfrm rot="17049308">
          <a:off x="1643922" y="912625"/>
          <a:ext cx="1131864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1131864" y="9932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2181558" y="894261"/>
        <a:ext cx="56593" cy="56593"/>
      </dsp:txXfrm>
    </dsp:sp>
    <dsp:sp modelId="{A0DFE56D-EAE3-422B-BFAE-83E2B4CA3667}">
      <dsp:nvSpPr>
        <dsp:cNvPr id="0" name=""/>
        <dsp:cNvSpPr/>
      </dsp:nvSpPr>
      <dsp:spPr>
        <a:xfrm>
          <a:off x="2348252" y="121342"/>
          <a:ext cx="1094020" cy="504933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功能模块</a:t>
          </a:r>
          <a:r>
            <a:rPr lang="en-US" altLang="zh-CN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1</a:t>
          </a:r>
          <a:endParaRPr lang="zh-CN" altLang="en-US" sz="1400" kern="12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2363041" y="136131"/>
        <a:ext cx="1064442" cy="475355"/>
      </dsp:txXfrm>
    </dsp:sp>
    <dsp:sp modelId="{49F2E943-25E5-40BF-ACA6-302DB47E6904}">
      <dsp:nvSpPr>
        <dsp:cNvPr id="0" name=""/>
        <dsp:cNvSpPr/>
      </dsp:nvSpPr>
      <dsp:spPr>
        <a:xfrm rot="19457599">
          <a:off x="3410233" y="264402"/>
          <a:ext cx="340874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340874" y="993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3572148" y="265813"/>
        <a:ext cx="17043" cy="17043"/>
      </dsp:txXfrm>
    </dsp:sp>
    <dsp:sp modelId="{E15333E9-3920-4321-9FA6-4A7D4503E9A9}">
      <dsp:nvSpPr>
        <dsp:cNvPr id="0" name=""/>
        <dsp:cNvSpPr/>
      </dsp:nvSpPr>
      <dsp:spPr>
        <a:xfrm>
          <a:off x="3719068" y="1865"/>
          <a:ext cx="691988" cy="3459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Story1</a:t>
          </a:r>
          <a:endParaRPr lang="zh-CN" altLang="en-US" sz="1400" kern="12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3729202" y="11999"/>
        <a:ext cx="671720" cy="325726"/>
      </dsp:txXfrm>
    </dsp:sp>
    <dsp:sp modelId="{C0A50DF4-1F68-45A1-B041-14B0D2A94635}">
      <dsp:nvSpPr>
        <dsp:cNvPr id="0" name=""/>
        <dsp:cNvSpPr/>
      </dsp:nvSpPr>
      <dsp:spPr>
        <a:xfrm rot="2142401">
          <a:off x="3410233" y="463349"/>
          <a:ext cx="340874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340874" y="993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3572148" y="464760"/>
        <a:ext cx="17043" cy="17043"/>
      </dsp:txXfrm>
    </dsp:sp>
    <dsp:sp modelId="{746E69EF-6FC0-44A8-B25F-B50D211250C0}">
      <dsp:nvSpPr>
        <dsp:cNvPr id="0" name=""/>
        <dsp:cNvSpPr/>
      </dsp:nvSpPr>
      <dsp:spPr>
        <a:xfrm>
          <a:off x="3719068" y="399758"/>
          <a:ext cx="691988" cy="3459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Story2</a:t>
          </a:r>
          <a:endParaRPr lang="zh-CN" altLang="en-US" sz="1400" kern="12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3729202" y="409892"/>
        <a:ext cx="671720" cy="325726"/>
      </dsp:txXfrm>
    </dsp:sp>
    <dsp:sp modelId="{04775387-6AD9-4772-B97F-D9B250C9F1AE}">
      <dsp:nvSpPr>
        <dsp:cNvPr id="0" name=""/>
        <dsp:cNvSpPr/>
      </dsp:nvSpPr>
      <dsp:spPr>
        <a:xfrm rot="18752030">
          <a:off x="2005132" y="1310518"/>
          <a:ext cx="409445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409445" y="9932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2199618" y="1310215"/>
        <a:ext cx="20472" cy="20472"/>
      </dsp:txXfrm>
    </dsp:sp>
    <dsp:sp modelId="{B6872EA0-498C-432B-81CE-773E6A546FBF}">
      <dsp:nvSpPr>
        <dsp:cNvPr id="0" name=""/>
        <dsp:cNvSpPr/>
      </dsp:nvSpPr>
      <dsp:spPr>
        <a:xfrm>
          <a:off x="2348252" y="917129"/>
          <a:ext cx="1094020" cy="504933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功能模块</a:t>
          </a:r>
          <a:r>
            <a:rPr lang="en-US" altLang="zh-CN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2</a:t>
          </a:r>
          <a:endParaRPr lang="zh-CN" altLang="en-US" sz="1400" kern="12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2363041" y="931918"/>
        <a:ext cx="1064442" cy="475355"/>
      </dsp:txXfrm>
    </dsp:sp>
    <dsp:sp modelId="{DA2C8F47-D23A-45D0-80A9-10B454F82F56}">
      <dsp:nvSpPr>
        <dsp:cNvPr id="0" name=""/>
        <dsp:cNvSpPr/>
      </dsp:nvSpPr>
      <dsp:spPr>
        <a:xfrm rot="19457599">
          <a:off x="3410233" y="1060189"/>
          <a:ext cx="340874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340874" y="993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3572148" y="1061600"/>
        <a:ext cx="17043" cy="17043"/>
      </dsp:txXfrm>
    </dsp:sp>
    <dsp:sp modelId="{922313E2-558B-4FA4-B52B-5DB012BB1399}">
      <dsp:nvSpPr>
        <dsp:cNvPr id="0" name=""/>
        <dsp:cNvSpPr/>
      </dsp:nvSpPr>
      <dsp:spPr>
        <a:xfrm>
          <a:off x="3719068" y="797652"/>
          <a:ext cx="691988" cy="3459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Story3</a:t>
          </a:r>
          <a:endParaRPr lang="zh-CN" altLang="en-US" sz="1400" kern="12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3729202" y="807786"/>
        <a:ext cx="671720" cy="325726"/>
      </dsp:txXfrm>
    </dsp:sp>
    <dsp:sp modelId="{D3FA7FF3-E33B-4F5B-AACE-5212BDA07AC9}">
      <dsp:nvSpPr>
        <dsp:cNvPr id="0" name=""/>
        <dsp:cNvSpPr/>
      </dsp:nvSpPr>
      <dsp:spPr>
        <a:xfrm rot="2142401">
          <a:off x="3410233" y="1259136"/>
          <a:ext cx="340874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340874" y="993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3572148" y="1260547"/>
        <a:ext cx="17043" cy="17043"/>
      </dsp:txXfrm>
    </dsp:sp>
    <dsp:sp modelId="{A50BE990-1737-4E69-9A64-5D6AE7022A32}">
      <dsp:nvSpPr>
        <dsp:cNvPr id="0" name=""/>
        <dsp:cNvSpPr/>
      </dsp:nvSpPr>
      <dsp:spPr>
        <a:xfrm>
          <a:off x="3719068" y="1195545"/>
          <a:ext cx="691988" cy="3459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Story4</a:t>
          </a:r>
          <a:endParaRPr lang="zh-CN" altLang="en-US" sz="1400" kern="12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3729202" y="1205679"/>
        <a:ext cx="671720" cy="325726"/>
      </dsp:txXfrm>
    </dsp:sp>
    <dsp:sp modelId="{266C982A-A8C4-411B-ACED-D6552DA68FCB}">
      <dsp:nvSpPr>
        <dsp:cNvPr id="0" name=""/>
        <dsp:cNvSpPr/>
      </dsp:nvSpPr>
      <dsp:spPr>
        <a:xfrm rot="2810161">
          <a:off x="2007545" y="1608938"/>
          <a:ext cx="404619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404619" y="9932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2199739" y="1608756"/>
        <a:ext cx="20230" cy="20230"/>
      </dsp:txXfrm>
    </dsp:sp>
    <dsp:sp modelId="{AB27112A-E4A0-4E41-8D79-359CD44EA83E}">
      <dsp:nvSpPr>
        <dsp:cNvPr id="0" name=""/>
        <dsp:cNvSpPr/>
      </dsp:nvSpPr>
      <dsp:spPr>
        <a:xfrm>
          <a:off x="2348252" y="1513969"/>
          <a:ext cx="1122550" cy="504933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功能模块</a:t>
          </a:r>
          <a:r>
            <a:rPr lang="en-US" altLang="zh-CN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3</a:t>
          </a:r>
          <a:endParaRPr lang="zh-CN" altLang="en-US" sz="1400" kern="12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2363041" y="1528758"/>
        <a:ext cx="1092972" cy="475355"/>
      </dsp:txXfrm>
    </dsp:sp>
    <dsp:sp modelId="{1B7BC6B8-2D4F-42EE-ABD1-1B069B28A603}">
      <dsp:nvSpPr>
        <dsp:cNvPr id="0" name=""/>
        <dsp:cNvSpPr/>
      </dsp:nvSpPr>
      <dsp:spPr>
        <a:xfrm>
          <a:off x="3470803" y="1756503"/>
          <a:ext cx="276795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276795" y="993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3602281" y="1759516"/>
        <a:ext cx="13839" cy="13839"/>
      </dsp:txXfrm>
    </dsp:sp>
    <dsp:sp modelId="{3A3FCD00-A4FA-4A69-AE11-E1173961A8C2}">
      <dsp:nvSpPr>
        <dsp:cNvPr id="0" name=""/>
        <dsp:cNvSpPr/>
      </dsp:nvSpPr>
      <dsp:spPr>
        <a:xfrm>
          <a:off x="3747598" y="1593439"/>
          <a:ext cx="691988" cy="3459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Story5</a:t>
          </a:r>
          <a:endParaRPr lang="zh-CN" altLang="en-US" sz="1400" kern="12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3757732" y="1603573"/>
        <a:ext cx="671720" cy="325726"/>
      </dsp:txXfrm>
    </dsp:sp>
    <dsp:sp modelId="{A6AC96B6-44A1-4713-AECE-61A59E714C7B}">
      <dsp:nvSpPr>
        <dsp:cNvPr id="0" name=""/>
        <dsp:cNvSpPr/>
      </dsp:nvSpPr>
      <dsp:spPr>
        <a:xfrm rot="4545775">
          <a:off x="1647113" y="2006832"/>
          <a:ext cx="1125483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1125483" y="9932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2181717" y="1988628"/>
        <a:ext cx="56274" cy="56274"/>
      </dsp:txXfrm>
    </dsp:sp>
    <dsp:sp modelId="{72A2D913-9F80-42AC-AE7C-2316A373CC52}">
      <dsp:nvSpPr>
        <dsp:cNvPr id="0" name=""/>
        <dsp:cNvSpPr/>
      </dsp:nvSpPr>
      <dsp:spPr>
        <a:xfrm>
          <a:off x="2348252" y="2303173"/>
          <a:ext cx="1094020" cy="518098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功能模块</a:t>
          </a:r>
          <a:r>
            <a:rPr lang="en-US" altLang="zh-CN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4</a:t>
          </a:r>
          <a:endParaRPr lang="zh-CN" altLang="en-US" sz="1400" kern="12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2363427" y="2318348"/>
        <a:ext cx="1063670" cy="487748"/>
      </dsp:txXfrm>
    </dsp:sp>
    <dsp:sp modelId="{073E79F0-2A55-432E-9F26-DC054BCA8F1E}">
      <dsp:nvSpPr>
        <dsp:cNvPr id="0" name=""/>
        <dsp:cNvSpPr/>
      </dsp:nvSpPr>
      <dsp:spPr>
        <a:xfrm rot="18289469">
          <a:off x="3338320" y="2353343"/>
          <a:ext cx="484700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484700" y="993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3568552" y="2351158"/>
        <a:ext cx="24235" cy="24235"/>
      </dsp:txXfrm>
    </dsp:sp>
    <dsp:sp modelId="{526F1F5C-BBF4-4E56-9124-31A03B5BEB11}">
      <dsp:nvSpPr>
        <dsp:cNvPr id="0" name=""/>
        <dsp:cNvSpPr/>
      </dsp:nvSpPr>
      <dsp:spPr>
        <a:xfrm>
          <a:off x="3719068" y="1991332"/>
          <a:ext cx="691988" cy="3459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Story6</a:t>
          </a:r>
          <a:endParaRPr lang="zh-CN" altLang="en-US" sz="1400" kern="12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3729202" y="2001466"/>
        <a:ext cx="671720" cy="325726"/>
      </dsp:txXfrm>
    </dsp:sp>
    <dsp:sp modelId="{EAF31EE3-3EED-45D1-80EF-B4C0ABB388CA}">
      <dsp:nvSpPr>
        <dsp:cNvPr id="0" name=""/>
        <dsp:cNvSpPr/>
      </dsp:nvSpPr>
      <dsp:spPr>
        <a:xfrm>
          <a:off x="3442272" y="2552290"/>
          <a:ext cx="276795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276795" y="993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3573750" y="2555303"/>
        <a:ext cx="13839" cy="13839"/>
      </dsp:txXfrm>
    </dsp:sp>
    <dsp:sp modelId="{08C599EB-D4BD-485E-A2B6-31520AB133E0}">
      <dsp:nvSpPr>
        <dsp:cNvPr id="0" name=""/>
        <dsp:cNvSpPr/>
      </dsp:nvSpPr>
      <dsp:spPr>
        <a:xfrm>
          <a:off x="3719068" y="2389225"/>
          <a:ext cx="691988" cy="3459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Story7</a:t>
          </a:r>
          <a:endParaRPr lang="zh-CN" altLang="en-US" sz="1400" kern="12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3729202" y="2399359"/>
        <a:ext cx="671720" cy="325726"/>
      </dsp:txXfrm>
    </dsp:sp>
    <dsp:sp modelId="{9E5C0382-3E93-470D-8BC4-CFC49E28C3C4}">
      <dsp:nvSpPr>
        <dsp:cNvPr id="0" name=""/>
        <dsp:cNvSpPr/>
      </dsp:nvSpPr>
      <dsp:spPr>
        <a:xfrm rot="3310531">
          <a:off x="3338320" y="2751236"/>
          <a:ext cx="484700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484700" y="993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3568552" y="2749052"/>
        <a:ext cx="24235" cy="24235"/>
      </dsp:txXfrm>
    </dsp:sp>
    <dsp:sp modelId="{05EF6AAE-E2CB-4F3B-A38F-F5896AA4BBEE}">
      <dsp:nvSpPr>
        <dsp:cNvPr id="0" name=""/>
        <dsp:cNvSpPr/>
      </dsp:nvSpPr>
      <dsp:spPr>
        <a:xfrm>
          <a:off x="3719068" y="2787119"/>
          <a:ext cx="691988" cy="3459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Story8</a:t>
          </a:r>
          <a:endParaRPr lang="zh-CN" altLang="en-US" sz="1400" kern="12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3729202" y="2797253"/>
        <a:ext cx="671720" cy="32572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23CAD-6F8C-40A0-A784-C0274A1DEA45}">
      <dsp:nvSpPr>
        <dsp:cNvPr id="0" name=""/>
        <dsp:cNvSpPr/>
      </dsp:nvSpPr>
      <dsp:spPr>
        <a:xfrm>
          <a:off x="3861" y="1261298"/>
          <a:ext cx="777626" cy="3888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项目</a:t>
          </a:r>
        </a:p>
      </dsp:txBody>
      <dsp:txXfrm>
        <a:off x="15249" y="1272686"/>
        <a:ext cx="754850" cy="366037"/>
      </dsp:txXfrm>
    </dsp:sp>
    <dsp:sp modelId="{BD91D27A-B8E7-4D60-8539-3F208CC4B893}">
      <dsp:nvSpPr>
        <dsp:cNvPr id="0" name=""/>
        <dsp:cNvSpPr/>
      </dsp:nvSpPr>
      <dsp:spPr>
        <a:xfrm rot="17500715">
          <a:off x="515991" y="1053299"/>
          <a:ext cx="842044" cy="22324"/>
        </a:xfrm>
        <a:custGeom>
          <a:avLst/>
          <a:gdLst/>
          <a:ahLst/>
          <a:cxnLst/>
          <a:rect l="0" t="0" r="0" b="0"/>
          <a:pathLst>
            <a:path>
              <a:moveTo>
                <a:pt x="0" y="11162"/>
              </a:moveTo>
              <a:lnTo>
                <a:pt x="842044" y="11162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915962" y="1043410"/>
        <a:ext cx="42102" cy="42102"/>
      </dsp:txXfrm>
    </dsp:sp>
    <dsp:sp modelId="{A0DFE56D-EAE3-422B-BFAE-83E2B4CA3667}">
      <dsp:nvSpPr>
        <dsp:cNvPr id="0" name=""/>
        <dsp:cNvSpPr/>
      </dsp:nvSpPr>
      <dsp:spPr>
        <a:xfrm>
          <a:off x="1092538" y="478811"/>
          <a:ext cx="1092946" cy="388813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功能模块</a:t>
          </a:r>
          <a:r>
            <a:rPr lang="en-US" altLang="zh-CN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1</a:t>
          </a:r>
          <a:endParaRPr lang="zh-CN" altLang="en-US" sz="1400" kern="12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1103926" y="490199"/>
        <a:ext cx="1070170" cy="366037"/>
      </dsp:txXfrm>
    </dsp:sp>
    <dsp:sp modelId="{49F2E943-25E5-40BF-ACA6-302DB47E6904}">
      <dsp:nvSpPr>
        <dsp:cNvPr id="0" name=""/>
        <dsp:cNvSpPr/>
      </dsp:nvSpPr>
      <dsp:spPr>
        <a:xfrm>
          <a:off x="2185485" y="662056"/>
          <a:ext cx="311050" cy="22324"/>
        </a:xfrm>
        <a:custGeom>
          <a:avLst/>
          <a:gdLst/>
          <a:ahLst/>
          <a:cxnLst/>
          <a:rect l="0" t="0" r="0" b="0"/>
          <a:pathLst>
            <a:path>
              <a:moveTo>
                <a:pt x="0" y="11162"/>
              </a:moveTo>
              <a:lnTo>
                <a:pt x="311050" y="1116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2333235" y="665442"/>
        <a:ext cx="15552" cy="15552"/>
      </dsp:txXfrm>
    </dsp:sp>
    <dsp:sp modelId="{E15333E9-3920-4321-9FA6-4A7D4503E9A9}">
      <dsp:nvSpPr>
        <dsp:cNvPr id="0" name=""/>
        <dsp:cNvSpPr/>
      </dsp:nvSpPr>
      <dsp:spPr>
        <a:xfrm>
          <a:off x="2496536" y="478811"/>
          <a:ext cx="868010" cy="38881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Story1</a:t>
          </a:r>
          <a:endParaRPr lang="zh-CN" altLang="en-US" sz="1400" kern="12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2507924" y="490199"/>
        <a:ext cx="845234" cy="366037"/>
      </dsp:txXfrm>
    </dsp:sp>
    <dsp:sp modelId="{C0A50DF4-1F68-45A1-B041-14B0D2A94635}">
      <dsp:nvSpPr>
        <dsp:cNvPr id="0" name=""/>
        <dsp:cNvSpPr/>
      </dsp:nvSpPr>
      <dsp:spPr>
        <a:xfrm>
          <a:off x="3364547" y="662056"/>
          <a:ext cx="311050" cy="22324"/>
        </a:xfrm>
        <a:custGeom>
          <a:avLst/>
          <a:gdLst/>
          <a:ahLst/>
          <a:cxnLst/>
          <a:rect l="0" t="0" r="0" b="0"/>
          <a:pathLst>
            <a:path>
              <a:moveTo>
                <a:pt x="0" y="11162"/>
              </a:moveTo>
              <a:lnTo>
                <a:pt x="311050" y="1116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3512296" y="665442"/>
        <a:ext cx="15552" cy="15552"/>
      </dsp:txXfrm>
    </dsp:sp>
    <dsp:sp modelId="{746E69EF-6FC0-44A8-B25F-B50D211250C0}">
      <dsp:nvSpPr>
        <dsp:cNvPr id="0" name=""/>
        <dsp:cNvSpPr/>
      </dsp:nvSpPr>
      <dsp:spPr>
        <a:xfrm>
          <a:off x="3675598" y="478811"/>
          <a:ext cx="849067" cy="38881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Story2</a:t>
          </a:r>
          <a:endParaRPr lang="zh-CN" altLang="en-US" sz="1400" kern="12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3686986" y="490199"/>
        <a:ext cx="826291" cy="366037"/>
      </dsp:txXfrm>
    </dsp:sp>
    <dsp:sp modelId="{04775387-6AD9-4772-B97F-D9B250C9F1AE}">
      <dsp:nvSpPr>
        <dsp:cNvPr id="0" name=""/>
        <dsp:cNvSpPr/>
      </dsp:nvSpPr>
      <dsp:spPr>
        <a:xfrm rot="18770822">
          <a:off x="708314" y="1276867"/>
          <a:ext cx="457398" cy="22324"/>
        </a:xfrm>
        <a:custGeom>
          <a:avLst/>
          <a:gdLst/>
          <a:ahLst/>
          <a:cxnLst/>
          <a:rect l="0" t="0" r="0" b="0"/>
          <a:pathLst>
            <a:path>
              <a:moveTo>
                <a:pt x="0" y="11162"/>
              </a:moveTo>
              <a:lnTo>
                <a:pt x="457398" y="11162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925578" y="1276594"/>
        <a:ext cx="22869" cy="22869"/>
      </dsp:txXfrm>
    </dsp:sp>
    <dsp:sp modelId="{B6872EA0-498C-432B-81CE-773E6A546FBF}">
      <dsp:nvSpPr>
        <dsp:cNvPr id="0" name=""/>
        <dsp:cNvSpPr/>
      </dsp:nvSpPr>
      <dsp:spPr>
        <a:xfrm>
          <a:off x="1092538" y="925947"/>
          <a:ext cx="1094020" cy="388813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功能模块</a:t>
          </a:r>
          <a:r>
            <a:rPr lang="en-US" altLang="zh-CN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2</a:t>
          </a:r>
          <a:endParaRPr lang="zh-CN" altLang="en-US" sz="1400" kern="12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1103926" y="937335"/>
        <a:ext cx="1071244" cy="366037"/>
      </dsp:txXfrm>
    </dsp:sp>
    <dsp:sp modelId="{DA2C8F47-D23A-45D0-80A9-10B454F82F56}">
      <dsp:nvSpPr>
        <dsp:cNvPr id="0" name=""/>
        <dsp:cNvSpPr/>
      </dsp:nvSpPr>
      <dsp:spPr>
        <a:xfrm>
          <a:off x="2186559" y="1109191"/>
          <a:ext cx="311050" cy="22324"/>
        </a:xfrm>
        <a:custGeom>
          <a:avLst/>
          <a:gdLst/>
          <a:ahLst/>
          <a:cxnLst/>
          <a:rect l="0" t="0" r="0" b="0"/>
          <a:pathLst>
            <a:path>
              <a:moveTo>
                <a:pt x="0" y="11162"/>
              </a:moveTo>
              <a:lnTo>
                <a:pt x="311050" y="1116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2334308" y="1112577"/>
        <a:ext cx="15552" cy="15552"/>
      </dsp:txXfrm>
    </dsp:sp>
    <dsp:sp modelId="{922313E2-558B-4FA4-B52B-5DB012BB1399}">
      <dsp:nvSpPr>
        <dsp:cNvPr id="0" name=""/>
        <dsp:cNvSpPr/>
      </dsp:nvSpPr>
      <dsp:spPr>
        <a:xfrm>
          <a:off x="2497609" y="925947"/>
          <a:ext cx="868010" cy="38881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Story3</a:t>
          </a:r>
          <a:endParaRPr lang="zh-CN" altLang="en-US" sz="1400" kern="12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2508997" y="937335"/>
        <a:ext cx="845234" cy="366037"/>
      </dsp:txXfrm>
    </dsp:sp>
    <dsp:sp modelId="{D3FA7FF3-E33B-4F5B-AACE-5212BDA07AC9}">
      <dsp:nvSpPr>
        <dsp:cNvPr id="0" name=""/>
        <dsp:cNvSpPr/>
      </dsp:nvSpPr>
      <dsp:spPr>
        <a:xfrm>
          <a:off x="3365620" y="1109191"/>
          <a:ext cx="311050" cy="22324"/>
        </a:xfrm>
        <a:custGeom>
          <a:avLst/>
          <a:gdLst/>
          <a:ahLst/>
          <a:cxnLst/>
          <a:rect l="0" t="0" r="0" b="0"/>
          <a:pathLst>
            <a:path>
              <a:moveTo>
                <a:pt x="0" y="11162"/>
              </a:moveTo>
              <a:lnTo>
                <a:pt x="311050" y="1116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3513369" y="1112577"/>
        <a:ext cx="15552" cy="15552"/>
      </dsp:txXfrm>
    </dsp:sp>
    <dsp:sp modelId="{A50BE990-1737-4E69-9A64-5D6AE7022A32}">
      <dsp:nvSpPr>
        <dsp:cNvPr id="0" name=""/>
        <dsp:cNvSpPr/>
      </dsp:nvSpPr>
      <dsp:spPr>
        <a:xfrm>
          <a:off x="3676671" y="925947"/>
          <a:ext cx="849067" cy="38881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Story4</a:t>
          </a:r>
          <a:endParaRPr lang="zh-CN" altLang="en-US" sz="1400" kern="12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3688059" y="937335"/>
        <a:ext cx="826291" cy="366037"/>
      </dsp:txXfrm>
    </dsp:sp>
    <dsp:sp modelId="{266C982A-A8C4-411B-ACED-D6552DA68FCB}">
      <dsp:nvSpPr>
        <dsp:cNvPr id="0" name=""/>
        <dsp:cNvSpPr/>
      </dsp:nvSpPr>
      <dsp:spPr>
        <a:xfrm rot="1186030">
          <a:off x="771750" y="1500435"/>
          <a:ext cx="330527" cy="22324"/>
        </a:xfrm>
        <a:custGeom>
          <a:avLst/>
          <a:gdLst/>
          <a:ahLst/>
          <a:cxnLst/>
          <a:rect l="0" t="0" r="0" b="0"/>
          <a:pathLst>
            <a:path>
              <a:moveTo>
                <a:pt x="0" y="11162"/>
              </a:moveTo>
              <a:lnTo>
                <a:pt x="330527" y="11162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928750" y="1503334"/>
        <a:ext cx="16526" cy="16526"/>
      </dsp:txXfrm>
    </dsp:sp>
    <dsp:sp modelId="{AB27112A-E4A0-4E41-8D79-359CD44EA83E}">
      <dsp:nvSpPr>
        <dsp:cNvPr id="0" name=""/>
        <dsp:cNvSpPr/>
      </dsp:nvSpPr>
      <dsp:spPr>
        <a:xfrm>
          <a:off x="1092538" y="1373082"/>
          <a:ext cx="1094020" cy="388813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功能模块</a:t>
          </a:r>
          <a:r>
            <a:rPr lang="en-US" altLang="zh-CN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3</a:t>
          </a:r>
          <a:endParaRPr lang="zh-CN" altLang="en-US" sz="1400" kern="12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1103926" y="1384470"/>
        <a:ext cx="1071244" cy="366037"/>
      </dsp:txXfrm>
    </dsp:sp>
    <dsp:sp modelId="{1B7BC6B8-2D4F-42EE-ABD1-1B069B28A603}">
      <dsp:nvSpPr>
        <dsp:cNvPr id="0" name=""/>
        <dsp:cNvSpPr/>
      </dsp:nvSpPr>
      <dsp:spPr>
        <a:xfrm>
          <a:off x="2186559" y="1556327"/>
          <a:ext cx="311050" cy="22324"/>
        </a:xfrm>
        <a:custGeom>
          <a:avLst/>
          <a:gdLst/>
          <a:ahLst/>
          <a:cxnLst/>
          <a:rect l="0" t="0" r="0" b="0"/>
          <a:pathLst>
            <a:path>
              <a:moveTo>
                <a:pt x="0" y="11162"/>
              </a:moveTo>
              <a:lnTo>
                <a:pt x="311050" y="1116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2334308" y="1559713"/>
        <a:ext cx="15552" cy="15552"/>
      </dsp:txXfrm>
    </dsp:sp>
    <dsp:sp modelId="{3A3FCD00-A4FA-4A69-AE11-E1173961A8C2}">
      <dsp:nvSpPr>
        <dsp:cNvPr id="0" name=""/>
        <dsp:cNvSpPr/>
      </dsp:nvSpPr>
      <dsp:spPr>
        <a:xfrm>
          <a:off x="2497609" y="1373082"/>
          <a:ext cx="868010" cy="38881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Story5</a:t>
          </a:r>
          <a:endParaRPr lang="zh-CN" altLang="en-US" sz="1400" kern="12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2508997" y="1384470"/>
        <a:ext cx="845234" cy="366037"/>
      </dsp:txXfrm>
    </dsp:sp>
    <dsp:sp modelId="{A6AC96B6-44A1-4713-AECE-61A59E714C7B}">
      <dsp:nvSpPr>
        <dsp:cNvPr id="0" name=""/>
        <dsp:cNvSpPr/>
      </dsp:nvSpPr>
      <dsp:spPr>
        <a:xfrm rot="4099285">
          <a:off x="515991" y="1835787"/>
          <a:ext cx="842044" cy="22324"/>
        </a:xfrm>
        <a:custGeom>
          <a:avLst/>
          <a:gdLst/>
          <a:ahLst/>
          <a:cxnLst/>
          <a:rect l="0" t="0" r="0" b="0"/>
          <a:pathLst>
            <a:path>
              <a:moveTo>
                <a:pt x="0" y="11162"/>
              </a:moveTo>
              <a:lnTo>
                <a:pt x="842044" y="11162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915962" y="1825898"/>
        <a:ext cx="42102" cy="42102"/>
      </dsp:txXfrm>
    </dsp:sp>
    <dsp:sp modelId="{72A2D913-9F80-42AC-AE7C-2316A373CC52}">
      <dsp:nvSpPr>
        <dsp:cNvPr id="0" name=""/>
        <dsp:cNvSpPr/>
      </dsp:nvSpPr>
      <dsp:spPr>
        <a:xfrm>
          <a:off x="1092538" y="2043786"/>
          <a:ext cx="1094020" cy="388813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功能模块</a:t>
          </a:r>
          <a:r>
            <a:rPr lang="en-US" altLang="zh-CN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4</a:t>
          </a:r>
          <a:endParaRPr lang="zh-CN" altLang="en-US" sz="1400" kern="12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1103926" y="2055174"/>
        <a:ext cx="1071244" cy="366037"/>
      </dsp:txXfrm>
    </dsp:sp>
    <dsp:sp modelId="{073E79F0-2A55-432E-9F26-DC054BCA8F1E}">
      <dsp:nvSpPr>
        <dsp:cNvPr id="0" name=""/>
        <dsp:cNvSpPr/>
      </dsp:nvSpPr>
      <dsp:spPr>
        <a:xfrm rot="19457599">
          <a:off x="2150554" y="2115246"/>
          <a:ext cx="383060" cy="22324"/>
        </a:xfrm>
        <a:custGeom>
          <a:avLst/>
          <a:gdLst/>
          <a:ahLst/>
          <a:cxnLst/>
          <a:rect l="0" t="0" r="0" b="0"/>
          <a:pathLst>
            <a:path>
              <a:moveTo>
                <a:pt x="0" y="11162"/>
              </a:moveTo>
              <a:lnTo>
                <a:pt x="383060" y="1116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2332507" y="2116832"/>
        <a:ext cx="19153" cy="19153"/>
      </dsp:txXfrm>
    </dsp:sp>
    <dsp:sp modelId="{526F1F5C-BBF4-4E56-9124-31A03B5BEB11}">
      <dsp:nvSpPr>
        <dsp:cNvPr id="0" name=""/>
        <dsp:cNvSpPr/>
      </dsp:nvSpPr>
      <dsp:spPr>
        <a:xfrm>
          <a:off x="2497609" y="1820218"/>
          <a:ext cx="868010" cy="38881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Story6</a:t>
          </a:r>
          <a:endParaRPr lang="zh-CN" altLang="en-US" sz="1400" kern="12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2508997" y="1831606"/>
        <a:ext cx="845234" cy="366037"/>
      </dsp:txXfrm>
    </dsp:sp>
    <dsp:sp modelId="{EAF31EE3-3EED-45D1-80EF-B4C0ABB388CA}">
      <dsp:nvSpPr>
        <dsp:cNvPr id="0" name=""/>
        <dsp:cNvSpPr/>
      </dsp:nvSpPr>
      <dsp:spPr>
        <a:xfrm rot="2142401">
          <a:off x="2150554" y="2338814"/>
          <a:ext cx="383060" cy="22324"/>
        </a:xfrm>
        <a:custGeom>
          <a:avLst/>
          <a:gdLst/>
          <a:ahLst/>
          <a:cxnLst/>
          <a:rect l="0" t="0" r="0" b="0"/>
          <a:pathLst>
            <a:path>
              <a:moveTo>
                <a:pt x="0" y="11162"/>
              </a:moveTo>
              <a:lnTo>
                <a:pt x="383060" y="1116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2332507" y="2340400"/>
        <a:ext cx="19153" cy="19153"/>
      </dsp:txXfrm>
    </dsp:sp>
    <dsp:sp modelId="{08C599EB-D4BD-485E-A2B6-31520AB133E0}">
      <dsp:nvSpPr>
        <dsp:cNvPr id="0" name=""/>
        <dsp:cNvSpPr/>
      </dsp:nvSpPr>
      <dsp:spPr>
        <a:xfrm>
          <a:off x="2497609" y="2267353"/>
          <a:ext cx="868010" cy="38881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Story7</a:t>
          </a:r>
          <a:endParaRPr lang="zh-CN" altLang="en-US" sz="1400" kern="12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2508997" y="2278741"/>
        <a:ext cx="845234" cy="366037"/>
      </dsp:txXfrm>
    </dsp:sp>
    <dsp:sp modelId="{9E5C0382-3E93-470D-8BC4-CFC49E28C3C4}">
      <dsp:nvSpPr>
        <dsp:cNvPr id="0" name=""/>
        <dsp:cNvSpPr/>
      </dsp:nvSpPr>
      <dsp:spPr>
        <a:xfrm>
          <a:off x="3365620" y="2450598"/>
          <a:ext cx="311050" cy="22324"/>
        </a:xfrm>
        <a:custGeom>
          <a:avLst/>
          <a:gdLst/>
          <a:ahLst/>
          <a:cxnLst/>
          <a:rect l="0" t="0" r="0" b="0"/>
          <a:pathLst>
            <a:path>
              <a:moveTo>
                <a:pt x="0" y="11162"/>
              </a:moveTo>
              <a:lnTo>
                <a:pt x="311050" y="1116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3513369" y="2453984"/>
        <a:ext cx="15552" cy="15552"/>
      </dsp:txXfrm>
    </dsp:sp>
    <dsp:sp modelId="{05EF6AAE-E2CB-4F3B-A38F-F5896AA4BBEE}">
      <dsp:nvSpPr>
        <dsp:cNvPr id="0" name=""/>
        <dsp:cNvSpPr/>
      </dsp:nvSpPr>
      <dsp:spPr>
        <a:xfrm>
          <a:off x="3676671" y="2267353"/>
          <a:ext cx="849067" cy="38881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kern="1200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rPr>
            <a:t>Story8</a:t>
          </a:r>
          <a:endParaRPr lang="zh-CN" altLang="en-US" sz="1400" kern="1200" dirty="0">
            <a:solidFill>
              <a:schemeClr val="tx1"/>
            </a:solidFill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3688059" y="2278741"/>
        <a:ext cx="826291" cy="36603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292" y="154727"/>
          <a:ext cx="1387597" cy="482303"/>
        </a:xfrm>
        <a:prstGeom prst="chevron">
          <a:avLst/>
        </a:pr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sp:txBody>
      <dsp:txXfrm>
        <a:off x="242444" y="154727"/>
        <a:ext cx="905294" cy="482303"/>
      </dsp:txXfrm>
    </dsp:sp>
    <dsp:sp modelId="{1ACE4CFD-9202-455E-AB4C-BA16B8AF85CA}">
      <dsp:nvSpPr>
        <dsp:cNvPr id="0" name=""/>
        <dsp:cNvSpPr/>
      </dsp:nvSpPr>
      <dsp:spPr>
        <a:xfrm>
          <a:off x="1268314" y="154727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kern="1200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509466" y="154727"/>
        <a:ext cx="723454" cy="482303"/>
      </dsp:txXfrm>
    </dsp:sp>
    <dsp:sp modelId="{A86E4080-92AD-4939-B332-E07C48764045}">
      <dsp:nvSpPr>
        <dsp:cNvPr id="0" name=""/>
        <dsp:cNvSpPr/>
      </dsp:nvSpPr>
      <dsp:spPr>
        <a:xfrm>
          <a:off x="2353496" y="154727"/>
          <a:ext cx="138759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 kern="120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体验路径</a:t>
          </a:r>
          <a:endParaRPr lang="zh-CN" altLang="en-US" sz="105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594648" y="154727"/>
        <a:ext cx="905294" cy="482303"/>
      </dsp:txXfrm>
    </dsp:sp>
    <dsp:sp modelId="{46C46EFF-D58B-4C32-A605-AB030B188E8A}">
      <dsp:nvSpPr>
        <dsp:cNvPr id="0" name=""/>
        <dsp:cNvSpPr/>
      </dsp:nvSpPr>
      <dsp:spPr>
        <a:xfrm>
          <a:off x="3620518" y="154727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kern="1200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3861670" y="154727"/>
        <a:ext cx="723454" cy="482303"/>
      </dsp:txXfrm>
    </dsp:sp>
    <dsp:sp modelId="{53248EB4-CEF6-4177-84FC-8846ABBB4977}">
      <dsp:nvSpPr>
        <dsp:cNvPr id="0" name=""/>
        <dsp:cNvSpPr/>
      </dsp:nvSpPr>
      <dsp:spPr>
        <a:xfrm>
          <a:off x="4705700" y="154727"/>
          <a:ext cx="1205757" cy="482303"/>
        </a:xfrm>
        <a:prstGeom prst="chevron">
          <a:avLst/>
        </a:prstGeom>
        <a:solidFill>
          <a:schemeClr val="accent3"/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故事撰写</a:t>
          </a:r>
        </a:p>
      </dsp:txBody>
      <dsp:txXfrm>
        <a:off x="4946852" y="154727"/>
        <a:ext cx="723454" cy="482303"/>
      </dsp:txXfrm>
    </dsp:sp>
    <dsp:sp modelId="{B980CE8B-C3C6-4D16-BF96-7D51B6888099}">
      <dsp:nvSpPr>
        <dsp:cNvPr id="0" name=""/>
        <dsp:cNvSpPr/>
      </dsp:nvSpPr>
      <dsp:spPr>
        <a:xfrm>
          <a:off x="5790882" y="154727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 kern="1200">
            <a:latin typeface="微软雅黑" pitchFamily="34" charset="-122"/>
            <a:ea typeface="微软雅黑" pitchFamily="34" charset="-122"/>
          </a:endParaRP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050" b="1" kern="120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估算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6032034" y="154727"/>
        <a:ext cx="723454" cy="482303"/>
      </dsp:txXfrm>
    </dsp:sp>
    <dsp:sp modelId="{ABEC49F3-BDF7-424B-9830-26B6CE2FFD7D}">
      <dsp:nvSpPr>
        <dsp:cNvPr id="0" name=""/>
        <dsp:cNvSpPr/>
      </dsp:nvSpPr>
      <dsp:spPr>
        <a:xfrm>
          <a:off x="6876064" y="154727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排期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7117216" y="154727"/>
        <a:ext cx="723454" cy="482303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292" y="199911"/>
          <a:ext cx="1387597" cy="482303"/>
        </a:xfrm>
        <a:prstGeom prst="chevron">
          <a:avLst/>
        </a:pr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sp:txBody>
      <dsp:txXfrm>
        <a:off x="242444" y="199911"/>
        <a:ext cx="905294" cy="482303"/>
      </dsp:txXfrm>
    </dsp:sp>
    <dsp:sp modelId="{1ACE4CFD-9202-455E-AB4C-BA16B8AF85CA}">
      <dsp:nvSpPr>
        <dsp:cNvPr id="0" name=""/>
        <dsp:cNvSpPr/>
      </dsp:nvSpPr>
      <dsp:spPr>
        <a:xfrm>
          <a:off x="1268314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kern="1200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509466" y="199911"/>
        <a:ext cx="723454" cy="482303"/>
      </dsp:txXfrm>
    </dsp:sp>
    <dsp:sp modelId="{A86E4080-92AD-4939-B332-E07C48764045}">
      <dsp:nvSpPr>
        <dsp:cNvPr id="0" name=""/>
        <dsp:cNvSpPr/>
      </dsp:nvSpPr>
      <dsp:spPr>
        <a:xfrm>
          <a:off x="2353496" y="199911"/>
          <a:ext cx="138759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 kern="120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体验路径</a:t>
          </a:r>
          <a:endParaRPr lang="zh-CN" altLang="en-US" sz="105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594648" y="199911"/>
        <a:ext cx="905294" cy="482303"/>
      </dsp:txXfrm>
    </dsp:sp>
    <dsp:sp modelId="{46C46EFF-D58B-4C32-A605-AB030B188E8A}">
      <dsp:nvSpPr>
        <dsp:cNvPr id="0" name=""/>
        <dsp:cNvSpPr/>
      </dsp:nvSpPr>
      <dsp:spPr>
        <a:xfrm>
          <a:off x="3620518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kern="1200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3861670" y="199911"/>
        <a:ext cx="723454" cy="482303"/>
      </dsp:txXfrm>
    </dsp:sp>
    <dsp:sp modelId="{53248EB4-CEF6-4177-84FC-8846ABBB4977}">
      <dsp:nvSpPr>
        <dsp:cNvPr id="0" name=""/>
        <dsp:cNvSpPr/>
      </dsp:nvSpPr>
      <dsp:spPr>
        <a:xfrm>
          <a:off x="4705700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故事撰写</a:t>
          </a:r>
        </a:p>
      </dsp:txBody>
      <dsp:txXfrm>
        <a:off x="4946852" y="199911"/>
        <a:ext cx="723454" cy="482303"/>
      </dsp:txXfrm>
    </dsp:sp>
    <dsp:sp modelId="{B980CE8B-C3C6-4D16-BF96-7D51B6888099}">
      <dsp:nvSpPr>
        <dsp:cNvPr id="0" name=""/>
        <dsp:cNvSpPr/>
      </dsp:nvSpPr>
      <dsp:spPr>
        <a:xfrm>
          <a:off x="5790882" y="199911"/>
          <a:ext cx="1205757" cy="482303"/>
        </a:xfrm>
        <a:prstGeom prst="chevron">
          <a:avLst/>
        </a:prstGeom>
        <a:solidFill>
          <a:schemeClr val="accent3"/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 kern="1200" dirty="0">
            <a:latin typeface="微软雅黑" pitchFamily="34" charset="-122"/>
            <a:ea typeface="微软雅黑" pitchFamily="34" charset="-122"/>
          </a:endParaRP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050" b="1" kern="1200" dirty="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估算</a:t>
          </a:r>
        </a:p>
      </dsp:txBody>
      <dsp:txXfrm>
        <a:off x="6032034" y="199911"/>
        <a:ext cx="723454" cy="482303"/>
      </dsp:txXfrm>
    </dsp:sp>
    <dsp:sp modelId="{ABEC49F3-BDF7-424B-9830-26B6CE2FFD7D}">
      <dsp:nvSpPr>
        <dsp:cNvPr id="0" name=""/>
        <dsp:cNvSpPr/>
      </dsp:nvSpPr>
      <dsp:spPr>
        <a:xfrm>
          <a:off x="6876064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排期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7117216" y="199911"/>
        <a:ext cx="723454" cy="482303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292" y="199911"/>
          <a:ext cx="1387597" cy="482303"/>
        </a:xfrm>
        <a:prstGeom prst="chevron">
          <a:avLst/>
        </a:pr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sp:txBody>
      <dsp:txXfrm>
        <a:off x="242444" y="199911"/>
        <a:ext cx="905294" cy="482303"/>
      </dsp:txXfrm>
    </dsp:sp>
    <dsp:sp modelId="{1ACE4CFD-9202-455E-AB4C-BA16B8AF85CA}">
      <dsp:nvSpPr>
        <dsp:cNvPr id="0" name=""/>
        <dsp:cNvSpPr/>
      </dsp:nvSpPr>
      <dsp:spPr>
        <a:xfrm>
          <a:off x="1268314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kern="1200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509466" y="199911"/>
        <a:ext cx="723454" cy="482303"/>
      </dsp:txXfrm>
    </dsp:sp>
    <dsp:sp modelId="{A86E4080-92AD-4939-B332-E07C48764045}">
      <dsp:nvSpPr>
        <dsp:cNvPr id="0" name=""/>
        <dsp:cNvSpPr/>
      </dsp:nvSpPr>
      <dsp:spPr>
        <a:xfrm>
          <a:off x="2353496" y="199911"/>
          <a:ext cx="138759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 kern="120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体验路径</a:t>
          </a:r>
          <a:endParaRPr lang="zh-CN" altLang="en-US" sz="105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594648" y="199911"/>
        <a:ext cx="905294" cy="482303"/>
      </dsp:txXfrm>
    </dsp:sp>
    <dsp:sp modelId="{46C46EFF-D58B-4C32-A605-AB030B188E8A}">
      <dsp:nvSpPr>
        <dsp:cNvPr id="0" name=""/>
        <dsp:cNvSpPr/>
      </dsp:nvSpPr>
      <dsp:spPr>
        <a:xfrm>
          <a:off x="3620518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kern="1200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3861670" y="199911"/>
        <a:ext cx="723454" cy="482303"/>
      </dsp:txXfrm>
    </dsp:sp>
    <dsp:sp modelId="{53248EB4-CEF6-4177-84FC-8846ABBB4977}">
      <dsp:nvSpPr>
        <dsp:cNvPr id="0" name=""/>
        <dsp:cNvSpPr/>
      </dsp:nvSpPr>
      <dsp:spPr>
        <a:xfrm>
          <a:off x="4705700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故事撰写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4946852" y="199911"/>
        <a:ext cx="723454" cy="482303"/>
      </dsp:txXfrm>
    </dsp:sp>
    <dsp:sp modelId="{B980CE8B-C3C6-4D16-BF96-7D51B6888099}">
      <dsp:nvSpPr>
        <dsp:cNvPr id="0" name=""/>
        <dsp:cNvSpPr/>
      </dsp:nvSpPr>
      <dsp:spPr>
        <a:xfrm>
          <a:off x="5790882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 kern="1200">
            <a:latin typeface="微软雅黑" pitchFamily="34" charset="-122"/>
            <a:ea typeface="微软雅黑" pitchFamily="34" charset="-122"/>
          </a:endParaRP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050" b="1" kern="120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估算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6032034" y="199911"/>
        <a:ext cx="723454" cy="482303"/>
      </dsp:txXfrm>
    </dsp:sp>
    <dsp:sp modelId="{ABEC49F3-BDF7-424B-9830-26B6CE2FFD7D}">
      <dsp:nvSpPr>
        <dsp:cNvPr id="0" name=""/>
        <dsp:cNvSpPr/>
      </dsp:nvSpPr>
      <dsp:spPr>
        <a:xfrm>
          <a:off x="6876064" y="199911"/>
          <a:ext cx="1205757" cy="482303"/>
        </a:xfrm>
        <a:prstGeom prst="chevron">
          <a:avLst/>
        </a:prstGeom>
        <a:solidFill>
          <a:schemeClr val="accent3"/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排期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7117216" y="199911"/>
        <a:ext cx="723454" cy="482303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292" y="199911"/>
          <a:ext cx="1387597" cy="482303"/>
        </a:xfrm>
        <a:prstGeom prst="chevron">
          <a:avLst/>
        </a:pr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sp:txBody>
      <dsp:txXfrm>
        <a:off x="242444" y="199911"/>
        <a:ext cx="905294" cy="482303"/>
      </dsp:txXfrm>
    </dsp:sp>
    <dsp:sp modelId="{1ACE4CFD-9202-455E-AB4C-BA16B8AF85CA}">
      <dsp:nvSpPr>
        <dsp:cNvPr id="0" name=""/>
        <dsp:cNvSpPr/>
      </dsp:nvSpPr>
      <dsp:spPr>
        <a:xfrm>
          <a:off x="1268314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kern="1200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509466" y="199911"/>
        <a:ext cx="723454" cy="482303"/>
      </dsp:txXfrm>
    </dsp:sp>
    <dsp:sp modelId="{A86E4080-92AD-4939-B332-E07C48764045}">
      <dsp:nvSpPr>
        <dsp:cNvPr id="0" name=""/>
        <dsp:cNvSpPr/>
      </dsp:nvSpPr>
      <dsp:spPr>
        <a:xfrm>
          <a:off x="2353496" y="199911"/>
          <a:ext cx="138759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 kern="120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体验路径</a:t>
          </a:r>
          <a:endParaRPr lang="zh-CN" altLang="en-US" sz="105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594648" y="199911"/>
        <a:ext cx="905294" cy="482303"/>
      </dsp:txXfrm>
    </dsp:sp>
    <dsp:sp modelId="{46C46EFF-D58B-4C32-A605-AB030B188E8A}">
      <dsp:nvSpPr>
        <dsp:cNvPr id="0" name=""/>
        <dsp:cNvSpPr/>
      </dsp:nvSpPr>
      <dsp:spPr>
        <a:xfrm>
          <a:off x="3620518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kern="1200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3861670" y="199911"/>
        <a:ext cx="723454" cy="482303"/>
      </dsp:txXfrm>
    </dsp:sp>
    <dsp:sp modelId="{53248EB4-CEF6-4177-84FC-8846ABBB4977}">
      <dsp:nvSpPr>
        <dsp:cNvPr id="0" name=""/>
        <dsp:cNvSpPr/>
      </dsp:nvSpPr>
      <dsp:spPr>
        <a:xfrm>
          <a:off x="4705700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故事撰写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4946852" y="199911"/>
        <a:ext cx="723454" cy="482303"/>
      </dsp:txXfrm>
    </dsp:sp>
    <dsp:sp modelId="{B980CE8B-C3C6-4D16-BF96-7D51B6888099}">
      <dsp:nvSpPr>
        <dsp:cNvPr id="0" name=""/>
        <dsp:cNvSpPr/>
      </dsp:nvSpPr>
      <dsp:spPr>
        <a:xfrm>
          <a:off x="5790882" y="199911"/>
          <a:ext cx="1205757" cy="48230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 kern="1200">
            <a:latin typeface="微软雅黑" pitchFamily="34" charset="-122"/>
            <a:ea typeface="微软雅黑" pitchFamily="34" charset="-122"/>
          </a:endParaRP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050" b="1" kern="120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估算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6032034" y="199911"/>
        <a:ext cx="723454" cy="482303"/>
      </dsp:txXfrm>
    </dsp:sp>
    <dsp:sp modelId="{ABEC49F3-BDF7-424B-9830-26B6CE2FFD7D}">
      <dsp:nvSpPr>
        <dsp:cNvPr id="0" name=""/>
        <dsp:cNvSpPr/>
      </dsp:nvSpPr>
      <dsp:spPr>
        <a:xfrm>
          <a:off x="6876064" y="199911"/>
          <a:ext cx="1205757" cy="482303"/>
        </a:xfrm>
        <a:prstGeom prst="chevron">
          <a:avLst/>
        </a:prstGeom>
        <a:solidFill>
          <a:schemeClr val="accent3"/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排期</a:t>
          </a:r>
        </a:p>
      </dsp:txBody>
      <dsp:txXfrm>
        <a:off x="7117216" y="199911"/>
        <a:ext cx="723454" cy="482303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3749" y="0"/>
          <a:ext cx="2182598" cy="63804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迭代计划</a:t>
          </a:r>
        </a:p>
      </dsp:txBody>
      <dsp:txXfrm>
        <a:off x="322774" y="0"/>
        <a:ext cx="1544549" cy="638049"/>
      </dsp:txXfrm>
    </dsp:sp>
    <dsp:sp modelId="{1ACE4CFD-9202-455E-AB4C-BA16B8AF85CA}">
      <dsp:nvSpPr>
        <dsp:cNvPr id="0" name=""/>
        <dsp:cNvSpPr/>
      </dsp:nvSpPr>
      <dsp:spPr>
        <a:xfrm>
          <a:off x="1968088" y="0"/>
          <a:ext cx="2182598" cy="63804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6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开发</a:t>
          </a:r>
          <a:endParaRPr lang="zh-CN" altLang="en-US" sz="16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287113" y="0"/>
        <a:ext cx="1544549" cy="638049"/>
      </dsp:txXfrm>
    </dsp:sp>
    <dsp:sp modelId="{A86E4080-92AD-4939-B332-E07C48764045}">
      <dsp:nvSpPr>
        <dsp:cNvPr id="0" name=""/>
        <dsp:cNvSpPr/>
      </dsp:nvSpPr>
      <dsp:spPr>
        <a:xfrm>
          <a:off x="3932427" y="0"/>
          <a:ext cx="2182598" cy="63804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6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Showcase</a:t>
          </a:r>
          <a:endParaRPr lang="zh-CN" altLang="en-US" sz="16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251452" y="0"/>
        <a:ext cx="1544549" cy="638049"/>
      </dsp:txXfrm>
    </dsp:sp>
    <dsp:sp modelId="{46C46EFF-D58B-4C32-A605-AB030B188E8A}">
      <dsp:nvSpPr>
        <dsp:cNvPr id="0" name=""/>
        <dsp:cNvSpPr/>
      </dsp:nvSpPr>
      <dsp:spPr>
        <a:xfrm>
          <a:off x="5896766" y="0"/>
          <a:ext cx="2182598" cy="63804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600" b="1" kern="1200">
              <a:latin typeface="微软雅黑" pitchFamily="34" charset="-122"/>
              <a:ea typeface="微软雅黑" pitchFamily="34" charset="-122"/>
            </a:rPr>
            <a:t>Retro</a:t>
          </a:r>
          <a:endParaRPr lang="en-US" altLang="zh-CN" sz="160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6215791" y="0"/>
        <a:ext cx="1544549" cy="638049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3749" y="0"/>
          <a:ext cx="2182598" cy="638049"/>
        </a:xfrm>
        <a:prstGeom prst="chevron">
          <a:avLst/>
        </a:prstGeom>
        <a:solidFill>
          <a:srgbClr val="9CBB5A"/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迭代计划</a:t>
          </a:r>
        </a:p>
      </dsp:txBody>
      <dsp:txXfrm>
        <a:off x="322774" y="0"/>
        <a:ext cx="1544549" cy="638049"/>
      </dsp:txXfrm>
    </dsp:sp>
    <dsp:sp modelId="{1ACE4CFD-9202-455E-AB4C-BA16B8AF85CA}">
      <dsp:nvSpPr>
        <dsp:cNvPr id="0" name=""/>
        <dsp:cNvSpPr/>
      </dsp:nvSpPr>
      <dsp:spPr>
        <a:xfrm>
          <a:off x="1968088" y="0"/>
          <a:ext cx="2182598" cy="63804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6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开发</a:t>
          </a:r>
          <a:endParaRPr lang="zh-CN" altLang="en-US" sz="16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287113" y="0"/>
        <a:ext cx="1544549" cy="638049"/>
      </dsp:txXfrm>
    </dsp:sp>
    <dsp:sp modelId="{A86E4080-92AD-4939-B332-E07C48764045}">
      <dsp:nvSpPr>
        <dsp:cNvPr id="0" name=""/>
        <dsp:cNvSpPr/>
      </dsp:nvSpPr>
      <dsp:spPr>
        <a:xfrm>
          <a:off x="3932427" y="0"/>
          <a:ext cx="2182598" cy="63804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6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Showcase</a:t>
          </a:r>
          <a:endParaRPr lang="zh-CN" altLang="en-US" sz="16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251452" y="0"/>
        <a:ext cx="1544549" cy="638049"/>
      </dsp:txXfrm>
    </dsp:sp>
    <dsp:sp modelId="{46C46EFF-D58B-4C32-A605-AB030B188E8A}">
      <dsp:nvSpPr>
        <dsp:cNvPr id="0" name=""/>
        <dsp:cNvSpPr/>
      </dsp:nvSpPr>
      <dsp:spPr>
        <a:xfrm>
          <a:off x="5896766" y="0"/>
          <a:ext cx="2182598" cy="63804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600" b="1" kern="1200">
              <a:latin typeface="微软雅黑" pitchFamily="34" charset="-122"/>
              <a:ea typeface="微软雅黑" pitchFamily="34" charset="-122"/>
            </a:rPr>
            <a:t>Retro</a:t>
          </a:r>
          <a:endParaRPr lang="en-US" altLang="zh-CN" sz="160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6215791" y="0"/>
        <a:ext cx="1544549" cy="638049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3749" y="0"/>
          <a:ext cx="2182598" cy="482865"/>
        </a:xfrm>
        <a:prstGeom prst="chevron">
          <a:avLst/>
        </a:prstGeom>
        <a:solidFill>
          <a:srgbClr val="9CBB5A"/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迭代计划</a:t>
          </a:r>
        </a:p>
      </dsp:txBody>
      <dsp:txXfrm>
        <a:off x="245182" y="0"/>
        <a:ext cx="1699733" cy="482865"/>
      </dsp:txXfrm>
    </dsp:sp>
    <dsp:sp modelId="{1ACE4CFD-9202-455E-AB4C-BA16B8AF85CA}">
      <dsp:nvSpPr>
        <dsp:cNvPr id="0" name=""/>
        <dsp:cNvSpPr/>
      </dsp:nvSpPr>
      <dsp:spPr>
        <a:xfrm>
          <a:off x="1968088" y="0"/>
          <a:ext cx="2182598" cy="48286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6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开发</a:t>
          </a:r>
          <a:endParaRPr lang="zh-CN" altLang="en-US" sz="16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209521" y="0"/>
        <a:ext cx="1699733" cy="482865"/>
      </dsp:txXfrm>
    </dsp:sp>
    <dsp:sp modelId="{A86E4080-92AD-4939-B332-E07C48764045}">
      <dsp:nvSpPr>
        <dsp:cNvPr id="0" name=""/>
        <dsp:cNvSpPr/>
      </dsp:nvSpPr>
      <dsp:spPr>
        <a:xfrm>
          <a:off x="3932427" y="0"/>
          <a:ext cx="2182598" cy="48286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6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Showcase</a:t>
          </a:r>
          <a:endParaRPr lang="zh-CN" altLang="en-US" sz="16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173860" y="0"/>
        <a:ext cx="1699733" cy="482865"/>
      </dsp:txXfrm>
    </dsp:sp>
    <dsp:sp modelId="{46C46EFF-D58B-4C32-A605-AB030B188E8A}">
      <dsp:nvSpPr>
        <dsp:cNvPr id="0" name=""/>
        <dsp:cNvSpPr/>
      </dsp:nvSpPr>
      <dsp:spPr>
        <a:xfrm>
          <a:off x="5896766" y="0"/>
          <a:ext cx="2182598" cy="48286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600" b="1" kern="1200">
              <a:latin typeface="微软雅黑" pitchFamily="34" charset="-122"/>
              <a:ea typeface="微软雅黑" pitchFamily="34" charset="-122"/>
            </a:rPr>
            <a:t>Retro</a:t>
          </a:r>
          <a:endParaRPr lang="en-US" altLang="zh-CN" sz="160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6138199" y="0"/>
        <a:ext cx="1699733" cy="482865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3749" y="0"/>
          <a:ext cx="2182598" cy="482807"/>
        </a:xfrm>
        <a:prstGeom prst="chevron">
          <a:avLst/>
        </a:pr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迭代计划</a:t>
          </a:r>
        </a:p>
      </dsp:txBody>
      <dsp:txXfrm>
        <a:off x="245153" y="0"/>
        <a:ext cx="1699791" cy="482807"/>
      </dsp:txXfrm>
    </dsp:sp>
    <dsp:sp modelId="{1ACE4CFD-9202-455E-AB4C-BA16B8AF85CA}">
      <dsp:nvSpPr>
        <dsp:cNvPr id="0" name=""/>
        <dsp:cNvSpPr/>
      </dsp:nvSpPr>
      <dsp:spPr>
        <a:xfrm>
          <a:off x="1968088" y="0"/>
          <a:ext cx="2182598" cy="482807"/>
        </a:xfrm>
        <a:prstGeom prst="chevron">
          <a:avLst/>
        </a:prstGeom>
        <a:solidFill>
          <a:schemeClr val="accent3"/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开发</a:t>
          </a:r>
        </a:p>
      </dsp:txBody>
      <dsp:txXfrm>
        <a:off x="2209492" y="0"/>
        <a:ext cx="1699791" cy="482807"/>
      </dsp:txXfrm>
    </dsp:sp>
    <dsp:sp modelId="{A86E4080-92AD-4939-B332-E07C48764045}">
      <dsp:nvSpPr>
        <dsp:cNvPr id="0" name=""/>
        <dsp:cNvSpPr/>
      </dsp:nvSpPr>
      <dsp:spPr>
        <a:xfrm>
          <a:off x="3932427" y="0"/>
          <a:ext cx="2182598" cy="48280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Showcase</a:t>
          </a:r>
          <a:endParaRPr lang="zh-CN" altLang="en-US" sz="16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173831" y="0"/>
        <a:ext cx="1699791" cy="482807"/>
      </dsp:txXfrm>
    </dsp:sp>
    <dsp:sp modelId="{46C46EFF-D58B-4C32-A605-AB030B188E8A}">
      <dsp:nvSpPr>
        <dsp:cNvPr id="0" name=""/>
        <dsp:cNvSpPr/>
      </dsp:nvSpPr>
      <dsp:spPr>
        <a:xfrm>
          <a:off x="5896766" y="0"/>
          <a:ext cx="2182598" cy="48280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600" b="1" kern="1200">
              <a:latin typeface="微软雅黑" pitchFamily="34" charset="-122"/>
              <a:ea typeface="微软雅黑" pitchFamily="34" charset="-122"/>
            </a:rPr>
            <a:t>Retro</a:t>
          </a:r>
          <a:endParaRPr lang="en-US" altLang="zh-CN" sz="160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6138170" y="0"/>
        <a:ext cx="1699791" cy="482807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3749" y="0"/>
          <a:ext cx="2182598" cy="570054"/>
        </a:xfrm>
        <a:prstGeom prst="chevron">
          <a:avLst/>
        </a:pr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迭代计划</a:t>
          </a:r>
        </a:p>
      </dsp:txBody>
      <dsp:txXfrm>
        <a:off x="288776" y="0"/>
        <a:ext cx="1612544" cy="570054"/>
      </dsp:txXfrm>
    </dsp:sp>
    <dsp:sp modelId="{1ACE4CFD-9202-455E-AB4C-BA16B8AF85CA}">
      <dsp:nvSpPr>
        <dsp:cNvPr id="0" name=""/>
        <dsp:cNvSpPr/>
      </dsp:nvSpPr>
      <dsp:spPr>
        <a:xfrm>
          <a:off x="1968088" y="0"/>
          <a:ext cx="2182598" cy="570054"/>
        </a:xfrm>
        <a:prstGeom prst="chevron">
          <a:avLst/>
        </a:prstGeom>
        <a:solidFill>
          <a:schemeClr val="accent3"/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开发</a:t>
          </a:r>
        </a:p>
      </dsp:txBody>
      <dsp:txXfrm>
        <a:off x="2253115" y="0"/>
        <a:ext cx="1612544" cy="570054"/>
      </dsp:txXfrm>
    </dsp:sp>
    <dsp:sp modelId="{A86E4080-92AD-4939-B332-E07C48764045}">
      <dsp:nvSpPr>
        <dsp:cNvPr id="0" name=""/>
        <dsp:cNvSpPr/>
      </dsp:nvSpPr>
      <dsp:spPr>
        <a:xfrm>
          <a:off x="3932427" y="0"/>
          <a:ext cx="2182598" cy="57005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6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Showcase</a:t>
          </a:r>
          <a:endParaRPr lang="zh-CN" altLang="en-US" sz="16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217454" y="0"/>
        <a:ext cx="1612544" cy="570054"/>
      </dsp:txXfrm>
    </dsp:sp>
    <dsp:sp modelId="{46C46EFF-D58B-4C32-A605-AB030B188E8A}">
      <dsp:nvSpPr>
        <dsp:cNvPr id="0" name=""/>
        <dsp:cNvSpPr/>
      </dsp:nvSpPr>
      <dsp:spPr>
        <a:xfrm>
          <a:off x="5896766" y="0"/>
          <a:ext cx="2182598" cy="57005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600" b="1" kern="1200">
              <a:latin typeface="微软雅黑" pitchFamily="34" charset="-122"/>
              <a:ea typeface="微软雅黑" pitchFamily="34" charset="-122"/>
            </a:rPr>
            <a:t>Retro</a:t>
          </a:r>
          <a:endParaRPr lang="en-US" altLang="zh-CN" sz="160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6181793" y="0"/>
        <a:ext cx="1612544" cy="570054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3749" y="0"/>
          <a:ext cx="2182598" cy="576600"/>
        </a:xfrm>
        <a:prstGeom prst="chevron">
          <a:avLst/>
        </a:pr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迭代计划</a:t>
          </a:r>
        </a:p>
      </dsp:txBody>
      <dsp:txXfrm>
        <a:off x="292049" y="0"/>
        <a:ext cx="1605998" cy="576600"/>
      </dsp:txXfrm>
    </dsp:sp>
    <dsp:sp modelId="{1ACE4CFD-9202-455E-AB4C-BA16B8AF85CA}">
      <dsp:nvSpPr>
        <dsp:cNvPr id="0" name=""/>
        <dsp:cNvSpPr/>
      </dsp:nvSpPr>
      <dsp:spPr>
        <a:xfrm>
          <a:off x="1968088" y="0"/>
          <a:ext cx="2182598" cy="576600"/>
        </a:xfrm>
        <a:prstGeom prst="chevron">
          <a:avLst/>
        </a:prstGeom>
        <a:solidFill>
          <a:schemeClr val="accent3"/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开发</a:t>
          </a:r>
        </a:p>
      </dsp:txBody>
      <dsp:txXfrm>
        <a:off x="2256388" y="0"/>
        <a:ext cx="1605998" cy="576600"/>
      </dsp:txXfrm>
    </dsp:sp>
    <dsp:sp modelId="{A86E4080-92AD-4939-B332-E07C48764045}">
      <dsp:nvSpPr>
        <dsp:cNvPr id="0" name=""/>
        <dsp:cNvSpPr/>
      </dsp:nvSpPr>
      <dsp:spPr>
        <a:xfrm>
          <a:off x="3932427" y="0"/>
          <a:ext cx="2182598" cy="57660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6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Showcase</a:t>
          </a:r>
          <a:endParaRPr lang="zh-CN" altLang="en-US" sz="16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220727" y="0"/>
        <a:ext cx="1605998" cy="576600"/>
      </dsp:txXfrm>
    </dsp:sp>
    <dsp:sp modelId="{46C46EFF-D58B-4C32-A605-AB030B188E8A}">
      <dsp:nvSpPr>
        <dsp:cNvPr id="0" name=""/>
        <dsp:cNvSpPr/>
      </dsp:nvSpPr>
      <dsp:spPr>
        <a:xfrm>
          <a:off x="5896766" y="0"/>
          <a:ext cx="2182598" cy="57660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600" b="1" kern="1200">
              <a:latin typeface="微软雅黑" pitchFamily="34" charset="-122"/>
              <a:ea typeface="微软雅黑" pitchFamily="34" charset="-122"/>
            </a:rPr>
            <a:t>Retro</a:t>
          </a:r>
          <a:endParaRPr lang="en-US" altLang="zh-CN" sz="160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6185066" y="0"/>
        <a:ext cx="1605998" cy="576600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3749" y="0"/>
          <a:ext cx="2182598" cy="638049"/>
        </a:xfrm>
        <a:prstGeom prst="chevron">
          <a:avLst/>
        </a:pr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迭代计划</a:t>
          </a:r>
        </a:p>
      </dsp:txBody>
      <dsp:txXfrm>
        <a:off x="322774" y="0"/>
        <a:ext cx="1544549" cy="638049"/>
      </dsp:txXfrm>
    </dsp:sp>
    <dsp:sp modelId="{1ACE4CFD-9202-455E-AB4C-BA16B8AF85CA}">
      <dsp:nvSpPr>
        <dsp:cNvPr id="0" name=""/>
        <dsp:cNvSpPr/>
      </dsp:nvSpPr>
      <dsp:spPr>
        <a:xfrm>
          <a:off x="1968088" y="0"/>
          <a:ext cx="2182598" cy="638049"/>
        </a:xfrm>
        <a:prstGeom prst="chevron">
          <a:avLst/>
        </a:pr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开发</a:t>
          </a:r>
        </a:p>
      </dsp:txBody>
      <dsp:txXfrm>
        <a:off x="2287113" y="0"/>
        <a:ext cx="1544549" cy="638049"/>
      </dsp:txXfrm>
    </dsp:sp>
    <dsp:sp modelId="{A86E4080-92AD-4939-B332-E07C48764045}">
      <dsp:nvSpPr>
        <dsp:cNvPr id="0" name=""/>
        <dsp:cNvSpPr/>
      </dsp:nvSpPr>
      <dsp:spPr>
        <a:xfrm>
          <a:off x="3932427" y="0"/>
          <a:ext cx="2182598" cy="638049"/>
        </a:xfrm>
        <a:prstGeom prst="chevron">
          <a:avLst/>
        </a:prstGeom>
        <a:solidFill>
          <a:schemeClr val="accent3"/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Showcase</a:t>
          </a:r>
          <a:endParaRPr lang="zh-CN" altLang="en-US" sz="16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251452" y="0"/>
        <a:ext cx="1544549" cy="638049"/>
      </dsp:txXfrm>
    </dsp:sp>
    <dsp:sp modelId="{46C46EFF-D58B-4C32-A605-AB030B188E8A}">
      <dsp:nvSpPr>
        <dsp:cNvPr id="0" name=""/>
        <dsp:cNvSpPr/>
      </dsp:nvSpPr>
      <dsp:spPr>
        <a:xfrm>
          <a:off x="5896766" y="0"/>
          <a:ext cx="2182598" cy="63804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600" b="1" kern="1200">
              <a:latin typeface="微软雅黑" pitchFamily="34" charset="-122"/>
              <a:ea typeface="微软雅黑" pitchFamily="34" charset="-122"/>
            </a:rPr>
            <a:t>Retro</a:t>
          </a:r>
          <a:endParaRPr lang="en-US" altLang="zh-CN" sz="160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6215791" y="0"/>
        <a:ext cx="1544549" cy="638049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3749" y="0"/>
          <a:ext cx="2182598" cy="638049"/>
        </a:xfrm>
        <a:prstGeom prst="chevron">
          <a:avLst/>
        </a:pr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迭代计划</a:t>
          </a:r>
        </a:p>
      </dsp:txBody>
      <dsp:txXfrm>
        <a:off x="322774" y="0"/>
        <a:ext cx="1544549" cy="638049"/>
      </dsp:txXfrm>
    </dsp:sp>
    <dsp:sp modelId="{1ACE4CFD-9202-455E-AB4C-BA16B8AF85CA}">
      <dsp:nvSpPr>
        <dsp:cNvPr id="0" name=""/>
        <dsp:cNvSpPr/>
      </dsp:nvSpPr>
      <dsp:spPr>
        <a:xfrm>
          <a:off x="1968088" y="0"/>
          <a:ext cx="2182598" cy="63804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6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开发</a:t>
          </a:r>
          <a:endParaRPr lang="zh-CN" altLang="en-US" sz="16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287113" y="0"/>
        <a:ext cx="1544549" cy="638049"/>
      </dsp:txXfrm>
    </dsp:sp>
    <dsp:sp modelId="{A86E4080-92AD-4939-B332-E07C48764045}">
      <dsp:nvSpPr>
        <dsp:cNvPr id="0" name=""/>
        <dsp:cNvSpPr/>
      </dsp:nvSpPr>
      <dsp:spPr>
        <a:xfrm>
          <a:off x="3932427" y="0"/>
          <a:ext cx="2182598" cy="63804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6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Showcase</a:t>
          </a:r>
          <a:endParaRPr lang="zh-CN" altLang="en-US" sz="16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251452" y="0"/>
        <a:ext cx="1544549" cy="638049"/>
      </dsp:txXfrm>
    </dsp:sp>
    <dsp:sp modelId="{46C46EFF-D58B-4C32-A605-AB030B188E8A}">
      <dsp:nvSpPr>
        <dsp:cNvPr id="0" name=""/>
        <dsp:cNvSpPr/>
      </dsp:nvSpPr>
      <dsp:spPr>
        <a:xfrm>
          <a:off x="5896766" y="0"/>
          <a:ext cx="2182598" cy="638049"/>
        </a:xfrm>
        <a:prstGeom prst="chevron">
          <a:avLst/>
        </a:prstGeom>
        <a:solidFill>
          <a:schemeClr val="accent3"/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600" b="1" kern="1200" dirty="0">
              <a:latin typeface="微软雅黑" pitchFamily="34" charset="-122"/>
              <a:ea typeface="微软雅黑" pitchFamily="34" charset="-122"/>
            </a:rPr>
            <a:t>Retro</a:t>
          </a:r>
        </a:p>
      </dsp:txBody>
      <dsp:txXfrm>
        <a:off x="6215791" y="0"/>
        <a:ext cx="1544549" cy="638049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1380" y="195569"/>
          <a:ext cx="1339753" cy="49098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产品愿景</a:t>
          </a:r>
          <a:r>
            <a:rPr lang="en-US" altLang="zh-CN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&amp;</a:t>
          </a: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市场驱动</a:t>
          </a:r>
        </a:p>
      </dsp:txBody>
      <dsp:txXfrm>
        <a:off x="246873" y="195569"/>
        <a:ext cx="848767" cy="490986"/>
      </dsp:txXfrm>
    </dsp:sp>
    <dsp:sp modelId="{1ACE4CFD-9202-455E-AB4C-BA16B8AF85CA}">
      <dsp:nvSpPr>
        <dsp:cNvPr id="0" name=""/>
        <dsp:cNvSpPr/>
      </dsp:nvSpPr>
      <dsp:spPr>
        <a:xfrm>
          <a:off x="1218387" y="195569"/>
          <a:ext cx="1227465" cy="49098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用户角色 </a:t>
          </a:r>
          <a:r>
            <a:rPr lang="en-US" altLang="zh-CN" sz="1050" b="1" kern="1200" dirty="0">
              <a:latin typeface="微软雅黑" pitchFamily="34" charset="-122"/>
              <a:ea typeface="微软雅黑" pitchFamily="34" charset="-122"/>
            </a:rPr>
            <a:t>Persona</a:t>
          </a:r>
          <a:endParaRPr lang="zh-CN" altLang="en-US" sz="105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463880" y="195569"/>
        <a:ext cx="736479" cy="490986"/>
      </dsp:txXfrm>
    </dsp:sp>
    <dsp:sp modelId="{A86E4080-92AD-4939-B332-E07C48764045}">
      <dsp:nvSpPr>
        <dsp:cNvPr id="0" name=""/>
        <dsp:cNvSpPr/>
      </dsp:nvSpPr>
      <dsp:spPr>
        <a:xfrm>
          <a:off x="2323106" y="195569"/>
          <a:ext cx="1339753" cy="49098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用户场景</a:t>
          </a:r>
          <a:r>
            <a:rPr lang="en-US" altLang="zh-CN" sz="1050" b="1" kern="1200" dirty="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体验路径</a:t>
          </a:r>
        </a:p>
      </dsp:txBody>
      <dsp:txXfrm>
        <a:off x="2568599" y="195569"/>
        <a:ext cx="848767" cy="490986"/>
      </dsp:txXfrm>
    </dsp:sp>
    <dsp:sp modelId="{46C46EFF-D58B-4C32-A605-AB030B188E8A}">
      <dsp:nvSpPr>
        <dsp:cNvPr id="0" name=""/>
        <dsp:cNvSpPr/>
      </dsp:nvSpPr>
      <dsp:spPr>
        <a:xfrm>
          <a:off x="3540113" y="195569"/>
          <a:ext cx="1227465" cy="49098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>
              <a:latin typeface="微软雅黑" pitchFamily="34" charset="-122"/>
              <a:ea typeface="微软雅黑" pitchFamily="34" charset="-122"/>
            </a:rPr>
            <a:t>交互</a:t>
          </a:r>
          <a:r>
            <a:rPr lang="en-US" altLang="zh-CN" sz="1050" b="1" kern="1200" dirty="0" smtClean="0">
              <a:latin typeface="微软雅黑" pitchFamily="34" charset="-122"/>
              <a:ea typeface="微软雅黑" pitchFamily="34" charset="-122"/>
            </a:rPr>
            <a:t>&amp;</a:t>
          </a: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 dirty="0" smtClean="0">
              <a:latin typeface="微软雅黑" pitchFamily="34" charset="-122"/>
              <a:ea typeface="微软雅黑" pitchFamily="34" charset="-122"/>
            </a:rPr>
            <a:t>原型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3785606" y="195569"/>
        <a:ext cx="736479" cy="490986"/>
      </dsp:txXfrm>
    </dsp:sp>
    <dsp:sp modelId="{53248EB4-CEF6-4177-84FC-8846ABBB4977}">
      <dsp:nvSpPr>
        <dsp:cNvPr id="0" name=""/>
        <dsp:cNvSpPr/>
      </dsp:nvSpPr>
      <dsp:spPr>
        <a:xfrm>
          <a:off x="4644832" y="195569"/>
          <a:ext cx="1227465" cy="49098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故事撰写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4890325" y="195569"/>
        <a:ext cx="736479" cy="490986"/>
      </dsp:txXfrm>
    </dsp:sp>
    <dsp:sp modelId="{B980CE8B-C3C6-4D16-BF96-7D51B6888099}">
      <dsp:nvSpPr>
        <dsp:cNvPr id="0" name=""/>
        <dsp:cNvSpPr/>
      </dsp:nvSpPr>
      <dsp:spPr>
        <a:xfrm>
          <a:off x="5749550" y="195569"/>
          <a:ext cx="1227465" cy="49098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优先级</a:t>
          </a:r>
          <a:endParaRPr lang="en-US" altLang="zh-CN" sz="1050" b="1" kern="1200">
            <a:latin typeface="微软雅黑" pitchFamily="34" charset="-122"/>
            <a:ea typeface="微软雅黑" pitchFamily="34" charset="-122"/>
          </a:endParaRPr>
        </a:p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050" b="1" kern="1200">
              <a:latin typeface="微软雅黑" pitchFamily="34" charset="-122"/>
              <a:ea typeface="微软雅黑" pitchFamily="34" charset="-122"/>
            </a:rPr>
            <a:t>&amp;</a:t>
          </a: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估算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5995043" y="195569"/>
        <a:ext cx="736479" cy="490986"/>
      </dsp:txXfrm>
    </dsp:sp>
    <dsp:sp modelId="{ABEC49F3-BDF7-424B-9830-26B6CE2FFD7D}">
      <dsp:nvSpPr>
        <dsp:cNvPr id="0" name=""/>
        <dsp:cNvSpPr/>
      </dsp:nvSpPr>
      <dsp:spPr>
        <a:xfrm>
          <a:off x="6854269" y="195569"/>
          <a:ext cx="1227465" cy="49098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050" b="1" kern="1200">
              <a:latin typeface="微软雅黑" pitchFamily="34" charset="-122"/>
              <a:ea typeface="微软雅黑" pitchFamily="34" charset="-122"/>
            </a:rPr>
            <a:t>排期</a:t>
          </a:r>
          <a:endParaRPr lang="zh-CN" altLang="en-US" sz="105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7099762" y="195569"/>
        <a:ext cx="736479" cy="490986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237D4-C896-464B-8B66-907E7BC384C0}">
      <dsp:nvSpPr>
        <dsp:cNvPr id="0" name=""/>
        <dsp:cNvSpPr/>
      </dsp:nvSpPr>
      <dsp:spPr>
        <a:xfrm>
          <a:off x="3749" y="0"/>
          <a:ext cx="2182598" cy="63804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迭代计划</a:t>
          </a:r>
        </a:p>
      </dsp:txBody>
      <dsp:txXfrm>
        <a:off x="322774" y="0"/>
        <a:ext cx="1544549" cy="638049"/>
      </dsp:txXfrm>
    </dsp:sp>
    <dsp:sp modelId="{1ACE4CFD-9202-455E-AB4C-BA16B8AF85CA}">
      <dsp:nvSpPr>
        <dsp:cNvPr id="0" name=""/>
        <dsp:cNvSpPr/>
      </dsp:nvSpPr>
      <dsp:spPr>
        <a:xfrm>
          <a:off x="1968088" y="0"/>
          <a:ext cx="2182598" cy="63804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6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开发</a:t>
          </a:r>
          <a:endParaRPr lang="zh-CN" altLang="en-US" sz="16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287113" y="0"/>
        <a:ext cx="1544549" cy="638049"/>
      </dsp:txXfrm>
    </dsp:sp>
    <dsp:sp modelId="{A86E4080-92AD-4939-B332-E07C48764045}">
      <dsp:nvSpPr>
        <dsp:cNvPr id="0" name=""/>
        <dsp:cNvSpPr/>
      </dsp:nvSpPr>
      <dsp:spPr>
        <a:xfrm>
          <a:off x="3932427" y="0"/>
          <a:ext cx="2182598" cy="63804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600" b="1" kern="1200">
              <a:latin typeface="微软雅黑" panose="020B0503020204020204" pitchFamily="34" charset="-122"/>
              <a:ea typeface="微软雅黑" panose="020B0503020204020204" pitchFamily="34" charset="-122"/>
            </a:rPr>
            <a:t>Showcase</a:t>
          </a:r>
          <a:endParaRPr lang="zh-CN" altLang="en-US" sz="16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251452" y="0"/>
        <a:ext cx="1544549" cy="638049"/>
      </dsp:txXfrm>
    </dsp:sp>
    <dsp:sp modelId="{46C46EFF-D58B-4C32-A605-AB030B188E8A}">
      <dsp:nvSpPr>
        <dsp:cNvPr id="0" name=""/>
        <dsp:cNvSpPr/>
      </dsp:nvSpPr>
      <dsp:spPr>
        <a:xfrm>
          <a:off x="5896766" y="0"/>
          <a:ext cx="2182598" cy="63804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600" b="1" kern="1200">
              <a:latin typeface="微软雅黑" pitchFamily="34" charset="-122"/>
              <a:ea typeface="微软雅黑" pitchFamily="34" charset="-122"/>
            </a:rPr>
            <a:t>Retro</a:t>
          </a:r>
          <a:endParaRPr lang="en-US" altLang="zh-CN" sz="160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6215791" y="0"/>
        <a:ext cx="1544549" cy="6380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DBF5A-6B8E-4734-B50A-6FA94DE9FA88}" type="datetimeFigureOut">
              <a:rPr lang="zh-CN" altLang="en-US" smtClean="0"/>
              <a:pPr/>
              <a:t>2018/4/26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8C9BA-D35E-4FDA-8FF8-15D600311D2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2934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3C30A-1F7E-4621-9A1B-097C8CDFA4A3}" type="datetimeFigureOut">
              <a:rPr lang="zh-CN" altLang="en-US" smtClean="0"/>
              <a:pPr/>
              <a:t>2018/4/26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191AF7-1A50-4AB1-A0DA-F4E33539341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29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+</a:t>
            </a:r>
            <a:r>
              <a:rPr lang="zh-CN" altLang="en-US" dirty="0" smtClean="0"/>
              <a:t>前言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022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416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620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841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+</a:t>
            </a:r>
            <a:r>
              <a:rPr lang="zh-CN" altLang="en-US" dirty="0" smtClean="0"/>
              <a:t>前言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417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817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5210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425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161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63621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695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1488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448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0001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7415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1605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610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6206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4611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0997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0753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83259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46281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3955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6066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3830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4541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3223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6168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63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0672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3284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9679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557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microsoft.com/office/2007/relationships/hdphoto" Target="../media/hdphoto3.wdp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663604" y="5565062"/>
            <a:ext cx="2495127" cy="320076"/>
          </a:xfrm>
        </p:spPr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5644" y="4492699"/>
            <a:ext cx="10009112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8188" y="3320252"/>
            <a:ext cx="9217024" cy="45719"/>
          </a:xfrm>
          <a:prstGeom prst="rect">
            <a:avLst/>
          </a:prstGeom>
          <a:noFill/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104" y="1277739"/>
            <a:ext cx="3330837" cy="24920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4705" y="3863179"/>
            <a:ext cx="9089390" cy="119402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4705" y="2548084"/>
            <a:ext cx="9089390" cy="131509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2018/4/26</a:t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Picture 3" descr="C:\Users\wumin\Desktop\4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41686" y="2476297"/>
            <a:ext cx="2601158" cy="772168"/>
          </a:xfrm>
          <a:prstGeom prst="rect">
            <a:avLst/>
          </a:prstGeom>
          <a:noFill/>
        </p:spPr>
      </p:pic>
      <p:pic>
        <p:nvPicPr>
          <p:cNvPr id="5122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4132" y="4771119"/>
            <a:ext cx="10297144" cy="729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8188" y="3320252"/>
            <a:ext cx="9217024" cy="45719"/>
          </a:xfrm>
          <a:prstGeom prst="rect">
            <a:avLst/>
          </a:prstGeom>
          <a:noFill/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091" y="3361450"/>
            <a:ext cx="1519225" cy="11366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5639" y="1230206"/>
            <a:ext cx="5537918" cy="34776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41781" y="1230206"/>
            <a:ext cx="5537919" cy="34776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2018/4/26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4670" y="240753"/>
            <a:ext cx="9624060" cy="1001977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4670" y="1345712"/>
            <a:ext cx="4724775" cy="56082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4670" y="1906540"/>
            <a:ext cx="4724775" cy="34637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32099" y="1345712"/>
            <a:ext cx="4726631" cy="56082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32099" y="1906540"/>
            <a:ext cx="4726631" cy="34637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2018/4/26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2018/4/26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2018/4/26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4671" y="239361"/>
            <a:ext cx="3518055" cy="10186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80822" y="239361"/>
            <a:ext cx="5977908" cy="513095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4671" y="1258038"/>
            <a:ext cx="3518055" cy="41122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2018/4/26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95981" y="4208304"/>
            <a:ext cx="6416040" cy="49681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95981" y="537171"/>
            <a:ext cx="6416040" cy="36071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95981" y="4705118"/>
            <a:ext cx="6416040" cy="70555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2018/4/26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067112" y="211529"/>
            <a:ext cx="2812588" cy="449637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5639" y="211529"/>
            <a:ext cx="8263250" cy="449637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34670" y="240753"/>
            <a:ext cx="9624060" cy="10019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4670" y="1402768"/>
            <a:ext cx="9624060" cy="3967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34670" y="5572107"/>
            <a:ext cx="2495127" cy="320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fld id="{F312B70F-DF10-4336-ADCF-617C02561E36}" type="datetimeFigureOut">
              <a:rPr lang="zh-CN" altLang="en-US" smtClean="0"/>
              <a:pPr/>
              <a:t>2018/4/26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53579" y="5572107"/>
            <a:ext cx="3386243" cy="320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663603" y="5572107"/>
            <a:ext cx="2495127" cy="320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1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78148" y="5454203"/>
            <a:ext cx="9937104" cy="45719"/>
          </a:xfrm>
          <a:prstGeom prst="rect">
            <a:avLst/>
          </a:prstGeom>
          <a:noFill/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5813" y="5525457"/>
            <a:ext cx="2027471" cy="43280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image" Target="../media/image13.png"/><Relationship Id="rId7" Type="http://schemas.openxmlformats.org/officeDocument/2006/relationships/diagramData" Target="../diagrams/data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microsoft.com/office/2007/relationships/diagramDrawing" Target="../diagrams/drawing8.xml"/><Relationship Id="rId5" Type="http://schemas.openxmlformats.org/officeDocument/2006/relationships/image" Target="../media/image15.png"/><Relationship Id="rId10" Type="http://schemas.openxmlformats.org/officeDocument/2006/relationships/diagramColors" Target="../diagrams/colors8.xml"/><Relationship Id="rId4" Type="http://schemas.openxmlformats.org/officeDocument/2006/relationships/image" Target="../media/image14.png"/><Relationship Id="rId9" Type="http://schemas.openxmlformats.org/officeDocument/2006/relationships/diagramQuickStyle" Target="../diagrams/quickStyle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1.xml"/><Relationship Id="rId13" Type="http://schemas.openxmlformats.org/officeDocument/2006/relationships/diagramData" Target="../diagrams/data12.xml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12" Type="http://schemas.microsoft.com/office/2007/relationships/diagramDrawing" Target="../diagrams/drawing11.xml"/><Relationship Id="rId17" Type="http://schemas.microsoft.com/office/2007/relationships/diagramDrawing" Target="../diagrams/drawing12.xml"/><Relationship Id="rId2" Type="http://schemas.openxmlformats.org/officeDocument/2006/relationships/notesSlide" Target="../notesSlides/notesSlide18.xml"/><Relationship Id="rId16" Type="http://schemas.openxmlformats.org/officeDocument/2006/relationships/diagramColors" Target="../diagrams/colors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11" Type="http://schemas.openxmlformats.org/officeDocument/2006/relationships/diagramColors" Target="../diagrams/colors11.xml"/><Relationship Id="rId5" Type="http://schemas.openxmlformats.org/officeDocument/2006/relationships/diagramQuickStyle" Target="../diagrams/quickStyle10.xml"/><Relationship Id="rId15" Type="http://schemas.openxmlformats.org/officeDocument/2006/relationships/diagramQuickStyle" Target="../diagrams/quickStyle12.xml"/><Relationship Id="rId10" Type="http://schemas.openxmlformats.org/officeDocument/2006/relationships/diagramQuickStyle" Target="../diagrams/quickStyle11.xml"/><Relationship Id="rId4" Type="http://schemas.openxmlformats.org/officeDocument/2006/relationships/diagramLayout" Target="../diagrams/layout10.xml"/><Relationship Id="rId9" Type="http://schemas.openxmlformats.org/officeDocument/2006/relationships/diagramLayout" Target="../diagrams/layout11.xml"/><Relationship Id="rId14" Type="http://schemas.openxmlformats.org/officeDocument/2006/relationships/diagramLayout" Target="../diagrams/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Relationship Id="rId9" Type="http://schemas.openxmlformats.org/officeDocument/2006/relationships/hyperlink" Target="http://newicafe.baidu.com/planAndTrack/space/miniproj?planBoxId=33321&amp;containSubBox=false&amp;maxRecords=50&amp;q=&amp;currentPage=1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Relationship Id="rId9" Type="http://schemas.openxmlformats.org/officeDocument/2006/relationships/hyperlink" Target="http://newicafe.baidu.com/planAndTrack/space/miniproj?planBoxId=33321&amp;containSubBox=false&amp;maxRecords=50&amp;q=&amp;currentPage=1" TargetMode="Externa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4.xml"/><Relationship Id="rId3" Type="http://schemas.openxmlformats.org/officeDocument/2006/relationships/image" Target="../media/image25.jpeg"/><Relationship Id="rId7" Type="http://schemas.openxmlformats.org/officeDocument/2006/relationships/diagramQuickStyle" Target="../diagrams/quickStyle24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4.xml"/><Relationship Id="rId5" Type="http://schemas.openxmlformats.org/officeDocument/2006/relationships/diagramData" Target="../diagrams/data24.xml"/><Relationship Id="rId4" Type="http://schemas.openxmlformats.org/officeDocument/2006/relationships/image" Target="../media/image26.png"/><Relationship Id="rId9" Type="http://schemas.microsoft.com/office/2007/relationships/diagramDrawing" Target="../diagrams/drawing2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6.xml"/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12" Type="http://schemas.microsoft.com/office/2007/relationships/diagramDrawing" Target="../diagrams/drawing26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5.xml"/><Relationship Id="rId11" Type="http://schemas.openxmlformats.org/officeDocument/2006/relationships/diagramColors" Target="../diagrams/colors26.xml"/><Relationship Id="rId5" Type="http://schemas.openxmlformats.org/officeDocument/2006/relationships/diagramQuickStyle" Target="../diagrams/quickStyle25.xml"/><Relationship Id="rId10" Type="http://schemas.openxmlformats.org/officeDocument/2006/relationships/diagramQuickStyle" Target="../diagrams/quickStyle26.xml"/><Relationship Id="rId4" Type="http://schemas.openxmlformats.org/officeDocument/2006/relationships/diagramLayout" Target="../diagrams/layout25.xml"/><Relationship Id="rId9" Type="http://schemas.openxmlformats.org/officeDocument/2006/relationships/diagramLayout" Target="../diagrams/layout2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hyperlink" Target="http://www.cfisoft.com/pads/stylepad.gif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if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iki.baidu.com/display/DUWAY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34532" y="3870027"/>
            <a:ext cx="30243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敏捷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实践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平行四边形 4"/>
          <p:cNvSpPr/>
          <p:nvPr/>
        </p:nvSpPr>
        <p:spPr>
          <a:xfrm flipH="1">
            <a:off x="-53901" y="0"/>
            <a:ext cx="4220051" cy="6102275"/>
          </a:xfrm>
          <a:custGeom>
            <a:avLst/>
            <a:gdLst>
              <a:gd name="connsiteX0" fmla="*/ 0 w 4608514"/>
              <a:gd name="connsiteY0" fmla="*/ 6043981 h 6043981"/>
              <a:gd name="connsiteX1" fmla="*/ 2819212 w 4608514"/>
              <a:gd name="connsiteY1" fmla="*/ 0 h 6043981"/>
              <a:gd name="connsiteX2" fmla="*/ 4608514 w 4608514"/>
              <a:gd name="connsiteY2" fmla="*/ 0 h 6043981"/>
              <a:gd name="connsiteX3" fmla="*/ 1789302 w 4608514"/>
              <a:gd name="connsiteY3" fmla="*/ 6043981 h 6043981"/>
              <a:gd name="connsiteX4" fmla="*/ 0 w 4608514"/>
              <a:gd name="connsiteY4" fmla="*/ 6043981 h 6043981"/>
              <a:gd name="connsiteX0" fmla="*/ 0 w 4613184"/>
              <a:gd name="connsiteY0" fmla="*/ 6043981 h 6084322"/>
              <a:gd name="connsiteX1" fmla="*/ 2819212 w 4613184"/>
              <a:gd name="connsiteY1" fmla="*/ 0 h 6084322"/>
              <a:gd name="connsiteX2" fmla="*/ 4608514 w 4613184"/>
              <a:gd name="connsiteY2" fmla="*/ 0 h 6084322"/>
              <a:gd name="connsiteX3" fmla="*/ 4613184 w 4613184"/>
              <a:gd name="connsiteY3" fmla="*/ 6084322 h 6084322"/>
              <a:gd name="connsiteX4" fmla="*/ 0 w 4613184"/>
              <a:gd name="connsiteY4" fmla="*/ 6043981 h 6084322"/>
              <a:gd name="connsiteX0" fmla="*/ 0 w 4613184"/>
              <a:gd name="connsiteY0" fmla="*/ 6864251 h 6904592"/>
              <a:gd name="connsiteX1" fmla="*/ 3209177 w 4613184"/>
              <a:gd name="connsiteY1" fmla="*/ 0 h 6904592"/>
              <a:gd name="connsiteX2" fmla="*/ 4608514 w 4613184"/>
              <a:gd name="connsiteY2" fmla="*/ 820270 h 6904592"/>
              <a:gd name="connsiteX3" fmla="*/ 4613184 w 4613184"/>
              <a:gd name="connsiteY3" fmla="*/ 6904592 h 6904592"/>
              <a:gd name="connsiteX4" fmla="*/ 0 w 4613184"/>
              <a:gd name="connsiteY4" fmla="*/ 6864251 h 6904592"/>
              <a:gd name="connsiteX0" fmla="*/ 0 w 4635476"/>
              <a:gd name="connsiteY0" fmla="*/ 6864251 h 6904592"/>
              <a:gd name="connsiteX1" fmla="*/ 3209177 w 4635476"/>
              <a:gd name="connsiteY1" fmla="*/ 0 h 6904592"/>
              <a:gd name="connsiteX2" fmla="*/ 4635408 w 4635476"/>
              <a:gd name="connsiteY2" fmla="*/ 0 h 6904592"/>
              <a:gd name="connsiteX3" fmla="*/ 4613184 w 4635476"/>
              <a:gd name="connsiteY3" fmla="*/ 6904592 h 6904592"/>
              <a:gd name="connsiteX4" fmla="*/ 0 w 4635476"/>
              <a:gd name="connsiteY4" fmla="*/ 6864251 h 6904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35476" h="6904592">
                <a:moveTo>
                  <a:pt x="0" y="6864251"/>
                </a:moveTo>
                <a:lnTo>
                  <a:pt x="3209177" y="0"/>
                </a:lnTo>
                <a:lnTo>
                  <a:pt x="4635408" y="0"/>
                </a:lnTo>
                <a:cubicBezTo>
                  <a:pt x="4636965" y="2028107"/>
                  <a:pt x="4611627" y="4876485"/>
                  <a:pt x="4613184" y="6904592"/>
                </a:cubicBezTo>
                <a:lnTo>
                  <a:pt x="0" y="686425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rPr>
              <a:t>目</a:t>
            </a:r>
            <a:r>
              <a:rPr kumimoji="1"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rPr>
              <a:t>录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1890316" y="1637372"/>
            <a:ext cx="1512168" cy="2664703"/>
            <a:chOff x="1746300" y="1345741"/>
            <a:chExt cx="1512168" cy="2664703"/>
          </a:xfrm>
        </p:grpSpPr>
        <p:sp>
          <p:nvSpPr>
            <p:cNvPr id="7" name="椭圆 6"/>
            <p:cNvSpPr>
              <a:spLocks noChangeAspect="1"/>
            </p:cNvSpPr>
            <p:nvPr/>
          </p:nvSpPr>
          <p:spPr>
            <a:xfrm>
              <a:off x="1746300" y="1345741"/>
              <a:ext cx="636856" cy="63685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椭圆 42"/>
            <p:cNvSpPr>
              <a:spLocks noChangeAspect="1"/>
            </p:cNvSpPr>
            <p:nvPr/>
          </p:nvSpPr>
          <p:spPr>
            <a:xfrm>
              <a:off x="2189564" y="2365476"/>
              <a:ext cx="636856" cy="63685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椭圆 43"/>
            <p:cNvSpPr>
              <a:spLocks noChangeAspect="1"/>
            </p:cNvSpPr>
            <p:nvPr/>
          </p:nvSpPr>
          <p:spPr>
            <a:xfrm>
              <a:off x="2621612" y="3373588"/>
              <a:ext cx="636856" cy="63685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898428" y="1771134"/>
            <a:ext cx="2916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spc="199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什么是</a:t>
            </a:r>
            <a:r>
              <a:rPr kumimoji="1" lang="en-US" altLang="zh-CN" sz="2400" b="1" spc="199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Scrum</a:t>
            </a:r>
            <a:endParaRPr kumimoji="1" lang="zh-CN" altLang="en-US" sz="2400" b="1" spc="269" dirty="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131035" y="2761203"/>
            <a:ext cx="3422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spc="269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百度如何使用</a:t>
            </a:r>
            <a:r>
              <a:rPr kumimoji="1" lang="en-US" altLang="zh-CN" sz="2400" b="1" spc="269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Scrum</a:t>
            </a:r>
            <a:endParaRPr kumimoji="1" lang="zh-CN" altLang="en-US" sz="2400" b="1" spc="269" dirty="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97020" y="3751272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QA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542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0849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Scrum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45889" y="1637779"/>
            <a:ext cx="875757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Scrum</a:t>
            </a:r>
            <a:r>
              <a:rPr lang="zh-CN" altLang="en-US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迭代式增量软件开发</a:t>
            </a:r>
            <a:r>
              <a:rPr lang="zh-CN" altLang="en-US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过程，通常用于敏捷软件开发。</a:t>
            </a:r>
            <a:r>
              <a:rPr lang="en-US" altLang="zh-CN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Scrum</a:t>
            </a:r>
            <a:r>
              <a:rPr lang="zh-CN" altLang="en-US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包括了一系列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实践和预定义角色</a:t>
            </a:r>
            <a:r>
              <a:rPr lang="zh-CN" altLang="en-US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的过程骨架。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528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148" y="46993"/>
            <a:ext cx="9932134" cy="540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758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crum_meitu_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64" y="53603"/>
            <a:ext cx="9704834" cy="538352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82881" y="-22225"/>
            <a:ext cx="8383399" cy="47841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014" tIns="54014" rIns="54014" bIns="54014" numCol="1" spcCol="38100" rtlCol="0" anchor="t">
            <a:spAutoFit/>
          </a:bodyPr>
          <a:lstStyle/>
          <a:p>
            <a:pPr defTabSz="1080294" latinLnBrk="1"/>
            <a:r>
              <a:rPr lang="en-US" altLang="zh-CN" sz="2400" b="1" i="1" dirty="0">
                <a:solidFill>
                  <a:schemeClr val="bg1"/>
                </a:solidFill>
                <a:sym typeface="Helvetica Neue"/>
              </a:rPr>
              <a:t>try to go to the distance as a unit, passing the ball back and forth</a:t>
            </a:r>
            <a:endParaRPr lang="zh-CN" altLang="en-US" sz="2400" b="1" dirty="0">
              <a:solidFill>
                <a:schemeClr val="bg1"/>
              </a:solidFill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242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1777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Scrum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角色</a:t>
            </a:r>
            <a:endParaRPr lang="da-DK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28" y="695534"/>
            <a:ext cx="7354324" cy="4751721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923941" y="2587729"/>
            <a:ext cx="1289945" cy="658383"/>
          </a:xfrm>
          <a:prstGeom prst="roundRect">
            <a:avLst/>
          </a:prstGeom>
          <a:noFill/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73146" indent="-73146" algn="ctr" defTabSz="1068751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kumimoji="1" lang="zh-CN" altLang="en-US" sz="1064" kern="0" dirty="0">
              <a:solidFill>
                <a:prstClr val="black">
                  <a:lumMod val="75000"/>
                  <a:lumOff val="25000"/>
                </a:prstClr>
              </a:solidFill>
              <a:latin typeface="微软雅黑" pitchFamily="34" charset="-122"/>
              <a:ea typeface="微软雅黑" pitchFamily="34" charset="-122"/>
              <a:cs typeface="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2403111" y="2587729"/>
            <a:ext cx="1183879" cy="658383"/>
          </a:xfrm>
          <a:prstGeom prst="roundRect">
            <a:avLst/>
          </a:prstGeom>
          <a:noFill/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73146" indent="-73146" algn="ctr" defTabSz="1068751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kumimoji="1" lang="zh-CN" altLang="en-US" sz="1064" kern="0" dirty="0">
              <a:solidFill>
                <a:prstClr val="black">
                  <a:lumMod val="75000"/>
                  <a:lumOff val="25000"/>
                </a:prstClr>
              </a:solidFill>
              <a:latin typeface="微软雅黑" pitchFamily="34" charset="-122"/>
              <a:ea typeface="微软雅黑" pitchFamily="34" charset="-122"/>
              <a:cs typeface="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981435" y="629667"/>
            <a:ext cx="1209290" cy="927553"/>
          </a:xfrm>
          <a:prstGeom prst="roundRect">
            <a:avLst/>
          </a:prstGeom>
          <a:noFill/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73146" indent="-73146" algn="ctr" defTabSz="1068751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kumimoji="1" lang="zh-CN" altLang="en-US" sz="1064" kern="0" dirty="0">
              <a:solidFill>
                <a:prstClr val="black">
                  <a:lumMod val="75000"/>
                  <a:lumOff val="25000"/>
                </a:prstClr>
              </a:solidFill>
              <a:latin typeface="微软雅黑" pitchFamily="34" charset="-122"/>
              <a:ea typeface="微软雅黑" pitchFamily="34" charset="-122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5409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445" y="557659"/>
            <a:ext cx="7597015" cy="4824536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177721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Scrum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流程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da-DK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1042015" y="3126121"/>
            <a:ext cx="1296769" cy="2256074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73146" indent="-73146" algn="ctr">
              <a:buFont typeface="Arial" panose="020B0604020202020204" pitchFamily="34" charset="0"/>
              <a:buChar char="•"/>
            </a:pPr>
            <a:endParaRPr kumimoji="1" lang="zh-CN" altLang="en-US" sz="1064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84972" y="4821056"/>
            <a:ext cx="421350" cy="359945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18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kumimoji="1" lang="zh-CN" altLang="en-US" sz="1418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383209" y="3126122"/>
            <a:ext cx="1510879" cy="2126419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73146" indent="-73146" algn="ctr">
              <a:buFont typeface="Arial" panose="020B0604020202020204" pitchFamily="34" charset="0"/>
              <a:buChar char="•"/>
            </a:pPr>
            <a:endParaRPr kumimoji="1" lang="zh-CN" altLang="en-US" sz="1064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4010115" y="4821056"/>
            <a:ext cx="421350" cy="359945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18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kumimoji="1" lang="zh-CN" altLang="en-US" sz="1418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4719784" y="1652621"/>
            <a:ext cx="2156416" cy="2459321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73146" indent="-73146" algn="ctr">
              <a:buFont typeface="Arial" panose="020B0604020202020204" pitchFamily="34" charset="0"/>
              <a:buChar char="•"/>
            </a:pPr>
            <a:endParaRPr kumimoji="1" lang="zh-CN" altLang="en-US" sz="1064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254054" y="2362041"/>
            <a:ext cx="421350" cy="359945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zh-CN" sz="1418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kumimoji="1" lang="zh-CN" altLang="en-US" sz="1418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6295282" y="773713"/>
            <a:ext cx="2306001" cy="1338765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73146" indent="-73146" algn="ctr">
              <a:buFont typeface="Arial" panose="020B0604020202020204" pitchFamily="34" charset="0"/>
              <a:buChar char="•"/>
            </a:pPr>
            <a:endParaRPr kumimoji="1" lang="zh-CN" altLang="en-US" sz="1064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8813782" y="1343844"/>
            <a:ext cx="421350" cy="359945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zh-CN" sz="1418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kumimoji="1" lang="zh-CN" altLang="en-US" sz="1418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7194569" y="2510731"/>
            <a:ext cx="1453475" cy="1734082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73146" indent="-73146" algn="ctr">
              <a:buFont typeface="Arial" panose="020B0604020202020204" pitchFamily="34" charset="0"/>
              <a:buChar char="•"/>
            </a:pPr>
            <a:endParaRPr kumimoji="1" lang="zh-CN" altLang="en-US" sz="1064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8813782" y="3049975"/>
            <a:ext cx="421350" cy="359945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zh-CN" sz="1418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endParaRPr kumimoji="1" lang="zh-CN" altLang="en-US" sz="1418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7169714" y="4545823"/>
            <a:ext cx="1453475" cy="706718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73146" indent="-73146" algn="ctr">
              <a:buFont typeface="Arial" panose="020B0604020202020204" pitchFamily="34" charset="0"/>
              <a:buChar char="•"/>
            </a:pPr>
            <a:endParaRPr kumimoji="1" lang="zh-CN" altLang="en-US" sz="1064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8783186" y="4773735"/>
            <a:ext cx="421350" cy="359945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zh-CN" sz="1418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endParaRPr kumimoji="1" lang="zh-CN" altLang="en-US" sz="1418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3884287" y="3069694"/>
            <a:ext cx="860070" cy="1366286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73146" indent="-73146" algn="ctr">
              <a:buFont typeface="Arial" panose="020B0604020202020204" pitchFamily="34" charset="0"/>
              <a:buChar char="•"/>
            </a:pPr>
            <a:endParaRPr kumimoji="1" lang="zh-CN" altLang="en-US" sz="1064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4731435" y="4450972"/>
            <a:ext cx="421350" cy="359945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zh-CN" sz="1418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kumimoji="1" lang="zh-CN" altLang="en-US" sz="1418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8813782" y="3655570"/>
            <a:ext cx="421350" cy="359945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zh-CN" sz="1418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endParaRPr kumimoji="1" lang="zh-CN" altLang="en-US" sz="1418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4001833" y="1454641"/>
            <a:ext cx="1148088" cy="616405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73146" indent="-73146" algn="ctr">
              <a:buFont typeface="Arial" panose="020B0604020202020204" pitchFamily="34" charset="0"/>
              <a:buChar char="•"/>
            </a:pPr>
            <a:endParaRPr kumimoji="1" lang="zh-CN" altLang="en-US" sz="1064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3472738" y="1538286"/>
            <a:ext cx="421350" cy="359945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zh-CN" sz="1418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9</a:t>
            </a:r>
            <a:endParaRPr kumimoji="1" lang="zh-CN" altLang="en-US" sz="1418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2000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平行四边形 4"/>
          <p:cNvSpPr/>
          <p:nvPr/>
        </p:nvSpPr>
        <p:spPr>
          <a:xfrm flipH="1">
            <a:off x="-53901" y="0"/>
            <a:ext cx="4220051" cy="6102275"/>
          </a:xfrm>
          <a:custGeom>
            <a:avLst/>
            <a:gdLst>
              <a:gd name="connsiteX0" fmla="*/ 0 w 4608514"/>
              <a:gd name="connsiteY0" fmla="*/ 6043981 h 6043981"/>
              <a:gd name="connsiteX1" fmla="*/ 2819212 w 4608514"/>
              <a:gd name="connsiteY1" fmla="*/ 0 h 6043981"/>
              <a:gd name="connsiteX2" fmla="*/ 4608514 w 4608514"/>
              <a:gd name="connsiteY2" fmla="*/ 0 h 6043981"/>
              <a:gd name="connsiteX3" fmla="*/ 1789302 w 4608514"/>
              <a:gd name="connsiteY3" fmla="*/ 6043981 h 6043981"/>
              <a:gd name="connsiteX4" fmla="*/ 0 w 4608514"/>
              <a:gd name="connsiteY4" fmla="*/ 6043981 h 6043981"/>
              <a:gd name="connsiteX0" fmla="*/ 0 w 4613184"/>
              <a:gd name="connsiteY0" fmla="*/ 6043981 h 6084322"/>
              <a:gd name="connsiteX1" fmla="*/ 2819212 w 4613184"/>
              <a:gd name="connsiteY1" fmla="*/ 0 h 6084322"/>
              <a:gd name="connsiteX2" fmla="*/ 4608514 w 4613184"/>
              <a:gd name="connsiteY2" fmla="*/ 0 h 6084322"/>
              <a:gd name="connsiteX3" fmla="*/ 4613184 w 4613184"/>
              <a:gd name="connsiteY3" fmla="*/ 6084322 h 6084322"/>
              <a:gd name="connsiteX4" fmla="*/ 0 w 4613184"/>
              <a:gd name="connsiteY4" fmla="*/ 6043981 h 6084322"/>
              <a:gd name="connsiteX0" fmla="*/ 0 w 4613184"/>
              <a:gd name="connsiteY0" fmla="*/ 6864251 h 6904592"/>
              <a:gd name="connsiteX1" fmla="*/ 3209177 w 4613184"/>
              <a:gd name="connsiteY1" fmla="*/ 0 h 6904592"/>
              <a:gd name="connsiteX2" fmla="*/ 4608514 w 4613184"/>
              <a:gd name="connsiteY2" fmla="*/ 820270 h 6904592"/>
              <a:gd name="connsiteX3" fmla="*/ 4613184 w 4613184"/>
              <a:gd name="connsiteY3" fmla="*/ 6904592 h 6904592"/>
              <a:gd name="connsiteX4" fmla="*/ 0 w 4613184"/>
              <a:gd name="connsiteY4" fmla="*/ 6864251 h 6904592"/>
              <a:gd name="connsiteX0" fmla="*/ 0 w 4635476"/>
              <a:gd name="connsiteY0" fmla="*/ 6864251 h 6904592"/>
              <a:gd name="connsiteX1" fmla="*/ 3209177 w 4635476"/>
              <a:gd name="connsiteY1" fmla="*/ 0 h 6904592"/>
              <a:gd name="connsiteX2" fmla="*/ 4635408 w 4635476"/>
              <a:gd name="connsiteY2" fmla="*/ 0 h 6904592"/>
              <a:gd name="connsiteX3" fmla="*/ 4613184 w 4635476"/>
              <a:gd name="connsiteY3" fmla="*/ 6904592 h 6904592"/>
              <a:gd name="connsiteX4" fmla="*/ 0 w 4635476"/>
              <a:gd name="connsiteY4" fmla="*/ 6864251 h 6904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35476" h="6904592">
                <a:moveTo>
                  <a:pt x="0" y="6864251"/>
                </a:moveTo>
                <a:lnTo>
                  <a:pt x="3209177" y="0"/>
                </a:lnTo>
                <a:lnTo>
                  <a:pt x="4635408" y="0"/>
                </a:lnTo>
                <a:cubicBezTo>
                  <a:pt x="4636965" y="2028107"/>
                  <a:pt x="4611627" y="4876485"/>
                  <a:pt x="4613184" y="6904592"/>
                </a:cubicBezTo>
                <a:lnTo>
                  <a:pt x="0" y="686425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rPr>
              <a:t>目</a:t>
            </a:r>
            <a:r>
              <a:rPr kumimoji="1"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rPr>
              <a:t>录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1890316" y="1637372"/>
            <a:ext cx="1512168" cy="2664703"/>
            <a:chOff x="1746300" y="1345741"/>
            <a:chExt cx="1512168" cy="2664703"/>
          </a:xfrm>
        </p:grpSpPr>
        <p:sp>
          <p:nvSpPr>
            <p:cNvPr id="7" name="椭圆 6"/>
            <p:cNvSpPr>
              <a:spLocks noChangeAspect="1"/>
            </p:cNvSpPr>
            <p:nvPr/>
          </p:nvSpPr>
          <p:spPr>
            <a:xfrm>
              <a:off x="1746300" y="1345741"/>
              <a:ext cx="636856" cy="63685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椭圆 42"/>
            <p:cNvSpPr>
              <a:spLocks noChangeAspect="1"/>
            </p:cNvSpPr>
            <p:nvPr/>
          </p:nvSpPr>
          <p:spPr>
            <a:xfrm>
              <a:off x="2189564" y="2365476"/>
              <a:ext cx="636856" cy="63685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椭圆 43"/>
            <p:cNvSpPr>
              <a:spLocks noChangeAspect="1"/>
            </p:cNvSpPr>
            <p:nvPr/>
          </p:nvSpPr>
          <p:spPr>
            <a:xfrm>
              <a:off x="2621612" y="3373588"/>
              <a:ext cx="636856" cy="63685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898428" y="1771134"/>
            <a:ext cx="2916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spc="199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什么是</a:t>
            </a:r>
            <a:r>
              <a:rPr kumimoji="1" lang="en-US" altLang="zh-CN" sz="2400" b="1" spc="199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Scrum</a:t>
            </a:r>
            <a:endParaRPr kumimoji="1" lang="zh-CN" altLang="en-US" sz="2400" b="1" spc="269" dirty="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131034" y="2761203"/>
            <a:ext cx="46639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spc="269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百度如何使用</a:t>
            </a:r>
            <a:r>
              <a:rPr kumimoji="1" lang="en-US" altLang="zh-CN" sz="2800" b="1" spc="269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Scrum</a:t>
            </a:r>
            <a:endParaRPr kumimoji="1" lang="zh-CN" altLang="en-US" sz="2800" b="1" spc="269" dirty="0">
              <a:solidFill>
                <a:srgbClr val="FF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97020" y="3751272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QA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056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da-DK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hape 87"/>
          <p:cNvSpPr/>
          <p:nvPr/>
        </p:nvSpPr>
        <p:spPr>
          <a:xfrm>
            <a:off x="1496105" y="3437979"/>
            <a:ext cx="2516140" cy="697964"/>
          </a:xfrm>
          <a:prstGeom prst="roundRect">
            <a:avLst>
              <a:gd name="adj" fmla="val 22481"/>
            </a:avLst>
          </a:prstGeom>
          <a:solidFill>
            <a:srgbClr val="9CBB5A"/>
          </a:soli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 algn="ctr">
              <a:defRPr sz="3000"/>
            </a:lvl1pPr>
          </a:lstStyle>
          <a:p>
            <a:pPr lvl="0">
              <a:defRPr sz="1800"/>
            </a:pPr>
            <a:r>
              <a:rPr lang="zh-CN" altLang="en-US" sz="2836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迭代开发</a:t>
            </a:r>
            <a:endParaRPr sz="2836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90"/>
          <p:cNvSpPr/>
          <p:nvPr/>
        </p:nvSpPr>
        <p:spPr>
          <a:xfrm>
            <a:off x="1511906" y="1130302"/>
            <a:ext cx="2516140" cy="697964"/>
          </a:xfrm>
          <a:prstGeom prst="roundRect">
            <a:avLst>
              <a:gd name="adj" fmla="val 22481"/>
            </a:avLst>
          </a:prstGeom>
          <a:solidFill>
            <a:srgbClr val="9CBB5A"/>
          </a:soli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 algn="ctr">
              <a:defRPr sz="3000"/>
            </a:lvl1pPr>
          </a:lstStyle>
          <a:p>
            <a:pPr marL="759519" indent="-759519"/>
            <a:r>
              <a:rPr lang="zh-CN" altLang="en-US" sz="2836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项目快速启动</a:t>
            </a:r>
            <a:endParaRPr lang="en-US" altLang="zh-CN" sz="2836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图示 6"/>
          <p:cNvGraphicFramePr/>
          <p:nvPr>
            <p:extLst>
              <p:ext uri="{D42A27DB-BD31-4B8C-83A1-F6EECF244321}">
                <p14:modId xmlns:p14="http://schemas.microsoft.com/office/powerpoint/2010/main" val="1756964462"/>
              </p:ext>
            </p:extLst>
          </p:nvPr>
        </p:nvGraphicFramePr>
        <p:xfrm>
          <a:off x="954212" y="2141835"/>
          <a:ext cx="9001000" cy="1008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1" name="图示 7"/>
          <p:cNvGraphicFramePr/>
          <p:nvPr>
            <p:extLst>
              <p:ext uri="{D42A27DB-BD31-4B8C-83A1-F6EECF244321}">
                <p14:modId xmlns:p14="http://schemas.microsoft.com/office/powerpoint/2010/main" val="3041076023"/>
              </p:ext>
            </p:extLst>
          </p:nvPr>
        </p:nvGraphicFramePr>
        <p:xfrm>
          <a:off x="1098228" y="4555954"/>
          <a:ext cx="8083115" cy="6380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8001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9690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什么是项目快速启动</a:t>
            </a:r>
            <a:endParaRPr lang="da-DK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 2"/>
          <p:cNvGrpSpPr/>
          <p:nvPr/>
        </p:nvGrpSpPr>
        <p:grpSpPr>
          <a:xfrm>
            <a:off x="1170236" y="1133723"/>
            <a:ext cx="7904929" cy="3520415"/>
            <a:chOff x="1485305" y="2132856"/>
            <a:chExt cx="8921224" cy="3973016"/>
          </a:xfrm>
        </p:grpSpPr>
        <p:grpSp>
          <p:nvGrpSpPr>
            <p:cNvPr id="8" name="组合 14"/>
            <p:cNvGrpSpPr/>
            <p:nvPr/>
          </p:nvGrpSpPr>
          <p:grpSpPr>
            <a:xfrm>
              <a:off x="1485305" y="2132856"/>
              <a:ext cx="7211235" cy="3973016"/>
              <a:chOff x="281305" y="1497360"/>
              <a:chExt cx="9533463" cy="5184576"/>
            </a:xfrm>
          </p:grpSpPr>
          <p:sp>
            <p:nvSpPr>
              <p:cNvPr id="12" name="椭圆 11"/>
              <p:cNvSpPr/>
              <p:nvPr/>
            </p:nvSpPr>
            <p:spPr>
              <a:xfrm>
                <a:off x="2541960" y="1497360"/>
                <a:ext cx="7272808" cy="5184576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127" b="1" dirty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项目快速启动</a:t>
                </a: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3838104" y="1849899"/>
                <a:ext cx="2088232" cy="2016224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127" dirty="0">
                    <a:solidFill>
                      <a:schemeClr val="tx1"/>
                    </a:solidFill>
                  </a:rPr>
                  <a:t>PM</a:t>
                </a:r>
                <a:endParaRPr lang="zh-CN" altLang="en-US" sz="2127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6646416" y="4305672"/>
                <a:ext cx="2016224" cy="2016224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127" dirty="0">
                    <a:solidFill>
                      <a:schemeClr val="tx1"/>
                    </a:solidFill>
                  </a:rPr>
                  <a:t>QA</a:t>
                </a: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3838104" y="4305672"/>
                <a:ext cx="2088232" cy="208823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127" dirty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视觉</a:t>
                </a:r>
                <a:endParaRPr lang="en-US" altLang="zh-CN" sz="2127" dirty="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algn="ctr"/>
                <a:r>
                  <a:rPr lang="zh-CN" altLang="en-US" sz="2127" dirty="0"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交互</a:t>
                </a: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6639144" y="1857400"/>
                <a:ext cx="1944216" cy="1944216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127" dirty="0">
                    <a:solidFill>
                      <a:schemeClr val="tx1"/>
                    </a:solidFill>
                  </a:rPr>
                  <a:t>RD </a:t>
                </a:r>
                <a:endParaRPr lang="zh-CN" altLang="en-US" sz="2127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281305" y="3441575"/>
                <a:ext cx="1368152" cy="1296144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dirty="0">
                    <a:solidFill>
                      <a:schemeClr val="tx1"/>
                    </a:solidFill>
                  </a:rPr>
                  <a:t>Idea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ight Arrow 12"/>
              <p:cNvSpPr/>
              <p:nvPr/>
            </p:nvSpPr>
            <p:spPr>
              <a:xfrm>
                <a:off x="1764406" y="3873623"/>
                <a:ext cx="662605" cy="432048"/>
              </a:xfrm>
              <a:prstGeom prst="rightArrow">
                <a:avLst/>
              </a:prstGeom>
              <a:solidFill>
                <a:srgbClr val="9CBB5A"/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64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" name="Right Arrow 12"/>
            <p:cNvSpPr/>
            <p:nvPr/>
          </p:nvSpPr>
          <p:spPr>
            <a:xfrm>
              <a:off x="8783489" y="3953821"/>
              <a:ext cx="501203" cy="331085"/>
            </a:xfrm>
            <a:prstGeom prst="rightArrow">
              <a:avLst/>
            </a:prstGeom>
            <a:solidFill>
              <a:srgbClr val="9CBB5A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4">
                <a:solidFill>
                  <a:schemeClr val="tx1"/>
                </a:solidFill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9371641" y="3607996"/>
              <a:ext cx="1034888" cy="993254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开发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5856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议程</a:t>
            </a:r>
            <a:endParaRPr lang="da-DK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5"/>
          <p:cNvGrpSpPr/>
          <p:nvPr/>
        </p:nvGrpSpPr>
        <p:grpSpPr>
          <a:xfrm>
            <a:off x="845889" y="1133723"/>
            <a:ext cx="8173219" cy="3440476"/>
            <a:chOff x="-427579" y="1281336"/>
            <a:chExt cx="13122981" cy="4981707"/>
          </a:xfrm>
        </p:grpSpPr>
        <p:sp>
          <p:nvSpPr>
            <p:cNvPr id="8" name="Down Arrow 39"/>
            <p:cNvSpPr/>
            <p:nvPr/>
          </p:nvSpPr>
          <p:spPr>
            <a:xfrm rot="16200000">
              <a:off x="7203565" y="3244469"/>
              <a:ext cx="3700463" cy="1502389"/>
            </a:xfrm>
            <a:prstGeom prst="down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113352" tIns="56679" rIns="113352" bIns="56679" anchor="ctr">
              <a:prstTxWarp prst="textNoShape">
                <a:avLst/>
              </a:prstTxWarp>
            </a:bodyPr>
            <a:lstStyle/>
            <a:p>
              <a:pPr algn="ctr"/>
              <a:endParaRPr lang="en-AU" sz="2104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TextBox 7"/>
            <p:cNvSpPr txBox="1">
              <a:spLocks noChangeArrowheads="1"/>
            </p:cNvSpPr>
            <p:nvPr/>
          </p:nvSpPr>
          <p:spPr bwMode="auto">
            <a:xfrm>
              <a:off x="9959097" y="1450892"/>
              <a:ext cx="2736305" cy="1572330"/>
            </a:xfrm>
            <a:prstGeom prst="rect">
              <a:avLst/>
            </a:prstGeom>
            <a:gradFill rotWithShape="1">
              <a:gsLst>
                <a:gs pos="0">
                  <a:srgbClr val="BCBCBC"/>
                </a:gs>
                <a:gs pos="35001">
                  <a:srgbClr val="D0D0D0"/>
                </a:gs>
                <a:gs pos="100000">
                  <a:srgbClr val="EDEDED"/>
                </a:gs>
              </a:gsLst>
              <a:lin ang="162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square" lIns="113352" tIns="56679" rIns="113352" bIns="56679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zh-CN" altLang="en-US" sz="2104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故事的</a:t>
              </a:r>
              <a:r>
                <a:rPr lang="en-US" altLang="zh-CN" sz="2104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Feature Mapping</a:t>
              </a:r>
              <a:endParaRPr lang="en-AU" altLang="en-US" sz="2104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Box 8"/>
            <p:cNvSpPr txBox="1">
              <a:spLocks noChangeArrowheads="1"/>
            </p:cNvSpPr>
            <p:nvPr/>
          </p:nvSpPr>
          <p:spPr bwMode="auto">
            <a:xfrm>
              <a:off x="9959097" y="4435243"/>
              <a:ext cx="2736000" cy="634605"/>
            </a:xfrm>
            <a:prstGeom prst="rect">
              <a:avLst/>
            </a:prstGeom>
            <a:gradFill rotWithShape="1">
              <a:gsLst>
                <a:gs pos="0">
                  <a:srgbClr val="BCBCBC"/>
                </a:gs>
                <a:gs pos="35001">
                  <a:srgbClr val="D0D0D0"/>
                </a:gs>
                <a:gs pos="100000">
                  <a:srgbClr val="EDEDED"/>
                </a:gs>
              </a:gsLst>
              <a:lin ang="162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square" lIns="113352" tIns="56679" rIns="113352" bIns="56679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zh-CN" altLang="en-US" sz="2104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故事</a:t>
              </a:r>
              <a:r>
                <a:rPr lang="en-US" sz="2104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List</a:t>
              </a:r>
              <a:endParaRPr lang="en-AU" sz="2104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AutoShape 4"/>
            <p:cNvSpPr>
              <a:spLocks noChangeArrowheads="1"/>
            </p:cNvSpPr>
            <p:nvPr/>
          </p:nvSpPr>
          <p:spPr bwMode="gray">
            <a:xfrm>
              <a:off x="1965897" y="1353344"/>
              <a:ext cx="6048672" cy="4752528"/>
            </a:xfrm>
            <a:prstGeom prst="roundRect">
              <a:avLst>
                <a:gd name="adj" fmla="val 2537"/>
              </a:avLst>
            </a:prstGeom>
            <a:solidFill>
              <a:schemeClr val="bg1">
                <a:lumMod val="75000"/>
              </a:schemeClr>
            </a:solidFill>
            <a:ln w="19050">
              <a:noFill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81723" indent="-281723">
                <a:spcBef>
                  <a:spcPct val="15000"/>
                </a:spcBef>
                <a:spcAft>
                  <a:spcPct val="15000"/>
                </a:spcAft>
              </a:pPr>
              <a:endParaRPr lang="en-AU" sz="2104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1965896" y="1281336"/>
              <a:ext cx="6048672" cy="69283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104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产品愿景和市场驱动</a:t>
              </a:r>
              <a:endParaRPr lang="en-GB" altLang="zh-CN" sz="2104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1965896" y="2684661"/>
              <a:ext cx="6048672" cy="69283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104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用户场景</a:t>
              </a:r>
              <a:r>
                <a:rPr lang="en-US" altLang="zh-CN" sz="2104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&amp;</a:t>
              </a:r>
              <a:r>
                <a:rPr lang="zh-CN" altLang="en-US" sz="2104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体验路径</a:t>
              </a: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1965896" y="3388741"/>
              <a:ext cx="6048672" cy="69283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104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原型</a:t>
              </a:r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1965896" y="4105497"/>
              <a:ext cx="6048672" cy="69283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104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故事撰写</a:t>
              </a: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1965896" y="1980581"/>
              <a:ext cx="6048672" cy="69283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104" dirty="0">
                  <a:latin typeface="微软雅黑" pitchFamily="34" charset="-122"/>
                  <a:ea typeface="微软雅黑" pitchFamily="34" charset="-122"/>
                </a:rPr>
                <a:t>用户角色 </a:t>
              </a:r>
              <a:r>
                <a:rPr lang="en-US" altLang="zh-CN" sz="2104" dirty="0">
                  <a:latin typeface="微软雅黑" pitchFamily="34" charset="-122"/>
                  <a:ea typeface="微软雅黑" pitchFamily="34" charset="-122"/>
                </a:rPr>
                <a:t>Persona</a:t>
              </a:r>
              <a:endParaRPr lang="zh-CN" altLang="en-US" sz="2104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21471" y="1304370"/>
              <a:ext cx="1512166" cy="6025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104" dirty="0">
                  <a:latin typeface="微软雅黑" pitchFamily="34" charset="-122"/>
                  <a:ea typeface="微软雅黑" pitchFamily="34" charset="-122"/>
                </a:rPr>
                <a:t>PM</a:t>
              </a:r>
              <a:endParaRPr lang="zh-CN" altLang="en-US" sz="2104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-359891" y="2764087"/>
              <a:ext cx="2221698" cy="60255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104" dirty="0">
                  <a:latin typeface="微软雅黑" pitchFamily="34" charset="-122"/>
                  <a:ea typeface="微软雅黑" pitchFamily="34" charset="-122"/>
                </a:rPr>
                <a:t>PM+</a:t>
              </a:r>
              <a:r>
                <a:rPr lang="zh-CN" altLang="en-US" sz="2104" dirty="0">
                  <a:latin typeface="微软雅黑" pitchFamily="34" charset="-122"/>
                  <a:ea typeface="微软雅黑" pitchFamily="34" charset="-122"/>
                </a:rPr>
                <a:t>交互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-427579" y="3470911"/>
              <a:ext cx="2355535" cy="60255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104" dirty="0">
                  <a:latin typeface="微软雅黑" pitchFamily="34" charset="-122"/>
                  <a:ea typeface="微软雅黑" pitchFamily="34" charset="-122"/>
                </a:rPr>
                <a:t>视觉</a:t>
              </a:r>
              <a:r>
                <a:rPr lang="en-US" altLang="zh-CN" sz="2104" dirty="0">
                  <a:latin typeface="微软雅黑" pitchFamily="34" charset="-122"/>
                  <a:ea typeface="微软雅黑" pitchFamily="34" charset="-122"/>
                </a:rPr>
                <a:t>+</a:t>
              </a:r>
              <a:r>
                <a:rPr lang="zh-CN" altLang="en-US" sz="2104" dirty="0">
                  <a:latin typeface="微软雅黑" pitchFamily="34" charset="-122"/>
                  <a:ea typeface="微软雅黑" pitchFamily="34" charset="-122"/>
                </a:rPr>
                <a:t>交互</a:t>
              </a:r>
            </a:p>
          </p:txBody>
        </p:sp>
        <p:sp>
          <p:nvSpPr>
            <p:cNvPr id="21" name="矩形 20"/>
            <p:cNvSpPr/>
            <p:nvPr/>
          </p:nvSpPr>
          <p:spPr>
            <a:xfrm>
              <a:off x="-262243" y="4200769"/>
              <a:ext cx="2079596" cy="6025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104" dirty="0">
                  <a:latin typeface="微软雅黑" pitchFamily="34" charset="-122"/>
                  <a:ea typeface="微软雅黑" pitchFamily="34" charset="-122"/>
                </a:rPr>
                <a:t>PM+QA</a:t>
              </a:r>
              <a:endParaRPr lang="zh-CN" altLang="en-US" sz="2104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TextBox 19"/>
            <p:cNvSpPr txBox="1">
              <a:spLocks noChangeArrowheads="1"/>
            </p:cNvSpPr>
            <p:nvPr/>
          </p:nvSpPr>
          <p:spPr bwMode="auto">
            <a:xfrm>
              <a:off x="9959097" y="3427131"/>
              <a:ext cx="2736000" cy="634605"/>
            </a:xfrm>
            <a:prstGeom prst="rect">
              <a:avLst/>
            </a:prstGeom>
            <a:gradFill rotWithShape="1">
              <a:gsLst>
                <a:gs pos="0">
                  <a:srgbClr val="BCBCBC"/>
                </a:gs>
                <a:gs pos="35001">
                  <a:srgbClr val="D0D0D0"/>
                </a:gs>
                <a:gs pos="100000">
                  <a:srgbClr val="EDEDED"/>
                </a:gs>
              </a:gsLst>
              <a:lin ang="162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lIns="113352" tIns="56679" rIns="113352" bIns="56679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zh-CN" altLang="en-US" sz="2104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原型</a:t>
              </a:r>
              <a:endParaRPr lang="en-AU" sz="2104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21471" y="2034229"/>
              <a:ext cx="1512166" cy="6025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104" dirty="0">
                  <a:latin typeface="微软雅黑" pitchFamily="34" charset="-122"/>
                  <a:ea typeface="微软雅黑" pitchFamily="34" charset="-122"/>
                </a:rPr>
                <a:t>PM</a:t>
              </a:r>
              <a:endParaRPr lang="zh-CN" altLang="en-US" sz="2104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圆角矩形 23"/>
            <p:cNvSpPr/>
            <p:nvPr/>
          </p:nvSpPr>
          <p:spPr>
            <a:xfrm>
              <a:off x="1965896" y="4809576"/>
              <a:ext cx="6048672" cy="69283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104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优先级</a:t>
              </a:r>
              <a:r>
                <a:rPr lang="en-US" altLang="zh-CN" sz="2104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&amp;</a:t>
              </a:r>
              <a:r>
                <a:rPr lang="zh-CN" altLang="en-US" sz="2104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估算</a:t>
              </a:r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1965896" y="5527841"/>
              <a:ext cx="6048672" cy="692831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104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排期</a:t>
              </a:r>
            </a:p>
          </p:txBody>
        </p:sp>
        <p:sp>
          <p:nvSpPr>
            <p:cNvPr id="26" name="矩形 25"/>
            <p:cNvSpPr/>
            <p:nvPr/>
          </p:nvSpPr>
          <p:spPr>
            <a:xfrm>
              <a:off x="21471" y="4849396"/>
              <a:ext cx="1512166" cy="6025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104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全体</a:t>
              </a:r>
            </a:p>
          </p:txBody>
        </p:sp>
        <p:sp>
          <p:nvSpPr>
            <p:cNvPr id="27" name="矩形 26"/>
            <p:cNvSpPr/>
            <p:nvPr/>
          </p:nvSpPr>
          <p:spPr>
            <a:xfrm>
              <a:off x="21471" y="5660485"/>
              <a:ext cx="1512166" cy="6025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104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全体</a:t>
              </a:r>
            </a:p>
          </p:txBody>
        </p:sp>
        <p:sp>
          <p:nvSpPr>
            <p:cNvPr id="28" name="TextBox 25"/>
            <p:cNvSpPr txBox="1">
              <a:spLocks noChangeArrowheads="1"/>
            </p:cNvSpPr>
            <p:nvPr/>
          </p:nvSpPr>
          <p:spPr bwMode="auto">
            <a:xfrm>
              <a:off x="9959097" y="5443355"/>
              <a:ext cx="2736000" cy="634605"/>
            </a:xfrm>
            <a:prstGeom prst="rect">
              <a:avLst/>
            </a:prstGeom>
            <a:gradFill rotWithShape="1">
              <a:gsLst>
                <a:gs pos="0">
                  <a:srgbClr val="BCBCBC"/>
                </a:gs>
                <a:gs pos="35001">
                  <a:srgbClr val="D0D0D0"/>
                </a:gs>
                <a:gs pos="100000">
                  <a:srgbClr val="EDEDED"/>
                </a:gs>
              </a:gsLst>
              <a:lin ang="162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wrap="square" lIns="113352" tIns="56679" rIns="113352" bIns="56679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zh-CN" altLang="en-US" sz="2104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排期</a:t>
              </a:r>
              <a:endParaRPr lang="en-AU" sz="2104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矩形 28"/>
          <p:cNvSpPr/>
          <p:nvPr/>
        </p:nvSpPr>
        <p:spPr>
          <a:xfrm>
            <a:off x="6277105" y="2821845"/>
            <a:ext cx="9418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8969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收益</a:t>
            </a:r>
            <a:endParaRPr lang="da-DK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51767" y="989707"/>
            <a:ext cx="6954497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5712" indent="-455712">
              <a:lnSpc>
                <a:spcPct val="200000"/>
              </a:lnSpc>
              <a:buFont typeface="Wingdings" charset="2"/>
              <a:buChar char="Ø"/>
            </a:pPr>
            <a:r>
              <a:rPr lang="zh-CN" altLang="en-US" sz="248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增强多角色的协作，达到共识，减少假设</a:t>
            </a:r>
            <a:endParaRPr lang="en-US" altLang="zh-CN" sz="248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  <a:p>
            <a:pPr marL="455712" indent="-455712">
              <a:lnSpc>
                <a:spcPct val="200000"/>
              </a:lnSpc>
              <a:buFont typeface="Wingdings" charset="2"/>
              <a:buChar char="Ø"/>
            </a:pPr>
            <a:r>
              <a:rPr lang="zh-CN" altLang="en-US" sz="248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缩短项目从</a:t>
            </a:r>
            <a:r>
              <a:rPr lang="en-US" altLang="zh-CN" sz="248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idea </a:t>
            </a:r>
            <a:r>
              <a:rPr lang="zh-CN" altLang="en-US" sz="248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到研发</a:t>
            </a:r>
            <a:r>
              <a:rPr lang="en-US" altLang="zh-CN" sz="248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kick off</a:t>
            </a:r>
            <a:r>
              <a:rPr lang="zh-CN" altLang="en-US" sz="248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的时间 </a:t>
            </a:r>
            <a:endParaRPr lang="en-US" altLang="zh-CN" sz="248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  <a:p>
            <a:pPr marL="455712" indent="-455712">
              <a:lnSpc>
                <a:spcPct val="200000"/>
              </a:lnSpc>
              <a:buFont typeface="Wingdings" charset="2"/>
              <a:buChar char="Ø"/>
            </a:pPr>
            <a:r>
              <a:rPr lang="zh-CN" altLang="en-US" sz="248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快速迭代，快速反馈</a:t>
            </a:r>
          </a:p>
          <a:p>
            <a:pPr marL="455712" indent="-455712">
              <a:lnSpc>
                <a:spcPct val="200000"/>
              </a:lnSpc>
              <a:buFont typeface="Wingdings" charset="2"/>
              <a:buChar char="Ø"/>
            </a:pPr>
            <a:r>
              <a:rPr lang="zh-CN" altLang="en-US" sz="248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理解用户，理解变更的价值</a:t>
            </a:r>
          </a:p>
          <a:p>
            <a:pPr marL="455712" indent="-455712">
              <a:lnSpc>
                <a:spcPct val="200000"/>
              </a:lnSpc>
              <a:buFont typeface="Wingdings" charset="2"/>
              <a:buChar char="Ø"/>
            </a:pPr>
            <a:r>
              <a:rPr lang="zh-CN" altLang="en-US" sz="248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快速得到一个解决方案</a:t>
            </a:r>
            <a:endParaRPr lang="en-US" altLang="zh-CN" sz="248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4350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商业创意</a:t>
            </a:r>
            <a:endParaRPr lang="da-DK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968696" y="1286172"/>
            <a:ext cx="4625408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8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做一款</a:t>
            </a:r>
            <a:r>
              <a:rPr lang="zh-CN" altLang="en-US" sz="248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买房</a:t>
            </a:r>
            <a:r>
              <a:rPr lang="zh-CN" altLang="zh-CN" sz="248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  <a:r>
              <a:rPr lang="zh-CN" altLang="zh-CN" sz="248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，用户</a:t>
            </a:r>
            <a:r>
              <a:rPr lang="zh-CN" altLang="en-US" sz="248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可以手工输入预算，智能推荐不同区域不同面积的房源，可以根据小区、面积、户型、朝向，筛选所需房源，可以咨询，可以预约看房</a:t>
            </a:r>
            <a:r>
              <a:rPr lang="zh-CN" altLang="zh-CN" sz="248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58" y="1997819"/>
            <a:ext cx="3898861" cy="212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862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8446995" y="3221955"/>
            <a:ext cx="1531318" cy="15313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208" dirty="0">
                <a:solidFill>
                  <a:schemeClr val="tx1"/>
                </a:solidFill>
              </a:rPr>
              <a:t>PM</a:t>
            </a:r>
            <a:endParaRPr lang="zh-CN" altLang="en-US" sz="4208" dirty="0">
              <a:solidFill>
                <a:schemeClr val="tx1"/>
              </a:solidFill>
            </a:endParaRPr>
          </a:p>
        </p:txBody>
      </p:sp>
      <p:graphicFrame>
        <p:nvGraphicFramePr>
          <p:cNvPr id="8" name="图示 6"/>
          <p:cNvGraphicFramePr/>
          <p:nvPr>
            <p:extLst>
              <p:ext uri="{D42A27DB-BD31-4B8C-83A1-F6EECF244321}">
                <p14:modId xmlns:p14="http://schemas.microsoft.com/office/powerpoint/2010/main" val="1565965651"/>
              </p:ext>
            </p:extLst>
          </p:nvPr>
        </p:nvGraphicFramePr>
        <p:xfrm>
          <a:off x="845889" y="163652"/>
          <a:ext cx="8083115" cy="8821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矩形 8"/>
          <p:cNvSpPr/>
          <p:nvPr/>
        </p:nvSpPr>
        <p:spPr>
          <a:xfrm>
            <a:off x="881748" y="1073448"/>
            <a:ext cx="7565247" cy="3978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5712" indent="-45571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104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这个项目的商业驱动是什么？</a:t>
            </a:r>
            <a:endParaRPr lang="en-US" altLang="zh-CN" sz="2104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  <a:p>
            <a:pPr marL="455712" indent="-45571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104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面临哪些市场的挑战？</a:t>
            </a:r>
            <a:endParaRPr lang="en-US" altLang="zh-CN" sz="2104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  <a:p>
            <a:pPr marL="455712" indent="-45571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104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我们想获得什么形式上的企业价值？</a:t>
            </a:r>
            <a:endParaRPr lang="en-US" altLang="zh-CN" sz="2104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  <a:p>
            <a:pPr marL="630119" lvl="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 口碑</a:t>
            </a:r>
            <a:r>
              <a:rPr lang="en-US" altLang="zh-CN" sz="2104" dirty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  <a:p>
            <a:pPr marL="63011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104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金钱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?</a:t>
            </a:r>
          </a:p>
          <a:p>
            <a:pPr marL="455712" indent="-45571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104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我们怎么定义项目的成功？</a:t>
            </a:r>
            <a:endParaRPr lang="en-US" altLang="zh-CN" sz="2104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  <a:p>
            <a:pPr marL="630119" lvl="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 用户量？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 marL="630119" lvl="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 价值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收益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47891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3904367677"/>
              </p:ext>
            </p:extLst>
          </p:nvPr>
        </p:nvGraphicFramePr>
        <p:xfrm>
          <a:off x="450156" y="0"/>
          <a:ext cx="8083115" cy="8821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矩形 7"/>
          <p:cNvSpPr/>
          <p:nvPr/>
        </p:nvSpPr>
        <p:spPr>
          <a:xfrm>
            <a:off x="608717" y="789891"/>
            <a:ext cx="8193946" cy="4722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104" b="1" dirty="0">
                <a:latin typeface="微软雅黑" pitchFamily="34" charset="-122"/>
                <a:ea typeface="微软雅黑" pitchFamily="34" charset="-122"/>
              </a:rPr>
              <a:t>定义：</a:t>
            </a:r>
            <a:endParaRPr lang="en-US" altLang="zh-CN" sz="2104" b="1" dirty="0">
              <a:latin typeface="微软雅黑" pitchFamily="34" charset="-122"/>
              <a:ea typeface="微软雅黑" pitchFamily="34" charset="-122"/>
            </a:endParaRPr>
          </a:p>
          <a:p>
            <a:pPr marL="303807" lvl="1" indent="-303807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虚拟人物的详细描述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 marL="303807" lvl="1" indent="-303807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对真实用户的数据调研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104" b="1" dirty="0">
                <a:latin typeface="微软雅黑" pitchFamily="34" charset="-122"/>
                <a:ea typeface="微软雅黑" pitchFamily="34" charset="-122"/>
              </a:rPr>
              <a:t>意义： </a:t>
            </a:r>
            <a:endParaRPr lang="en-US" altLang="zh-CN" sz="2104" b="1" dirty="0">
              <a:latin typeface="微软雅黑" pitchFamily="34" charset="-122"/>
              <a:ea typeface="微软雅黑" pitchFamily="34" charset="-122"/>
            </a:endParaRPr>
          </a:p>
          <a:p>
            <a:pPr marL="303807" lvl="1" indent="-303807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易于专注：把注意力集中在我们最关心的用户群上。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 marL="630119" lvl="2">
              <a:lnSpc>
                <a:spcPct val="130000"/>
              </a:lnSpc>
              <a:buFont typeface="Arial" pitchFamily="34" charset="0"/>
              <a:buChar char="•"/>
            </a:pP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 最多不要超过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个，多了有可能说明你的范围有可能太大了。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 marL="630119" lvl="2">
              <a:lnSpc>
                <a:spcPct val="130000"/>
              </a:lnSpc>
              <a:buFont typeface="Arial" pitchFamily="34" charset="0"/>
              <a:buChar char="•"/>
            </a:pP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主要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 Persona - 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代表多于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30%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users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（你最多的专注）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 marL="630119" lvl="2">
              <a:lnSpc>
                <a:spcPct val="130000"/>
              </a:lnSpc>
              <a:buFont typeface="Arial" pitchFamily="34" charset="0"/>
              <a:buChar char="•"/>
            </a:pP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 次要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Persona - 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代表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5%-30%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users(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给予次关注）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 marL="630119" lvl="2">
              <a:lnSpc>
                <a:spcPct val="130000"/>
              </a:lnSpc>
              <a:buFont typeface="Arial" pitchFamily="34" charset="0"/>
              <a:buChar char="•"/>
            </a:pP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 其他的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Persona - 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选择性的关注这些，他有可能是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 marL="630119" lvl="2">
              <a:lnSpc>
                <a:spcPct val="130000"/>
              </a:lnSpc>
            </a:pP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  一个非常小的集体，但有可能很关键。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 </a:t>
            </a:r>
          </a:p>
          <a:p>
            <a:pPr marL="303807" lvl="1" indent="-303807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易于交流，帮助团队达成共识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8802663" y="3726011"/>
            <a:ext cx="1531318" cy="15313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208" dirty="0">
                <a:solidFill>
                  <a:schemeClr val="tx1"/>
                </a:solidFill>
              </a:rPr>
              <a:t>PM</a:t>
            </a:r>
            <a:endParaRPr lang="zh-CN" altLang="en-US" sz="4208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912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1780156897"/>
              </p:ext>
            </p:extLst>
          </p:nvPr>
        </p:nvGraphicFramePr>
        <p:xfrm>
          <a:off x="250641" y="86103"/>
          <a:ext cx="8083115" cy="8821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矩形 7"/>
          <p:cNvSpPr/>
          <p:nvPr/>
        </p:nvSpPr>
        <p:spPr>
          <a:xfrm>
            <a:off x="250641" y="968229"/>
            <a:ext cx="9614021" cy="3880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104" b="1" dirty="0">
                <a:latin typeface="微软雅黑" pitchFamily="34" charset="-122"/>
                <a:ea typeface="微软雅黑" pitchFamily="34" charset="-122"/>
              </a:rPr>
              <a:t>方法： </a:t>
            </a:r>
            <a:endParaRPr lang="en-US" altLang="zh-CN" sz="2104" b="1" dirty="0">
              <a:latin typeface="微软雅黑" pitchFamily="34" charset="-122"/>
              <a:ea typeface="微软雅黑" pitchFamily="34" charset="-122"/>
            </a:endParaRPr>
          </a:p>
          <a:p>
            <a:pPr marL="303807" lvl="1" indent="-303807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找出用户属性的维度：如 婚否、月工资、资产、是否有宝宝、工作年限等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 marL="303807" lvl="1" indent="-303807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维度的可能值： 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 lvl="2">
              <a:lnSpc>
                <a:spcPct val="130000"/>
              </a:lnSpc>
            </a:pP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婚否：是、否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 lvl="2">
              <a:lnSpc>
                <a:spcPct val="130000"/>
              </a:lnSpc>
            </a:pP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月工资：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&lt;5k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&lt;10k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&lt;15k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&lt;20k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&gt;20k</a:t>
            </a:r>
          </a:p>
          <a:p>
            <a:pPr lvl="2">
              <a:lnSpc>
                <a:spcPct val="130000"/>
              </a:lnSpc>
            </a:pP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资产：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&lt;5w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&lt;10w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&lt;30w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&lt;50w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&lt;80w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&gt;80w</a:t>
            </a:r>
          </a:p>
          <a:p>
            <a:pPr lvl="2">
              <a:lnSpc>
                <a:spcPct val="130000"/>
              </a:lnSpc>
            </a:pP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               是否有宝宝：是、否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 lvl="2">
              <a:lnSpc>
                <a:spcPct val="130000"/>
              </a:lnSpc>
            </a:pP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               工作年限：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&lt;3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年、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&lt;5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年、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&lt;10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年、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&gt;10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年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 marL="303807" lvl="1" indent="-303807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维度可能值得组合</a:t>
            </a:r>
            <a:endParaRPr lang="zh-CN" altLang="zh-CN" sz="2104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8605279" y="3509987"/>
            <a:ext cx="1531318" cy="15313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208" dirty="0">
                <a:solidFill>
                  <a:schemeClr val="tx1"/>
                </a:solidFill>
              </a:rPr>
              <a:t>PM</a:t>
            </a:r>
            <a:endParaRPr lang="zh-CN" altLang="en-US" sz="4208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720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1021994714"/>
              </p:ext>
            </p:extLst>
          </p:nvPr>
        </p:nvGraphicFramePr>
        <p:xfrm>
          <a:off x="234132" y="63075"/>
          <a:ext cx="8083115" cy="8821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椭圆 7"/>
          <p:cNvSpPr/>
          <p:nvPr/>
        </p:nvSpPr>
        <p:spPr>
          <a:xfrm>
            <a:off x="8947100" y="3321832"/>
            <a:ext cx="1531318" cy="15313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208" dirty="0">
                <a:solidFill>
                  <a:schemeClr val="tx1"/>
                </a:solidFill>
              </a:rPr>
              <a:t>PM</a:t>
            </a:r>
            <a:endParaRPr lang="zh-CN" altLang="en-US" sz="4208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44691" y="914495"/>
            <a:ext cx="2226892" cy="4741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68751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2481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用户角色</a:t>
            </a:r>
            <a:r>
              <a:rPr lang="en-US" altLang="zh-CN" sz="2481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-</a:t>
            </a:r>
            <a:r>
              <a:rPr lang="zh-CN" altLang="en-US" sz="2481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例子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890596"/>
              </p:ext>
            </p:extLst>
          </p:nvPr>
        </p:nvGraphicFramePr>
        <p:xfrm>
          <a:off x="241115" y="1368123"/>
          <a:ext cx="8561970" cy="3907419"/>
        </p:xfrm>
        <a:graphic>
          <a:graphicData uri="http://schemas.openxmlformats.org/drawingml/2006/table">
            <a:tbl>
              <a:tblPr firstRow="1" bandRow="1"/>
              <a:tblGrid>
                <a:gridCol w="204982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9356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3185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907419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9pPr>
                    </a:lstStyle>
                    <a:p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              </a:t>
                      </a:r>
                    </a:p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Maggie </a:t>
                      </a:r>
                      <a:endParaRPr lang="en-US" altLang="zh-CN" sz="1600" dirty="0" smtClean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/>
                      <a:endParaRPr lang="en-US" altLang="zh-CN" sz="1600" dirty="0" smtClean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1023" marR="81023" marT="40512" marB="40512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9pPr>
                    </a:lstStyle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背景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: </a:t>
                      </a:r>
                    </a:p>
                    <a:p>
                      <a:pPr algn="l"/>
                      <a:endParaRPr lang="en-US" altLang="zh-CN" sz="1600" b="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b="0" baseline="0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已婚两年</a:t>
                      </a:r>
                      <a:r>
                        <a:rPr lang="zh-CN" altLang="en-US" sz="1600" b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的女白领</a:t>
                      </a:r>
                      <a:r>
                        <a:rPr lang="zh-CN" altLang="en-US" sz="1600" b="0" baseline="0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，月工资</a:t>
                      </a:r>
                      <a:r>
                        <a:rPr lang="en-US" altLang="zh-CN" sz="1600" b="0" baseline="0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2w</a:t>
                      </a:r>
                      <a:r>
                        <a:rPr lang="zh-CN" altLang="en-US" sz="1600" b="0" baseline="0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，夫妻两有一定数额的存款，</a:t>
                      </a:r>
                      <a:r>
                        <a:rPr lang="zh-CN" altLang="en-US" sz="1600" b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为了迎接即将出生的宝宝，打算买个</a:t>
                      </a:r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300w</a:t>
                      </a:r>
                      <a:r>
                        <a:rPr lang="zh-CN" altLang="en-US" sz="1600" b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左右</a:t>
                      </a:r>
                      <a:r>
                        <a:rPr lang="zh-CN" altLang="en-US" sz="1600" b="0" baseline="0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的二手房。</a:t>
                      </a:r>
                      <a:endParaRPr lang="en-US" altLang="zh-CN" sz="1600" b="0" baseline="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1023" marR="81023" marT="40512" marB="40512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  <a:cs typeface=""/>
                        </a:defRPr>
                      </a:lvl9pPr>
                    </a:lstStyle>
                    <a:p>
                      <a:pPr marL="285750" indent="-285750"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目标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:  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    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在公司附近买一个二手房</a:t>
                      </a:r>
                      <a:endParaRPr lang="en-US" altLang="zh-CN" sz="1600" b="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285750" indent="-285750"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驱动：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     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有一定存款，有渠道可借款。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15875" indent="-15875" algn="l">
                        <a:lnSpc>
                          <a:spcPct val="150000"/>
                        </a:lnSpc>
                        <a:tabLst/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给即将出生的宝宝一个安稳的居住环境</a:t>
                      </a:r>
                      <a:endParaRPr lang="en-US" altLang="zh-CN" sz="1600" b="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285750" indent="-285750"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需求： 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Wingdings" pitchFamily="2" charset="2"/>
                        <a:buChar char="ü"/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根据全款预算给我推荐不同地区不同面积的房源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Wingdings" pitchFamily="2" charset="2"/>
                        <a:buChar char="ü"/>
                      </a:pPr>
                      <a:r>
                        <a:rPr lang="zh-CN" altLang="en-US" sz="1600" b="0" kern="1200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根据小区、面积、户型、朝向，筛选所需房源</a:t>
                      </a:r>
                      <a:endParaRPr lang="en-US" altLang="zh-CN" sz="1600" b="0" kern="1200" dirty="0" smtClean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Wingdings" pitchFamily="2" charset="2"/>
                        <a:buChar char="ü"/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可咨询，可预约看房</a:t>
                      </a:r>
                      <a:endParaRPr lang="en-US" altLang="zh-CN" sz="1600" b="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81023" marR="81023" marT="40512" marB="40512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016" y="2238538"/>
            <a:ext cx="1966200" cy="148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46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4108610413"/>
              </p:ext>
            </p:extLst>
          </p:nvPr>
        </p:nvGraphicFramePr>
        <p:xfrm>
          <a:off x="378148" y="105864"/>
          <a:ext cx="8083115" cy="8821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椭圆 7"/>
          <p:cNvSpPr/>
          <p:nvPr/>
        </p:nvSpPr>
        <p:spPr>
          <a:xfrm>
            <a:off x="8002132" y="3241564"/>
            <a:ext cx="1531318" cy="15313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73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</a:p>
          <a:p>
            <a:pPr algn="ctr"/>
            <a:r>
              <a:rPr lang="zh-CN" altLang="en-US" sz="3273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交互</a:t>
            </a:r>
          </a:p>
        </p:txBody>
      </p:sp>
      <p:sp>
        <p:nvSpPr>
          <p:cNvPr id="9" name="矩形 8"/>
          <p:cNvSpPr/>
          <p:nvPr/>
        </p:nvSpPr>
        <p:spPr>
          <a:xfrm>
            <a:off x="378148" y="987990"/>
            <a:ext cx="8829200" cy="3492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104" b="1" dirty="0">
                <a:latin typeface="微软雅黑" pitchFamily="34" charset="-122"/>
                <a:ea typeface="微软雅黑" pitchFamily="34" charset="-122"/>
              </a:rPr>
              <a:t>用户场景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：描述用户怎样使用将要开发的这个产品或者系统的一个场景。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104" b="1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104" b="1" dirty="0">
                <a:latin typeface="微软雅黑" pitchFamily="34" charset="-122"/>
                <a:ea typeface="微软雅黑" pitchFamily="34" charset="-122"/>
              </a:rPr>
              <a:t>体验路径</a:t>
            </a:r>
            <a:r>
              <a:rPr lang="en-US" altLang="zh-CN" sz="2104" b="1" dirty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104" b="1" dirty="0">
                <a:latin typeface="微软雅黑" pitchFamily="34" charset="-122"/>
                <a:ea typeface="微软雅黑" pitchFamily="34" charset="-122"/>
              </a:rPr>
              <a:t>业务流程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：故事的组合来体现一个完整的过程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.</a:t>
            </a:r>
          </a:p>
        </p:txBody>
      </p:sp>
      <p:sp>
        <p:nvSpPr>
          <p:cNvPr id="11" name="矩形 10"/>
          <p:cNvSpPr/>
          <p:nvPr/>
        </p:nvSpPr>
        <p:spPr>
          <a:xfrm>
            <a:off x="1221612" y="1709787"/>
            <a:ext cx="6125274" cy="2035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3807" lvl="1" indent="-303807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关注房价、想要买房；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 marL="303807" lvl="1" indent="-303807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打开应用；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 marL="303807" lvl="1" indent="-303807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输入预算；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 marL="303807" lvl="1" indent="-303807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查询在不同区域，大概可以买多少平的房子；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2" name="组合 12"/>
          <p:cNvGrpSpPr/>
          <p:nvPr/>
        </p:nvGrpSpPr>
        <p:grpSpPr>
          <a:xfrm>
            <a:off x="594172" y="4581467"/>
            <a:ext cx="6404978" cy="574245"/>
            <a:chOff x="539552" y="4581128"/>
            <a:chExt cx="7228432" cy="648072"/>
          </a:xfrm>
        </p:grpSpPr>
        <p:sp>
          <p:nvSpPr>
            <p:cNvPr id="13" name="Rounded Rectangle 5"/>
            <p:cNvSpPr/>
            <p:nvPr/>
          </p:nvSpPr>
          <p:spPr>
            <a:xfrm>
              <a:off x="539552" y="4593704"/>
              <a:ext cx="1381968" cy="635496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  <a:buNone/>
              </a:pPr>
              <a:r>
                <a:rPr lang="zh-CN" altLang="en-US" sz="1636" b="1" dirty="0">
                  <a:solidFill>
                    <a:schemeClr val="tx1"/>
                  </a:solidFill>
                </a:rPr>
                <a:t>打开应用</a:t>
              </a:r>
              <a:endParaRPr lang="en-US" sz="1636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Right Arrow 12"/>
            <p:cNvSpPr/>
            <p:nvPr/>
          </p:nvSpPr>
          <p:spPr>
            <a:xfrm>
              <a:off x="1912183" y="4797152"/>
              <a:ext cx="432792" cy="304800"/>
            </a:xfrm>
            <a:prstGeom prst="rightArrow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US" sz="1870">
                <a:solidFill>
                  <a:schemeClr val="tx1"/>
                </a:solidFill>
              </a:endParaRPr>
            </a:p>
          </p:txBody>
        </p:sp>
        <p:sp>
          <p:nvSpPr>
            <p:cNvPr id="15" name="Right Arrow 13"/>
            <p:cNvSpPr/>
            <p:nvPr/>
          </p:nvSpPr>
          <p:spPr>
            <a:xfrm>
              <a:off x="3793728" y="4797152"/>
              <a:ext cx="457200" cy="304800"/>
            </a:xfrm>
            <a:prstGeom prst="rightArrow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US" sz="1870">
                <a:solidFill>
                  <a:schemeClr val="tx1"/>
                </a:solidFill>
              </a:endParaRPr>
            </a:p>
          </p:txBody>
        </p:sp>
        <p:sp>
          <p:nvSpPr>
            <p:cNvPr id="16" name="Rounded Rectangle 5"/>
            <p:cNvSpPr/>
            <p:nvPr/>
          </p:nvSpPr>
          <p:spPr>
            <a:xfrm>
              <a:off x="2411760" y="4581128"/>
              <a:ext cx="1381968" cy="648072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  <a:buNone/>
              </a:pPr>
              <a:r>
                <a:rPr lang="zh-CN" altLang="en-US" sz="1636" b="1" dirty="0">
                  <a:solidFill>
                    <a:schemeClr val="tx1"/>
                  </a:solidFill>
                </a:rPr>
                <a:t>输入信息</a:t>
              </a:r>
              <a:endParaRPr lang="en-US" sz="1636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Rounded Rectangle 5"/>
            <p:cNvSpPr/>
            <p:nvPr/>
          </p:nvSpPr>
          <p:spPr>
            <a:xfrm>
              <a:off x="4297784" y="4593704"/>
              <a:ext cx="1453976" cy="635496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  <a:buNone/>
              </a:pPr>
              <a:r>
                <a:rPr lang="zh-CN" altLang="en-US" sz="1636" b="1" dirty="0">
                  <a:solidFill>
                    <a:schemeClr val="tx1"/>
                  </a:solidFill>
                </a:rPr>
                <a:t>查询房源</a:t>
              </a:r>
              <a:endParaRPr lang="en-US" sz="1636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Right Arrow 13"/>
            <p:cNvSpPr/>
            <p:nvPr/>
          </p:nvSpPr>
          <p:spPr>
            <a:xfrm>
              <a:off x="5777137" y="4797152"/>
              <a:ext cx="445468" cy="304800"/>
            </a:xfrm>
            <a:prstGeom prst="rightArrow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US" sz="1870">
                <a:solidFill>
                  <a:schemeClr val="tx1"/>
                </a:solidFill>
              </a:endParaRPr>
            </a:p>
          </p:txBody>
        </p:sp>
        <p:sp>
          <p:nvSpPr>
            <p:cNvPr id="19" name="Rounded Rectangle 5"/>
            <p:cNvSpPr/>
            <p:nvPr/>
          </p:nvSpPr>
          <p:spPr>
            <a:xfrm>
              <a:off x="6242000" y="4593704"/>
              <a:ext cx="1525984" cy="635496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  <a:buNone/>
              </a:pPr>
              <a:r>
                <a:rPr lang="zh-CN" altLang="en-US" sz="1636" b="1" dirty="0">
                  <a:solidFill>
                    <a:schemeClr val="tx1"/>
                  </a:solidFill>
                </a:rPr>
                <a:t>点击退出</a:t>
              </a:r>
              <a:endParaRPr lang="en-US" sz="1636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0274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129" y="947477"/>
            <a:ext cx="2475806" cy="4345252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50" y="947561"/>
            <a:ext cx="2454463" cy="4345166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9391" y="960068"/>
            <a:ext cx="2475807" cy="4332661"/>
          </a:xfrm>
          <a:prstGeom prst="rect">
            <a:avLst/>
          </a:prstGeom>
        </p:spPr>
      </p:pic>
      <p:pic>
        <p:nvPicPr>
          <p:cNvPr id="11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9558" y="947149"/>
            <a:ext cx="2454463" cy="4332661"/>
          </a:xfrm>
          <a:prstGeom prst="rect">
            <a:avLst/>
          </a:prstGeom>
        </p:spPr>
      </p:pic>
      <p:graphicFrame>
        <p:nvGraphicFramePr>
          <p:cNvPr id="12" name="图示 6"/>
          <p:cNvGraphicFramePr/>
          <p:nvPr>
            <p:extLst>
              <p:ext uri="{D42A27DB-BD31-4B8C-83A1-F6EECF244321}">
                <p14:modId xmlns:p14="http://schemas.microsoft.com/office/powerpoint/2010/main" val="936161122"/>
              </p:ext>
            </p:extLst>
          </p:nvPr>
        </p:nvGraphicFramePr>
        <p:xfrm>
          <a:off x="106050" y="14990"/>
          <a:ext cx="8083115" cy="8821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3" name="椭圆 12"/>
          <p:cNvSpPr/>
          <p:nvPr/>
        </p:nvSpPr>
        <p:spPr>
          <a:xfrm>
            <a:off x="8565393" y="3937720"/>
            <a:ext cx="1531318" cy="15313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73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视觉</a:t>
            </a:r>
            <a:endParaRPr lang="en-US" altLang="zh-CN" sz="3273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algn="ctr"/>
            <a:r>
              <a:rPr lang="zh-CN" altLang="en-US" sz="3273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交互</a:t>
            </a:r>
          </a:p>
        </p:txBody>
      </p:sp>
    </p:spTree>
    <p:extLst>
      <p:ext uri="{BB962C8B-B14F-4D97-AF65-F5344CB8AC3E}">
        <p14:creationId xmlns:p14="http://schemas.microsoft.com/office/powerpoint/2010/main" val="127780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图示 6"/>
          <p:cNvGraphicFramePr/>
          <p:nvPr>
            <p:extLst>
              <p:ext uri="{D42A27DB-BD31-4B8C-83A1-F6EECF244321}">
                <p14:modId xmlns:p14="http://schemas.microsoft.com/office/powerpoint/2010/main" val="1659103885"/>
              </p:ext>
            </p:extLst>
          </p:nvPr>
        </p:nvGraphicFramePr>
        <p:xfrm>
          <a:off x="194669" y="20378"/>
          <a:ext cx="8083115" cy="8821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椭圆 13"/>
          <p:cNvSpPr/>
          <p:nvPr/>
        </p:nvSpPr>
        <p:spPr>
          <a:xfrm>
            <a:off x="8054354" y="3546825"/>
            <a:ext cx="1531318" cy="15313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73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PMQA</a:t>
            </a:r>
            <a:endParaRPr lang="zh-CN" altLang="en-US" sz="3273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58463" y="1122018"/>
            <a:ext cx="10400204" cy="1085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709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</a:pPr>
            <a:endParaRPr lang="en-US" altLang="zh-CN" sz="709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</a:pPr>
            <a:endParaRPr lang="en-US" altLang="zh-CN" sz="709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</a:pPr>
            <a:endParaRPr lang="en-US" altLang="zh-CN" sz="709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sz="709" dirty="0">
                <a:latin typeface="微软雅黑" pitchFamily="34" charset="-122"/>
                <a:ea typeface="微软雅黑" pitchFamily="34" charset="-122"/>
              </a:rPr>
              <a:t>		</a:t>
            </a:r>
          </a:p>
          <a:p>
            <a:pPr lvl="1">
              <a:lnSpc>
                <a:spcPct val="130000"/>
              </a:lnSpc>
              <a:buFont typeface="Wingdings" pitchFamily="2" charset="2"/>
              <a:buChar char="ü"/>
            </a:pPr>
            <a:endParaRPr lang="en-US" altLang="zh-CN" sz="709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</a:pPr>
            <a:endParaRPr lang="zh-CN" altLang="zh-CN" sz="709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6" name="Picture 3" descr="C:\Documents and Settings\pmandari\Local Settings\Temporary Internet Files\Content.IE5\10WEZUF0\MCj04248020000[1].wmf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94172" y="840893"/>
            <a:ext cx="4222246" cy="3370518"/>
          </a:xfrm>
          <a:prstGeom prst="rect">
            <a:avLst/>
          </a:prstGeom>
          <a:noFill/>
        </p:spPr>
      </p:pic>
      <p:sp>
        <p:nvSpPr>
          <p:cNvPr id="17" name="TextBox 21"/>
          <p:cNvSpPr txBox="1"/>
          <p:nvPr/>
        </p:nvSpPr>
        <p:spPr>
          <a:xfrm rot="571467">
            <a:off x="1124637" y="1085648"/>
            <a:ext cx="1350387" cy="466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sz="1870" dirty="0"/>
              <a:t>Unique #:</a:t>
            </a:r>
          </a:p>
        </p:txBody>
      </p:sp>
      <p:sp>
        <p:nvSpPr>
          <p:cNvPr id="18" name="TextBox 22"/>
          <p:cNvSpPr txBox="1"/>
          <p:nvPr/>
        </p:nvSpPr>
        <p:spPr>
          <a:xfrm rot="571467">
            <a:off x="2723143" y="1350806"/>
            <a:ext cx="1350387" cy="466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sz="1870" dirty="0"/>
              <a:t>Title: </a:t>
            </a:r>
          </a:p>
        </p:txBody>
      </p:sp>
      <p:sp>
        <p:nvSpPr>
          <p:cNvPr id="19" name="TextBox 23"/>
          <p:cNvSpPr txBox="1"/>
          <p:nvPr/>
        </p:nvSpPr>
        <p:spPr>
          <a:xfrm rot="539708">
            <a:off x="1010995" y="1739236"/>
            <a:ext cx="3511007" cy="1962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lang="zh-CN" altLang="en-US" sz="1870" b="1" dirty="0">
                <a:latin typeface="微软雅黑" pitchFamily="34" charset="-122"/>
                <a:ea typeface="微软雅黑" pitchFamily="34" charset="-122"/>
              </a:rPr>
              <a:t>描述 ：</a:t>
            </a:r>
            <a:endParaRPr lang="en-US" altLang="zh-CN" sz="1870" b="1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作为一个</a:t>
            </a:r>
            <a:r>
              <a:rPr lang="en-US" altLang="zh-CN" sz="1870" dirty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角色</a:t>
            </a:r>
            <a:r>
              <a:rPr lang="en-US" altLang="zh-CN" sz="1870" dirty="0">
                <a:latin typeface="微软雅黑" pitchFamily="34" charset="-122"/>
                <a:ea typeface="微软雅黑" pitchFamily="34" charset="-122"/>
              </a:rPr>
              <a:t>》</a:t>
            </a:r>
          </a:p>
          <a:p>
            <a:pPr>
              <a:lnSpc>
                <a:spcPct val="130000"/>
              </a:lnSpc>
            </a:pP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我想要</a:t>
            </a:r>
            <a:r>
              <a:rPr lang="en-US" altLang="zh-CN" sz="1870" dirty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活动</a:t>
            </a:r>
            <a:r>
              <a:rPr lang="en-US" altLang="zh-CN" sz="1870" dirty="0">
                <a:latin typeface="微软雅黑" pitchFamily="34" charset="-122"/>
                <a:ea typeface="微软雅黑" pitchFamily="34" charset="-122"/>
              </a:rPr>
              <a:t>》</a:t>
            </a:r>
          </a:p>
          <a:p>
            <a:pPr>
              <a:lnSpc>
                <a:spcPct val="130000"/>
              </a:lnSpc>
            </a:pP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以便于</a:t>
            </a:r>
            <a:r>
              <a:rPr lang="en-US" altLang="zh-CN" sz="1870" dirty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价值</a:t>
            </a:r>
            <a:r>
              <a:rPr lang="en-US" altLang="zh-CN" sz="1870" dirty="0">
                <a:latin typeface="微软雅黑" pitchFamily="34" charset="-122"/>
                <a:ea typeface="微软雅黑" pitchFamily="34" charset="-122"/>
              </a:rPr>
              <a:t>》</a:t>
            </a:r>
            <a:endParaRPr lang="zh-CN" altLang="en-US" sz="187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  <a:buNone/>
            </a:pPr>
            <a:endParaRPr lang="en-US" altLang="zh-CN" sz="1870" dirty="0"/>
          </a:p>
        </p:txBody>
      </p:sp>
      <p:sp>
        <p:nvSpPr>
          <p:cNvPr id="20" name="TextBox 26"/>
          <p:cNvSpPr txBox="1"/>
          <p:nvPr/>
        </p:nvSpPr>
        <p:spPr>
          <a:xfrm rot="571467">
            <a:off x="3310453" y="1304506"/>
            <a:ext cx="1433405" cy="411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lang="zh-CN" altLang="en-US" sz="1594" b="1" dirty="0">
                <a:latin typeface="微软雅黑" pitchFamily="34" charset="-122"/>
                <a:ea typeface="微软雅黑" pitchFamily="34" charset="-122"/>
              </a:rPr>
              <a:t>优先级，估点</a:t>
            </a:r>
            <a:endParaRPr lang="en-US" sz="1594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1" name="Picture 3" descr="C:\Documents and Settings\pmandari\Local Settings\Temporary Internet Files\Content.IE5\10WEZUF0\MCj04248020000[1].wmf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 rot="20151425">
            <a:off x="4682943" y="856893"/>
            <a:ext cx="3887373" cy="3103196"/>
          </a:xfrm>
          <a:prstGeom prst="rect">
            <a:avLst/>
          </a:prstGeom>
          <a:noFill/>
        </p:spPr>
      </p:pic>
      <p:sp>
        <p:nvSpPr>
          <p:cNvPr id="22" name="TextBox 29"/>
          <p:cNvSpPr txBox="1"/>
          <p:nvPr/>
        </p:nvSpPr>
        <p:spPr>
          <a:xfrm rot="20722892">
            <a:off x="4925375" y="1634750"/>
            <a:ext cx="3016665" cy="466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lang="zh-CN" altLang="en-US" sz="1870" b="1" dirty="0">
                <a:latin typeface="微软雅黑" pitchFamily="34" charset="-122"/>
                <a:ea typeface="微软雅黑" pitchFamily="34" charset="-122"/>
              </a:rPr>
              <a:t>验收条件</a:t>
            </a:r>
            <a:endParaRPr lang="en-US" sz="187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 rot="462031">
            <a:off x="2321613" y="634899"/>
            <a:ext cx="1362304" cy="9682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4784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前</a:t>
            </a:r>
          </a:p>
        </p:txBody>
      </p:sp>
      <p:sp>
        <p:nvSpPr>
          <p:cNvPr id="24" name="矩形 23"/>
          <p:cNvSpPr/>
          <p:nvPr/>
        </p:nvSpPr>
        <p:spPr>
          <a:xfrm rot="20730669">
            <a:off x="5830775" y="797208"/>
            <a:ext cx="691340" cy="639956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4784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后</a:t>
            </a:r>
          </a:p>
        </p:txBody>
      </p:sp>
      <p:sp>
        <p:nvSpPr>
          <p:cNvPr id="25" name="矩形 24"/>
          <p:cNvSpPr/>
          <p:nvPr/>
        </p:nvSpPr>
        <p:spPr>
          <a:xfrm>
            <a:off x="369722" y="3870027"/>
            <a:ext cx="6131718" cy="158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870" b="1" dirty="0">
                <a:latin typeface="微软雅黑" pitchFamily="34" charset="-122"/>
                <a:ea typeface="微软雅黑" pitchFamily="34" charset="-122"/>
              </a:rPr>
              <a:t>六个特性</a:t>
            </a: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1870" dirty="0">
                <a:latin typeface="微软雅黑" pitchFamily="34" charset="-122"/>
                <a:ea typeface="微软雅黑" pitchFamily="34" charset="-122"/>
              </a:rPr>
              <a:t>INVEST</a:t>
            </a:r>
          </a:p>
          <a:p>
            <a:pPr>
              <a:lnSpc>
                <a:spcPct val="130000"/>
              </a:lnSpc>
            </a:pPr>
            <a:r>
              <a:rPr lang="en-US" altLang="zh-CN" sz="187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独立性</a:t>
            </a:r>
            <a:r>
              <a:rPr lang="en-US" altLang="zh-CN" sz="1870" dirty="0">
                <a:latin typeface="微软雅黑" pitchFamily="34" charset="-122"/>
                <a:ea typeface="微软雅黑" pitchFamily="34" charset="-122"/>
              </a:rPr>
              <a:t>(Independent)  </a:t>
            </a: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可协商性</a:t>
            </a:r>
            <a:r>
              <a:rPr lang="en-US" altLang="zh-CN" sz="1870" dirty="0">
                <a:latin typeface="微软雅黑" pitchFamily="34" charset="-122"/>
                <a:ea typeface="微软雅黑" pitchFamily="34" charset="-122"/>
              </a:rPr>
              <a:t>(Negotiable) </a:t>
            </a:r>
          </a:p>
          <a:p>
            <a:pPr>
              <a:lnSpc>
                <a:spcPct val="130000"/>
              </a:lnSpc>
            </a:pP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    有价值</a:t>
            </a:r>
            <a:r>
              <a:rPr lang="en-US" altLang="zh-CN" sz="1870" dirty="0">
                <a:latin typeface="微软雅黑" pitchFamily="34" charset="-122"/>
                <a:ea typeface="微软雅黑" pitchFamily="34" charset="-122"/>
              </a:rPr>
              <a:t>(Valuable)         </a:t>
            </a: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可估算性</a:t>
            </a:r>
            <a:r>
              <a:rPr lang="en-US" altLang="zh-CN" sz="1870" dirty="0">
                <a:latin typeface="微软雅黑" pitchFamily="34" charset="-122"/>
                <a:ea typeface="微软雅黑" pitchFamily="34" charset="-122"/>
              </a:rPr>
              <a:t>(Estimable)</a:t>
            </a:r>
          </a:p>
          <a:p>
            <a:pPr>
              <a:lnSpc>
                <a:spcPct val="130000"/>
              </a:lnSpc>
            </a:pP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    适当小</a:t>
            </a:r>
            <a:r>
              <a:rPr lang="en-US" altLang="zh-CN" sz="1870" dirty="0">
                <a:latin typeface="微软雅黑" pitchFamily="34" charset="-122"/>
                <a:ea typeface="微软雅黑" pitchFamily="34" charset="-122"/>
              </a:rPr>
              <a:t>(Small)              </a:t>
            </a: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可测试性</a:t>
            </a:r>
            <a:r>
              <a:rPr lang="en-US" altLang="zh-CN" sz="1870" dirty="0">
                <a:latin typeface="微软雅黑" pitchFamily="34" charset="-122"/>
                <a:ea typeface="微软雅黑" pitchFamily="34" charset="-122"/>
              </a:rPr>
              <a:t>(Testable)</a:t>
            </a:r>
          </a:p>
        </p:txBody>
      </p:sp>
    </p:spTree>
    <p:extLst>
      <p:ext uri="{BB962C8B-B14F-4D97-AF65-F5344CB8AC3E}">
        <p14:creationId xmlns:p14="http://schemas.microsoft.com/office/powerpoint/2010/main" val="3695408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6"/>
          <p:cNvGraphicFramePr/>
          <p:nvPr>
            <p:extLst>
              <p:ext uri="{D42A27DB-BD31-4B8C-83A1-F6EECF244321}">
                <p14:modId xmlns:p14="http://schemas.microsoft.com/office/powerpoint/2010/main" val="3189839653"/>
              </p:ext>
            </p:extLst>
          </p:nvPr>
        </p:nvGraphicFramePr>
        <p:xfrm>
          <a:off x="170541" y="24770"/>
          <a:ext cx="8083115" cy="8821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椭圆 2"/>
          <p:cNvSpPr/>
          <p:nvPr/>
        </p:nvSpPr>
        <p:spPr>
          <a:xfrm>
            <a:off x="8943435" y="3679259"/>
            <a:ext cx="1531318" cy="15313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73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PMQA</a:t>
            </a: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418019841"/>
              </p:ext>
            </p:extLst>
          </p:nvPr>
        </p:nvGraphicFramePr>
        <p:xfrm>
          <a:off x="-1062012" y="1603192"/>
          <a:ext cx="5819056" cy="31349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cxnSp>
        <p:nvCxnSpPr>
          <p:cNvPr id="5" name="直接连接符 4"/>
          <p:cNvCxnSpPr/>
          <p:nvPr/>
        </p:nvCxnSpPr>
        <p:spPr>
          <a:xfrm flipV="1">
            <a:off x="1617774" y="4091896"/>
            <a:ext cx="447316" cy="12659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617774" y="4091896"/>
            <a:ext cx="447316" cy="12659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2810624" y="2879358"/>
            <a:ext cx="447316" cy="12800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812617" y="2879358"/>
            <a:ext cx="447316" cy="12800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2810624" y="4474504"/>
            <a:ext cx="447316" cy="12800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812617" y="4474504"/>
            <a:ext cx="447316" cy="12800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形标注 10"/>
          <p:cNvSpPr/>
          <p:nvPr/>
        </p:nvSpPr>
        <p:spPr>
          <a:xfrm>
            <a:off x="1426380" y="4393910"/>
            <a:ext cx="1019915" cy="531371"/>
          </a:xfrm>
          <a:prstGeom prst="wedgeEllipseCallout">
            <a:avLst>
              <a:gd name="adj1" fmla="val -12075"/>
              <a:gd name="adj2" fmla="val 111762"/>
            </a:avLst>
          </a:prstGeom>
          <a:noFill/>
          <a:ln>
            <a:solidFill>
              <a:srgbClr val="FF0000"/>
            </a:solidFill>
          </a:ln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636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1465283" y="4827895"/>
            <a:ext cx="1147829" cy="344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115887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115887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115887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115887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636">
                <a:latin typeface="Microsoft YaHei" charset="-122"/>
                <a:ea typeface="Microsoft YaHei" charset="-122"/>
                <a:cs typeface="Microsoft YaHei" charset="-122"/>
              </a:rPr>
              <a:t>不可能！</a:t>
            </a:r>
            <a:endParaRPr lang="zh-CN" altLang="en-US" sz="1636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2810624" y="2114140"/>
            <a:ext cx="447316" cy="12659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2812617" y="2114140"/>
            <a:ext cx="447316" cy="12659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图示 14"/>
          <p:cNvGraphicFramePr/>
          <p:nvPr>
            <p:extLst>
              <p:ext uri="{D42A27DB-BD31-4B8C-83A1-F6EECF244321}">
                <p14:modId xmlns:p14="http://schemas.microsoft.com/office/powerpoint/2010/main" val="1792985125"/>
              </p:ext>
            </p:extLst>
          </p:nvPr>
        </p:nvGraphicFramePr>
        <p:xfrm>
          <a:off x="3531569" y="1849876"/>
          <a:ext cx="4529600" cy="31349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pSp>
        <p:nvGrpSpPr>
          <p:cNvPr id="16" name="组合 35"/>
          <p:cNvGrpSpPr/>
          <p:nvPr/>
        </p:nvGrpSpPr>
        <p:grpSpPr>
          <a:xfrm>
            <a:off x="5885194" y="1653896"/>
            <a:ext cx="1147829" cy="3190290"/>
            <a:chOff x="5580088" y="2000999"/>
            <a:chExt cx="1295400" cy="3600450"/>
          </a:xfrm>
        </p:grpSpPr>
        <p:sp>
          <p:nvSpPr>
            <p:cNvPr id="17" name="矩形 16"/>
            <p:cNvSpPr/>
            <p:nvPr/>
          </p:nvSpPr>
          <p:spPr>
            <a:xfrm>
              <a:off x="5580088" y="2000999"/>
              <a:ext cx="1295400" cy="36004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36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endParaRPr>
            </a:p>
          </p:txBody>
        </p:sp>
        <p:sp>
          <p:nvSpPr>
            <p:cNvPr id="18" name="TextBox 16"/>
            <p:cNvSpPr txBox="1">
              <a:spLocks noChangeArrowheads="1"/>
            </p:cNvSpPr>
            <p:nvPr/>
          </p:nvSpPr>
          <p:spPr bwMode="auto">
            <a:xfrm>
              <a:off x="5731034" y="2145463"/>
              <a:ext cx="1008064" cy="388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defTabSz="1158875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defTabSz="1158875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defTabSz="1158875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defTabSz="1158875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636" dirty="0">
                  <a:latin typeface="Microsoft YaHei" charset="-122"/>
                  <a:ea typeface="Microsoft YaHei" charset="-122"/>
                  <a:cs typeface="Microsoft YaHei" charset="-122"/>
                </a:rPr>
                <a:t>迭代</a:t>
              </a:r>
              <a:r>
                <a:rPr lang="en-US" altLang="zh-CN" sz="1636" dirty="0">
                  <a:latin typeface="Microsoft YaHei" charset="-122"/>
                  <a:ea typeface="Microsoft YaHei" charset="-122"/>
                  <a:cs typeface="Microsoft YaHei" charset="-122"/>
                </a:rPr>
                <a:t>1</a:t>
              </a:r>
              <a:endParaRPr lang="zh-CN" altLang="en-US" sz="1636" dirty="0">
                <a:latin typeface="Microsoft YaHei" charset="-122"/>
                <a:ea typeface="Microsoft YaHei" charset="-122"/>
                <a:cs typeface="Microsoft YaHei" charset="-122"/>
              </a:endParaRPr>
            </a:p>
          </p:txBody>
        </p:sp>
      </p:grpSp>
      <p:grpSp>
        <p:nvGrpSpPr>
          <p:cNvPr id="19" name="组合 36"/>
          <p:cNvGrpSpPr/>
          <p:nvPr/>
        </p:nvGrpSpPr>
        <p:grpSpPr>
          <a:xfrm>
            <a:off x="7097731" y="1653896"/>
            <a:ext cx="1147829" cy="3190290"/>
            <a:chOff x="6948513" y="2000999"/>
            <a:chExt cx="1295400" cy="3600450"/>
          </a:xfrm>
        </p:grpSpPr>
        <p:sp>
          <p:nvSpPr>
            <p:cNvPr id="20" name="矩形 19"/>
            <p:cNvSpPr/>
            <p:nvPr/>
          </p:nvSpPr>
          <p:spPr>
            <a:xfrm>
              <a:off x="6948513" y="2000999"/>
              <a:ext cx="1295400" cy="36004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36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endParaRPr>
            </a:p>
          </p:txBody>
        </p:sp>
        <p:sp>
          <p:nvSpPr>
            <p:cNvPr id="21" name="TextBox 18"/>
            <p:cNvSpPr txBox="1">
              <a:spLocks noChangeArrowheads="1"/>
            </p:cNvSpPr>
            <p:nvPr/>
          </p:nvSpPr>
          <p:spPr bwMode="auto">
            <a:xfrm>
              <a:off x="7138245" y="2167687"/>
              <a:ext cx="1008064" cy="388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defTabSz="1158875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defTabSz="1158875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defTabSz="1158875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defTabSz="1158875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636" dirty="0">
                  <a:latin typeface="Microsoft YaHei" charset="-122"/>
                  <a:ea typeface="Microsoft YaHei" charset="-122"/>
                  <a:cs typeface="Microsoft YaHei" charset="-122"/>
                </a:rPr>
                <a:t>迭代</a:t>
              </a:r>
              <a:r>
                <a:rPr lang="en-US" altLang="zh-CN" sz="1636" dirty="0">
                  <a:latin typeface="Microsoft YaHei" charset="-122"/>
                  <a:ea typeface="Microsoft YaHei" charset="-122"/>
                  <a:cs typeface="Microsoft YaHei" charset="-122"/>
                </a:rPr>
                <a:t>2</a:t>
              </a:r>
              <a:endParaRPr lang="zh-CN" altLang="en-US" sz="1636" dirty="0">
                <a:latin typeface="Microsoft YaHei" charset="-122"/>
                <a:ea typeface="Microsoft YaHei" charset="-122"/>
                <a:cs typeface="Microsoft YaHei" charset="-122"/>
              </a:endParaRPr>
            </a:p>
          </p:txBody>
        </p:sp>
      </p:grpSp>
      <p:sp>
        <p:nvSpPr>
          <p:cNvPr id="22" name="圆角矩形 4"/>
          <p:cNvSpPr/>
          <p:nvPr/>
        </p:nvSpPr>
        <p:spPr bwMode="auto">
          <a:xfrm>
            <a:off x="7194319" y="3230902"/>
            <a:ext cx="841556" cy="378700"/>
          </a:xfrm>
          <a:prstGeom prst="rect">
            <a:avLst/>
          </a:prstGeom>
          <a:solidFill>
            <a:schemeClr val="accent6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878" tIns="7878" rIns="7878" bIns="7878" spcCol="1270" anchor="ctr"/>
          <a:lstStyle/>
          <a:p>
            <a:pPr algn="ctr" defTabSz="551355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1636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Story X</a:t>
            </a:r>
            <a:endParaRPr lang="zh-CN" altLang="en-US" sz="1636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3" name="圆角矩形 4"/>
          <p:cNvSpPr/>
          <p:nvPr/>
        </p:nvSpPr>
        <p:spPr bwMode="auto">
          <a:xfrm>
            <a:off x="7212212" y="3679259"/>
            <a:ext cx="841556" cy="378700"/>
          </a:xfrm>
          <a:prstGeom prst="rect">
            <a:avLst/>
          </a:prstGeom>
          <a:solidFill>
            <a:schemeClr val="accent6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878" tIns="7878" rIns="7878" bIns="7878" spcCol="1270" anchor="ctr"/>
          <a:lstStyle/>
          <a:p>
            <a:pPr algn="ctr" defTabSz="551355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1636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Story Y</a:t>
            </a:r>
            <a:endParaRPr lang="zh-CN" altLang="en-US" sz="1636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V="1">
            <a:off x="7441985" y="4274759"/>
            <a:ext cx="447316" cy="12800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7441985" y="4274759"/>
            <a:ext cx="447316" cy="12800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7"/>
          <p:cNvSpPr txBox="1">
            <a:spLocks noChangeArrowheads="1"/>
          </p:cNvSpPr>
          <p:nvPr/>
        </p:nvSpPr>
        <p:spPr bwMode="auto">
          <a:xfrm>
            <a:off x="8589406" y="3435747"/>
            <a:ext cx="390221" cy="59580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115887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115887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115887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115887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636" dirty="0">
                <a:latin typeface="Microsoft YaHei" charset="-122"/>
                <a:ea typeface="Microsoft YaHei" charset="-122"/>
                <a:cs typeface="Microsoft YaHei" charset="-122"/>
              </a:rPr>
              <a:t>变化</a:t>
            </a:r>
          </a:p>
        </p:txBody>
      </p:sp>
      <p:cxnSp>
        <p:nvCxnSpPr>
          <p:cNvPr id="27" name="直接连接符 26"/>
          <p:cNvCxnSpPr>
            <a:stCxn id="24" idx="3"/>
          </p:cNvCxnSpPr>
          <p:nvPr/>
        </p:nvCxnSpPr>
        <p:spPr>
          <a:xfrm>
            <a:off x="8035875" y="3420253"/>
            <a:ext cx="553531" cy="32127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>
            <a:stCxn id="27" idx="3"/>
          </p:cNvCxnSpPr>
          <p:nvPr/>
        </p:nvCxnSpPr>
        <p:spPr>
          <a:xfrm flipV="1">
            <a:off x="8053768" y="3741524"/>
            <a:ext cx="535638" cy="12708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8035253" y="3741524"/>
            <a:ext cx="554153" cy="5514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/>
          <p:cNvGrpSpPr/>
          <p:nvPr/>
        </p:nvGrpSpPr>
        <p:grpSpPr>
          <a:xfrm>
            <a:off x="5700300" y="4720620"/>
            <a:ext cx="1175571" cy="618696"/>
            <a:chOff x="8590632" y="5169768"/>
            <a:chExt cx="1326708" cy="698239"/>
          </a:xfrm>
        </p:grpSpPr>
        <p:cxnSp>
          <p:nvCxnSpPr>
            <p:cNvPr id="31" name="直接连接符 30"/>
            <p:cNvCxnSpPr/>
            <p:nvPr/>
          </p:nvCxnSpPr>
          <p:spPr>
            <a:xfrm>
              <a:off x="9022680" y="5169768"/>
              <a:ext cx="25" cy="27543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3"/>
            <p:cNvSpPr txBox="1">
              <a:spLocks noChangeArrowheads="1"/>
            </p:cNvSpPr>
            <p:nvPr/>
          </p:nvSpPr>
          <p:spPr bwMode="auto">
            <a:xfrm>
              <a:off x="8590632" y="5479703"/>
              <a:ext cx="1326708" cy="38830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defTabSz="1158875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defTabSz="1158875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defTabSz="1158875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defTabSz="1158875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1636" dirty="0">
                  <a:latin typeface="Microsoft YaHei" charset="-122"/>
                  <a:ea typeface="Microsoft YaHei" charset="-122"/>
                  <a:cs typeface="Microsoft YaHei" charset="-122"/>
                </a:rPr>
                <a:t>价值聚焦</a:t>
              </a:r>
            </a:p>
          </p:txBody>
        </p:sp>
      </p:grpSp>
      <p:sp>
        <p:nvSpPr>
          <p:cNvPr id="33" name="Rectangle 3"/>
          <p:cNvSpPr txBox="1">
            <a:spLocks noChangeArrowheads="1"/>
          </p:cNvSpPr>
          <p:nvPr/>
        </p:nvSpPr>
        <p:spPr bwMode="auto">
          <a:xfrm>
            <a:off x="998890" y="845691"/>
            <a:ext cx="5614834" cy="493641"/>
          </a:xfrm>
          <a:prstGeom prst="rect">
            <a:avLst/>
          </a:prstGeom>
          <a:noFill/>
          <a:ln>
            <a:miter lim="800000"/>
            <a:headEnd/>
            <a:tailEnd/>
          </a:ln>
          <a:effectLst>
            <a:softEdge rad="63500"/>
          </a:effectLst>
        </p:spPr>
        <p:txBody>
          <a:bodyPr vert="horz" wrap="square" lIns="102884" tIns="51442" rIns="102884" bIns="51442" numCol="1" anchor="t" anchorCtr="0" compatLnSpc="1">
            <a:prstTxWarp prst="textNoShape">
              <a:avLst/>
            </a:prstTxWarp>
          </a:bodyPr>
          <a:lstStyle/>
          <a:p>
            <a:pPr marL="385774" lvl="1" indent="-385774" defTabSz="1028732">
              <a:spcBef>
                <a:spcPct val="20000"/>
              </a:spcBef>
              <a:defRPr/>
            </a:pPr>
            <a:r>
              <a:rPr lang="zh-CN" altLang="en-US" sz="2836" b="1" dirty="0">
                <a:latin typeface="微软雅黑" pitchFamily="34" charset="-122"/>
                <a:ea typeface="微软雅黑" pitchFamily="34" charset="-122"/>
              </a:rPr>
              <a:t>为什么要拆分</a:t>
            </a:r>
            <a:r>
              <a:rPr lang="en-US" altLang="zh-CN" sz="2836" b="1" dirty="0">
                <a:latin typeface="微软雅黑" pitchFamily="34" charset="-122"/>
                <a:ea typeface="微软雅黑" pitchFamily="34" charset="-122"/>
              </a:rPr>
              <a:t>Story</a:t>
            </a:r>
          </a:p>
        </p:txBody>
      </p:sp>
    </p:spTree>
    <p:extLst>
      <p:ext uri="{BB962C8B-B14F-4D97-AF65-F5344CB8AC3E}">
        <p14:creationId xmlns:p14="http://schemas.microsoft.com/office/powerpoint/2010/main" val="870618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11" grpId="0" animBg="1"/>
      <p:bldP spid="12" grpId="0"/>
      <p:bldGraphic spid="15" grpId="0">
        <p:bldAsOne/>
      </p:bldGraphic>
      <p:bldP spid="22" grpId="0" animBg="1"/>
      <p:bldP spid="23" grpId="0" animBg="1"/>
      <p:bldP spid="2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6"/>
          <p:cNvGraphicFramePr/>
          <p:nvPr>
            <p:extLst>
              <p:ext uri="{D42A27DB-BD31-4B8C-83A1-F6EECF244321}">
                <p14:modId xmlns:p14="http://schemas.microsoft.com/office/powerpoint/2010/main" val="2613544576"/>
              </p:ext>
            </p:extLst>
          </p:nvPr>
        </p:nvGraphicFramePr>
        <p:xfrm>
          <a:off x="378148" y="14794"/>
          <a:ext cx="8083115" cy="791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椭圆 2"/>
          <p:cNvSpPr/>
          <p:nvPr/>
        </p:nvSpPr>
        <p:spPr>
          <a:xfrm>
            <a:off x="6929945" y="3798019"/>
            <a:ext cx="1531318" cy="1374445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73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PMQA</a:t>
            </a:r>
            <a:endParaRPr lang="zh-CN" altLang="en-US" sz="3273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34132" y="787815"/>
            <a:ext cx="5614834" cy="443071"/>
          </a:xfrm>
          <a:prstGeom prst="rect">
            <a:avLst/>
          </a:prstGeom>
          <a:noFill/>
          <a:ln>
            <a:miter lim="800000"/>
            <a:headEnd/>
            <a:tailEnd/>
          </a:ln>
          <a:effectLst>
            <a:softEdge rad="63500"/>
          </a:effectLst>
        </p:spPr>
        <p:txBody>
          <a:bodyPr vert="horz" wrap="square" lIns="102884" tIns="51442" rIns="102884" bIns="51442" numCol="1" anchor="t" anchorCtr="0" compatLnSpc="1">
            <a:prstTxWarp prst="textNoShape">
              <a:avLst/>
            </a:prstTxWarp>
          </a:bodyPr>
          <a:lstStyle/>
          <a:p>
            <a:pPr marL="385774" lvl="1" indent="-385774" defTabSz="1028732">
              <a:spcBef>
                <a:spcPct val="20000"/>
              </a:spcBef>
              <a:defRPr/>
            </a:pPr>
            <a:r>
              <a:rPr lang="zh-CN" altLang="en-US" sz="2836" b="1" dirty="0">
                <a:latin typeface="微软雅黑" pitchFamily="34" charset="-122"/>
                <a:ea typeface="微软雅黑" pitchFamily="34" charset="-122"/>
              </a:rPr>
              <a:t>为什么要拆分</a:t>
            </a:r>
            <a:r>
              <a:rPr lang="en-US" altLang="zh-CN" sz="2836" b="1" dirty="0">
                <a:latin typeface="微软雅黑" pitchFamily="34" charset="-122"/>
                <a:ea typeface="微软雅黑" pitchFamily="34" charset="-122"/>
              </a:rPr>
              <a:t>Story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379151" y="1230886"/>
            <a:ext cx="6890933" cy="4044289"/>
          </a:xfrm>
          <a:prstGeom prst="rect">
            <a:avLst/>
          </a:prstGeom>
        </p:spPr>
        <p:txBody>
          <a:bodyPr/>
          <a:lstStyle>
            <a:lvl1pPr marL="434947" indent="-434947" algn="l" defTabSz="1160388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4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42914" indent="-361927" algn="l" defTabSz="1160388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50881" indent="-288906" algn="l" defTabSz="1160388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30281" indent="-288906" algn="l" defTabSz="1160388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11268" indent="-288906" algn="l" defTabSz="1160388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92831" indent="-290256" algn="l" defTabSz="116102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73348" indent="-290256" algn="l" defTabSz="116102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53861" indent="-290256" algn="l" defTabSz="116102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934377" indent="-290256" algn="l" defTabSz="116102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1870" b="1" dirty="0">
                <a:latin typeface="微软雅黑" pitchFamily="34" charset="-122"/>
                <a:ea typeface="微软雅黑" pitchFamily="34" charset="-122"/>
              </a:rPr>
              <a:t>保持业务灵活性</a:t>
            </a:r>
            <a:endParaRPr lang="en-US" altLang="zh-CN" sz="1870" b="1" dirty="0">
              <a:latin typeface="微软雅黑" pitchFamily="34" charset="-122"/>
              <a:ea typeface="微软雅黑" pitchFamily="34" charset="-122"/>
            </a:endParaRPr>
          </a:p>
          <a:p>
            <a:pPr marL="708917" lvl="2" indent="-303807" eaLnBrk="0" hangingPunct="0">
              <a:lnSpc>
                <a:spcPct val="130000"/>
              </a:lnSpc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需求优先级</a:t>
            </a:r>
            <a:endParaRPr lang="en-US" altLang="zh-CN" sz="1870" dirty="0">
              <a:latin typeface="微软雅黑" pitchFamily="34" charset="-122"/>
              <a:ea typeface="微软雅黑" pitchFamily="34" charset="-122"/>
            </a:endParaRPr>
          </a:p>
          <a:p>
            <a:pPr marL="708917" lvl="2" indent="-303807" eaLnBrk="0" hangingPunct="0">
              <a:lnSpc>
                <a:spcPct val="130000"/>
              </a:lnSpc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响应需求变化</a:t>
            </a:r>
            <a:endParaRPr lang="en-US" altLang="zh-CN" sz="187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1870" b="1" dirty="0">
                <a:latin typeface="微软雅黑" pitchFamily="34" charset="-122"/>
                <a:ea typeface="微软雅黑" pitchFamily="34" charset="-122"/>
              </a:rPr>
              <a:t>聚焦价值，迭代增量发布</a:t>
            </a:r>
            <a:endParaRPr lang="en-US" altLang="zh-CN" sz="1870" b="1" dirty="0">
              <a:latin typeface="微软雅黑" pitchFamily="34" charset="-122"/>
              <a:ea typeface="微软雅黑" pitchFamily="34" charset="-122"/>
            </a:endParaRPr>
          </a:p>
          <a:p>
            <a:pPr marL="708917" lvl="2" indent="-303807" eaLnBrk="0" hangingPunct="0">
              <a:lnSpc>
                <a:spcPct val="130000"/>
              </a:lnSpc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专注于实现最重要的功能</a:t>
            </a:r>
            <a:endParaRPr lang="en-US" altLang="zh-CN" sz="1870" dirty="0">
              <a:latin typeface="微软雅黑" pitchFamily="34" charset="-122"/>
              <a:ea typeface="微软雅黑" pitchFamily="34" charset="-122"/>
            </a:endParaRPr>
          </a:p>
          <a:p>
            <a:pPr marL="708917" lvl="2" indent="-303807" eaLnBrk="0" hangingPunct="0">
              <a:lnSpc>
                <a:spcPct val="130000"/>
              </a:lnSpc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推迟细节决定</a:t>
            </a:r>
            <a:endParaRPr lang="en-US" altLang="zh-CN" sz="1870" dirty="0">
              <a:latin typeface="微软雅黑" pitchFamily="34" charset="-122"/>
              <a:ea typeface="微软雅黑" pitchFamily="34" charset="-122"/>
            </a:endParaRPr>
          </a:p>
          <a:p>
            <a:pPr marL="385360" lvl="1" indent="-385360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1870" b="1" dirty="0">
                <a:latin typeface="微软雅黑" pitchFamily="34" charset="-122"/>
                <a:ea typeface="微软雅黑" pitchFamily="34" charset="-122"/>
              </a:rPr>
              <a:t>快速反馈</a:t>
            </a:r>
            <a:endParaRPr lang="en-US" altLang="zh-CN" sz="1870" b="1" dirty="0">
              <a:latin typeface="微软雅黑" pitchFamily="34" charset="-122"/>
              <a:ea typeface="微软雅黑" pitchFamily="34" charset="-122"/>
            </a:endParaRPr>
          </a:p>
          <a:p>
            <a:pPr marL="708917" lvl="2" indent="-303807" eaLnBrk="0" hangingPunct="0">
              <a:lnSpc>
                <a:spcPct val="130000"/>
              </a:lnSpc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可交付的软件，影响下个阶段需求决定</a:t>
            </a:r>
            <a:endParaRPr lang="en-US" altLang="zh-CN" sz="1870" dirty="0">
              <a:latin typeface="微软雅黑" pitchFamily="34" charset="-122"/>
              <a:ea typeface="微软雅黑" pitchFamily="34" charset="-122"/>
            </a:endParaRPr>
          </a:p>
          <a:p>
            <a:pPr marL="708917" lvl="2" indent="-303807" eaLnBrk="0" hangingPunct="0">
              <a:lnSpc>
                <a:spcPct val="130000"/>
              </a:lnSpc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测试</a:t>
            </a:r>
            <a:r>
              <a:rPr lang="en-US" altLang="zh-CN" sz="1870" dirty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验收尽早介入</a:t>
            </a:r>
            <a:endParaRPr lang="en-US" altLang="zh-CN" sz="187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•"/>
            </a:pPr>
            <a:endParaRPr lang="en-US" altLang="zh-CN" sz="187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240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练习题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什么叫</a:t>
            </a:r>
            <a:r>
              <a:rPr kumimoji="1" lang="en-US" altLang="zh-CN" dirty="0" smtClean="0"/>
              <a:t>Story</a:t>
            </a:r>
            <a:r>
              <a:rPr kumimoji="1" lang="zh-CN" altLang="en-US" dirty="0" smtClean="0"/>
              <a:t> 的</a:t>
            </a:r>
            <a:r>
              <a:rPr kumimoji="1" lang="en-US" altLang="zh-CN" dirty="0" err="1" smtClean="0"/>
              <a:t>Invset</a:t>
            </a:r>
            <a:r>
              <a:rPr kumimoji="1" lang="zh-CN" altLang="en-US" dirty="0" smtClean="0"/>
              <a:t>原则</a:t>
            </a:r>
            <a:endParaRPr kumimoji="1" lang="en-US" altLang="zh-CN" dirty="0" smtClean="0"/>
          </a:p>
          <a:p>
            <a:r>
              <a:rPr kumimoji="1" lang="zh-CN" altLang="en-US" dirty="0" smtClean="0"/>
              <a:t>为什么要拆</a:t>
            </a:r>
            <a:r>
              <a:rPr kumimoji="1" lang="en-US" altLang="zh-CN" dirty="0" smtClean="0"/>
              <a:t>Story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2374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6"/>
          <p:cNvGraphicFramePr/>
          <p:nvPr>
            <p:extLst>
              <p:ext uri="{D42A27DB-BD31-4B8C-83A1-F6EECF244321}">
                <p14:modId xmlns:p14="http://schemas.microsoft.com/office/powerpoint/2010/main" val="3848018695"/>
              </p:ext>
            </p:extLst>
          </p:nvPr>
        </p:nvGraphicFramePr>
        <p:xfrm>
          <a:off x="306140" y="-90413"/>
          <a:ext cx="8083115" cy="8821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椭圆 2"/>
          <p:cNvSpPr/>
          <p:nvPr/>
        </p:nvSpPr>
        <p:spPr>
          <a:xfrm>
            <a:off x="7905905" y="3549074"/>
            <a:ext cx="1531318" cy="15313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73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全体</a:t>
            </a:r>
            <a:endParaRPr lang="en-US" altLang="zh-CN" sz="3273" dirty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6916" y="575828"/>
            <a:ext cx="7146152" cy="49267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870" b="1" dirty="0">
                <a:latin typeface="微软雅黑" pitchFamily="34" charset="-122"/>
                <a:ea typeface="微软雅黑" pitchFamily="34" charset="-122"/>
              </a:rPr>
              <a:t>优先级排序：</a:t>
            </a: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先做最有价值、最重要的</a:t>
            </a:r>
            <a:r>
              <a:rPr lang="en-US" altLang="zh-CN" sz="1870" dirty="0">
                <a:latin typeface="微软雅黑" pitchFamily="34" charset="-122"/>
                <a:ea typeface="微软雅黑" pitchFamily="34" charset="-122"/>
              </a:rPr>
              <a:t>story</a:t>
            </a:r>
          </a:p>
          <a:p>
            <a:pPr marL="708917" lvl="2" indent="-303807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altLang="zh-CN" sz="1870" dirty="0" err="1">
                <a:latin typeface="微软雅黑" pitchFamily="34" charset="-122"/>
                <a:ea typeface="微软雅黑" pitchFamily="34" charset="-122"/>
              </a:rPr>
              <a:t>MoSCoW</a:t>
            </a:r>
            <a:r>
              <a:rPr lang="en-US" altLang="zh-CN" sz="1870" dirty="0">
                <a:latin typeface="微软雅黑" pitchFamily="34" charset="-122"/>
                <a:ea typeface="微软雅黑" pitchFamily="34" charset="-122"/>
              </a:rPr>
              <a:t>:   Must</a:t>
            </a: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；   </a:t>
            </a:r>
            <a:r>
              <a:rPr lang="en-US" altLang="zh-CN" sz="1870" dirty="0">
                <a:latin typeface="微软雅黑" pitchFamily="34" charset="-122"/>
                <a:ea typeface="微软雅黑" pitchFamily="34" charset="-122"/>
              </a:rPr>
              <a:t>Should</a:t>
            </a: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sz="1870" dirty="0">
                <a:latin typeface="微软雅黑" pitchFamily="34" charset="-122"/>
                <a:ea typeface="微软雅黑" pitchFamily="34" charset="-122"/>
              </a:rPr>
              <a:t>   Could</a:t>
            </a: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； </a:t>
            </a:r>
            <a:r>
              <a:rPr lang="en-US" altLang="zh-CN" sz="1870" dirty="0">
                <a:latin typeface="微软雅黑" pitchFamily="34" charset="-122"/>
                <a:ea typeface="微软雅黑" pitchFamily="34" charset="-122"/>
              </a:rPr>
              <a:t>  Would not</a:t>
            </a: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708917" lvl="2" indent="-303807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价值</a:t>
            </a:r>
            <a:r>
              <a:rPr lang="en-US" altLang="zh-CN" sz="1870" dirty="0"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重要性</a:t>
            </a:r>
            <a:r>
              <a:rPr lang="en-US" altLang="zh-CN" sz="1870" dirty="0">
                <a:latin typeface="微软雅黑" pitchFamily="34" charset="-122"/>
                <a:ea typeface="微软雅黑" pitchFamily="34" charset="-122"/>
              </a:rPr>
              <a:t>: </a:t>
            </a: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高， 中， 低</a:t>
            </a:r>
            <a:r>
              <a:rPr lang="zh-CN" altLang="en-US" sz="1870" b="1" dirty="0">
                <a:latin typeface="微软雅黑" pitchFamily="34" charset="-122"/>
                <a:ea typeface="微软雅黑" pitchFamily="34" charset="-122"/>
              </a:rPr>
              <a:t> </a:t>
            </a:r>
            <a:endParaRPr lang="en-US" altLang="zh-CN" sz="1870" b="1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1870" b="1" dirty="0">
                <a:latin typeface="微软雅黑" pitchFamily="34" charset="-122"/>
                <a:ea typeface="微软雅黑" pitchFamily="34" charset="-122"/>
              </a:rPr>
              <a:t>估算单位：</a:t>
            </a:r>
            <a:r>
              <a:rPr lang="zh-CN" altLang="en-US" sz="187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故事点、理想人日</a:t>
            </a:r>
            <a:endParaRPr lang="en-US" altLang="zh-CN" sz="187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187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估算原则：</a:t>
            </a:r>
            <a:endParaRPr lang="en-US" altLang="zh-CN" sz="1870" b="1" dirty="0">
              <a:latin typeface="微软雅黑" pitchFamily="34" charset="-122"/>
              <a:ea typeface="微软雅黑" pitchFamily="34" charset="-122"/>
            </a:endParaRPr>
          </a:p>
          <a:p>
            <a:pPr marL="708917" lvl="2" indent="-303807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团队估算</a:t>
            </a:r>
            <a:endParaRPr lang="en-US" altLang="zh-CN" sz="1870" dirty="0">
              <a:latin typeface="微软雅黑" pitchFamily="34" charset="-122"/>
              <a:ea typeface="微软雅黑" pitchFamily="34" charset="-122"/>
            </a:endParaRPr>
          </a:p>
          <a:p>
            <a:pPr marL="708917" lvl="2" indent="-303807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使用相对值，而不是绝对值</a:t>
            </a:r>
            <a:endParaRPr lang="en-US" altLang="zh-CN" sz="1870" dirty="0">
              <a:latin typeface="微软雅黑" pitchFamily="34" charset="-122"/>
              <a:ea typeface="微软雅黑" pitchFamily="34" charset="-122"/>
            </a:endParaRPr>
          </a:p>
          <a:p>
            <a:pPr marL="708917" lvl="2" indent="-303807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要准确，而不是精确</a:t>
            </a:r>
            <a:endParaRPr lang="en-US" altLang="zh-CN" sz="1870" dirty="0">
              <a:latin typeface="微软雅黑" pitchFamily="34" charset="-122"/>
              <a:ea typeface="微软雅黑" pitchFamily="34" charset="-122"/>
            </a:endParaRPr>
          </a:p>
          <a:p>
            <a:pPr marL="708917" lvl="2" indent="-303807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估算不是承诺</a:t>
            </a:r>
            <a:endParaRPr lang="en-US" altLang="zh-CN" sz="187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1870" b="1" dirty="0">
                <a:latin typeface="微软雅黑" pitchFamily="34" charset="-122"/>
                <a:ea typeface="微软雅黑" pitchFamily="34" charset="-122"/>
              </a:rPr>
              <a:t>常用方法：</a:t>
            </a:r>
            <a:endParaRPr lang="en-US" altLang="zh-CN" sz="1870" b="1" dirty="0">
              <a:latin typeface="微软雅黑" pitchFamily="34" charset="-122"/>
              <a:ea typeface="微软雅黑" pitchFamily="34" charset="-122"/>
            </a:endParaRPr>
          </a:p>
          <a:p>
            <a:pPr marL="708917" lvl="2" indent="-303807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altLang="zh-CN" sz="1870" dirty="0">
                <a:latin typeface="微软雅黑" pitchFamily="34" charset="-122"/>
                <a:ea typeface="微软雅黑" pitchFamily="34" charset="-122"/>
              </a:rPr>
              <a:t>Fibonacci: 1,2,3,5,8,13</a:t>
            </a:r>
          </a:p>
          <a:p>
            <a:pPr marL="708917" lvl="2" indent="-303807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altLang="zh-CN" sz="1870" dirty="0">
                <a:latin typeface="微软雅黑" pitchFamily="34" charset="-122"/>
                <a:ea typeface="微软雅黑" pitchFamily="34" charset="-122"/>
              </a:rPr>
              <a:t>T-Shirt Sizing: </a:t>
            </a:r>
            <a:r>
              <a:rPr lang="zh-CN" altLang="en-US" sz="1870" dirty="0">
                <a:latin typeface="微软雅黑" pitchFamily="34" charset="-122"/>
                <a:ea typeface="微软雅黑" pitchFamily="34" charset="-122"/>
              </a:rPr>
              <a:t>小， 中， 大</a:t>
            </a:r>
            <a:endParaRPr lang="en-US" altLang="zh-CN" sz="187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124" y="1648376"/>
            <a:ext cx="4231440" cy="1467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355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练习题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优先级是哪个角色负责评估？</a:t>
            </a:r>
            <a:endParaRPr kumimoji="1" lang="en-US" altLang="zh-CN" dirty="0" smtClean="0"/>
          </a:p>
          <a:p>
            <a:r>
              <a:rPr kumimoji="1" lang="zh-CN" altLang="en-US" dirty="0"/>
              <a:t>估算时为什么要团队整体来估算，如果先指派任务后，由每个具体开发某个ｓｔｏｒｙ的ＲＤ来估算可以吗？</a:t>
            </a:r>
          </a:p>
        </p:txBody>
      </p:sp>
    </p:spTree>
    <p:extLst>
      <p:ext uri="{BB962C8B-B14F-4D97-AF65-F5344CB8AC3E}">
        <p14:creationId xmlns:p14="http://schemas.microsoft.com/office/powerpoint/2010/main" val="2867091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6"/>
          <p:cNvGraphicFramePr/>
          <p:nvPr>
            <p:extLst>
              <p:ext uri="{D42A27DB-BD31-4B8C-83A1-F6EECF244321}">
                <p14:modId xmlns:p14="http://schemas.microsoft.com/office/powerpoint/2010/main" val="1994932512"/>
              </p:ext>
            </p:extLst>
          </p:nvPr>
        </p:nvGraphicFramePr>
        <p:xfrm>
          <a:off x="141664" y="-60179"/>
          <a:ext cx="8083115" cy="8821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椭圆 2"/>
          <p:cNvSpPr/>
          <p:nvPr/>
        </p:nvSpPr>
        <p:spPr>
          <a:xfrm>
            <a:off x="8781417" y="3847307"/>
            <a:ext cx="1531318" cy="15313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73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全体</a:t>
            </a:r>
          </a:p>
        </p:txBody>
      </p:sp>
      <p:sp>
        <p:nvSpPr>
          <p:cNvPr id="4" name="矩形 3"/>
          <p:cNvSpPr/>
          <p:nvPr/>
        </p:nvSpPr>
        <p:spPr>
          <a:xfrm>
            <a:off x="161261" y="900095"/>
            <a:ext cx="4321525" cy="4625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104" b="1" dirty="0">
                <a:latin typeface="微软雅黑" pitchFamily="34" charset="-122"/>
                <a:ea typeface="微软雅黑" pitchFamily="34" charset="-122"/>
              </a:rPr>
              <a:t>MVP</a:t>
            </a:r>
            <a:r>
              <a:rPr lang="zh-CN" altLang="en-US" sz="2104" b="1" dirty="0">
                <a:latin typeface="微软雅黑" pitchFamily="34" charset="-122"/>
                <a:ea typeface="微软雅黑" pitchFamily="34" charset="-122"/>
              </a:rPr>
              <a:t>： </a:t>
            </a:r>
            <a:endParaRPr lang="en-US" altLang="zh-CN" sz="2104" b="1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200000"/>
              </a:lnSpc>
              <a:buFont typeface="Wingdings" pitchFamily="2" charset="2"/>
              <a:buChar char="ü"/>
            </a:pP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最小的可以上线的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可使用的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200000"/>
              </a:lnSpc>
              <a:buFont typeface="Wingdings" pitchFamily="2" charset="2"/>
              <a:buChar char="ü"/>
            </a:pP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对客户带来价值的产品。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104" b="1" dirty="0">
                <a:latin typeface="微软雅黑" pitchFamily="34" charset="-122"/>
                <a:ea typeface="微软雅黑" pitchFamily="34" charset="-122"/>
              </a:rPr>
              <a:t>好处： </a:t>
            </a:r>
            <a:endParaRPr lang="en-US" altLang="zh-CN" sz="2104" b="1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200000"/>
              </a:lnSpc>
              <a:buFont typeface="Wingdings" pitchFamily="2" charset="2"/>
              <a:buChar char="ü"/>
            </a:pP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早上线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200000"/>
              </a:lnSpc>
              <a:buFont typeface="Wingdings" pitchFamily="2" charset="2"/>
              <a:buChar char="ü"/>
            </a:pP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早获得价值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200000"/>
              </a:lnSpc>
              <a:buFont typeface="Wingdings" pitchFamily="2" charset="2"/>
              <a:buChar char="ü"/>
            </a:pP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早回馈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28"/>
          <p:cNvGrpSpPr/>
          <p:nvPr/>
        </p:nvGrpSpPr>
        <p:grpSpPr>
          <a:xfrm>
            <a:off x="4679449" y="958657"/>
            <a:ext cx="4833764" cy="2488392"/>
            <a:chOff x="2488287" y="2564904"/>
            <a:chExt cx="6908249" cy="3384376"/>
          </a:xfrm>
        </p:grpSpPr>
        <p:sp>
          <p:nvSpPr>
            <p:cNvPr id="6" name="Rectangle 12"/>
            <p:cNvSpPr/>
            <p:nvPr/>
          </p:nvSpPr>
          <p:spPr bwMode="auto">
            <a:xfrm>
              <a:off x="4782368" y="2564904"/>
              <a:ext cx="1447800" cy="381000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81023" tIns="40512" rIns="81023" bIns="40512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10153">
                <a:spcBef>
                  <a:spcPct val="0"/>
                </a:spcBef>
              </a:pPr>
              <a:r>
                <a:rPr lang="en-US" sz="1636" dirty="0">
                  <a:latin typeface="Microsoft YaHei" charset="-122"/>
                  <a:ea typeface="Microsoft YaHei" charset="-122"/>
                  <a:cs typeface="Microsoft YaHei" charset="-122"/>
                  <a:sym typeface="Gill Sans" charset="0"/>
                </a:rPr>
                <a:t>Feature</a:t>
              </a:r>
            </a:p>
          </p:txBody>
        </p:sp>
        <p:grpSp>
          <p:nvGrpSpPr>
            <p:cNvPr id="7" name="组合 27"/>
            <p:cNvGrpSpPr/>
            <p:nvPr/>
          </p:nvGrpSpPr>
          <p:grpSpPr>
            <a:xfrm>
              <a:off x="2488287" y="2564904"/>
              <a:ext cx="6908249" cy="3384376"/>
              <a:chOff x="2488287" y="2564904"/>
              <a:chExt cx="6908249" cy="3384376"/>
            </a:xfrm>
          </p:grpSpPr>
          <p:sp>
            <p:nvSpPr>
              <p:cNvPr id="8" name="Rectangle 8"/>
              <p:cNvSpPr/>
              <p:nvPr/>
            </p:nvSpPr>
            <p:spPr bwMode="auto">
              <a:xfrm>
                <a:off x="3182168" y="2564904"/>
                <a:ext cx="1447800" cy="381000"/>
              </a:xfrm>
              <a:prstGeom prst="rect">
                <a:avLst/>
              </a:prstGeom>
              <a:solidFill>
                <a:srgbClr val="FFFF00"/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81023" tIns="40512" rIns="81023" bIns="40512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810153">
                  <a:spcBef>
                    <a:spcPct val="0"/>
                  </a:spcBef>
                </a:pPr>
                <a:r>
                  <a:rPr lang="en-US" sz="1636" dirty="0">
                    <a:latin typeface="Microsoft YaHei" charset="-122"/>
                    <a:ea typeface="Microsoft YaHei" charset="-122"/>
                    <a:cs typeface="Microsoft YaHei" charset="-122"/>
                    <a:sym typeface="Gill Sans" charset="0"/>
                  </a:rPr>
                  <a:t>Feature</a:t>
                </a:r>
              </a:p>
            </p:txBody>
          </p:sp>
          <p:sp>
            <p:nvSpPr>
              <p:cNvPr id="9" name="Rectangle 9"/>
              <p:cNvSpPr/>
              <p:nvPr/>
            </p:nvSpPr>
            <p:spPr bwMode="auto">
              <a:xfrm>
                <a:off x="3258368" y="3326904"/>
                <a:ext cx="1143000" cy="4572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81023" tIns="40512" rIns="81023" bIns="40512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810153">
                  <a:spcBef>
                    <a:spcPct val="0"/>
                  </a:spcBef>
                </a:pPr>
                <a:r>
                  <a:rPr lang="en-US" sz="1636" dirty="0">
                    <a:latin typeface="Microsoft YaHei" charset="-122"/>
                    <a:ea typeface="Microsoft YaHei" charset="-122"/>
                    <a:cs typeface="Microsoft YaHei" charset="-122"/>
                    <a:sym typeface="Gill Sans" charset="0"/>
                  </a:rPr>
                  <a:t>Story</a:t>
                </a:r>
              </a:p>
            </p:txBody>
          </p:sp>
          <p:sp>
            <p:nvSpPr>
              <p:cNvPr id="10" name="Rectangle 13"/>
              <p:cNvSpPr/>
              <p:nvPr/>
            </p:nvSpPr>
            <p:spPr bwMode="auto">
              <a:xfrm>
                <a:off x="6382568" y="2564904"/>
                <a:ext cx="1447800" cy="381000"/>
              </a:xfrm>
              <a:prstGeom prst="rect">
                <a:avLst/>
              </a:prstGeom>
              <a:solidFill>
                <a:srgbClr val="FFFF00"/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81023" tIns="40512" rIns="81023" bIns="40512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810153">
                  <a:spcBef>
                    <a:spcPct val="0"/>
                  </a:spcBef>
                </a:pPr>
                <a:r>
                  <a:rPr lang="en-US" sz="1636" dirty="0">
                    <a:latin typeface="Microsoft YaHei" charset="-122"/>
                    <a:ea typeface="Microsoft YaHei" charset="-122"/>
                    <a:cs typeface="Microsoft YaHei" charset="-122"/>
                    <a:sym typeface="Gill Sans" charset="0"/>
                  </a:rPr>
                  <a:t>Feature</a:t>
                </a:r>
              </a:p>
            </p:txBody>
          </p:sp>
          <p:sp>
            <p:nvSpPr>
              <p:cNvPr id="11" name="Rectangle 15"/>
              <p:cNvSpPr/>
              <p:nvPr/>
            </p:nvSpPr>
            <p:spPr bwMode="auto">
              <a:xfrm>
                <a:off x="3270200" y="4005064"/>
                <a:ext cx="1143000" cy="4572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81023" tIns="40512" rIns="81023" bIns="40512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810153">
                  <a:spcBef>
                    <a:spcPct val="0"/>
                  </a:spcBef>
                </a:pPr>
                <a:r>
                  <a:rPr lang="en-US" sz="1636" dirty="0">
                    <a:latin typeface="Microsoft YaHei" charset="-122"/>
                    <a:ea typeface="Microsoft YaHei" charset="-122"/>
                    <a:cs typeface="Microsoft YaHei" charset="-122"/>
                    <a:sym typeface="Gill Sans" charset="0"/>
                  </a:rPr>
                  <a:t>Story</a:t>
                </a:r>
              </a:p>
            </p:txBody>
          </p:sp>
          <p:sp>
            <p:nvSpPr>
              <p:cNvPr id="12" name="Rectangle 16"/>
              <p:cNvSpPr/>
              <p:nvPr/>
            </p:nvSpPr>
            <p:spPr bwMode="auto">
              <a:xfrm>
                <a:off x="3270200" y="4869160"/>
                <a:ext cx="1143000" cy="4572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81023" tIns="40512" rIns="81023" bIns="40512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810153">
                  <a:spcBef>
                    <a:spcPct val="0"/>
                  </a:spcBef>
                </a:pPr>
                <a:r>
                  <a:rPr lang="en-US" sz="1636" dirty="0">
                    <a:latin typeface="Microsoft YaHei" charset="-122"/>
                    <a:ea typeface="Microsoft YaHei" charset="-122"/>
                    <a:cs typeface="Microsoft YaHei" charset="-122"/>
                    <a:sym typeface="Gill Sans" charset="0"/>
                  </a:rPr>
                  <a:t>Story</a:t>
                </a:r>
              </a:p>
            </p:txBody>
          </p:sp>
          <p:sp>
            <p:nvSpPr>
              <p:cNvPr id="13" name="Rectangle 18"/>
              <p:cNvSpPr/>
              <p:nvPr/>
            </p:nvSpPr>
            <p:spPr bwMode="auto">
              <a:xfrm>
                <a:off x="4934768" y="3326904"/>
                <a:ext cx="1143000" cy="4572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81023" tIns="40512" rIns="81023" bIns="40512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810153">
                  <a:spcBef>
                    <a:spcPct val="0"/>
                  </a:spcBef>
                </a:pPr>
                <a:r>
                  <a:rPr lang="en-US" sz="1636" dirty="0">
                    <a:latin typeface="Microsoft YaHei" charset="-122"/>
                    <a:ea typeface="Microsoft YaHei" charset="-122"/>
                    <a:cs typeface="Microsoft YaHei" charset="-122"/>
                    <a:sym typeface="Gill Sans" charset="0"/>
                  </a:rPr>
                  <a:t>Story</a:t>
                </a:r>
              </a:p>
            </p:txBody>
          </p:sp>
          <p:sp>
            <p:nvSpPr>
              <p:cNvPr id="14" name="Rectangle 19"/>
              <p:cNvSpPr/>
              <p:nvPr/>
            </p:nvSpPr>
            <p:spPr bwMode="auto">
              <a:xfrm>
                <a:off x="4934768" y="3936504"/>
                <a:ext cx="1143000" cy="4572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81023" tIns="40512" rIns="81023" bIns="40512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810153">
                  <a:spcBef>
                    <a:spcPct val="0"/>
                  </a:spcBef>
                </a:pPr>
                <a:r>
                  <a:rPr lang="en-US" sz="1636" dirty="0">
                    <a:latin typeface="Microsoft YaHei" charset="-122"/>
                    <a:ea typeface="Microsoft YaHei" charset="-122"/>
                    <a:cs typeface="Microsoft YaHei" charset="-122"/>
                    <a:sym typeface="Gill Sans" charset="0"/>
                  </a:rPr>
                  <a:t>Story</a:t>
                </a:r>
              </a:p>
            </p:txBody>
          </p:sp>
          <p:sp>
            <p:nvSpPr>
              <p:cNvPr id="15" name="Rectangle 20"/>
              <p:cNvSpPr/>
              <p:nvPr/>
            </p:nvSpPr>
            <p:spPr bwMode="auto">
              <a:xfrm>
                <a:off x="4926384" y="4509120"/>
                <a:ext cx="1143000" cy="4572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81023" tIns="40512" rIns="81023" bIns="40512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810153">
                  <a:spcBef>
                    <a:spcPct val="0"/>
                  </a:spcBef>
                </a:pPr>
                <a:r>
                  <a:rPr lang="en-US" sz="1636" dirty="0">
                    <a:latin typeface="Microsoft YaHei" charset="-122"/>
                    <a:ea typeface="Microsoft YaHei" charset="-122"/>
                    <a:cs typeface="Microsoft YaHei" charset="-122"/>
                    <a:sym typeface="Gill Sans" charset="0"/>
                  </a:rPr>
                  <a:t>Story</a:t>
                </a:r>
              </a:p>
            </p:txBody>
          </p:sp>
          <p:sp>
            <p:nvSpPr>
              <p:cNvPr id="16" name="Rectangle 21"/>
              <p:cNvSpPr/>
              <p:nvPr/>
            </p:nvSpPr>
            <p:spPr bwMode="auto">
              <a:xfrm>
                <a:off x="4926384" y="5445224"/>
                <a:ext cx="1143000" cy="4572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81023" tIns="40512" rIns="81023" bIns="40512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810153">
                  <a:spcBef>
                    <a:spcPct val="0"/>
                  </a:spcBef>
                </a:pPr>
                <a:r>
                  <a:rPr lang="en-US" sz="1636" dirty="0">
                    <a:latin typeface="Microsoft YaHei" charset="-122"/>
                    <a:ea typeface="Microsoft YaHei" charset="-122"/>
                    <a:cs typeface="Microsoft YaHei" charset="-122"/>
                    <a:sym typeface="Gill Sans" charset="0"/>
                  </a:rPr>
                  <a:t>Story</a:t>
                </a:r>
              </a:p>
            </p:txBody>
          </p:sp>
          <p:sp>
            <p:nvSpPr>
              <p:cNvPr id="17" name="Rectangle 23"/>
              <p:cNvSpPr/>
              <p:nvPr/>
            </p:nvSpPr>
            <p:spPr bwMode="auto">
              <a:xfrm>
                <a:off x="6458768" y="3326904"/>
                <a:ext cx="1143000" cy="4572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81023" tIns="40512" rIns="81023" bIns="40512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810153">
                  <a:spcBef>
                    <a:spcPct val="0"/>
                  </a:spcBef>
                </a:pPr>
                <a:r>
                  <a:rPr lang="en-US" sz="1636" dirty="0">
                    <a:latin typeface="Microsoft YaHei" charset="-122"/>
                    <a:ea typeface="Microsoft YaHei" charset="-122"/>
                    <a:cs typeface="Microsoft YaHei" charset="-122"/>
                    <a:sym typeface="Gill Sans" charset="0"/>
                  </a:rPr>
                  <a:t>Story</a:t>
                </a:r>
              </a:p>
            </p:txBody>
          </p:sp>
          <p:sp>
            <p:nvSpPr>
              <p:cNvPr id="18" name="Rectangle 24"/>
              <p:cNvSpPr/>
              <p:nvPr/>
            </p:nvSpPr>
            <p:spPr bwMode="auto">
              <a:xfrm>
                <a:off x="6510560" y="4077072"/>
                <a:ext cx="1143000" cy="4572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81023" tIns="40512" rIns="81023" bIns="40512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810153">
                  <a:spcBef>
                    <a:spcPct val="0"/>
                  </a:spcBef>
                </a:pPr>
                <a:r>
                  <a:rPr lang="en-US" sz="1636" dirty="0">
                    <a:latin typeface="Microsoft YaHei" charset="-122"/>
                    <a:ea typeface="Microsoft YaHei" charset="-122"/>
                    <a:cs typeface="Microsoft YaHei" charset="-122"/>
                    <a:sym typeface="Gill Sans" charset="0"/>
                  </a:rPr>
                  <a:t>Story</a:t>
                </a:r>
              </a:p>
            </p:txBody>
          </p:sp>
          <p:sp>
            <p:nvSpPr>
              <p:cNvPr id="19" name="TextBox 14"/>
              <p:cNvSpPr txBox="1"/>
              <p:nvPr/>
            </p:nvSpPr>
            <p:spPr>
              <a:xfrm rot="5400000">
                <a:off x="1819753" y="4313561"/>
                <a:ext cx="1828800" cy="491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None/>
                </a:pPr>
                <a:r>
                  <a:rPr lang="zh-CN" altLang="en-US" sz="1636" b="1" dirty="0">
                    <a:latin typeface="Microsoft YaHei" charset="-122"/>
                    <a:ea typeface="Microsoft YaHei" charset="-122"/>
                    <a:cs typeface="Microsoft YaHei" charset="-122"/>
                  </a:rPr>
                  <a:t>优先级</a:t>
                </a:r>
                <a:endParaRPr lang="en-US" sz="1636" b="1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  <p:cxnSp>
            <p:nvCxnSpPr>
              <p:cNvPr id="20" name="Straight Connector 5"/>
              <p:cNvCxnSpPr/>
              <p:nvPr/>
            </p:nvCxnSpPr>
            <p:spPr bwMode="auto">
              <a:xfrm>
                <a:off x="2966144" y="3140968"/>
                <a:ext cx="5112568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3"/>
              <p:cNvCxnSpPr/>
              <p:nvPr/>
            </p:nvCxnSpPr>
            <p:spPr bwMode="auto">
              <a:xfrm>
                <a:off x="2966144" y="3140968"/>
                <a:ext cx="0" cy="2808312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5"/>
              <p:cNvCxnSpPr/>
              <p:nvPr/>
            </p:nvCxnSpPr>
            <p:spPr bwMode="auto">
              <a:xfrm>
                <a:off x="3126184" y="4725144"/>
                <a:ext cx="1584176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5"/>
              <p:cNvCxnSpPr/>
              <p:nvPr/>
            </p:nvCxnSpPr>
            <p:spPr bwMode="auto">
              <a:xfrm>
                <a:off x="4710360" y="4725144"/>
                <a:ext cx="0" cy="504056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5"/>
              <p:cNvCxnSpPr/>
              <p:nvPr/>
            </p:nvCxnSpPr>
            <p:spPr bwMode="auto">
              <a:xfrm>
                <a:off x="4710360" y="5229200"/>
                <a:ext cx="1584176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5"/>
              <p:cNvCxnSpPr/>
              <p:nvPr/>
            </p:nvCxnSpPr>
            <p:spPr bwMode="auto">
              <a:xfrm>
                <a:off x="6294536" y="3933056"/>
                <a:ext cx="0" cy="1296144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5"/>
              <p:cNvCxnSpPr/>
              <p:nvPr/>
            </p:nvCxnSpPr>
            <p:spPr bwMode="auto">
              <a:xfrm>
                <a:off x="6294536" y="3933056"/>
                <a:ext cx="1784176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27" name="TextBox 23"/>
              <p:cNvSpPr txBox="1"/>
              <p:nvPr/>
            </p:nvSpPr>
            <p:spPr>
              <a:xfrm>
                <a:off x="8150720" y="3717032"/>
                <a:ext cx="1245816" cy="467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36" b="1" dirty="0">
                    <a:latin typeface="Microsoft YaHei" charset="-122"/>
                    <a:ea typeface="Microsoft YaHei" charset="-122"/>
                    <a:cs typeface="Microsoft YaHei" charset="-122"/>
                  </a:rPr>
                  <a:t>MVP</a:t>
                </a:r>
                <a:endParaRPr lang="zh-CN" altLang="en-US" sz="1636" b="1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  <p:sp>
            <p:nvSpPr>
              <p:cNvPr id="28" name="Rectangle 21"/>
              <p:cNvSpPr/>
              <p:nvPr/>
            </p:nvSpPr>
            <p:spPr bwMode="auto">
              <a:xfrm>
                <a:off x="6566544" y="4725144"/>
                <a:ext cx="1143000" cy="4572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81023" tIns="40512" rIns="81023" bIns="40512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810153">
                  <a:spcBef>
                    <a:spcPct val="0"/>
                  </a:spcBef>
                </a:pPr>
                <a:r>
                  <a:rPr lang="en-US" sz="1636" dirty="0">
                    <a:latin typeface="Microsoft YaHei" charset="-122"/>
                    <a:ea typeface="Microsoft YaHei" charset="-122"/>
                    <a:cs typeface="Microsoft YaHei" charset="-122"/>
                    <a:sym typeface="Gill Sans" charset="0"/>
                  </a:rPr>
                  <a:t>Story</a:t>
                </a:r>
              </a:p>
            </p:txBody>
          </p:sp>
        </p:grp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231" y="885390"/>
            <a:ext cx="5916387" cy="28358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87129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6"/>
          <p:cNvGraphicFramePr/>
          <p:nvPr>
            <p:extLst>
              <p:ext uri="{D42A27DB-BD31-4B8C-83A1-F6EECF244321}">
                <p14:modId xmlns:p14="http://schemas.microsoft.com/office/powerpoint/2010/main" val="1968165125"/>
              </p:ext>
            </p:extLst>
          </p:nvPr>
        </p:nvGraphicFramePr>
        <p:xfrm>
          <a:off x="306140" y="0"/>
          <a:ext cx="8083115" cy="8821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椭圆 2"/>
          <p:cNvSpPr/>
          <p:nvPr/>
        </p:nvSpPr>
        <p:spPr>
          <a:xfrm>
            <a:off x="8299028" y="3708439"/>
            <a:ext cx="1531318" cy="15313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73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全体</a:t>
            </a:r>
          </a:p>
        </p:txBody>
      </p:sp>
      <p:sp>
        <p:nvSpPr>
          <p:cNvPr id="4" name="矩形 3"/>
          <p:cNvSpPr/>
          <p:nvPr/>
        </p:nvSpPr>
        <p:spPr>
          <a:xfrm>
            <a:off x="191592" y="1078148"/>
            <a:ext cx="8461140" cy="3978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3807" indent="-303807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2104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项目的大小</a:t>
            </a:r>
            <a:endParaRPr lang="en-US" altLang="zh-CN" sz="2104" b="1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  <a:p>
            <a:pPr marL="303807" indent="-303807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2104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团队的研发速度</a:t>
            </a:r>
            <a:endParaRPr lang="en-US" altLang="zh-CN" sz="2104" b="1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  <a:p>
            <a:pPr marL="398045" lvl="1" indent="7033">
              <a:lnSpc>
                <a:spcPct val="200000"/>
              </a:lnSpc>
              <a:buFont typeface="Arial" pitchFamily="34" charset="0"/>
              <a:buChar char="•"/>
              <a:tabLst>
                <a:tab pos="398045" algn="l"/>
              </a:tabLst>
            </a:pP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 根据前两周的研发情况，进行大致的估算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 marL="398045" lvl="1" indent="7033">
              <a:lnSpc>
                <a:spcPct val="200000"/>
              </a:lnSpc>
              <a:buFont typeface="Arial" pitchFamily="34" charset="0"/>
              <a:buChar char="•"/>
            </a:pP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进行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2-3 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个周期，接近真实的数据才会产生，这时需要重新计划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 marL="398045" lvl="1" indent="7033">
              <a:lnSpc>
                <a:spcPct val="200000"/>
              </a:lnSpc>
              <a:buFont typeface="Arial" pitchFamily="34" charset="0"/>
              <a:buChar char="•"/>
            </a:pP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团队容量也会随着时间而变化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新来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离开 的同学</a:t>
            </a:r>
            <a:r>
              <a:rPr lang="en-US" altLang="zh-CN" sz="2104" dirty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2104" dirty="0">
                <a:latin typeface="微软雅黑" pitchFamily="34" charset="-122"/>
                <a:ea typeface="微软雅黑" pitchFamily="34" charset="-122"/>
              </a:rPr>
              <a:t>休假</a:t>
            </a:r>
            <a:endParaRPr lang="en-US" altLang="zh-CN" sz="2104" dirty="0">
              <a:latin typeface="微软雅黑" pitchFamily="34" charset="-122"/>
              <a:ea typeface="微软雅黑" pitchFamily="34" charset="-122"/>
            </a:endParaRPr>
          </a:p>
          <a:p>
            <a:pPr marL="303807" indent="-303807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2104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项目的复杂度</a:t>
            </a:r>
            <a:endParaRPr lang="en-US" altLang="zh-CN" sz="2104" b="1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4527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87"/>
          <p:cNvSpPr/>
          <p:nvPr/>
        </p:nvSpPr>
        <p:spPr>
          <a:xfrm>
            <a:off x="1837431" y="1474614"/>
            <a:ext cx="2516140" cy="697964"/>
          </a:xfrm>
          <a:prstGeom prst="roundRect">
            <a:avLst>
              <a:gd name="adj" fmla="val 22481"/>
            </a:avLst>
          </a:prstGeom>
          <a:solidFill>
            <a:srgbClr val="9CBB5A"/>
          </a:soli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 algn="ctr">
              <a:defRPr sz="3000"/>
            </a:lvl1pPr>
          </a:lstStyle>
          <a:p>
            <a:pPr lvl="0">
              <a:defRPr sz="1800"/>
            </a:pPr>
            <a:r>
              <a:rPr lang="zh-CN" altLang="en-US" sz="3544" b="1" dirty="0">
                <a:latin typeface="等线" panose="02010600030101010101" pitchFamily="2" charset="-122"/>
                <a:ea typeface="等线" panose="02010600030101010101" pitchFamily="2" charset="-122"/>
              </a:rPr>
              <a:t>迭代开发</a:t>
            </a:r>
            <a:endParaRPr sz="1594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6" name="图示 5"/>
          <p:cNvGraphicFramePr/>
          <p:nvPr>
            <p:extLst/>
          </p:nvPr>
        </p:nvGraphicFramePr>
        <p:xfrm>
          <a:off x="1314748" y="3005932"/>
          <a:ext cx="8083115" cy="6380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02697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4"/>
          <p:cNvGraphicFramePr/>
          <p:nvPr>
            <p:extLst>
              <p:ext uri="{D42A27DB-BD31-4B8C-83A1-F6EECF244321}">
                <p14:modId xmlns:p14="http://schemas.microsoft.com/office/powerpoint/2010/main" val="118488384"/>
              </p:ext>
            </p:extLst>
          </p:nvPr>
        </p:nvGraphicFramePr>
        <p:xfrm>
          <a:off x="567985" y="377614"/>
          <a:ext cx="8083115" cy="6380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3" name="组合 5"/>
          <p:cNvGrpSpPr/>
          <p:nvPr/>
        </p:nvGrpSpPr>
        <p:grpSpPr>
          <a:xfrm>
            <a:off x="666180" y="1163303"/>
            <a:ext cx="6408204" cy="4202796"/>
            <a:chOff x="1147156" y="1163782"/>
            <a:chExt cx="7232073" cy="4555374"/>
          </a:xfrm>
        </p:grpSpPr>
        <p:grpSp>
          <p:nvGrpSpPr>
            <p:cNvPr id="4" name="组合 3"/>
            <p:cNvGrpSpPr/>
            <p:nvPr/>
          </p:nvGrpSpPr>
          <p:grpSpPr>
            <a:xfrm>
              <a:off x="1285216" y="1405607"/>
              <a:ext cx="6965531" cy="4090054"/>
              <a:chOff x="529600" y="620688"/>
              <a:chExt cx="6775966" cy="3828264"/>
            </a:xfrm>
          </p:grpSpPr>
          <p:sp>
            <p:nvSpPr>
              <p:cNvPr id="9" name="圆角矩形 8"/>
              <p:cNvSpPr/>
              <p:nvPr/>
            </p:nvSpPr>
            <p:spPr>
              <a:xfrm>
                <a:off x="579621" y="1184881"/>
                <a:ext cx="1226564" cy="1379139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zh-CN" altLang="en-US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分析</a:t>
                </a:r>
                <a:r>
                  <a:rPr lang="en-US" altLang="zh-CN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/</a:t>
                </a:r>
                <a:r>
                  <a:rPr lang="zh-CN" altLang="en-US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开发</a:t>
                </a:r>
                <a:r>
                  <a:rPr lang="en-US" altLang="zh-CN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/</a:t>
                </a:r>
                <a:r>
                  <a:rPr lang="zh-CN" altLang="en-US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测试</a:t>
                </a:r>
              </a:p>
            </p:txBody>
          </p:sp>
          <p:sp>
            <p:nvSpPr>
              <p:cNvPr id="10" name="圆角矩形 9"/>
              <p:cNvSpPr/>
              <p:nvPr/>
            </p:nvSpPr>
            <p:spPr>
              <a:xfrm>
                <a:off x="539552" y="620688"/>
                <a:ext cx="1234156" cy="430459"/>
              </a:xfrm>
              <a:prstGeom prst="round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773" dirty="0">
                    <a:latin typeface="微软雅黑" pitchFamily="34" charset="-122"/>
                    <a:ea typeface="微软雅黑" pitchFamily="34" charset="-122"/>
                  </a:rPr>
                  <a:t>周一</a:t>
                </a:r>
              </a:p>
            </p:txBody>
          </p:sp>
          <p:sp>
            <p:nvSpPr>
              <p:cNvPr id="11" name="圆角矩形 10"/>
              <p:cNvSpPr/>
              <p:nvPr/>
            </p:nvSpPr>
            <p:spPr>
              <a:xfrm>
                <a:off x="1919857" y="620688"/>
                <a:ext cx="1234156" cy="430459"/>
              </a:xfrm>
              <a:prstGeom prst="round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773" dirty="0">
                    <a:latin typeface="微软雅黑" pitchFamily="34" charset="-122"/>
                    <a:ea typeface="微软雅黑" pitchFamily="34" charset="-122"/>
                  </a:rPr>
                  <a:t>周二</a:t>
                </a:r>
              </a:p>
            </p:txBody>
          </p:sp>
          <p:sp>
            <p:nvSpPr>
              <p:cNvPr id="12" name="圆角矩形 11"/>
              <p:cNvSpPr/>
              <p:nvPr/>
            </p:nvSpPr>
            <p:spPr>
              <a:xfrm>
                <a:off x="3300163" y="620688"/>
                <a:ext cx="1234156" cy="430459"/>
              </a:xfrm>
              <a:prstGeom prst="round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773" dirty="0">
                    <a:latin typeface="微软雅黑" pitchFamily="34" charset="-122"/>
                    <a:ea typeface="微软雅黑" pitchFamily="34" charset="-122"/>
                  </a:rPr>
                  <a:t>周三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635660" y="1321638"/>
                <a:ext cx="1104245" cy="463369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40" dirty="0">
                    <a:latin typeface="微软雅黑" pitchFamily="34" charset="-122"/>
                    <a:ea typeface="微软雅黑" pitchFamily="34" charset="-122"/>
                  </a:rPr>
                  <a:t>迭代计划会</a:t>
                </a:r>
              </a:p>
            </p:txBody>
          </p:sp>
          <p:sp>
            <p:nvSpPr>
              <p:cNvPr id="14" name="圆角矩形 13"/>
              <p:cNvSpPr/>
              <p:nvPr/>
            </p:nvSpPr>
            <p:spPr>
              <a:xfrm>
                <a:off x="1919857" y="1184881"/>
                <a:ext cx="1282872" cy="1379139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zh-CN" altLang="en-US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分析</a:t>
                </a:r>
                <a:r>
                  <a:rPr lang="en-US" altLang="zh-CN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/</a:t>
                </a:r>
                <a:r>
                  <a:rPr lang="zh-CN" altLang="en-US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开发</a:t>
                </a:r>
                <a:r>
                  <a:rPr lang="en-US" altLang="zh-CN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/</a:t>
                </a:r>
                <a:r>
                  <a:rPr lang="zh-CN" altLang="en-US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测试</a:t>
                </a: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001051" y="1310257"/>
                <a:ext cx="1104245" cy="31344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18" dirty="0">
                    <a:latin typeface="微软雅黑" pitchFamily="34" charset="-122"/>
                    <a:ea typeface="微软雅黑" pitchFamily="34" charset="-122"/>
                  </a:rPr>
                  <a:t>站会</a:t>
                </a:r>
              </a:p>
            </p:txBody>
          </p:sp>
          <p:grpSp>
            <p:nvGrpSpPr>
              <p:cNvPr id="16" name="组合 72"/>
              <p:cNvGrpSpPr/>
              <p:nvPr/>
            </p:nvGrpSpPr>
            <p:grpSpPr>
              <a:xfrm>
                <a:off x="3299904" y="1184881"/>
                <a:ext cx="1285745" cy="1379139"/>
                <a:chOff x="3425476" y="1335638"/>
                <a:chExt cx="1414059" cy="1571636"/>
              </a:xfrm>
            </p:grpSpPr>
            <p:sp>
              <p:nvSpPr>
                <p:cNvPr id="36" name="圆角矩形 35"/>
                <p:cNvSpPr/>
                <p:nvPr/>
              </p:nvSpPr>
              <p:spPr>
                <a:xfrm>
                  <a:off x="3425476" y="1335638"/>
                  <a:ext cx="1414059" cy="1571636"/>
                </a:xfrm>
                <a:prstGeom prst="round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:r>
                    <a:rPr lang="zh-CN" altLang="en-US" sz="1240" dirty="0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分析</a:t>
                  </a:r>
                  <a:r>
                    <a:rPr lang="en-US" altLang="zh-CN" sz="1240" dirty="0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/</a:t>
                  </a:r>
                  <a:r>
                    <a:rPr lang="zh-CN" altLang="en-US" sz="1240" dirty="0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开发</a:t>
                  </a:r>
                  <a:r>
                    <a:rPr lang="en-US" altLang="zh-CN" sz="1240" dirty="0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/</a:t>
                  </a:r>
                  <a:r>
                    <a:rPr lang="zh-CN" altLang="en-US" sz="1240" dirty="0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测试</a:t>
                  </a:r>
                </a:p>
              </p:txBody>
            </p:sp>
            <p:sp>
              <p:nvSpPr>
                <p:cNvPr id="37" name="矩形 36"/>
                <p:cNvSpPr/>
                <p:nvPr/>
              </p:nvSpPr>
              <p:spPr>
                <a:xfrm>
                  <a:off x="3550176" y="1478514"/>
                  <a:ext cx="1135653" cy="35719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18" dirty="0">
                      <a:latin typeface="微软雅黑" pitchFamily="34" charset="-122"/>
                      <a:ea typeface="微软雅黑" pitchFamily="34" charset="-122"/>
                    </a:rPr>
                    <a:t>站会</a:t>
                  </a:r>
                </a:p>
              </p:txBody>
            </p:sp>
          </p:grpSp>
          <p:sp>
            <p:nvSpPr>
              <p:cNvPr id="17" name="圆角矩形 16"/>
              <p:cNvSpPr/>
              <p:nvPr/>
            </p:nvSpPr>
            <p:spPr>
              <a:xfrm>
                <a:off x="4726482" y="620688"/>
                <a:ext cx="1234156" cy="430459"/>
              </a:xfrm>
              <a:prstGeom prst="round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773" dirty="0">
                    <a:latin typeface="微软雅黑" pitchFamily="34" charset="-122"/>
                    <a:ea typeface="微软雅黑" pitchFamily="34" charset="-122"/>
                  </a:rPr>
                  <a:t>周四</a:t>
                </a:r>
              </a:p>
            </p:txBody>
          </p:sp>
          <p:sp>
            <p:nvSpPr>
              <p:cNvPr id="18" name="圆角矩形 17"/>
              <p:cNvSpPr/>
              <p:nvPr/>
            </p:nvSpPr>
            <p:spPr>
              <a:xfrm>
                <a:off x="6071410" y="620688"/>
                <a:ext cx="1234156" cy="430459"/>
              </a:xfrm>
              <a:prstGeom prst="round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773" dirty="0">
                    <a:latin typeface="微软雅黑" pitchFamily="34" charset="-122"/>
                    <a:ea typeface="微软雅黑" pitchFamily="34" charset="-122"/>
                  </a:rPr>
                  <a:t>周五</a:t>
                </a:r>
              </a:p>
            </p:txBody>
          </p:sp>
          <p:sp>
            <p:nvSpPr>
              <p:cNvPr id="19" name="圆角矩形 18"/>
              <p:cNvSpPr/>
              <p:nvPr/>
            </p:nvSpPr>
            <p:spPr>
              <a:xfrm>
                <a:off x="4729877" y="1189382"/>
                <a:ext cx="1312946" cy="1379139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zh-CN" altLang="en-US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分析</a:t>
                </a:r>
                <a:r>
                  <a:rPr lang="en-US" altLang="zh-CN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/</a:t>
                </a:r>
                <a:r>
                  <a:rPr lang="zh-CN" altLang="en-US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开发</a:t>
                </a:r>
                <a:r>
                  <a:rPr lang="en-US" altLang="zh-CN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/</a:t>
                </a:r>
                <a:r>
                  <a:rPr lang="zh-CN" altLang="en-US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测试</a:t>
                </a:r>
              </a:p>
            </p:txBody>
          </p:sp>
          <p:sp>
            <p:nvSpPr>
              <p:cNvPr id="20" name="矩形 16"/>
              <p:cNvSpPr/>
              <p:nvPr/>
            </p:nvSpPr>
            <p:spPr>
              <a:xfrm>
                <a:off x="4811072" y="1314759"/>
                <a:ext cx="1104245" cy="31344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18" dirty="0">
                    <a:latin typeface="微软雅黑" pitchFamily="34" charset="-122"/>
                    <a:ea typeface="微软雅黑" pitchFamily="34" charset="-122"/>
                  </a:rPr>
                  <a:t>站会</a:t>
                </a:r>
              </a:p>
            </p:txBody>
          </p:sp>
          <p:grpSp>
            <p:nvGrpSpPr>
              <p:cNvPr id="21" name="组合 47"/>
              <p:cNvGrpSpPr/>
              <p:nvPr/>
            </p:nvGrpSpPr>
            <p:grpSpPr>
              <a:xfrm>
                <a:off x="6170301" y="1189383"/>
                <a:ext cx="1133958" cy="1379139"/>
                <a:chOff x="3347864" y="1335638"/>
                <a:chExt cx="1247125" cy="1571636"/>
              </a:xfrm>
            </p:grpSpPr>
            <p:sp>
              <p:nvSpPr>
                <p:cNvPr id="34" name="圆角矩形 33"/>
                <p:cNvSpPr/>
                <p:nvPr/>
              </p:nvSpPr>
              <p:spPr>
                <a:xfrm>
                  <a:off x="3347864" y="1335638"/>
                  <a:ext cx="1247125" cy="1571636"/>
                </a:xfrm>
                <a:prstGeom prst="round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:r>
                    <a:rPr lang="zh-CN" altLang="en-US" sz="1240" dirty="0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分析</a:t>
                  </a:r>
                  <a:r>
                    <a:rPr lang="en-US" altLang="zh-CN" sz="1240" dirty="0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/</a:t>
                  </a:r>
                  <a:r>
                    <a:rPr lang="zh-CN" altLang="en-US" sz="1240" dirty="0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开发</a:t>
                  </a:r>
                  <a:r>
                    <a:rPr lang="en-US" altLang="zh-CN" sz="1240" dirty="0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/</a:t>
                  </a:r>
                  <a:r>
                    <a:rPr lang="zh-CN" altLang="en-US" sz="1240" dirty="0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测试</a:t>
                  </a:r>
                </a:p>
              </p:txBody>
            </p:sp>
            <p:sp>
              <p:nvSpPr>
                <p:cNvPr id="35" name="矩形 34"/>
                <p:cNvSpPr/>
                <p:nvPr/>
              </p:nvSpPr>
              <p:spPr>
                <a:xfrm>
                  <a:off x="3362366" y="1478514"/>
                  <a:ext cx="1214446" cy="35719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773" dirty="0">
                      <a:latin typeface="微软雅黑" pitchFamily="34" charset="-122"/>
                      <a:ea typeface="微软雅黑" pitchFamily="34" charset="-122"/>
                    </a:rPr>
                    <a:t>站会</a:t>
                  </a:r>
                </a:p>
              </p:txBody>
            </p:sp>
          </p:grpSp>
          <p:sp>
            <p:nvSpPr>
              <p:cNvPr id="22" name="圆角矩形 21"/>
              <p:cNvSpPr/>
              <p:nvPr/>
            </p:nvSpPr>
            <p:spPr>
              <a:xfrm>
                <a:off x="1914503" y="2642713"/>
                <a:ext cx="1282872" cy="1806238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zh-CN" altLang="en-US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分析</a:t>
                </a:r>
                <a:r>
                  <a:rPr lang="en-US" altLang="zh-CN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/</a:t>
                </a:r>
                <a:r>
                  <a:rPr lang="zh-CN" altLang="en-US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开发</a:t>
                </a:r>
                <a:r>
                  <a:rPr lang="en-US" altLang="zh-CN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/</a:t>
                </a:r>
                <a:r>
                  <a:rPr lang="zh-CN" altLang="en-US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测试</a:t>
                </a: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1995697" y="2768090"/>
                <a:ext cx="1104245" cy="31344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18" dirty="0">
                    <a:latin typeface="微软雅黑" pitchFamily="34" charset="-122"/>
                    <a:ea typeface="微软雅黑" pitchFamily="34" charset="-122"/>
                  </a:rPr>
                  <a:t>站会</a:t>
                </a:r>
              </a:p>
            </p:txBody>
          </p:sp>
          <p:grpSp>
            <p:nvGrpSpPr>
              <p:cNvPr id="24" name="组合 55"/>
              <p:cNvGrpSpPr/>
              <p:nvPr/>
            </p:nvGrpSpPr>
            <p:grpSpPr>
              <a:xfrm>
                <a:off x="3324322" y="2642713"/>
                <a:ext cx="1261327" cy="1806239"/>
                <a:chOff x="3458223" y="1335637"/>
                <a:chExt cx="1387205" cy="2058350"/>
              </a:xfrm>
            </p:grpSpPr>
            <p:sp>
              <p:nvSpPr>
                <p:cNvPr id="32" name="圆角矩形 31"/>
                <p:cNvSpPr/>
                <p:nvPr/>
              </p:nvSpPr>
              <p:spPr>
                <a:xfrm>
                  <a:off x="3458223" y="1335637"/>
                  <a:ext cx="1387205" cy="2058350"/>
                </a:xfrm>
                <a:prstGeom prst="round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:r>
                    <a:rPr lang="zh-CN" altLang="en-US" sz="1240" dirty="0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分析</a:t>
                  </a:r>
                  <a:r>
                    <a:rPr lang="en-US" altLang="zh-CN" sz="1240" dirty="0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/</a:t>
                  </a:r>
                  <a:r>
                    <a:rPr lang="zh-CN" altLang="en-US" sz="1240" dirty="0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开发</a:t>
                  </a:r>
                  <a:r>
                    <a:rPr lang="en-US" altLang="zh-CN" sz="1240" dirty="0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/</a:t>
                  </a:r>
                  <a:r>
                    <a:rPr lang="zh-CN" altLang="en-US" sz="1240" dirty="0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测试</a:t>
                  </a:r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>
                  <a:off x="3532561" y="1478514"/>
                  <a:ext cx="1214446" cy="35719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18" dirty="0">
                      <a:latin typeface="微软雅黑" pitchFamily="34" charset="-122"/>
                      <a:ea typeface="微软雅黑" pitchFamily="34" charset="-122"/>
                    </a:rPr>
                    <a:t>站会</a:t>
                  </a:r>
                </a:p>
              </p:txBody>
            </p:sp>
          </p:grpSp>
          <p:sp>
            <p:nvSpPr>
              <p:cNvPr id="25" name="圆角矩形 21"/>
              <p:cNvSpPr/>
              <p:nvPr/>
            </p:nvSpPr>
            <p:spPr>
              <a:xfrm>
                <a:off x="4724523" y="2647214"/>
                <a:ext cx="1234809" cy="1801738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zh-CN" altLang="en-US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分析</a:t>
                </a:r>
                <a:r>
                  <a:rPr lang="en-US" altLang="zh-CN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/</a:t>
                </a:r>
                <a:r>
                  <a:rPr lang="zh-CN" altLang="en-US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开发</a:t>
                </a:r>
                <a:r>
                  <a:rPr lang="en-US" altLang="zh-CN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/</a:t>
                </a:r>
                <a:r>
                  <a:rPr lang="zh-CN" altLang="en-US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测试</a:t>
                </a:r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4805717" y="2772592"/>
                <a:ext cx="1134741" cy="31344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18" dirty="0">
                    <a:latin typeface="微软雅黑" pitchFamily="34" charset="-122"/>
                    <a:ea typeface="微软雅黑" pitchFamily="34" charset="-122"/>
                  </a:rPr>
                  <a:t>站会</a:t>
                </a:r>
              </a:p>
            </p:txBody>
          </p:sp>
          <p:grpSp>
            <p:nvGrpSpPr>
              <p:cNvPr id="27" name="组合 61"/>
              <p:cNvGrpSpPr/>
              <p:nvPr/>
            </p:nvGrpSpPr>
            <p:grpSpPr>
              <a:xfrm>
                <a:off x="6127451" y="2647215"/>
                <a:ext cx="1176812" cy="1801736"/>
                <a:chOff x="3306622" y="1335637"/>
                <a:chExt cx="1294254" cy="2053220"/>
              </a:xfrm>
            </p:grpSpPr>
            <p:sp>
              <p:nvSpPr>
                <p:cNvPr id="30" name="圆角矩形 29"/>
                <p:cNvSpPr/>
                <p:nvPr/>
              </p:nvSpPr>
              <p:spPr>
                <a:xfrm>
                  <a:off x="3306622" y="1335637"/>
                  <a:ext cx="1294254" cy="2053220"/>
                </a:xfrm>
                <a:prstGeom prst="round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ctr"/>
                  <a:endParaRPr lang="en-US" altLang="zh-CN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  <a:p>
                  <a:pPr algn="ctr"/>
                  <a:endParaRPr lang="en-US" altLang="zh-CN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  <a:p>
                  <a:pPr algn="ctr"/>
                  <a:endParaRPr lang="en-US" altLang="zh-CN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  <a:p>
                  <a:pPr algn="ctr"/>
                  <a:endParaRPr lang="en-US" altLang="zh-CN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  <a:p>
                  <a:pPr algn="ctr"/>
                  <a:endParaRPr lang="en-US" altLang="zh-CN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  <a:p>
                  <a:pPr algn="ctr"/>
                  <a:endParaRPr lang="en-US" altLang="zh-CN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  <a:p>
                  <a:pPr algn="ctr"/>
                  <a:endParaRPr lang="en-US" altLang="zh-CN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  <a:p>
                  <a:pPr algn="ctr"/>
                  <a:endParaRPr lang="en-US" altLang="zh-CN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  <a:p>
                  <a:pPr algn="ctr"/>
                  <a:endParaRPr lang="en-US" altLang="zh-CN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  <a:p>
                  <a:pPr algn="ctr"/>
                  <a:endParaRPr lang="en-US" altLang="zh-CN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  <a:p>
                  <a:pPr algn="ctr"/>
                  <a:endParaRPr lang="en-US" altLang="zh-CN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  <a:p>
                  <a:pPr algn="ctr"/>
                  <a:endParaRPr lang="en-US" altLang="zh-CN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  <a:p>
                  <a:pPr algn="ctr"/>
                  <a:endParaRPr lang="en-US" altLang="zh-CN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  <a:p>
                  <a:pPr algn="ctr"/>
                  <a:r>
                    <a:rPr lang="zh-CN" altLang="en-US" sz="1240" dirty="0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分析</a:t>
                  </a:r>
                  <a:r>
                    <a:rPr lang="en-US" altLang="zh-CN" sz="1240" dirty="0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/</a:t>
                  </a:r>
                  <a:r>
                    <a:rPr lang="zh-CN" altLang="en-US" sz="1240" dirty="0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开发测试</a:t>
                  </a:r>
                  <a:r>
                    <a:rPr lang="en-US" altLang="zh-CN" sz="1240" dirty="0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/</a:t>
                  </a:r>
                  <a:r>
                    <a:rPr lang="zh-CN" altLang="en-US" sz="1240" dirty="0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上线</a:t>
                  </a:r>
                </a:p>
              </p:txBody>
            </p:sp>
            <p:sp>
              <p:nvSpPr>
                <p:cNvPr id="31" name="矩形 27"/>
                <p:cNvSpPr/>
                <p:nvPr/>
              </p:nvSpPr>
              <p:spPr>
                <a:xfrm>
                  <a:off x="3324796" y="1478514"/>
                  <a:ext cx="1214445" cy="35719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18" dirty="0">
                      <a:latin typeface="微软雅黑" pitchFamily="34" charset="-122"/>
                      <a:ea typeface="微软雅黑" pitchFamily="34" charset="-122"/>
                    </a:rPr>
                    <a:t>站会</a:t>
                  </a:r>
                </a:p>
              </p:txBody>
            </p:sp>
          </p:grpSp>
          <p:sp>
            <p:nvSpPr>
              <p:cNvPr id="28" name="圆角矩形 24"/>
              <p:cNvSpPr/>
              <p:nvPr/>
            </p:nvSpPr>
            <p:spPr>
              <a:xfrm>
                <a:off x="529600" y="2636912"/>
                <a:ext cx="1282872" cy="1812040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zh-CN" altLang="en-US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分析</a:t>
                </a:r>
                <a:r>
                  <a:rPr lang="en-US" altLang="zh-CN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/</a:t>
                </a:r>
                <a:r>
                  <a:rPr lang="zh-CN" altLang="en-US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开发</a:t>
                </a:r>
                <a:r>
                  <a:rPr lang="en-US" altLang="zh-CN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/</a:t>
                </a:r>
                <a:r>
                  <a:rPr lang="zh-CN" altLang="en-US" sz="124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测试</a:t>
                </a:r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596149" y="2762288"/>
                <a:ext cx="1104245" cy="31344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18" dirty="0">
                    <a:latin typeface="微软雅黑" pitchFamily="34" charset="-122"/>
                    <a:ea typeface="微软雅黑" pitchFamily="34" charset="-122"/>
                  </a:rPr>
                  <a:t>站会</a:t>
                </a:r>
              </a:p>
            </p:txBody>
          </p:sp>
        </p:grpSp>
        <p:sp>
          <p:nvSpPr>
            <p:cNvPr id="5" name="矩形 4"/>
            <p:cNvSpPr/>
            <p:nvPr/>
          </p:nvSpPr>
          <p:spPr>
            <a:xfrm>
              <a:off x="5647712" y="4165775"/>
              <a:ext cx="1160559" cy="403006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240" dirty="0">
                  <a:latin typeface="微软雅黑" pitchFamily="34" charset="-122"/>
                  <a:ea typeface="微软雅黑" pitchFamily="34" charset="-122"/>
                </a:rPr>
                <a:t>需求评审会</a:t>
              </a:r>
            </a:p>
          </p:txBody>
        </p:sp>
        <p:sp>
          <p:nvSpPr>
            <p:cNvPr id="6" name="矩形 5"/>
            <p:cNvSpPr/>
            <p:nvPr/>
          </p:nvSpPr>
          <p:spPr>
            <a:xfrm>
              <a:off x="7060176" y="4119644"/>
              <a:ext cx="1160559" cy="325771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40" dirty="0" err="1">
                  <a:latin typeface="微软雅黑" pitchFamily="34" charset="-122"/>
                  <a:ea typeface="微软雅黑" pitchFamily="34" charset="-122"/>
                </a:rPr>
                <a:t>ShowCase</a:t>
              </a:r>
              <a:endParaRPr lang="zh-CN" altLang="en-US" sz="124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7071855" y="4521449"/>
              <a:ext cx="1160559" cy="309216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240" dirty="0">
                  <a:latin typeface="微软雅黑" pitchFamily="34" charset="-122"/>
                  <a:ea typeface="微软雅黑" pitchFamily="34" charset="-122"/>
                </a:rPr>
                <a:t>迭代回顾会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1147156" y="1163782"/>
              <a:ext cx="7232073" cy="455537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9"/>
            </a:p>
          </p:txBody>
        </p:sp>
      </p:grpSp>
      <p:sp>
        <p:nvSpPr>
          <p:cNvPr id="38" name="文本框 34"/>
          <p:cNvSpPr txBox="1"/>
          <p:nvPr/>
        </p:nvSpPr>
        <p:spPr>
          <a:xfrm>
            <a:off x="7723280" y="2544825"/>
            <a:ext cx="2282259" cy="143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81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迭代日历：</a:t>
            </a:r>
            <a:endParaRPr lang="en-US" altLang="zh-CN" sz="2481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03832" indent="-303832">
              <a:lnSpc>
                <a:spcPct val="130000"/>
              </a:lnSpc>
              <a:buFont typeface="Wingdings" charset="2"/>
              <a:buChar char="Ø"/>
            </a:pPr>
            <a:r>
              <a:rPr lang="zh-CN" altLang="en-US" sz="212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建立节奏感</a:t>
            </a:r>
            <a:endParaRPr lang="en-US" altLang="zh-CN" sz="212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03832" indent="-303832">
              <a:lnSpc>
                <a:spcPct val="130000"/>
              </a:lnSpc>
              <a:buFont typeface="Wingdings" charset="2"/>
              <a:buChar char="Ø"/>
            </a:pPr>
            <a:r>
              <a:rPr lang="zh-CN" altLang="en-US" sz="212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团队协同</a:t>
            </a:r>
            <a:endParaRPr lang="en-US" altLang="zh-CN" sz="212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819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4"/>
          <p:cNvGraphicFramePr/>
          <p:nvPr>
            <p:extLst>
              <p:ext uri="{D42A27DB-BD31-4B8C-83A1-F6EECF244321}">
                <p14:modId xmlns:p14="http://schemas.microsoft.com/office/powerpoint/2010/main" val="4250888509"/>
              </p:ext>
            </p:extLst>
          </p:nvPr>
        </p:nvGraphicFramePr>
        <p:xfrm>
          <a:off x="374188" y="125611"/>
          <a:ext cx="8083115" cy="482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312" y="722524"/>
            <a:ext cx="9495160" cy="448918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49039" y="5211705"/>
            <a:ext cx="9110435" cy="24557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510" tIns="40510" rIns="40510" bIns="40510" numCol="1" spcCol="38100" rtlCol="0" anchor="t">
            <a:spAutoFit/>
          </a:bodyPr>
          <a:lstStyle/>
          <a:p>
            <a:pPr defTabSz="810153" latinLnBrk="1"/>
            <a:r>
              <a:rPr lang="en-US" altLang="zh-CN" sz="1064" dirty="0">
                <a:solidFill>
                  <a:srgbClr val="000000"/>
                </a:solidFill>
                <a:latin typeface="Microsoft YaHei" charset="-122"/>
                <a:ea typeface="Microsoft YaHei" charset="-122"/>
                <a:cs typeface="Microsoft YaHei" charset="-122"/>
                <a:hlinkClick r:id="rId9"/>
              </a:rPr>
              <a:t>http://newicafe.baidu.com/planAndTrack/space/miniproj?planBoxId=33321&amp;containSubBox=false&amp;maxRecords=50&amp;q=&amp;currentPage=1</a:t>
            </a:r>
            <a:r>
              <a:rPr lang="zh-CN" altLang="en-US" sz="1064" dirty="0">
                <a:solidFill>
                  <a:srgbClr val="0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</a:p>
        </p:txBody>
      </p:sp>
      <p:sp>
        <p:nvSpPr>
          <p:cNvPr id="5" name="椭圆 4"/>
          <p:cNvSpPr/>
          <p:nvPr/>
        </p:nvSpPr>
        <p:spPr>
          <a:xfrm>
            <a:off x="1707216" y="697668"/>
            <a:ext cx="945271" cy="41119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3146" indent="-73146" algn="ctr">
              <a:buFont typeface="Arial" panose="020B0604020202020204" pitchFamily="34" charset="0"/>
              <a:buChar char="•"/>
            </a:pPr>
            <a:endParaRPr kumimoji="1" lang="zh-CN" altLang="en-US" sz="1064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374188" y="2086229"/>
            <a:ext cx="1012791" cy="47263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3146" indent="-73146" algn="ctr">
              <a:buFont typeface="Arial" panose="020B0604020202020204" pitchFamily="34" charset="0"/>
              <a:buChar char="•"/>
            </a:pPr>
            <a:endParaRPr kumimoji="1" lang="zh-CN" altLang="en-US" sz="1064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333239" y="1159505"/>
            <a:ext cx="945271" cy="85158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3146" indent="-73146" algn="ctr">
              <a:buFont typeface="Arial" panose="020B0604020202020204" pitchFamily="34" charset="0"/>
              <a:buChar char="•"/>
            </a:pPr>
            <a:endParaRPr kumimoji="1" lang="zh-CN" altLang="en-US" sz="1064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8227576" y="1119332"/>
            <a:ext cx="923890" cy="49586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3146" indent="-73146" algn="ctr">
              <a:buFont typeface="Arial" panose="020B0604020202020204" pitchFamily="34" charset="0"/>
              <a:buChar char="•"/>
            </a:pPr>
            <a:endParaRPr kumimoji="1" lang="zh-CN" altLang="en-US" sz="1064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27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练习题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迭代周期根据什么划分的？</a:t>
            </a:r>
            <a:endParaRPr kumimoji="1" lang="en-US" altLang="zh-CN" dirty="0" smtClean="0"/>
          </a:p>
          <a:p>
            <a:r>
              <a:rPr kumimoji="1" lang="zh-CN" altLang="en-US" dirty="0" smtClean="0"/>
              <a:t>迭代日历作用是什么？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0565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4"/>
          <p:cNvGraphicFramePr/>
          <p:nvPr>
            <p:extLst>
              <p:ext uri="{D42A27DB-BD31-4B8C-83A1-F6EECF244321}">
                <p14:modId xmlns:p14="http://schemas.microsoft.com/office/powerpoint/2010/main" val="2055706463"/>
              </p:ext>
            </p:extLst>
          </p:nvPr>
        </p:nvGraphicFramePr>
        <p:xfrm>
          <a:off x="235473" y="146860"/>
          <a:ext cx="8083115" cy="4828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834532" y="724845"/>
            <a:ext cx="6192688" cy="4458385"/>
          </a:xfrm>
          <a:prstGeom prst="rect">
            <a:avLst/>
          </a:prstGeom>
        </p:spPr>
      </p:pic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7470" y="1020521"/>
            <a:ext cx="3202696" cy="472636"/>
          </a:xfrm>
        </p:spPr>
        <p:txBody>
          <a:bodyPr>
            <a:normAutofit/>
          </a:bodyPr>
          <a:lstStyle/>
          <a:p>
            <a:r>
              <a:rPr lang="zh-CN" altLang="en-US" sz="2104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卡片墙</a:t>
            </a:r>
            <a:r>
              <a:rPr lang="en-US" altLang="zh-CN" sz="2104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104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40289" y="2220044"/>
            <a:ext cx="3744167" cy="20351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53194" indent="-253194">
              <a:lnSpc>
                <a:spcPct val="150000"/>
              </a:lnSpc>
              <a:buFont typeface="Wingdings" charset="2"/>
              <a:buChar char="Ø"/>
            </a:pPr>
            <a:r>
              <a:rPr kumimoji="1" lang="zh-CN" altLang="en-US" sz="2104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关键要素：</a:t>
            </a:r>
          </a:p>
          <a:p>
            <a:pPr marL="253194" indent="-253194">
              <a:lnSpc>
                <a:spcPct val="150000"/>
              </a:lnSpc>
              <a:buFont typeface="Arial" charset="0"/>
              <a:buChar char="•"/>
            </a:pPr>
            <a:r>
              <a:rPr kumimoji="1" lang="zh-CN" altLang="en-US" sz="2104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状态（泳道）</a:t>
            </a:r>
          </a:p>
          <a:p>
            <a:pPr marL="253194" indent="-253194">
              <a:lnSpc>
                <a:spcPct val="150000"/>
              </a:lnSpc>
              <a:buFont typeface="Arial" charset="0"/>
              <a:buChar char="•"/>
            </a:pPr>
            <a:r>
              <a:rPr kumimoji="1" lang="zh-CN" altLang="en-US" sz="2104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资源池（</a:t>
            </a:r>
            <a:r>
              <a:rPr kumimoji="1" lang="en-US" altLang="zh-CN" sz="2104" dirty="0">
                <a:latin typeface="微软雅黑" panose="020B0503020204020204" pitchFamily="34" charset="-122"/>
                <a:ea typeface="微软雅黑" panose="020B0503020204020204" pitchFamily="34" charset="-122"/>
              </a:rPr>
              <a:t>PM</a:t>
            </a:r>
            <a:r>
              <a:rPr kumimoji="1" lang="zh-CN" altLang="en-US" sz="2104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104" dirty="0">
                <a:latin typeface="微软雅黑" panose="020B0503020204020204" pitchFamily="34" charset="-122"/>
                <a:ea typeface="微软雅黑" panose="020B0503020204020204" pitchFamily="34" charset="-122"/>
              </a:rPr>
              <a:t>RD</a:t>
            </a:r>
            <a:r>
              <a:rPr kumimoji="1" lang="zh-CN" altLang="en-US" sz="2104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104" dirty="0">
                <a:latin typeface="微软雅黑" panose="020B0503020204020204" pitchFamily="34" charset="-122"/>
                <a:ea typeface="微软雅黑" panose="020B0503020204020204" pitchFamily="34" charset="-122"/>
              </a:rPr>
              <a:t>QA</a:t>
            </a:r>
            <a:r>
              <a:rPr kumimoji="1" lang="zh-CN" altLang="en-US" sz="2104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253194" indent="-253194">
              <a:lnSpc>
                <a:spcPct val="150000"/>
              </a:lnSpc>
              <a:buFont typeface="Arial" charset="0"/>
              <a:buChar char="•"/>
            </a:pPr>
            <a:r>
              <a:rPr kumimoji="1" lang="zh-CN" altLang="en-US" sz="2104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卡片（</a:t>
            </a:r>
            <a:r>
              <a:rPr kumimoji="1" lang="en-US" altLang="zh-CN" sz="2104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story</a:t>
            </a:r>
            <a:r>
              <a:rPr kumimoji="1" lang="zh-CN" altLang="en-US" sz="2104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104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r>
              <a:rPr kumimoji="1" lang="zh-CN" altLang="en-US" sz="2104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104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bug</a:t>
            </a:r>
            <a:r>
              <a:rPr kumimoji="1" lang="zh-CN" altLang="en-US" sz="2104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6" name="剪去单角的矩形 5"/>
          <p:cNvSpPr/>
          <p:nvPr/>
        </p:nvSpPr>
        <p:spPr>
          <a:xfrm>
            <a:off x="5140271" y="1809403"/>
            <a:ext cx="675194" cy="540155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86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Story3</a:t>
            </a:r>
            <a:endParaRPr kumimoji="1" lang="zh-CN" altLang="en-US" sz="1286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剪去单角的矩形 6"/>
          <p:cNvSpPr/>
          <p:nvPr/>
        </p:nvSpPr>
        <p:spPr>
          <a:xfrm>
            <a:off x="7289941" y="1791662"/>
            <a:ext cx="675194" cy="540155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86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Story2</a:t>
            </a:r>
            <a:endParaRPr kumimoji="1" lang="zh-CN" altLang="en-US" sz="1286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剪去单角的矩形 7"/>
          <p:cNvSpPr/>
          <p:nvPr/>
        </p:nvSpPr>
        <p:spPr>
          <a:xfrm>
            <a:off x="4080336" y="1791662"/>
            <a:ext cx="675194" cy="540155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86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Story4</a:t>
            </a:r>
            <a:endParaRPr kumimoji="1" lang="zh-CN" altLang="en-US" sz="1286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剪去单角的矩形 8"/>
          <p:cNvSpPr/>
          <p:nvPr/>
        </p:nvSpPr>
        <p:spPr>
          <a:xfrm>
            <a:off x="4080336" y="2616739"/>
            <a:ext cx="675194" cy="540155"/>
          </a:xfrm>
          <a:prstGeom prst="snip1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86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Task</a:t>
            </a:r>
            <a:endParaRPr kumimoji="1" lang="zh-CN" altLang="en-US" sz="1286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剪去单角的矩形 9"/>
          <p:cNvSpPr/>
          <p:nvPr/>
        </p:nvSpPr>
        <p:spPr>
          <a:xfrm>
            <a:off x="4080336" y="3441814"/>
            <a:ext cx="675194" cy="540155"/>
          </a:xfrm>
          <a:prstGeom prst="snip1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86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Bug</a:t>
            </a:r>
            <a:endParaRPr kumimoji="1" lang="zh-CN" altLang="en-US" sz="1286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剪去单角的矩形 10"/>
          <p:cNvSpPr/>
          <p:nvPr/>
        </p:nvSpPr>
        <p:spPr>
          <a:xfrm>
            <a:off x="8318588" y="1791662"/>
            <a:ext cx="675194" cy="540155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86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Story1</a:t>
            </a:r>
            <a:endParaRPr kumimoji="1" lang="zh-CN" altLang="en-US" sz="1286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7469" y="5183230"/>
            <a:ext cx="9110435" cy="24557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0510" tIns="40510" rIns="40510" bIns="40510" numCol="1" spcCol="38100" rtlCol="0" anchor="t">
            <a:spAutoFit/>
          </a:bodyPr>
          <a:lstStyle/>
          <a:p>
            <a:pPr defTabSz="810153" latinLnBrk="1"/>
            <a:r>
              <a:rPr lang="en-US" altLang="zh-CN" sz="1064" dirty="0">
                <a:solidFill>
                  <a:srgbClr val="000000"/>
                </a:solidFill>
                <a:latin typeface="Microsoft YaHei" charset="-122"/>
                <a:ea typeface="Microsoft YaHei" charset="-122"/>
                <a:cs typeface="Microsoft YaHei" charset="-122"/>
                <a:hlinkClick r:id="rId9"/>
              </a:rPr>
              <a:t>http://newicafe.baidu.com/planAndTrack/space/miniproj?planBoxId=33321&amp;containSubBox=false&amp;maxRecords=50&amp;q=&amp;currentPage=1</a:t>
            </a:r>
            <a:r>
              <a:rPr lang="zh-CN" altLang="en-US" sz="1064" dirty="0">
                <a:solidFill>
                  <a:srgbClr val="0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30185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4"/>
          <p:cNvGraphicFramePr/>
          <p:nvPr>
            <p:extLst>
              <p:ext uri="{D42A27DB-BD31-4B8C-83A1-F6EECF244321}">
                <p14:modId xmlns:p14="http://schemas.microsoft.com/office/powerpoint/2010/main" val="244868548"/>
              </p:ext>
            </p:extLst>
          </p:nvPr>
        </p:nvGraphicFramePr>
        <p:xfrm>
          <a:off x="466596" y="287756"/>
          <a:ext cx="8083115" cy="570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5" descr="C:\Users\liguanghua\Downloads\photo (4)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17645" y="1710348"/>
            <a:ext cx="4990012" cy="3381661"/>
          </a:xfrm>
          <a:prstGeom prst="rect">
            <a:avLst/>
          </a:prstGeom>
          <a:noFill/>
        </p:spPr>
      </p:pic>
      <p:sp>
        <p:nvSpPr>
          <p:cNvPr id="4" name="云形标注 3"/>
          <p:cNvSpPr/>
          <p:nvPr/>
        </p:nvSpPr>
        <p:spPr>
          <a:xfrm>
            <a:off x="5420055" y="1263714"/>
            <a:ext cx="4158155" cy="2169369"/>
          </a:xfrm>
          <a:prstGeom prst="cloudCallout">
            <a:avLst>
              <a:gd name="adj1" fmla="val -69349"/>
              <a:gd name="adj2" fmla="val -18244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r>
              <a:rPr lang="zh-CN" altLang="en-US" sz="2104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昨天做了什么工作</a:t>
            </a:r>
            <a:r>
              <a:rPr lang="en-US" altLang="zh-CN" sz="2104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</a:p>
          <a:p>
            <a:pPr algn="ctr">
              <a:buFont typeface="Arial" pitchFamily="34" charset="0"/>
              <a:buChar char="•"/>
            </a:pPr>
            <a:r>
              <a:rPr lang="en-US" altLang="zh-CN" sz="2104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104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今天要做什么工作</a:t>
            </a:r>
            <a:endParaRPr lang="en-US" altLang="zh-CN" sz="2104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buFont typeface="Arial" pitchFamily="34" charset="0"/>
              <a:buChar char="•"/>
            </a:pPr>
            <a:r>
              <a:rPr lang="en-US" altLang="zh-CN" sz="2104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104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是否需要其他人帮助解决某个问题</a:t>
            </a:r>
          </a:p>
        </p:txBody>
      </p:sp>
      <p:sp>
        <p:nvSpPr>
          <p:cNvPr id="5" name="矩形 4"/>
          <p:cNvSpPr/>
          <p:nvPr/>
        </p:nvSpPr>
        <p:spPr>
          <a:xfrm>
            <a:off x="7231902" y="4399640"/>
            <a:ext cx="1288341" cy="692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899" b="1" dirty="0">
                <a:latin typeface="微软雅黑" pitchFamily="34" charset="-122"/>
                <a:ea typeface="微软雅黑" pitchFamily="34" charset="-122"/>
              </a:rPr>
              <a:t>站会</a:t>
            </a:r>
          </a:p>
        </p:txBody>
      </p:sp>
    </p:spTree>
    <p:extLst>
      <p:ext uri="{BB962C8B-B14F-4D97-AF65-F5344CB8AC3E}">
        <p14:creationId xmlns:p14="http://schemas.microsoft.com/office/powerpoint/2010/main" val="912025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4"/>
          <p:cNvGraphicFramePr/>
          <p:nvPr>
            <p:extLst>
              <p:ext uri="{D42A27DB-BD31-4B8C-83A1-F6EECF244321}">
                <p14:modId xmlns:p14="http://schemas.microsoft.com/office/powerpoint/2010/main" val="3559979483"/>
              </p:ext>
            </p:extLst>
          </p:nvPr>
        </p:nvGraphicFramePr>
        <p:xfrm>
          <a:off x="271483" y="197619"/>
          <a:ext cx="8083115" cy="576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标题 1"/>
          <p:cNvSpPr txBox="1">
            <a:spLocks/>
          </p:cNvSpPr>
          <p:nvPr/>
        </p:nvSpPr>
        <p:spPr bwMode="auto">
          <a:xfrm>
            <a:off x="271483" y="533520"/>
            <a:ext cx="5666178" cy="1174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1023" tIns="40512" rIns="81023" bIns="40512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zh-CN" altLang="en-US" sz="2127" dirty="0">
                <a:latin typeface="Microsoft YaHei" charset="0"/>
                <a:ea typeface="Microsoft YaHei" charset="0"/>
                <a:cs typeface="Microsoft YaHei" charset="0"/>
              </a:rPr>
              <a:t>团队速率 实例</a:t>
            </a:r>
            <a:endParaRPr lang="zh-CN" altLang="en-US" sz="2127" kern="0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4" name="圆角矩形标注 3"/>
          <p:cNvSpPr/>
          <p:nvPr/>
        </p:nvSpPr>
        <p:spPr>
          <a:xfrm>
            <a:off x="520495" y="4993457"/>
            <a:ext cx="1012791" cy="329433"/>
          </a:xfrm>
          <a:prstGeom prst="wedgeRoundRectCallout">
            <a:avLst>
              <a:gd name="adj1" fmla="val -13815"/>
              <a:gd name="adj2" fmla="val -79890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3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启动准备</a:t>
            </a:r>
          </a:p>
        </p:txBody>
      </p:sp>
      <p:sp>
        <p:nvSpPr>
          <p:cNvPr id="5" name="圆角矩形标注 4"/>
          <p:cNvSpPr/>
          <p:nvPr/>
        </p:nvSpPr>
        <p:spPr>
          <a:xfrm>
            <a:off x="4924870" y="4993457"/>
            <a:ext cx="1012791" cy="329433"/>
          </a:xfrm>
          <a:prstGeom prst="wedgeRoundRectCallout">
            <a:avLst>
              <a:gd name="adj1" fmla="val -13815"/>
              <a:gd name="adj2" fmla="val -79890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3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元旦休假</a:t>
            </a:r>
          </a:p>
        </p:txBody>
      </p:sp>
      <p:sp>
        <p:nvSpPr>
          <p:cNvPr id="6" name="圆角矩形标注 5"/>
          <p:cNvSpPr/>
          <p:nvPr/>
        </p:nvSpPr>
        <p:spPr>
          <a:xfrm>
            <a:off x="5958215" y="4993457"/>
            <a:ext cx="1071823" cy="329433"/>
          </a:xfrm>
          <a:prstGeom prst="wedgeRoundRectCallout">
            <a:avLst>
              <a:gd name="adj1" fmla="val -13815"/>
              <a:gd name="adj2" fmla="val -79890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3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周末加班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950450" y="2950486"/>
            <a:ext cx="2703515" cy="138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3832" indent="-303832">
              <a:lnSpc>
                <a:spcPct val="200000"/>
              </a:lnSpc>
              <a:buFont typeface="Wingdings" charset="2"/>
              <a:buChar char="Ø"/>
            </a:pPr>
            <a:r>
              <a:rPr lang="zh-CN" altLang="zh-CN" sz="2104" dirty="0">
                <a:latin typeface="Microsoft YaHei" charset="-122"/>
                <a:ea typeface="Microsoft YaHei" charset="-122"/>
                <a:cs typeface="Microsoft YaHei" charset="-122"/>
                <a:sym typeface="Helvetica Neue"/>
              </a:rPr>
              <a:t>曲线上升越平滑</a:t>
            </a:r>
            <a:r>
              <a:rPr lang="zh-CN" altLang="en-US" sz="2104" dirty="0">
                <a:latin typeface="Microsoft YaHei" charset="-122"/>
                <a:ea typeface="Microsoft YaHei" charset="-122"/>
                <a:cs typeface="Microsoft YaHei" charset="-122"/>
                <a:sym typeface="Helvetica Neue"/>
              </a:rPr>
              <a:t>，</a:t>
            </a:r>
            <a:r>
              <a:rPr lang="zh-CN" altLang="zh-CN" sz="2104" dirty="0">
                <a:latin typeface="Microsoft YaHei" charset="-122"/>
                <a:ea typeface="Microsoft YaHei" charset="-122"/>
                <a:cs typeface="Microsoft YaHei" charset="-122"/>
                <a:sym typeface="Helvetica Neue"/>
              </a:rPr>
              <a:t>未来预期</a:t>
            </a:r>
            <a:r>
              <a:rPr lang="zh-CN" altLang="en-US" sz="2104" dirty="0">
                <a:latin typeface="Microsoft YaHei" charset="-122"/>
                <a:ea typeface="Microsoft YaHei" charset="-122"/>
                <a:cs typeface="Microsoft YaHei" charset="-122"/>
                <a:sym typeface="Helvetica Neue"/>
              </a:rPr>
              <a:t>越</a:t>
            </a:r>
            <a:r>
              <a:rPr lang="zh-CN" altLang="zh-CN" sz="2104" dirty="0">
                <a:latin typeface="Microsoft YaHei" charset="-122"/>
                <a:ea typeface="Microsoft YaHei" charset="-122"/>
                <a:cs typeface="Microsoft YaHei" charset="-122"/>
                <a:sym typeface="Helvetica Neue"/>
              </a:rPr>
              <a:t>准确</a:t>
            </a:r>
            <a:endParaRPr kumimoji="1" lang="en-US" altLang="zh-CN" sz="2104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950450" y="2214155"/>
            <a:ext cx="3781086" cy="739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3832" indent="-303832">
              <a:lnSpc>
                <a:spcPct val="200000"/>
              </a:lnSpc>
              <a:buFont typeface="Wingdings" charset="2"/>
              <a:buChar char="Ø"/>
            </a:pPr>
            <a:r>
              <a:rPr kumimoji="1" lang="zh-CN" altLang="en-US" sz="2104" dirty="0">
                <a:latin typeface="Microsoft YaHei" charset="-122"/>
                <a:ea typeface="Microsoft YaHei" charset="-122"/>
                <a:cs typeface="Microsoft YaHei" charset="-122"/>
              </a:rPr>
              <a:t>团队迭代完成工作量</a:t>
            </a:r>
            <a:endParaRPr kumimoji="1" lang="en-US" altLang="zh-CN" sz="2104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893" y="1503410"/>
            <a:ext cx="6961291" cy="348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074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练习题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 为什么产品负责人应该参加</a:t>
            </a:r>
            <a:r>
              <a:rPr kumimoji="1" lang="en-US" altLang="zh-CN" dirty="0" smtClean="0"/>
              <a:t>Scrum</a:t>
            </a:r>
            <a:r>
              <a:rPr kumimoji="1" lang="zh-CN" altLang="en-US" dirty="0" smtClean="0"/>
              <a:t>站会？</a:t>
            </a:r>
            <a:endParaRPr kumimoji="1" lang="en-US" altLang="zh-CN" dirty="0" smtClean="0"/>
          </a:p>
          <a:p>
            <a:r>
              <a:rPr kumimoji="1" lang="zh-CN" altLang="en-US" dirty="0" smtClean="0"/>
              <a:t>看板墙包括哪些关键要素</a:t>
            </a:r>
            <a:r>
              <a:rPr kumimoji="1" lang="en-US" altLang="zh-CN" dirty="0" smtClean="0"/>
              <a:t>?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365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4"/>
          <p:cNvGraphicFramePr/>
          <p:nvPr>
            <p:extLst>
              <p:ext uri="{D42A27DB-BD31-4B8C-83A1-F6EECF244321}">
                <p14:modId xmlns:p14="http://schemas.microsoft.com/office/powerpoint/2010/main" val="2638747111"/>
              </p:ext>
            </p:extLst>
          </p:nvPr>
        </p:nvGraphicFramePr>
        <p:xfrm>
          <a:off x="522164" y="341635"/>
          <a:ext cx="8083115" cy="6380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3" descr="C:\Users\liguanghua\Desktop\149E70AB361225504C4999E454A9BABF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22164" y="1637779"/>
            <a:ext cx="4874382" cy="3317856"/>
          </a:xfrm>
          <a:prstGeom prst="rect">
            <a:avLst/>
          </a:prstGeom>
          <a:noFill/>
        </p:spPr>
      </p:pic>
      <p:sp>
        <p:nvSpPr>
          <p:cNvPr id="4" name="矩形 3"/>
          <p:cNvSpPr/>
          <p:nvPr/>
        </p:nvSpPr>
        <p:spPr>
          <a:xfrm>
            <a:off x="5706740" y="1637779"/>
            <a:ext cx="3877675" cy="2682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l"/>
              <a:defRPr/>
            </a:pPr>
            <a:r>
              <a:rPr lang="zh-CN" altLang="en-US" sz="2104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展现完成的完整功能增量</a:t>
            </a:r>
            <a:endParaRPr lang="en-US" altLang="zh-CN" sz="2104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buFont typeface="Wingdings" pitchFamily="2" charset="2"/>
              <a:buChar char="l"/>
              <a:defRPr/>
            </a:pPr>
            <a:r>
              <a:rPr lang="zh-CN" altLang="en-US" sz="2104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需提前作准备</a:t>
            </a:r>
            <a:endParaRPr lang="en-US" altLang="zh-CN" sz="2104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buFont typeface="Wingdings" pitchFamily="2" charset="2"/>
              <a:buChar char="l"/>
              <a:defRPr/>
            </a:pPr>
            <a:r>
              <a:rPr lang="zh-CN" altLang="en-US" sz="2104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有明确的接受或拒绝的结果</a:t>
            </a:r>
            <a:endParaRPr lang="en-US" altLang="zh-CN" sz="2104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buFont typeface="Wingdings" pitchFamily="2" charset="2"/>
              <a:buChar char="l"/>
              <a:defRPr/>
            </a:pPr>
            <a:r>
              <a:rPr lang="zh-CN" altLang="en-US" sz="2104" dirty="0">
                <a:latin typeface="微软雅黑" panose="020B0503020204020204" pitchFamily="34" charset="-122"/>
                <a:ea typeface="微软雅黑" panose="020B0503020204020204" pitchFamily="34" charset="-122"/>
              </a:rPr>
              <a:t>禁止讨论</a:t>
            </a:r>
            <a:r>
              <a:rPr lang="en-US" altLang="zh-CN" sz="2104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BUG</a:t>
            </a:r>
            <a:r>
              <a:rPr lang="zh-CN" altLang="en-US" sz="2104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细节</a:t>
            </a:r>
            <a:endParaRPr lang="en-US" altLang="zh-CN" sz="2104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1189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内容占位符 10" descr="retrospectiv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314252" y="858618"/>
            <a:ext cx="5626706" cy="2465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/>
          <p:nvPr/>
        </p:nvSpPr>
        <p:spPr>
          <a:xfrm>
            <a:off x="266321" y="3256534"/>
            <a:ext cx="9790310" cy="200727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square" lIns="63806" tIns="31904" rIns="63806" bIns="31904" numCol="1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104" dirty="0">
                <a:latin typeface="Microsoft YaHei" charset="-122"/>
                <a:ea typeface="Microsoft YaHei" charset="-122"/>
                <a:cs typeface="Microsoft YaHei" charset="-122"/>
              </a:rPr>
              <a:t> 用即时贴进行回顾</a:t>
            </a:r>
            <a:endParaRPr lang="en-US" altLang="zh-CN" sz="2104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104" dirty="0">
                <a:latin typeface="Microsoft YaHei" charset="-122"/>
                <a:ea typeface="Microsoft YaHei" charset="-122"/>
                <a:cs typeface="Microsoft YaHei" charset="-122"/>
              </a:rPr>
              <a:t> 团队决定他们要做什么</a:t>
            </a:r>
            <a:endParaRPr lang="en-US" altLang="zh-CN" sz="2104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104" dirty="0">
                <a:latin typeface="Microsoft YaHei" charset="-122"/>
                <a:ea typeface="Microsoft YaHei" charset="-122"/>
                <a:cs typeface="Microsoft YaHei" charset="-122"/>
              </a:rPr>
              <a:t> 要形成明确的</a:t>
            </a:r>
            <a:r>
              <a:rPr lang="en-US" altLang="zh-CN" sz="2104" dirty="0">
                <a:latin typeface="Microsoft YaHei" charset="-122"/>
                <a:ea typeface="Microsoft YaHei" charset="-122"/>
                <a:cs typeface="Microsoft YaHei" charset="-122"/>
              </a:rPr>
              <a:t>Action</a:t>
            </a:r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104" dirty="0">
                <a:latin typeface="Microsoft YaHei" charset="-122"/>
                <a:ea typeface="Microsoft YaHei" charset="-122"/>
                <a:cs typeface="Microsoft YaHei" charset="-122"/>
              </a:rPr>
              <a:t> 每个</a:t>
            </a:r>
            <a:r>
              <a:rPr lang="en-US" altLang="zh-CN" sz="2104" dirty="0">
                <a:latin typeface="Microsoft YaHei" charset="-122"/>
                <a:ea typeface="Microsoft YaHei" charset="-122"/>
                <a:cs typeface="Microsoft YaHei" charset="-122"/>
              </a:rPr>
              <a:t>Action</a:t>
            </a:r>
            <a:r>
              <a:rPr lang="zh-CN" altLang="en-US" sz="2104" dirty="0">
                <a:latin typeface="Microsoft YaHei" charset="-122"/>
                <a:ea typeface="Microsoft YaHei" charset="-122"/>
                <a:cs typeface="Microsoft YaHei" charset="-122"/>
              </a:rPr>
              <a:t>都确定跟进者和完成时间，确保闭环</a:t>
            </a:r>
            <a:endParaRPr lang="en-US" altLang="zh-CN" sz="2104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09809" y="3391572"/>
            <a:ext cx="6112563" cy="1417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3124752770"/>
              </p:ext>
            </p:extLst>
          </p:nvPr>
        </p:nvGraphicFramePr>
        <p:xfrm>
          <a:off x="237714" y="153048"/>
          <a:ext cx="8083115" cy="6380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554539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87"/>
          <p:cNvSpPr/>
          <p:nvPr/>
        </p:nvSpPr>
        <p:spPr>
          <a:xfrm>
            <a:off x="1269555" y="3437979"/>
            <a:ext cx="2516140" cy="697964"/>
          </a:xfrm>
          <a:prstGeom prst="roundRect">
            <a:avLst>
              <a:gd name="adj" fmla="val 22481"/>
            </a:avLst>
          </a:prstGeom>
          <a:solidFill>
            <a:srgbClr val="9CBB5A"/>
          </a:soli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 algn="ctr">
              <a:defRPr sz="3000"/>
            </a:lvl1pPr>
          </a:lstStyle>
          <a:p>
            <a:pPr lvl="0">
              <a:defRPr sz="1800"/>
            </a:pPr>
            <a:r>
              <a:rPr lang="zh-CN" altLang="en-US" sz="2836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迭代开发</a:t>
            </a:r>
            <a:endParaRPr sz="2836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90"/>
          <p:cNvSpPr/>
          <p:nvPr/>
        </p:nvSpPr>
        <p:spPr>
          <a:xfrm>
            <a:off x="1285356" y="1159523"/>
            <a:ext cx="2516140" cy="697964"/>
          </a:xfrm>
          <a:prstGeom prst="roundRect">
            <a:avLst>
              <a:gd name="adj" fmla="val 22481"/>
            </a:avLst>
          </a:prstGeom>
          <a:solidFill>
            <a:srgbClr val="9CBB5A"/>
          </a:soli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 algn="ctr">
              <a:defRPr sz="3000"/>
            </a:lvl1pPr>
          </a:lstStyle>
          <a:p>
            <a:pPr marL="759519" indent="-759519"/>
            <a:r>
              <a:rPr lang="zh-CN" altLang="en-US" sz="2836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项目快速启动</a:t>
            </a:r>
            <a:endParaRPr lang="en-US" altLang="zh-CN" sz="2836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图示 6"/>
          <p:cNvGraphicFramePr/>
          <p:nvPr>
            <p:extLst>
              <p:ext uri="{D42A27DB-BD31-4B8C-83A1-F6EECF244321}">
                <p14:modId xmlns:p14="http://schemas.microsoft.com/office/powerpoint/2010/main" val="3363916795"/>
              </p:ext>
            </p:extLst>
          </p:nvPr>
        </p:nvGraphicFramePr>
        <p:xfrm>
          <a:off x="727662" y="2171056"/>
          <a:ext cx="8083115" cy="8821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图示 7"/>
          <p:cNvGraphicFramePr/>
          <p:nvPr>
            <p:extLst>
              <p:ext uri="{D42A27DB-BD31-4B8C-83A1-F6EECF244321}">
                <p14:modId xmlns:p14="http://schemas.microsoft.com/office/powerpoint/2010/main" val="2559741709"/>
              </p:ext>
            </p:extLst>
          </p:nvPr>
        </p:nvGraphicFramePr>
        <p:xfrm>
          <a:off x="746872" y="4468034"/>
          <a:ext cx="8083115" cy="6380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10" name="矩形 9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矩形 11"/>
          <p:cNvSpPr/>
          <p:nvPr/>
        </p:nvSpPr>
        <p:spPr>
          <a:xfrm>
            <a:off x="845889" y="27562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回顾</a:t>
            </a:r>
            <a:endParaRPr lang="da-DK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696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10" name="矩形 9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矩形 11"/>
          <p:cNvSpPr/>
          <p:nvPr/>
        </p:nvSpPr>
        <p:spPr>
          <a:xfrm>
            <a:off x="845889" y="27562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回顾</a:t>
            </a:r>
            <a:endParaRPr lang="da-DK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AutoShape 2"/>
          <p:cNvSpPr>
            <a:spLocks noChangeArrowheads="1"/>
          </p:cNvSpPr>
          <p:nvPr/>
        </p:nvSpPr>
        <p:spPr bwMode="auto">
          <a:xfrm>
            <a:off x="1668679" y="986885"/>
            <a:ext cx="1417908" cy="413556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2F7676"/>
              </a:gs>
              <a:gs pos="100000">
                <a:srgbClr val="66FFFF"/>
              </a:gs>
            </a:gsLst>
            <a:lin ang="5400000" scaled="1"/>
          </a:gradFill>
          <a:ln w="9525" algn="ctr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lIns="81004" tIns="40502" rIns="81004" bIns="40502" anchorCtr="1"/>
          <a:lstStyle/>
          <a:p>
            <a:pPr algn="ctr"/>
            <a:r>
              <a:rPr lang="en-US" altLang="zh-CN" sz="1418" dirty="0">
                <a:solidFill>
                  <a:schemeClr val="bg1"/>
                </a:solidFill>
                <a:ea typeface="宋体" pitchFamily="2" charset="-122"/>
                <a:cs typeface="Arial" pitchFamily="34" charset="0"/>
              </a:rPr>
              <a:t>Product/Release</a:t>
            </a:r>
          </a:p>
          <a:p>
            <a:pPr algn="ctr"/>
            <a:r>
              <a:rPr lang="en-US" altLang="zh-CN" sz="1418" dirty="0">
                <a:solidFill>
                  <a:schemeClr val="bg1"/>
                </a:solidFill>
                <a:ea typeface="宋体" pitchFamily="2" charset="-122"/>
                <a:cs typeface="Arial" pitchFamily="34" charset="0"/>
              </a:rPr>
              <a:t>Backlog</a:t>
            </a:r>
          </a:p>
        </p:txBody>
      </p:sp>
      <p:sp>
        <p:nvSpPr>
          <p:cNvPr id="14" name="AutoShape 3"/>
          <p:cNvSpPr>
            <a:spLocks noChangeArrowheads="1"/>
          </p:cNvSpPr>
          <p:nvPr/>
        </p:nvSpPr>
        <p:spPr bwMode="auto">
          <a:xfrm>
            <a:off x="1733386" y="2255689"/>
            <a:ext cx="1295528" cy="37981"/>
          </a:xfrm>
          <a:prstGeom prst="roundRect">
            <a:avLst>
              <a:gd name="adj" fmla="val 16667"/>
            </a:avLst>
          </a:prstGeom>
          <a:solidFill>
            <a:srgbClr val="66FFFF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endParaRPr lang="zh-CN" altLang="en-US" sz="709">
              <a:ea typeface="宋体" pitchFamily="2" charset="-122"/>
            </a:endParaRPr>
          </a:p>
        </p:txBody>
      </p:sp>
      <p:sp>
        <p:nvSpPr>
          <p:cNvPr id="15" name="AutoShape 4"/>
          <p:cNvSpPr>
            <a:spLocks noChangeArrowheads="1"/>
          </p:cNvSpPr>
          <p:nvPr/>
        </p:nvSpPr>
        <p:spPr bwMode="auto">
          <a:xfrm>
            <a:off x="1733386" y="3088428"/>
            <a:ext cx="1295528" cy="37981"/>
          </a:xfrm>
          <a:prstGeom prst="roundRect">
            <a:avLst>
              <a:gd name="adj" fmla="val 16667"/>
            </a:avLst>
          </a:prstGeom>
          <a:solidFill>
            <a:srgbClr val="66FFFF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endParaRPr lang="zh-CN" altLang="en-US" sz="709">
              <a:ea typeface="宋体" pitchFamily="2" charset="-122"/>
            </a:endParaRPr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auto">
          <a:xfrm>
            <a:off x="1817788" y="3219247"/>
            <a:ext cx="1133764" cy="485296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900CC"/>
              </a:gs>
              <a:gs pos="100000">
                <a:srgbClr val="47005E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endParaRPr lang="zh-CN" altLang="en-US" sz="709">
              <a:ea typeface="宋体" pitchFamily="2" charset="-122"/>
            </a:endParaRPr>
          </a:p>
        </p:txBody>
      </p:sp>
      <p:sp>
        <p:nvSpPr>
          <p:cNvPr id="17" name="AutoShape 7"/>
          <p:cNvSpPr>
            <a:spLocks noChangeArrowheads="1"/>
          </p:cNvSpPr>
          <p:nvPr/>
        </p:nvSpPr>
        <p:spPr bwMode="auto">
          <a:xfrm>
            <a:off x="1817788" y="4514774"/>
            <a:ext cx="1133764" cy="485296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900CC"/>
              </a:gs>
              <a:gs pos="100000">
                <a:srgbClr val="47005E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endParaRPr lang="zh-CN" altLang="en-US" sz="709">
              <a:ea typeface="宋体" pitchFamily="2" charset="-122"/>
            </a:endParaRPr>
          </a:p>
        </p:txBody>
      </p:sp>
      <p:sp>
        <p:nvSpPr>
          <p:cNvPr id="18" name="AutoShape 8"/>
          <p:cNvSpPr>
            <a:spLocks noChangeArrowheads="1"/>
          </p:cNvSpPr>
          <p:nvPr/>
        </p:nvSpPr>
        <p:spPr bwMode="auto">
          <a:xfrm>
            <a:off x="1803721" y="3772059"/>
            <a:ext cx="485296" cy="64846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900CC"/>
              </a:gs>
              <a:gs pos="100000">
                <a:srgbClr val="47005E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endParaRPr lang="zh-CN" altLang="en-US" sz="709">
              <a:ea typeface="宋体" pitchFamily="2" charset="-122"/>
            </a:endParaRPr>
          </a:p>
        </p:txBody>
      </p:sp>
      <p:sp>
        <p:nvSpPr>
          <p:cNvPr id="19" name="AutoShape 9"/>
          <p:cNvSpPr>
            <a:spLocks noChangeArrowheads="1"/>
          </p:cNvSpPr>
          <p:nvPr/>
        </p:nvSpPr>
        <p:spPr bwMode="auto">
          <a:xfrm>
            <a:off x="2478913" y="3772059"/>
            <a:ext cx="485296" cy="64846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900CC"/>
              </a:gs>
              <a:gs pos="100000">
                <a:srgbClr val="47005E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endParaRPr lang="zh-CN" altLang="en-US" sz="709">
              <a:ea typeface="宋体" pitchFamily="2" charset="-122"/>
            </a:endParaRPr>
          </a:p>
        </p:txBody>
      </p:sp>
      <p:sp>
        <p:nvSpPr>
          <p:cNvPr id="20" name="AutoShape 10"/>
          <p:cNvSpPr>
            <a:spLocks noChangeArrowheads="1"/>
          </p:cNvSpPr>
          <p:nvPr/>
        </p:nvSpPr>
        <p:spPr bwMode="auto">
          <a:xfrm>
            <a:off x="1803721" y="2354154"/>
            <a:ext cx="485296" cy="161766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900CC"/>
              </a:gs>
              <a:gs pos="100000">
                <a:srgbClr val="47005E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endParaRPr lang="zh-CN" altLang="en-US" sz="709">
              <a:ea typeface="宋体" pitchFamily="2" charset="-122"/>
            </a:endParaRPr>
          </a:p>
        </p:txBody>
      </p:sp>
      <p:sp>
        <p:nvSpPr>
          <p:cNvPr id="21" name="AutoShape 11"/>
          <p:cNvSpPr>
            <a:spLocks noChangeArrowheads="1"/>
          </p:cNvSpPr>
          <p:nvPr/>
        </p:nvSpPr>
        <p:spPr bwMode="auto">
          <a:xfrm>
            <a:off x="2466256" y="2354154"/>
            <a:ext cx="485296" cy="161766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900CC"/>
              </a:gs>
              <a:gs pos="100000">
                <a:srgbClr val="47005E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endParaRPr lang="zh-CN" altLang="en-US" sz="709">
              <a:ea typeface="宋体" pitchFamily="2" charset="-122"/>
            </a:endParaRPr>
          </a:p>
        </p:txBody>
      </p:sp>
      <p:sp>
        <p:nvSpPr>
          <p:cNvPr id="22" name="AutoShape 12"/>
          <p:cNvSpPr>
            <a:spLocks noChangeArrowheads="1"/>
          </p:cNvSpPr>
          <p:nvPr/>
        </p:nvSpPr>
        <p:spPr bwMode="auto">
          <a:xfrm>
            <a:off x="1803721" y="2597504"/>
            <a:ext cx="485296" cy="16176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900CC"/>
              </a:gs>
              <a:gs pos="100000">
                <a:srgbClr val="47005E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endParaRPr lang="zh-CN" altLang="en-US" sz="709">
              <a:ea typeface="宋体" pitchFamily="2" charset="-122"/>
            </a:endParaRPr>
          </a:p>
        </p:txBody>
      </p:sp>
      <p:sp>
        <p:nvSpPr>
          <p:cNvPr id="23" name="AutoShape 13"/>
          <p:cNvSpPr>
            <a:spLocks noChangeArrowheads="1"/>
          </p:cNvSpPr>
          <p:nvPr/>
        </p:nvSpPr>
        <p:spPr bwMode="auto">
          <a:xfrm>
            <a:off x="2466256" y="2597504"/>
            <a:ext cx="485296" cy="16176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900CC"/>
              </a:gs>
              <a:gs pos="100000">
                <a:srgbClr val="47005E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endParaRPr lang="zh-CN" altLang="en-US" sz="709">
              <a:ea typeface="宋体" pitchFamily="2" charset="-122"/>
            </a:endParaRPr>
          </a:p>
        </p:txBody>
      </p:sp>
      <p:sp>
        <p:nvSpPr>
          <p:cNvPr id="24" name="AutoShape 14"/>
          <p:cNvSpPr>
            <a:spLocks noChangeArrowheads="1"/>
          </p:cNvSpPr>
          <p:nvPr/>
        </p:nvSpPr>
        <p:spPr bwMode="auto">
          <a:xfrm>
            <a:off x="1803721" y="2867581"/>
            <a:ext cx="485296" cy="16176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900CC"/>
              </a:gs>
              <a:gs pos="100000">
                <a:srgbClr val="47005E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endParaRPr lang="zh-CN" altLang="en-US" sz="709">
              <a:ea typeface="宋体" pitchFamily="2" charset="-122"/>
            </a:endParaRPr>
          </a:p>
        </p:txBody>
      </p:sp>
      <p:sp>
        <p:nvSpPr>
          <p:cNvPr id="25" name="AutoShape 15"/>
          <p:cNvSpPr>
            <a:spLocks noChangeArrowheads="1"/>
          </p:cNvSpPr>
          <p:nvPr/>
        </p:nvSpPr>
        <p:spPr bwMode="auto">
          <a:xfrm>
            <a:off x="2466256" y="2867581"/>
            <a:ext cx="485296" cy="16176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900CC"/>
              </a:gs>
              <a:gs pos="100000">
                <a:srgbClr val="47005E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endParaRPr lang="zh-CN" altLang="en-US" sz="709">
              <a:ea typeface="宋体" pitchFamily="2" charset="-122"/>
            </a:endParaRPr>
          </a:p>
        </p:txBody>
      </p:sp>
      <p:sp>
        <p:nvSpPr>
          <p:cNvPr id="26" name="AutoShape 16"/>
          <p:cNvSpPr>
            <a:spLocks noChangeArrowheads="1"/>
          </p:cNvSpPr>
          <p:nvPr/>
        </p:nvSpPr>
        <p:spPr bwMode="auto">
          <a:xfrm>
            <a:off x="1803719" y="1746480"/>
            <a:ext cx="202558" cy="120972"/>
          </a:xfrm>
          <a:prstGeom prst="roundRect">
            <a:avLst>
              <a:gd name="adj" fmla="val 16667"/>
            </a:avLst>
          </a:prstGeom>
          <a:solidFill>
            <a:srgbClr val="9900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endParaRPr lang="zh-CN" altLang="en-US" sz="709">
              <a:ea typeface="宋体" pitchFamily="2" charset="-122"/>
            </a:endParaRPr>
          </a:p>
        </p:txBody>
      </p:sp>
      <p:sp>
        <p:nvSpPr>
          <p:cNvPr id="27" name="AutoShape 17"/>
          <p:cNvSpPr>
            <a:spLocks noChangeArrowheads="1"/>
          </p:cNvSpPr>
          <p:nvPr/>
        </p:nvSpPr>
        <p:spPr bwMode="auto">
          <a:xfrm>
            <a:off x="1803719" y="1915279"/>
            <a:ext cx="202558" cy="120972"/>
          </a:xfrm>
          <a:prstGeom prst="roundRect">
            <a:avLst>
              <a:gd name="adj" fmla="val 16667"/>
            </a:avLst>
          </a:prstGeom>
          <a:solidFill>
            <a:srgbClr val="9900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endParaRPr lang="zh-CN" altLang="en-US" sz="709">
              <a:ea typeface="宋体" pitchFamily="2" charset="-122"/>
            </a:endParaRPr>
          </a:p>
        </p:txBody>
      </p:sp>
      <p:sp>
        <p:nvSpPr>
          <p:cNvPr id="28" name="AutoShape 18"/>
          <p:cNvSpPr>
            <a:spLocks noChangeArrowheads="1"/>
          </p:cNvSpPr>
          <p:nvPr/>
        </p:nvSpPr>
        <p:spPr bwMode="auto">
          <a:xfrm>
            <a:off x="1803719" y="2078451"/>
            <a:ext cx="202558" cy="120972"/>
          </a:xfrm>
          <a:prstGeom prst="roundRect">
            <a:avLst>
              <a:gd name="adj" fmla="val 16667"/>
            </a:avLst>
          </a:prstGeom>
          <a:solidFill>
            <a:srgbClr val="9900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endParaRPr lang="zh-CN" altLang="en-US" sz="709">
              <a:ea typeface="宋体" pitchFamily="2" charset="-122"/>
            </a:endParaRPr>
          </a:p>
        </p:txBody>
      </p:sp>
      <p:sp>
        <p:nvSpPr>
          <p:cNvPr id="29" name="AutoShape 19"/>
          <p:cNvSpPr>
            <a:spLocks noChangeArrowheads="1"/>
          </p:cNvSpPr>
          <p:nvPr/>
        </p:nvSpPr>
        <p:spPr bwMode="auto">
          <a:xfrm>
            <a:off x="2121623" y="1746480"/>
            <a:ext cx="202558" cy="120972"/>
          </a:xfrm>
          <a:prstGeom prst="roundRect">
            <a:avLst>
              <a:gd name="adj" fmla="val 16667"/>
            </a:avLst>
          </a:prstGeom>
          <a:solidFill>
            <a:srgbClr val="9900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endParaRPr lang="zh-CN" altLang="en-US" sz="709">
              <a:ea typeface="宋体" pitchFamily="2" charset="-122"/>
            </a:endParaRPr>
          </a:p>
        </p:txBody>
      </p:sp>
      <p:sp>
        <p:nvSpPr>
          <p:cNvPr id="30" name="AutoShape 20"/>
          <p:cNvSpPr>
            <a:spLocks noChangeArrowheads="1"/>
          </p:cNvSpPr>
          <p:nvPr/>
        </p:nvSpPr>
        <p:spPr bwMode="auto">
          <a:xfrm>
            <a:off x="2121623" y="1915279"/>
            <a:ext cx="202558" cy="120972"/>
          </a:xfrm>
          <a:prstGeom prst="roundRect">
            <a:avLst>
              <a:gd name="adj" fmla="val 16667"/>
            </a:avLst>
          </a:prstGeom>
          <a:solidFill>
            <a:srgbClr val="9900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endParaRPr lang="zh-CN" altLang="en-US" sz="709">
              <a:ea typeface="宋体" pitchFamily="2" charset="-122"/>
            </a:endParaRPr>
          </a:p>
        </p:txBody>
      </p:sp>
      <p:sp>
        <p:nvSpPr>
          <p:cNvPr id="31" name="AutoShape 21"/>
          <p:cNvSpPr>
            <a:spLocks noChangeArrowheads="1"/>
          </p:cNvSpPr>
          <p:nvPr/>
        </p:nvSpPr>
        <p:spPr bwMode="auto">
          <a:xfrm>
            <a:off x="2121623" y="2078451"/>
            <a:ext cx="202558" cy="120972"/>
          </a:xfrm>
          <a:prstGeom prst="roundRect">
            <a:avLst>
              <a:gd name="adj" fmla="val 16667"/>
            </a:avLst>
          </a:prstGeom>
          <a:solidFill>
            <a:srgbClr val="9900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endParaRPr lang="zh-CN" altLang="en-US" sz="709">
              <a:ea typeface="宋体" pitchFamily="2" charset="-122"/>
            </a:endParaRPr>
          </a:p>
        </p:txBody>
      </p:sp>
      <p:sp>
        <p:nvSpPr>
          <p:cNvPr id="32" name="AutoShape 22"/>
          <p:cNvSpPr>
            <a:spLocks noChangeArrowheads="1"/>
          </p:cNvSpPr>
          <p:nvPr/>
        </p:nvSpPr>
        <p:spPr bwMode="auto">
          <a:xfrm>
            <a:off x="2449374" y="1746480"/>
            <a:ext cx="202558" cy="120972"/>
          </a:xfrm>
          <a:prstGeom prst="roundRect">
            <a:avLst>
              <a:gd name="adj" fmla="val 16667"/>
            </a:avLst>
          </a:prstGeom>
          <a:solidFill>
            <a:srgbClr val="9900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endParaRPr lang="zh-CN" altLang="en-US" sz="709">
              <a:ea typeface="宋体" pitchFamily="2" charset="-122"/>
            </a:endParaRPr>
          </a:p>
        </p:txBody>
      </p:sp>
      <p:sp>
        <p:nvSpPr>
          <p:cNvPr id="33" name="AutoShape 23"/>
          <p:cNvSpPr>
            <a:spLocks noChangeArrowheads="1"/>
          </p:cNvSpPr>
          <p:nvPr/>
        </p:nvSpPr>
        <p:spPr bwMode="auto">
          <a:xfrm>
            <a:off x="2449374" y="1915279"/>
            <a:ext cx="202558" cy="120972"/>
          </a:xfrm>
          <a:prstGeom prst="roundRect">
            <a:avLst>
              <a:gd name="adj" fmla="val 16667"/>
            </a:avLst>
          </a:prstGeom>
          <a:solidFill>
            <a:srgbClr val="9900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endParaRPr lang="zh-CN" altLang="en-US" sz="709">
              <a:ea typeface="宋体" pitchFamily="2" charset="-122"/>
            </a:endParaRPr>
          </a:p>
        </p:txBody>
      </p:sp>
      <p:sp>
        <p:nvSpPr>
          <p:cNvPr id="34" name="AutoShape 24"/>
          <p:cNvSpPr>
            <a:spLocks noChangeArrowheads="1"/>
          </p:cNvSpPr>
          <p:nvPr/>
        </p:nvSpPr>
        <p:spPr bwMode="auto">
          <a:xfrm>
            <a:off x="2449374" y="2078451"/>
            <a:ext cx="202558" cy="120972"/>
          </a:xfrm>
          <a:prstGeom prst="roundRect">
            <a:avLst>
              <a:gd name="adj" fmla="val 16667"/>
            </a:avLst>
          </a:prstGeom>
          <a:solidFill>
            <a:srgbClr val="9900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endParaRPr lang="zh-CN" altLang="en-US" sz="709">
              <a:ea typeface="宋体" pitchFamily="2" charset="-122"/>
            </a:endParaRPr>
          </a:p>
        </p:txBody>
      </p:sp>
      <p:sp>
        <p:nvSpPr>
          <p:cNvPr id="35" name="AutoShape 25"/>
          <p:cNvSpPr>
            <a:spLocks noChangeArrowheads="1"/>
          </p:cNvSpPr>
          <p:nvPr/>
        </p:nvSpPr>
        <p:spPr bwMode="auto">
          <a:xfrm>
            <a:off x="2748991" y="2078451"/>
            <a:ext cx="202558" cy="120972"/>
          </a:xfrm>
          <a:prstGeom prst="roundRect">
            <a:avLst>
              <a:gd name="adj" fmla="val 16667"/>
            </a:avLst>
          </a:prstGeom>
          <a:solidFill>
            <a:srgbClr val="9900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endParaRPr lang="zh-CN" altLang="en-US" sz="709">
              <a:ea typeface="宋体" pitchFamily="2" charset="-122"/>
            </a:endParaRPr>
          </a:p>
        </p:txBody>
      </p:sp>
      <p:sp>
        <p:nvSpPr>
          <p:cNvPr id="36" name="AutoShape 26"/>
          <p:cNvSpPr>
            <a:spLocks noChangeArrowheads="1"/>
          </p:cNvSpPr>
          <p:nvPr/>
        </p:nvSpPr>
        <p:spPr bwMode="auto">
          <a:xfrm>
            <a:off x="1803719" y="1583309"/>
            <a:ext cx="202558" cy="120972"/>
          </a:xfrm>
          <a:prstGeom prst="roundRect">
            <a:avLst>
              <a:gd name="adj" fmla="val 16667"/>
            </a:avLst>
          </a:prstGeom>
          <a:solidFill>
            <a:srgbClr val="9900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endParaRPr lang="zh-CN" altLang="en-US" sz="709">
              <a:ea typeface="宋体" pitchFamily="2" charset="-122"/>
            </a:endParaRPr>
          </a:p>
        </p:txBody>
      </p:sp>
      <p:sp>
        <p:nvSpPr>
          <p:cNvPr id="37" name="AutoShape 27"/>
          <p:cNvSpPr>
            <a:spLocks noChangeArrowheads="1"/>
          </p:cNvSpPr>
          <p:nvPr/>
        </p:nvSpPr>
        <p:spPr bwMode="auto">
          <a:xfrm>
            <a:off x="2121623" y="1583309"/>
            <a:ext cx="202558" cy="120972"/>
          </a:xfrm>
          <a:prstGeom prst="roundRect">
            <a:avLst>
              <a:gd name="adj" fmla="val 16667"/>
            </a:avLst>
          </a:prstGeom>
          <a:solidFill>
            <a:srgbClr val="9900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endParaRPr lang="zh-CN" altLang="en-US" sz="709">
              <a:ea typeface="宋体" pitchFamily="2" charset="-122"/>
            </a:endParaRPr>
          </a:p>
        </p:txBody>
      </p:sp>
      <p:sp>
        <p:nvSpPr>
          <p:cNvPr id="38" name="AutoShape 28"/>
          <p:cNvSpPr>
            <a:spLocks noChangeArrowheads="1"/>
          </p:cNvSpPr>
          <p:nvPr/>
        </p:nvSpPr>
        <p:spPr bwMode="auto">
          <a:xfrm>
            <a:off x="2449374" y="1583309"/>
            <a:ext cx="202558" cy="120972"/>
          </a:xfrm>
          <a:prstGeom prst="roundRect">
            <a:avLst>
              <a:gd name="adj" fmla="val 16667"/>
            </a:avLst>
          </a:prstGeom>
          <a:solidFill>
            <a:srgbClr val="9900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endParaRPr lang="zh-CN" altLang="en-US" sz="709">
              <a:ea typeface="宋体" pitchFamily="2" charset="-122"/>
            </a:endParaRPr>
          </a:p>
        </p:txBody>
      </p:sp>
      <p:grpSp>
        <p:nvGrpSpPr>
          <p:cNvPr id="39" name="Group 29"/>
          <p:cNvGrpSpPr>
            <a:grpSpLocks/>
          </p:cNvGrpSpPr>
          <p:nvPr/>
        </p:nvGrpSpPr>
        <p:grpSpPr bwMode="auto">
          <a:xfrm>
            <a:off x="2748991" y="1583308"/>
            <a:ext cx="202558" cy="452943"/>
            <a:chOff x="1344" y="1308"/>
            <a:chExt cx="144" cy="322"/>
          </a:xfrm>
        </p:grpSpPr>
        <p:sp>
          <p:nvSpPr>
            <p:cNvPr id="40" name="AutoShape 30"/>
            <p:cNvSpPr>
              <a:spLocks noChangeArrowheads="1"/>
            </p:cNvSpPr>
            <p:nvPr/>
          </p:nvSpPr>
          <p:spPr bwMode="auto">
            <a:xfrm>
              <a:off x="1344" y="1424"/>
              <a:ext cx="144" cy="86"/>
            </a:xfrm>
            <a:prstGeom prst="roundRect">
              <a:avLst>
                <a:gd name="adj" fmla="val 16667"/>
              </a:avLst>
            </a:prstGeom>
            <a:solidFill>
              <a:srgbClr val="9900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709">
                <a:ea typeface="宋体" pitchFamily="2" charset="-122"/>
              </a:endParaRPr>
            </a:p>
          </p:txBody>
        </p:sp>
        <p:sp>
          <p:nvSpPr>
            <p:cNvPr id="41" name="AutoShape 31"/>
            <p:cNvSpPr>
              <a:spLocks noChangeArrowheads="1"/>
            </p:cNvSpPr>
            <p:nvPr/>
          </p:nvSpPr>
          <p:spPr bwMode="auto">
            <a:xfrm>
              <a:off x="1344" y="1544"/>
              <a:ext cx="144" cy="86"/>
            </a:xfrm>
            <a:prstGeom prst="roundRect">
              <a:avLst>
                <a:gd name="adj" fmla="val 16667"/>
              </a:avLst>
            </a:prstGeom>
            <a:solidFill>
              <a:srgbClr val="9900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709">
                <a:ea typeface="宋体" pitchFamily="2" charset="-122"/>
              </a:endParaRPr>
            </a:p>
          </p:txBody>
        </p:sp>
        <p:sp>
          <p:nvSpPr>
            <p:cNvPr id="42" name="AutoShape 32"/>
            <p:cNvSpPr>
              <a:spLocks noChangeArrowheads="1"/>
            </p:cNvSpPr>
            <p:nvPr/>
          </p:nvSpPr>
          <p:spPr bwMode="auto">
            <a:xfrm>
              <a:off x="1344" y="1308"/>
              <a:ext cx="144" cy="86"/>
            </a:xfrm>
            <a:prstGeom prst="roundRect">
              <a:avLst>
                <a:gd name="adj" fmla="val 16667"/>
              </a:avLst>
            </a:prstGeom>
            <a:solidFill>
              <a:srgbClr val="9900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709">
                <a:ea typeface="宋体" pitchFamily="2" charset="-122"/>
              </a:endParaRPr>
            </a:p>
          </p:txBody>
        </p:sp>
      </p:grpSp>
      <p:grpSp>
        <p:nvGrpSpPr>
          <p:cNvPr id="43" name="Group 33"/>
          <p:cNvGrpSpPr>
            <a:grpSpLocks/>
          </p:cNvGrpSpPr>
          <p:nvPr/>
        </p:nvGrpSpPr>
        <p:grpSpPr bwMode="auto">
          <a:xfrm>
            <a:off x="3200528" y="666168"/>
            <a:ext cx="3983643" cy="1647193"/>
            <a:chOff x="1665" y="656"/>
            <a:chExt cx="2832" cy="1171"/>
          </a:xfrm>
        </p:grpSpPr>
        <p:pic>
          <p:nvPicPr>
            <p:cNvPr id="44" name="Picture 34"/>
            <p:cNvPicPr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816" y="656"/>
              <a:ext cx="1081" cy="1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45" name="Rectangle 35"/>
            <p:cNvSpPr>
              <a:spLocks noChangeArrowheads="1"/>
            </p:cNvSpPr>
            <p:nvPr/>
          </p:nvSpPr>
          <p:spPr bwMode="auto">
            <a:xfrm>
              <a:off x="2577" y="1624"/>
              <a:ext cx="288" cy="12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7B4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709">
                <a:ea typeface="宋体" pitchFamily="2" charset="-122"/>
              </a:endParaRPr>
            </a:p>
          </p:txBody>
        </p:sp>
        <p:sp>
          <p:nvSpPr>
            <p:cNvPr id="46" name="Rectangle 36"/>
            <p:cNvSpPr>
              <a:spLocks noChangeArrowheads="1"/>
            </p:cNvSpPr>
            <p:nvPr/>
          </p:nvSpPr>
          <p:spPr bwMode="auto">
            <a:xfrm>
              <a:off x="2273" y="1624"/>
              <a:ext cx="288" cy="12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7B4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709">
                <a:ea typeface="宋体" pitchFamily="2" charset="-122"/>
              </a:endParaRPr>
            </a:p>
          </p:txBody>
        </p:sp>
        <p:sp>
          <p:nvSpPr>
            <p:cNvPr id="47" name="Rectangle 37"/>
            <p:cNvSpPr>
              <a:spLocks noChangeArrowheads="1"/>
            </p:cNvSpPr>
            <p:nvPr/>
          </p:nvSpPr>
          <p:spPr bwMode="auto">
            <a:xfrm>
              <a:off x="4209" y="1617"/>
              <a:ext cx="288" cy="12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7B4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709">
                <a:ea typeface="宋体" pitchFamily="2" charset="-122"/>
              </a:endParaRPr>
            </a:p>
          </p:txBody>
        </p:sp>
        <p:sp>
          <p:nvSpPr>
            <p:cNvPr id="48" name="Rectangle 38"/>
            <p:cNvSpPr>
              <a:spLocks noChangeArrowheads="1"/>
            </p:cNvSpPr>
            <p:nvPr/>
          </p:nvSpPr>
          <p:spPr bwMode="auto">
            <a:xfrm>
              <a:off x="3897" y="1617"/>
              <a:ext cx="288" cy="12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7B4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709">
                <a:ea typeface="宋体" pitchFamily="2" charset="-122"/>
              </a:endParaRPr>
            </a:p>
          </p:txBody>
        </p:sp>
        <p:sp>
          <p:nvSpPr>
            <p:cNvPr id="49" name="Rectangle 39"/>
            <p:cNvSpPr>
              <a:spLocks noChangeArrowheads="1"/>
            </p:cNvSpPr>
            <p:nvPr/>
          </p:nvSpPr>
          <p:spPr bwMode="auto">
            <a:xfrm>
              <a:off x="1969" y="1624"/>
              <a:ext cx="288" cy="12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7B4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709">
                <a:ea typeface="宋体" pitchFamily="2" charset="-122"/>
              </a:endParaRPr>
            </a:p>
          </p:txBody>
        </p:sp>
        <p:sp>
          <p:nvSpPr>
            <p:cNvPr id="50" name="Rectangle 40"/>
            <p:cNvSpPr>
              <a:spLocks noChangeArrowheads="1"/>
            </p:cNvSpPr>
            <p:nvPr/>
          </p:nvSpPr>
          <p:spPr bwMode="auto">
            <a:xfrm>
              <a:off x="1665" y="1624"/>
              <a:ext cx="288" cy="12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7B4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709">
                <a:ea typeface="宋体" pitchFamily="2" charset="-122"/>
              </a:endParaRPr>
            </a:p>
          </p:txBody>
        </p:sp>
      </p:grpSp>
      <p:grpSp>
        <p:nvGrpSpPr>
          <p:cNvPr id="51" name="Group 41"/>
          <p:cNvGrpSpPr>
            <a:grpSpLocks/>
          </p:cNvGrpSpPr>
          <p:nvPr/>
        </p:nvGrpSpPr>
        <p:grpSpPr bwMode="auto">
          <a:xfrm>
            <a:off x="6597599" y="2020775"/>
            <a:ext cx="2237986" cy="2536196"/>
            <a:chOff x="4080" y="1619"/>
            <a:chExt cx="1591" cy="1803"/>
          </a:xfrm>
        </p:grpSpPr>
        <p:grpSp>
          <p:nvGrpSpPr>
            <p:cNvPr id="52" name="Group 42"/>
            <p:cNvGrpSpPr>
              <a:grpSpLocks/>
            </p:cNvGrpSpPr>
            <p:nvPr/>
          </p:nvGrpSpPr>
          <p:grpSpPr bwMode="auto">
            <a:xfrm>
              <a:off x="4080" y="2064"/>
              <a:ext cx="1591" cy="1358"/>
              <a:chOff x="4080" y="2064"/>
              <a:chExt cx="1591" cy="1358"/>
            </a:xfrm>
          </p:grpSpPr>
          <p:sp>
            <p:nvSpPr>
              <p:cNvPr id="54" name="Rectangle 43"/>
              <p:cNvSpPr>
                <a:spLocks noChangeArrowheads="1"/>
              </p:cNvSpPr>
              <p:nvPr/>
            </p:nvSpPr>
            <p:spPr bwMode="auto">
              <a:xfrm>
                <a:off x="4080" y="2064"/>
                <a:ext cx="1591" cy="1358"/>
              </a:xfrm>
              <a:prstGeom prst="rect">
                <a:avLst/>
              </a:prstGeom>
              <a:gradFill rotWithShape="1">
                <a:gsLst>
                  <a:gs pos="0">
                    <a:srgbClr val="474776"/>
                  </a:gs>
                  <a:gs pos="50000">
                    <a:srgbClr val="9999FF"/>
                  </a:gs>
                  <a:gs pos="100000">
                    <a:srgbClr val="474776"/>
                  </a:gs>
                </a:gsLst>
                <a:lin ang="5400000" scaled="1"/>
              </a:gra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71842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lIns="81007" tIns="40502" rIns="81007" bIns="40502"/>
              <a:lstStyle/>
              <a:p>
                <a:pPr algn="ctr"/>
                <a:r>
                  <a:rPr lang="en-US" altLang="zh-CN" sz="709" dirty="0">
                    <a:solidFill>
                      <a:schemeClr val="bg1"/>
                    </a:solidFill>
                    <a:ea typeface="宋体" pitchFamily="2" charset="-122"/>
                    <a:cs typeface="Arial" pitchFamily="34" charset="0"/>
                  </a:rPr>
                  <a:t>Deliverable</a:t>
                </a:r>
                <a:r>
                  <a:rPr lang="en-US" altLang="zh-CN" sz="709" dirty="0">
                    <a:solidFill>
                      <a:srgbClr val="9999FF"/>
                    </a:solidFill>
                    <a:ea typeface="宋体" pitchFamily="2" charset="-122"/>
                    <a:cs typeface="Arial" pitchFamily="34" charset="0"/>
                  </a:rPr>
                  <a:t> </a:t>
                </a:r>
                <a:r>
                  <a:rPr lang="en-US" altLang="zh-CN" sz="709" dirty="0">
                    <a:solidFill>
                      <a:schemeClr val="bg1"/>
                    </a:solidFill>
                    <a:ea typeface="宋体" pitchFamily="2" charset="-122"/>
                    <a:cs typeface="Arial" pitchFamily="34" charset="0"/>
                  </a:rPr>
                  <a:t>Product</a:t>
                </a:r>
              </a:p>
            </p:txBody>
          </p:sp>
          <p:sp>
            <p:nvSpPr>
              <p:cNvPr id="55" name="Rectangle 44"/>
              <p:cNvSpPr>
                <a:spLocks noChangeArrowheads="1"/>
              </p:cNvSpPr>
              <p:nvPr/>
            </p:nvSpPr>
            <p:spPr bwMode="auto">
              <a:xfrm>
                <a:off x="4080" y="3302"/>
                <a:ext cx="1591" cy="1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81007" tIns="40502" rIns="81007" bIns="40502" anchor="ctr"/>
              <a:lstStyle/>
              <a:p>
                <a:pPr algn="ctr"/>
                <a:r>
                  <a:rPr lang="en-US" altLang="zh-CN" sz="1064" b="1" dirty="0">
                    <a:solidFill>
                      <a:schemeClr val="bg1"/>
                    </a:solidFill>
                    <a:ea typeface="宋体" pitchFamily="2" charset="-122"/>
                    <a:cs typeface="Arial" pitchFamily="34" charset="0"/>
                  </a:rPr>
                  <a:t>100%</a:t>
                </a:r>
                <a:r>
                  <a:rPr lang="en-US" altLang="zh-CN" sz="1064" b="1" dirty="0">
                    <a:solidFill>
                      <a:srgbClr val="9999FF"/>
                    </a:solidFill>
                    <a:ea typeface="宋体" pitchFamily="2" charset="-122"/>
                    <a:cs typeface="Arial" pitchFamily="34" charset="0"/>
                  </a:rPr>
                  <a:t> </a:t>
                </a:r>
                <a:r>
                  <a:rPr lang="en-US" altLang="zh-CN" sz="1064" b="1" dirty="0">
                    <a:solidFill>
                      <a:schemeClr val="bg1"/>
                    </a:solidFill>
                    <a:ea typeface="宋体" pitchFamily="2" charset="-122"/>
                    <a:cs typeface="Arial" pitchFamily="34" charset="0"/>
                  </a:rPr>
                  <a:t>Tested</a:t>
                </a:r>
              </a:p>
            </p:txBody>
          </p:sp>
          <p:pic>
            <p:nvPicPr>
              <p:cNvPr id="56" name="Picture 45" descr="stylepad">
                <a:hlinkClick r:id="rId4"/>
              </p:cNvPr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4225" y="2272"/>
                <a:ext cx="1297" cy="10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53" name="AutoShape 46"/>
            <p:cNvSpPr>
              <a:spLocks noChangeArrowheads="1"/>
            </p:cNvSpPr>
            <p:nvPr/>
          </p:nvSpPr>
          <p:spPr bwMode="auto">
            <a:xfrm rot="5400000">
              <a:off x="4546" y="1594"/>
              <a:ext cx="423" cy="474"/>
            </a:xfrm>
            <a:custGeom>
              <a:avLst/>
              <a:gdLst>
                <a:gd name="T0" fmla="*/ 6 w 21600"/>
                <a:gd name="T1" fmla="*/ 0 h 21600"/>
                <a:gd name="T2" fmla="*/ 6 w 21600"/>
                <a:gd name="T3" fmla="*/ 6 h 21600"/>
                <a:gd name="T4" fmla="*/ 1 w 21600"/>
                <a:gd name="T5" fmla="*/ 10 h 21600"/>
                <a:gd name="T6" fmla="*/ 8 w 21600"/>
                <a:gd name="T7" fmla="*/ 3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09 w 21600"/>
                <a:gd name="T13" fmla="*/ 2916 h 21600"/>
                <a:gd name="T14" fmla="*/ 18230 w 21600"/>
                <a:gd name="T15" fmla="*/ 9251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gradFill rotWithShape="1">
              <a:gsLst>
                <a:gs pos="0">
                  <a:srgbClr val="474776"/>
                </a:gs>
                <a:gs pos="50000">
                  <a:srgbClr val="9999FF"/>
                </a:gs>
                <a:gs pos="100000">
                  <a:srgbClr val="474776"/>
                </a:gs>
              </a:gsLst>
              <a:lin ang="5400000" scaled="1"/>
            </a:gradFill>
            <a:ln w="9525">
              <a:solidFill>
                <a:srgbClr val="0007B4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709"/>
            </a:p>
          </p:txBody>
        </p:sp>
      </p:grpSp>
      <p:grpSp>
        <p:nvGrpSpPr>
          <p:cNvPr id="57" name="Group 47"/>
          <p:cNvGrpSpPr>
            <a:grpSpLocks/>
          </p:cNvGrpSpPr>
          <p:nvPr/>
        </p:nvGrpSpPr>
        <p:grpSpPr bwMode="auto">
          <a:xfrm>
            <a:off x="3307432" y="2047505"/>
            <a:ext cx="1906016" cy="126599"/>
            <a:chOff x="1741" y="1638"/>
            <a:chExt cx="1355" cy="90"/>
          </a:xfrm>
        </p:grpSpPr>
        <p:sp>
          <p:nvSpPr>
            <p:cNvPr id="58" name="AutoShape 48"/>
            <p:cNvSpPr>
              <a:spLocks noChangeArrowheads="1"/>
            </p:cNvSpPr>
            <p:nvPr/>
          </p:nvSpPr>
          <p:spPr bwMode="auto">
            <a:xfrm>
              <a:off x="1741" y="1642"/>
              <a:ext cx="144" cy="86"/>
            </a:xfrm>
            <a:prstGeom prst="roundRect">
              <a:avLst>
                <a:gd name="adj" fmla="val 16667"/>
              </a:avLst>
            </a:prstGeom>
            <a:solidFill>
              <a:srgbClr val="9900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709">
                <a:ea typeface="宋体" pitchFamily="2" charset="-122"/>
              </a:endParaRPr>
            </a:p>
          </p:txBody>
        </p:sp>
        <p:sp>
          <p:nvSpPr>
            <p:cNvPr id="59" name="AutoShape 49"/>
            <p:cNvSpPr>
              <a:spLocks noChangeArrowheads="1"/>
            </p:cNvSpPr>
            <p:nvPr/>
          </p:nvSpPr>
          <p:spPr bwMode="auto">
            <a:xfrm>
              <a:off x="2046" y="1642"/>
              <a:ext cx="144" cy="86"/>
            </a:xfrm>
            <a:prstGeom prst="roundRect">
              <a:avLst>
                <a:gd name="adj" fmla="val 16667"/>
              </a:avLst>
            </a:prstGeom>
            <a:solidFill>
              <a:srgbClr val="9900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709">
                <a:ea typeface="宋体" pitchFamily="2" charset="-122"/>
              </a:endParaRPr>
            </a:p>
          </p:txBody>
        </p:sp>
        <p:sp>
          <p:nvSpPr>
            <p:cNvPr id="60" name="AutoShape 50"/>
            <p:cNvSpPr>
              <a:spLocks noChangeArrowheads="1"/>
            </p:cNvSpPr>
            <p:nvPr/>
          </p:nvSpPr>
          <p:spPr bwMode="auto">
            <a:xfrm>
              <a:off x="2348" y="1640"/>
              <a:ext cx="144" cy="86"/>
            </a:xfrm>
            <a:prstGeom prst="roundRect">
              <a:avLst>
                <a:gd name="adj" fmla="val 16667"/>
              </a:avLst>
            </a:prstGeom>
            <a:solidFill>
              <a:srgbClr val="9900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709">
                <a:ea typeface="宋体" pitchFamily="2" charset="-122"/>
              </a:endParaRPr>
            </a:p>
          </p:txBody>
        </p:sp>
        <p:sp>
          <p:nvSpPr>
            <p:cNvPr id="61" name="AutoShape 51"/>
            <p:cNvSpPr>
              <a:spLocks noChangeArrowheads="1"/>
            </p:cNvSpPr>
            <p:nvPr/>
          </p:nvSpPr>
          <p:spPr bwMode="auto">
            <a:xfrm>
              <a:off x="2646" y="1640"/>
              <a:ext cx="144" cy="86"/>
            </a:xfrm>
            <a:prstGeom prst="roundRect">
              <a:avLst>
                <a:gd name="adj" fmla="val 16667"/>
              </a:avLst>
            </a:prstGeom>
            <a:solidFill>
              <a:srgbClr val="9900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709">
                <a:ea typeface="宋体" pitchFamily="2" charset="-122"/>
              </a:endParaRPr>
            </a:p>
          </p:txBody>
        </p:sp>
        <p:sp>
          <p:nvSpPr>
            <p:cNvPr id="62" name="AutoShape 52"/>
            <p:cNvSpPr>
              <a:spLocks noChangeArrowheads="1"/>
            </p:cNvSpPr>
            <p:nvPr/>
          </p:nvSpPr>
          <p:spPr bwMode="auto">
            <a:xfrm>
              <a:off x="2952" y="1638"/>
              <a:ext cx="144" cy="86"/>
            </a:xfrm>
            <a:prstGeom prst="roundRect">
              <a:avLst>
                <a:gd name="adj" fmla="val 16667"/>
              </a:avLst>
            </a:prstGeom>
            <a:solidFill>
              <a:srgbClr val="9900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709">
                <a:ea typeface="宋体" pitchFamily="2" charset="-122"/>
              </a:endParaRPr>
            </a:p>
          </p:txBody>
        </p:sp>
      </p:grpSp>
      <p:grpSp>
        <p:nvGrpSpPr>
          <p:cNvPr id="63" name="Group 53"/>
          <p:cNvGrpSpPr>
            <a:grpSpLocks/>
          </p:cNvGrpSpPr>
          <p:nvPr/>
        </p:nvGrpSpPr>
        <p:grpSpPr bwMode="auto">
          <a:xfrm>
            <a:off x="5608722" y="1657861"/>
            <a:ext cx="576727" cy="481075"/>
            <a:chOff x="3377" y="1361"/>
            <a:chExt cx="410" cy="342"/>
          </a:xfrm>
        </p:grpSpPr>
        <p:sp>
          <p:nvSpPr>
            <p:cNvPr id="64" name="AutoShape 54"/>
            <p:cNvSpPr>
              <a:spLocks noChangeArrowheads="1"/>
            </p:cNvSpPr>
            <p:nvPr/>
          </p:nvSpPr>
          <p:spPr bwMode="auto">
            <a:xfrm>
              <a:off x="3377" y="1657"/>
              <a:ext cx="75" cy="46"/>
            </a:xfrm>
            <a:prstGeom prst="roundRect">
              <a:avLst>
                <a:gd name="adj" fmla="val 16667"/>
              </a:avLst>
            </a:prstGeom>
            <a:solidFill>
              <a:srgbClr val="9900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709">
                <a:ea typeface="宋体" pitchFamily="2" charset="-122"/>
              </a:endParaRPr>
            </a:p>
          </p:txBody>
        </p:sp>
        <p:sp>
          <p:nvSpPr>
            <p:cNvPr id="65" name="AutoShape 55"/>
            <p:cNvSpPr>
              <a:spLocks noChangeArrowheads="1"/>
            </p:cNvSpPr>
            <p:nvPr/>
          </p:nvSpPr>
          <p:spPr bwMode="auto">
            <a:xfrm rot="-479182">
              <a:off x="3522" y="1648"/>
              <a:ext cx="75" cy="46"/>
            </a:xfrm>
            <a:prstGeom prst="roundRect">
              <a:avLst>
                <a:gd name="adj" fmla="val 16667"/>
              </a:avLst>
            </a:prstGeom>
            <a:solidFill>
              <a:srgbClr val="9900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709">
                <a:ea typeface="宋体" pitchFamily="2" charset="-122"/>
              </a:endParaRPr>
            </a:p>
          </p:txBody>
        </p:sp>
        <p:sp>
          <p:nvSpPr>
            <p:cNvPr id="66" name="AutoShape 56"/>
            <p:cNvSpPr>
              <a:spLocks noChangeArrowheads="1"/>
            </p:cNvSpPr>
            <p:nvPr/>
          </p:nvSpPr>
          <p:spPr bwMode="auto">
            <a:xfrm rot="-1877219">
              <a:off x="3632" y="1611"/>
              <a:ext cx="75" cy="46"/>
            </a:xfrm>
            <a:prstGeom prst="roundRect">
              <a:avLst>
                <a:gd name="adj" fmla="val 0"/>
              </a:avLst>
            </a:prstGeom>
            <a:solidFill>
              <a:srgbClr val="9900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709">
                <a:ea typeface="宋体" pitchFamily="2" charset="-122"/>
              </a:endParaRPr>
            </a:p>
          </p:txBody>
        </p:sp>
        <p:sp>
          <p:nvSpPr>
            <p:cNvPr id="67" name="AutoShape 57"/>
            <p:cNvSpPr>
              <a:spLocks noChangeArrowheads="1"/>
            </p:cNvSpPr>
            <p:nvPr/>
          </p:nvSpPr>
          <p:spPr bwMode="auto">
            <a:xfrm rot="-4437858">
              <a:off x="3714" y="1518"/>
              <a:ext cx="75" cy="46"/>
            </a:xfrm>
            <a:prstGeom prst="roundRect">
              <a:avLst>
                <a:gd name="adj" fmla="val 0"/>
              </a:avLst>
            </a:prstGeom>
            <a:solidFill>
              <a:srgbClr val="9900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709">
                <a:ea typeface="宋体" pitchFamily="2" charset="-122"/>
              </a:endParaRPr>
            </a:p>
          </p:txBody>
        </p:sp>
        <p:sp>
          <p:nvSpPr>
            <p:cNvPr id="68" name="AutoShape 58"/>
            <p:cNvSpPr>
              <a:spLocks noChangeArrowheads="1"/>
            </p:cNvSpPr>
            <p:nvPr/>
          </p:nvSpPr>
          <p:spPr bwMode="auto">
            <a:xfrm rot="-5971456">
              <a:off x="3726" y="1376"/>
              <a:ext cx="75" cy="46"/>
            </a:xfrm>
            <a:prstGeom prst="roundRect">
              <a:avLst>
                <a:gd name="adj" fmla="val 0"/>
              </a:avLst>
            </a:prstGeom>
            <a:solidFill>
              <a:srgbClr val="9900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709">
                <a:ea typeface="宋体" pitchFamily="2" charset="-122"/>
              </a:endParaRPr>
            </a:p>
          </p:txBody>
        </p:sp>
      </p:grpSp>
      <p:grpSp>
        <p:nvGrpSpPr>
          <p:cNvPr id="69" name="Group 59"/>
          <p:cNvGrpSpPr>
            <a:grpSpLocks/>
          </p:cNvGrpSpPr>
          <p:nvPr/>
        </p:nvGrpSpPr>
        <p:grpSpPr bwMode="auto">
          <a:xfrm>
            <a:off x="6395040" y="1889957"/>
            <a:ext cx="730054" cy="237724"/>
            <a:chOff x="3936" y="1526"/>
            <a:chExt cx="519" cy="169"/>
          </a:xfrm>
        </p:grpSpPr>
        <p:pic>
          <p:nvPicPr>
            <p:cNvPr id="70" name="Picture 60" descr="stylepad">
              <a:hlinkClick r:id="rId4"/>
            </p:cNvPr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936" y="1528"/>
              <a:ext cx="213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1" name="Picture 61" descr="stylepad">
              <a:hlinkClick r:id="rId4"/>
            </p:cNvPr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242" y="1526"/>
              <a:ext cx="213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2" name="Group 62"/>
          <p:cNvGrpSpPr>
            <a:grpSpLocks/>
          </p:cNvGrpSpPr>
          <p:nvPr/>
        </p:nvGrpSpPr>
        <p:grpSpPr bwMode="auto">
          <a:xfrm>
            <a:off x="1120085" y="1908246"/>
            <a:ext cx="299616" cy="2893487"/>
            <a:chOff x="186" y="1539"/>
            <a:chExt cx="213" cy="2057"/>
          </a:xfrm>
        </p:grpSpPr>
        <p:sp>
          <p:nvSpPr>
            <p:cNvPr id="73" name="Line 63"/>
            <p:cNvSpPr>
              <a:spLocks noChangeShapeType="1"/>
            </p:cNvSpPr>
            <p:nvPr/>
          </p:nvSpPr>
          <p:spPr bwMode="auto">
            <a:xfrm flipV="1">
              <a:off x="309" y="1539"/>
              <a:ext cx="0" cy="2057"/>
            </a:xfrm>
            <a:prstGeom prst="line">
              <a:avLst/>
            </a:prstGeom>
            <a:noFill/>
            <a:ln w="228600">
              <a:solidFill>
                <a:srgbClr val="9900CC"/>
              </a:solidFill>
              <a:round/>
              <a:headEnd/>
              <a:tailEnd type="triangle" w="sm" len="med"/>
            </a:ln>
            <a:effectLst/>
          </p:spPr>
          <p:txBody>
            <a:bodyPr/>
            <a:lstStyle/>
            <a:p>
              <a:endParaRPr lang="zh-CN" altLang="en-US" sz="709"/>
            </a:p>
          </p:txBody>
        </p:sp>
        <p:sp>
          <p:nvSpPr>
            <p:cNvPr id="74" name="Text Box 64"/>
            <p:cNvSpPr txBox="1">
              <a:spLocks noChangeArrowheads="1"/>
            </p:cNvSpPr>
            <p:nvPr/>
          </p:nvSpPr>
          <p:spPr bwMode="auto">
            <a:xfrm rot="16200000">
              <a:off x="35" y="2449"/>
              <a:ext cx="515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81007" tIns="40502" rIns="81007" bIns="40502">
              <a:spAutoFit/>
            </a:bodyPr>
            <a:lstStyle/>
            <a:p>
              <a:r>
                <a:rPr lang="en-US" altLang="zh-CN" sz="1418" b="1" dirty="0">
                  <a:solidFill>
                    <a:schemeClr val="bg1"/>
                  </a:solidFill>
                  <a:ea typeface="宋体" pitchFamily="2" charset="-122"/>
                  <a:cs typeface="Arial" pitchFamily="34" charset="0"/>
                </a:rPr>
                <a:t>Priority</a:t>
              </a:r>
            </a:p>
          </p:txBody>
        </p:sp>
      </p:grpSp>
      <p:grpSp>
        <p:nvGrpSpPr>
          <p:cNvPr id="75" name="Group 65"/>
          <p:cNvGrpSpPr>
            <a:grpSpLocks/>
          </p:cNvGrpSpPr>
          <p:nvPr/>
        </p:nvGrpSpPr>
        <p:grpSpPr bwMode="auto">
          <a:xfrm>
            <a:off x="3253981" y="3798788"/>
            <a:ext cx="3191699" cy="604861"/>
            <a:chOff x="1703" y="2883"/>
            <a:chExt cx="2269" cy="430"/>
          </a:xfrm>
        </p:grpSpPr>
        <p:grpSp>
          <p:nvGrpSpPr>
            <p:cNvPr id="76" name="Group 66"/>
            <p:cNvGrpSpPr>
              <a:grpSpLocks/>
            </p:cNvGrpSpPr>
            <p:nvPr/>
          </p:nvGrpSpPr>
          <p:grpSpPr bwMode="auto">
            <a:xfrm>
              <a:off x="2393" y="2883"/>
              <a:ext cx="707" cy="430"/>
              <a:chOff x="2393" y="2883"/>
              <a:chExt cx="707" cy="430"/>
            </a:xfrm>
          </p:grpSpPr>
          <p:sp>
            <p:nvSpPr>
              <p:cNvPr id="81" name="AutoShape 67"/>
              <p:cNvSpPr>
                <a:spLocks noChangeArrowheads="1"/>
              </p:cNvSpPr>
              <p:nvPr/>
            </p:nvSpPr>
            <p:spPr bwMode="auto">
              <a:xfrm>
                <a:off x="2810" y="2921"/>
                <a:ext cx="290" cy="392"/>
              </a:xfrm>
              <a:prstGeom prst="roundRect">
                <a:avLst>
                  <a:gd name="adj" fmla="val 16667"/>
                </a:avLst>
              </a:prstGeom>
              <a:solidFill>
                <a:srgbClr val="9900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709">
                  <a:ea typeface="宋体" pitchFamily="2" charset="-122"/>
                </a:endParaRPr>
              </a:p>
            </p:txBody>
          </p:sp>
          <p:sp>
            <p:nvSpPr>
              <p:cNvPr id="82" name="AutoShape 68"/>
              <p:cNvSpPr>
                <a:spLocks noChangeArrowheads="1"/>
              </p:cNvSpPr>
              <p:nvPr/>
            </p:nvSpPr>
            <p:spPr bwMode="auto">
              <a:xfrm>
                <a:off x="2422" y="2883"/>
                <a:ext cx="345" cy="115"/>
              </a:xfrm>
              <a:prstGeom prst="roundRect">
                <a:avLst>
                  <a:gd name="adj" fmla="val 16667"/>
                </a:avLst>
              </a:prstGeom>
              <a:solidFill>
                <a:srgbClr val="9900CC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709">
                  <a:ea typeface="宋体" pitchFamily="2" charset="-122"/>
                </a:endParaRPr>
              </a:p>
            </p:txBody>
          </p:sp>
          <p:sp>
            <p:nvSpPr>
              <p:cNvPr id="83" name="AutoShape 69"/>
              <p:cNvSpPr>
                <a:spLocks noChangeArrowheads="1"/>
              </p:cNvSpPr>
              <p:nvPr/>
            </p:nvSpPr>
            <p:spPr bwMode="auto">
              <a:xfrm>
                <a:off x="2487" y="3188"/>
                <a:ext cx="144" cy="86"/>
              </a:xfrm>
              <a:prstGeom prst="roundRect">
                <a:avLst>
                  <a:gd name="adj" fmla="val 16667"/>
                </a:avLst>
              </a:prstGeom>
              <a:solidFill>
                <a:srgbClr val="9900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709">
                  <a:ea typeface="宋体" pitchFamily="2" charset="-122"/>
                </a:endParaRPr>
              </a:p>
            </p:txBody>
          </p:sp>
          <p:sp>
            <p:nvSpPr>
              <p:cNvPr id="84" name="AutoShape 70"/>
              <p:cNvSpPr>
                <a:spLocks noChangeArrowheads="1"/>
              </p:cNvSpPr>
              <p:nvPr/>
            </p:nvSpPr>
            <p:spPr bwMode="auto">
              <a:xfrm>
                <a:off x="2393" y="3031"/>
                <a:ext cx="144" cy="86"/>
              </a:xfrm>
              <a:prstGeom prst="roundRect">
                <a:avLst>
                  <a:gd name="adj" fmla="val 16667"/>
                </a:avLst>
              </a:prstGeom>
              <a:solidFill>
                <a:srgbClr val="9900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709">
                  <a:ea typeface="宋体" pitchFamily="2" charset="-122"/>
                </a:endParaRPr>
              </a:p>
            </p:txBody>
          </p:sp>
          <p:sp>
            <p:nvSpPr>
              <p:cNvPr id="85" name="AutoShape 71"/>
              <p:cNvSpPr>
                <a:spLocks noChangeArrowheads="1"/>
              </p:cNvSpPr>
              <p:nvPr/>
            </p:nvSpPr>
            <p:spPr bwMode="auto">
              <a:xfrm>
                <a:off x="2604" y="3062"/>
                <a:ext cx="144" cy="86"/>
              </a:xfrm>
              <a:prstGeom prst="roundRect">
                <a:avLst>
                  <a:gd name="adj" fmla="val 16667"/>
                </a:avLst>
              </a:prstGeom>
              <a:solidFill>
                <a:srgbClr val="9900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709">
                  <a:ea typeface="宋体" pitchFamily="2" charset="-122"/>
                </a:endParaRPr>
              </a:p>
            </p:txBody>
          </p:sp>
        </p:grpSp>
        <p:sp>
          <p:nvSpPr>
            <p:cNvPr id="77" name="AutoShape 72"/>
            <p:cNvSpPr>
              <a:spLocks noChangeArrowheads="1"/>
            </p:cNvSpPr>
            <p:nvPr/>
          </p:nvSpPr>
          <p:spPr bwMode="auto">
            <a:xfrm>
              <a:off x="1703" y="2955"/>
              <a:ext cx="631" cy="294"/>
            </a:xfrm>
            <a:prstGeom prst="leftArrow">
              <a:avLst>
                <a:gd name="adj1" fmla="val 50000"/>
                <a:gd name="adj2" fmla="val 53656"/>
              </a:avLst>
            </a:prstGeom>
            <a:gradFill rotWithShape="1">
              <a:gsLst>
                <a:gs pos="0">
                  <a:srgbClr val="474776"/>
                </a:gs>
                <a:gs pos="50000">
                  <a:srgbClr val="9999FF"/>
                </a:gs>
                <a:gs pos="100000">
                  <a:srgbClr val="474776"/>
                </a:gs>
              </a:gsLst>
              <a:lin ang="5400000" scaled="1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709">
                <a:ea typeface="宋体" pitchFamily="2" charset="-122"/>
              </a:endParaRPr>
            </a:p>
          </p:txBody>
        </p:sp>
        <p:grpSp>
          <p:nvGrpSpPr>
            <p:cNvPr id="78" name="Group 73"/>
            <p:cNvGrpSpPr>
              <a:grpSpLocks/>
            </p:cNvGrpSpPr>
            <p:nvPr/>
          </p:nvGrpSpPr>
          <p:grpSpPr bwMode="auto">
            <a:xfrm>
              <a:off x="3156" y="2946"/>
              <a:ext cx="816" cy="294"/>
              <a:chOff x="3156" y="2911"/>
              <a:chExt cx="816" cy="294"/>
            </a:xfrm>
          </p:grpSpPr>
          <p:sp>
            <p:nvSpPr>
              <p:cNvPr id="79" name="AutoShape 74"/>
              <p:cNvSpPr>
                <a:spLocks noChangeArrowheads="1"/>
              </p:cNvSpPr>
              <p:nvPr/>
            </p:nvSpPr>
            <p:spPr bwMode="auto">
              <a:xfrm>
                <a:off x="3156" y="2911"/>
                <a:ext cx="816" cy="294"/>
              </a:xfrm>
              <a:prstGeom prst="leftArrow">
                <a:avLst>
                  <a:gd name="adj1" fmla="val 50000"/>
                  <a:gd name="adj2" fmla="val 69388"/>
                </a:avLst>
              </a:prstGeom>
              <a:gradFill rotWithShape="1">
                <a:gsLst>
                  <a:gs pos="0">
                    <a:srgbClr val="474776"/>
                  </a:gs>
                  <a:gs pos="50000">
                    <a:srgbClr val="9999FF"/>
                  </a:gs>
                  <a:gs pos="100000">
                    <a:srgbClr val="474776"/>
                  </a:gs>
                </a:gsLst>
                <a:lin ang="5400000" scaled="1"/>
              </a:gra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1007" tIns="40502" rIns="81007" bIns="40502"/>
              <a:lstStyle/>
              <a:p>
                <a:endParaRPr lang="zh-CN" altLang="en-US" sz="1240" dirty="0">
                  <a:ea typeface="宋体" pitchFamily="2" charset="-122"/>
                  <a:cs typeface="Arial" pitchFamily="34" charset="0"/>
                </a:endParaRPr>
              </a:p>
            </p:txBody>
          </p:sp>
          <p:sp>
            <p:nvSpPr>
              <p:cNvPr id="80" name="Text Box 75"/>
              <p:cNvSpPr txBox="1">
                <a:spLocks noChangeArrowheads="1"/>
              </p:cNvSpPr>
              <p:nvPr/>
            </p:nvSpPr>
            <p:spPr bwMode="auto">
              <a:xfrm>
                <a:off x="3296" y="2949"/>
                <a:ext cx="622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81007" tIns="40502" rIns="81007" bIns="40502">
                <a:spAutoFit/>
              </a:bodyPr>
              <a:lstStyle/>
              <a:p>
                <a:r>
                  <a:rPr lang="en-US" altLang="zh-CN" sz="1418" b="1" dirty="0">
                    <a:solidFill>
                      <a:srgbClr val="6600CC"/>
                    </a:solidFill>
                    <a:ea typeface="宋体" pitchFamily="2" charset="-122"/>
                    <a:cs typeface="Arial" pitchFamily="34" charset="0"/>
                  </a:rPr>
                  <a:t>Feedback</a:t>
                </a:r>
              </a:p>
            </p:txBody>
          </p:sp>
        </p:grpSp>
      </p:grpSp>
      <p:sp>
        <p:nvSpPr>
          <p:cNvPr id="86" name="AutoShape 77"/>
          <p:cNvSpPr>
            <a:spLocks/>
          </p:cNvSpPr>
          <p:nvPr/>
        </p:nvSpPr>
        <p:spPr bwMode="auto">
          <a:xfrm>
            <a:off x="3186460" y="3101088"/>
            <a:ext cx="191305" cy="1977756"/>
          </a:xfrm>
          <a:prstGeom prst="rightBrace">
            <a:avLst>
              <a:gd name="adj1" fmla="val 86152"/>
              <a:gd name="adj2" fmla="val 26995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pPr algn="ctr"/>
            <a:endParaRPr lang="zh-CN" altLang="en-US" sz="709">
              <a:ea typeface="宋体" pitchFamily="2" charset="-122"/>
            </a:endParaRPr>
          </a:p>
        </p:txBody>
      </p:sp>
      <p:sp>
        <p:nvSpPr>
          <p:cNvPr id="87" name="Text Box 78"/>
          <p:cNvSpPr txBox="1">
            <a:spLocks noChangeArrowheads="1"/>
          </p:cNvSpPr>
          <p:nvPr/>
        </p:nvSpPr>
        <p:spPr bwMode="auto">
          <a:xfrm>
            <a:off x="3360885" y="3330370"/>
            <a:ext cx="1437499" cy="3000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1021" tIns="40509" rIns="81021" bIns="40509">
            <a:spAutoFit/>
          </a:bodyPr>
          <a:lstStyle/>
          <a:p>
            <a:r>
              <a:rPr lang="en-US" altLang="zh-CN" sz="1418" dirty="0">
                <a:solidFill>
                  <a:schemeClr val="bg1"/>
                </a:solidFill>
                <a:ea typeface="宋体" pitchFamily="2" charset="-122"/>
              </a:rPr>
              <a:t>Vision/Road Map</a:t>
            </a:r>
          </a:p>
        </p:txBody>
      </p:sp>
      <p:sp>
        <p:nvSpPr>
          <p:cNvPr id="88" name="AutoShape 79"/>
          <p:cNvSpPr>
            <a:spLocks/>
          </p:cNvSpPr>
          <p:nvPr/>
        </p:nvSpPr>
        <p:spPr bwMode="auto">
          <a:xfrm>
            <a:off x="3186460" y="2334459"/>
            <a:ext cx="191305" cy="701920"/>
          </a:xfrm>
          <a:prstGeom prst="rightBrace">
            <a:avLst>
              <a:gd name="adj1" fmla="val 30576"/>
              <a:gd name="adj2" fmla="val 46694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pPr algn="ctr"/>
            <a:endParaRPr lang="zh-CN" altLang="en-US" sz="709">
              <a:ea typeface="宋体" pitchFamily="2" charset="-122"/>
            </a:endParaRPr>
          </a:p>
        </p:txBody>
      </p:sp>
      <p:sp>
        <p:nvSpPr>
          <p:cNvPr id="89" name="Text Box 80"/>
          <p:cNvSpPr txBox="1">
            <a:spLocks noChangeArrowheads="1"/>
          </p:cNvSpPr>
          <p:nvPr/>
        </p:nvSpPr>
        <p:spPr bwMode="auto">
          <a:xfrm>
            <a:off x="3356666" y="2527171"/>
            <a:ext cx="1088558" cy="3000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1021" tIns="40509" rIns="81021" bIns="40509">
            <a:spAutoFit/>
          </a:bodyPr>
          <a:lstStyle/>
          <a:p>
            <a:r>
              <a:rPr lang="en-US" altLang="zh-CN" sz="1418" dirty="0">
                <a:solidFill>
                  <a:schemeClr val="bg1"/>
                </a:solidFill>
                <a:ea typeface="宋体" pitchFamily="2" charset="-122"/>
              </a:rPr>
              <a:t>Release Plan</a:t>
            </a:r>
          </a:p>
        </p:txBody>
      </p:sp>
      <p:sp>
        <p:nvSpPr>
          <p:cNvPr id="90" name="AutoShape 81"/>
          <p:cNvSpPr>
            <a:spLocks/>
          </p:cNvSpPr>
          <p:nvPr/>
        </p:nvSpPr>
        <p:spPr bwMode="auto">
          <a:xfrm>
            <a:off x="3186460" y="1569240"/>
            <a:ext cx="191305" cy="701920"/>
          </a:xfrm>
          <a:prstGeom prst="rightBrace">
            <a:avLst>
              <a:gd name="adj1" fmla="val 30576"/>
              <a:gd name="adj2" fmla="val 27056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81021" tIns="40509" rIns="81021" bIns="40509" anchor="ctr"/>
          <a:lstStyle/>
          <a:p>
            <a:pPr algn="ctr"/>
            <a:endParaRPr lang="zh-CN" altLang="en-US" sz="709">
              <a:ea typeface="宋体" pitchFamily="2" charset="-122"/>
            </a:endParaRPr>
          </a:p>
        </p:txBody>
      </p:sp>
      <p:sp>
        <p:nvSpPr>
          <p:cNvPr id="91" name="Text Box 82"/>
          <p:cNvSpPr txBox="1">
            <a:spLocks noChangeArrowheads="1"/>
          </p:cNvSpPr>
          <p:nvPr/>
        </p:nvSpPr>
        <p:spPr bwMode="auto">
          <a:xfrm>
            <a:off x="3377766" y="1569240"/>
            <a:ext cx="965062" cy="3000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1021" tIns="40509" rIns="81021" bIns="40509">
            <a:spAutoFit/>
          </a:bodyPr>
          <a:lstStyle/>
          <a:p>
            <a:r>
              <a:rPr lang="en-US" altLang="zh-CN" sz="1418" dirty="0">
                <a:solidFill>
                  <a:schemeClr val="bg1"/>
                </a:solidFill>
                <a:ea typeface="宋体" pitchFamily="2" charset="-122"/>
              </a:rPr>
              <a:t>Sprint Plan</a:t>
            </a:r>
          </a:p>
        </p:txBody>
      </p:sp>
    </p:spTree>
    <p:extLst>
      <p:ext uri="{BB962C8B-B14F-4D97-AF65-F5344CB8AC3E}">
        <p14:creationId xmlns:p14="http://schemas.microsoft.com/office/powerpoint/2010/main" val="163683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3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0.05382 -3.33333E-6 " pathEditMode="relative" rAng="0" ptsTypes="AA">
                                      <p:cBhvr>
                                        <p:cTn id="11" dur="5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1.85185E-6 C 0.04531 -0.02037 0.09063 -0.04051 0.11181 -0.00301 C 0.13299 0.03449 0.12465 0.1875 0.12726 0.22546 " pathEditMode="relative" ptsTypes="aaA">
                                      <p:cBhvr>
                                        <p:cTn id="16" dur="3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0"/>
                            </p:stCondLst>
                            <p:childTnLst>
                              <p:par>
                                <p:cTn id="18" presetID="51" presetClass="path" presetSubtype="0" repeatCount="indefinite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3.33333E-6 L -0.06736 0.10116 C -0.08264 0.12246 -0.09097 0.15417 -0.09097 0.18727 C -0.09097 0.225 -0.08264 0.2551 -0.06736 0.27639 L -2.77778E-6 0.37778 " pathEditMode="relative" rAng="0" ptsTypes="FffFF">
                                      <p:cBhvr>
                                        <p:cTn id="19" dur="30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" y="1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8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04 0.08933  C 0.049 0.108  0.054 0.136  0.054 0.16533  C 0.054 0.19867  0.049 0.22533  0.04 0.244  L 0 0.33333  E" pathEditMode="relative" ptsTypes="">
                                      <p:cBhvr>
                                        <p:cTn id="21" dur="30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000"/>
                            </p:stCondLst>
                            <p:childTnLst>
                              <p:par>
                                <p:cTn id="23" presetID="51" presetClass="path" presetSubtype="0" repeatCount="indefinite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 -0.00047 L 0.03733 0.04652 C 0.04566 0.05648 0.05035 0.07129 0.05035 0.0868 C 0.05035 0.10439 0.04566 0.11851 0.03733 0.12847 L 0.0007 0.17592 " pathEditMode="relative" rAng="0" ptsTypes="FffFF">
                                      <p:cBhvr>
                                        <p:cTn id="24" dur="30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" y="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1000"/>
                            </p:stCondLst>
                            <p:childTnLst>
                              <p:par>
                                <p:cTn id="26" presetID="51" presetClass="path" presetSubtype="0" repeatCount="indefinite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04 0.08933  C -0.049 0.108  -0.054 0.136  -0.054 0.16533  C -0.054 0.19867  -0.049 0.22533  -0.04 0.244  L 0 0.33333  E" pathEditMode="relative" ptsTypes="">
                                      <p:cBhvr>
                                        <p:cTn id="27" dur="300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1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04 0.08933  C -0.049 0.108  -0.054 0.136  -0.054 0.16533  C -0.054 0.19867  -0.049 0.22533  -0.04 0.244  L 0 0.33333  E" pathEditMode="relative" ptsTypes="">
                                      <p:cBhvr>
                                        <p:cTn id="29" dur="30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51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04 0.08933  C -0.049 0.108  -0.054 0.136  -0.054 0.16533  C -0.054 0.19867  -0.049 0.22533  -0.04 0.244  L 0 0.33333  E" pathEditMode="relative" ptsTypes="">
                                      <p:cBhvr>
                                        <p:cTn id="31" dur="30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0"/>
                            </p:stCondLst>
                            <p:childTnLst>
                              <p:par>
                                <p:cTn id="33" presetID="51" presetClass="path" presetSubtype="0" repeatCount="indefinite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04 0.08933  C -0.049 0.108  -0.054 0.136  -0.054 0.16533  C -0.054 0.19867  -0.049 0.22533  -0.04 0.244  L 0 0.33333  E" pathEditMode="relative" ptsTypes="">
                                      <p:cBhvr>
                                        <p:cTn id="34" dur="30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51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04 0.08933  C -0.049 0.108  -0.054 0.136  -0.054 0.16533  C -0.054 0.19867  -0.049 0.22533  -0.04 0.244  L 0 0.33333  E" pathEditMode="relative" ptsTypes="">
                                      <p:cBhvr>
                                        <p:cTn id="36" dur="30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35" presetClass="path" presetSubtype="0" repeatCount="indefinite" accel="50000" decel="5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.01545 3.7037E-7 L 2.5E-6 3.7037E-7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5" grpId="0" animBg="1"/>
      <p:bldP spid="29" grpId="0" animBg="1"/>
      <p:bldP spid="31" grpId="0" animBg="1"/>
      <p:bldP spid="34" grpId="0" animBg="1"/>
      <p:bldP spid="3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24" y="1457740"/>
            <a:ext cx="2903334" cy="290333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058003" y="2429867"/>
            <a:ext cx="3358612" cy="4741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81" dirty="0">
                <a:latin typeface="Microsoft YaHei" charset="-122"/>
                <a:ea typeface="Microsoft YaHei" charset="-122"/>
                <a:cs typeface="Microsoft YaHei" charset="-122"/>
              </a:rPr>
              <a:t>课件内容仅限内部使用</a:t>
            </a:r>
          </a:p>
        </p:txBody>
      </p:sp>
      <p:sp>
        <p:nvSpPr>
          <p:cNvPr id="4" name="矩形 3"/>
          <p:cNvSpPr/>
          <p:nvPr/>
        </p:nvSpPr>
        <p:spPr>
          <a:xfrm>
            <a:off x="3058004" y="3197439"/>
            <a:ext cx="8344929" cy="474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 sz="1800"/>
            </a:pPr>
            <a:r>
              <a:rPr lang="zh-CN" altLang="en-US" sz="2481" dirty="0">
                <a:latin typeface="Microsoft YaHei" charset="-122"/>
                <a:ea typeface="Microsoft YaHei" charset="-122"/>
                <a:cs typeface="Microsoft YaHei" charset="-122"/>
              </a:rPr>
              <a:t>百度方法：</a:t>
            </a:r>
            <a:r>
              <a:rPr lang="en-US" altLang="zh-CN" sz="2481" dirty="0">
                <a:latin typeface="Microsoft YaHei" charset="-122"/>
                <a:ea typeface="Microsoft YaHei" charset="-122"/>
                <a:cs typeface="Microsoft YaHei" charset="-122"/>
                <a:hlinkClick r:id="rId4"/>
              </a:rPr>
              <a:t>http://wiki.baidu.com/display/DUWAY</a:t>
            </a:r>
            <a:r>
              <a:rPr lang="zh-CN" altLang="en-US" sz="2481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53613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++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5246</TotalTime>
  <Words>2685</Words>
  <Application>Microsoft Office PowerPoint</Application>
  <PresentationFormat>自定义</PresentationFormat>
  <Paragraphs>549</Paragraphs>
  <Slides>41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2" baseType="lpstr">
      <vt:lpstr>Gill Sans</vt:lpstr>
      <vt:lpstr>Helvetica Neue</vt:lpstr>
      <vt:lpstr>等线</vt:lpstr>
      <vt:lpstr>宋体</vt:lpstr>
      <vt:lpstr>Microsoft YaHei</vt:lpstr>
      <vt:lpstr>Microsoft YaHei</vt:lpstr>
      <vt:lpstr>Arial</vt:lpstr>
      <vt:lpstr>Calibri</vt:lpstr>
      <vt:lpstr>Times New Roman</vt:lpstr>
      <vt:lpstr>Wingdings</vt:lpstr>
      <vt:lpstr>++1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练习题</vt:lpstr>
      <vt:lpstr>PowerPoint 演示文稿</vt:lpstr>
      <vt:lpstr>练习题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练习题</vt:lpstr>
      <vt:lpstr>卡片墙-样例</vt:lpstr>
      <vt:lpstr>PowerPoint 演示文稿</vt:lpstr>
      <vt:lpstr>PowerPoint 演示文稿</vt:lpstr>
      <vt:lpstr>练习题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武敏</dc:creator>
  <cp:lastModifiedBy>Wang,Xuejiao</cp:lastModifiedBy>
  <cp:revision>97</cp:revision>
  <dcterms:created xsi:type="dcterms:W3CDTF">2014-04-29T09:26:26Z</dcterms:created>
  <dcterms:modified xsi:type="dcterms:W3CDTF">2018-04-26T05:54:01Z</dcterms:modified>
</cp:coreProperties>
</file>