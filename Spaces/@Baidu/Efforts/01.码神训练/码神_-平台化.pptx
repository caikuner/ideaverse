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65" r:id="rId3"/>
    <p:sldId id="290" r:id="rId4"/>
    <p:sldId id="283" r:id="rId5"/>
    <p:sldId id="323" r:id="rId6"/>
    <p:sldId id="285" r:id="rId7"/>
    <p:sldId id="289" r:id="rId8"/>
    <p:sldId id="286" r:id="rId9"/>
    <p:sldId id="291" r:id="rId10"/>
    <p:sldId id="287" r:id="rId11"/>
    <p:sldId id="292" r:id="rId12"/>
    <p:sldId id="288" r:id="rId13"/>
    <p:sldId id="295" r:id="rId14"/>
    <p:sldId id="296" r:id="rId15"/>
    <p:sldId id="297" r:id="rId16"/>
    <p:sldId id="298" r:id="rId17"/>
    <p:sldId id="300" r:id="rId18"/>
    <p:sldId id="301" r:id="rId19"/>
    <p:sldId id="303" r:id="rId20"/>
    <p:sldId id="304" r:id="rId21"/>
    <p:sldId id="305" r:id="rId22"/>
    <p:sldId id="308" r:id="rId23"/>
    <p:sldId id="309" r:id="rId24"/>
    <p:sldId id="293" r:id="rId25"/>
    <p:sldId id="310" r:id="rId26"/>
    <p:sldId id="294" r:id="rId27"/>
    <p:sldId id="321" r:id="rId28"/>
    <p:sldId id="311" r:id="rId29"/>
    <p:sldId id="312" r:id="rId30"/>
    <p:sldId id="322" r:id="rId31"/>
    <p:sldId id="313" r:id="rId32"/>
    <p:sldId id="314" r:id="rId33"/>
    <p:sldId id="315" r:id="rId34"/>
    <p:sldId id="316" r:id="rId35"/>
    <p:sldId id="317" r:id="rId36"/>
    <p:sldId id="324" r:id="rId37"/>
    <p:sldId id="318" r:id="rId38"/>
    <p:sldId id="319" r:id="rId39"/>
    <p:sldId id="320" r:id="rId40"/>
    <p:sldId id="282" r:id="rId41"/>
    <p:sldId id="258" r:id="rId42"/>
  </p:sldIdLst>
  <p:sldSz cx="10693400" cy="60118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A93"/>
    <a:srgbClr val="C0504D"/>
    <a:srgbClr val="323BE2"/>
    <a:srgbClr val="FFFFFF"/>
    <a:srgbClr val="E10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08" autoAdjust="0"/>
    <p:restoredTop sz="79496" autoAdjust="0"/>
  </p:normalViewPr>
  <p:slideViewPr>
    <p:cSldViewPr>
      <p:cViewPr varScale="1">
        <p:scale>
          <a:sx n="65" d="100"/>
          <a:sy n="65" d="100"/>
        </p:scale>
        <p:origin x="96" y="102"/>
      </p:cViewPr>
      <p:guideLst>
        <p:guide orient="horz" pos="1894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369A2-E680-F34C-80BB-B390E390DAD0}" type="doc">
      <dgm:prSet loTypeId="urn:microsoft.com/office/officeart/2005/8/layout/list1" loCatId="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781F5091-09BE-CB40-B896-71E0E5F7EFF5}">
      <dgm:prSet phldrT="[文本]" custT="1"/>
      <dgm:spPr/>
      <dgm:t>
        <a:bodyPr/>
        <a:lstStyle/>
        <a:p>
          <a:r>
            <a:rPr lang="zh-CN" altLang="en-US" sz="2000" dirty="0" smtClean="0">
              <a:latin typeface="Microsoft YaHei" charset="-122"/>
              <a:ea typeface="Microsoft YaHei" charset="-122"/>
              <a:cs typeface="Microsoft YaHei" charset="-122"/>
            </a:rPr>
            <a:t>大众</a:t>
          </a:r>
          <a:r>
            <a:rPr lang="en-US" altLang="zh-CN" sz="2000" dirty="0" smtClean="0">
              <a:latin typeface="Microsoft YaHei" charset="-122"/>
              <a:ea typeface="Microsoft YaHei" charset="-122"/>
              <a:cs typeface="Microsoft YaHei" charset="-122"/>
            </a:rPr>
            <a:t>PQ35</a:t>
          </a:r>
          <a:r>
            <a:rPr lang="zh-CN" altLang="en-US" sz="2000" dirty="0" smtClean="0">
              <a:latin typeface="Microsoft YaHei" charset="-122"/>
              <a:ea typeface="Microsoft YaHei" charset="-122"/>
              <a:cs typeface="Microsoft YaHei" charset="-122"/>
            </a:rPr>
            <a:t>平台 ：高尔夫、途观、奥迪</a:t>
          </a:r>
          <a:r>
            <a:rPr lang="en-US" altLang="zh-CN" sz="2000" dirty="0" smtClean="0">
              <a:latin typeface="Microsoft YaHei" charset="-122"/>
              <a:ea typeface="Microsoft YaHei" charset="-122"/>
              <a:cs typeface="Microsoft YaHei" charset="-122"/>
            </a:rPr>
            <a:t>TT</a:t>
          </a:r>
          <a:r>
            <a:rPr lang="zh-CN" altLang="en-US" sz="2000" dirty="0" smtClean="0">
              <a:latin typeface="Microsoft YaHei" charset="-122"/>
              <a:ea typeface="Microsoft YaHei" charset="-122"/>
              <a:cs typeface="Microsoft YaHei" charset="-122"/>
            </a:rPr>
            <a:t>等</a:t>
          </a:r>
          <a:endParaRPr lang="zh-CN" altLang="en-US" sz="2000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9E27E94E-C569-ED43-B079-4A488CF5ACC8}" type="parTrans" cxnId="{8774B312-17A2-4042-89B6-E29059B1CD83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2638A69-47FC-CF46-941B-6A6C7CB3E08A}" type="sibTrans" cxnId="{8774B312-17A2-4042-89B6-E29059B1CD83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10FD017A-6CC1-A748-91D0-C1EE0B37B45B}">
      <dgm:prSet phldrT="[文本]" custT="1"/>
      <dgm:spPr/>
      <dgm:t>
        <a:bodyPr/>
        <a:lstStyle/>
        <a:p>
          <a:r>
            <a:rPr lang="zh-CN" altLang="en-US" sz="2000" dirty="0" smtClean="0">
              <a:latin typeface="Microsoft YaHei" charset="-122"/>
              <a:ea typeface="Microsoft YaHei" charset="-122"/>
              <a:cs typeface="Microsoft YaHei" charset="-122"/>
            </a:rPr>
            <a:t>平台化的起源</a:t>
          </a:r>
          <a:endParaRPr lang="zh-CN" altLang="en-US" sz="2000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F2B986C1-AD10-EF4A-8739-92681F51EBE6}" type="parTrans" cxnId="{B80F84C1-677E-6E4A-AC45-7B46DBC79ADD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525BEF1-5D33-2045-ACEB-D2B651528786}" type="sibTrans" cxnId="{B80F84C1-677E-6E4A-AC45-7B46DBC79ADD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482BAE1-B773-664F-BA2A-5CDB1F5A835A}">
      <dgm:prSet phldrT="[文本]" custT="1"/>
      <dgm:spPr/>
      <dgm:t>
        <a:bodyPr/>
        <a:lstStyle/>
        <a:p>
          <a:r>
            <a:rPr lang="zh-CN" altLang="en-US" sz="2000" dirty="0" smtClean="0">
              <a:latin typeface="Microsoft YaHei" charset="-122"/>
              <a:ea typeface="Microsoft YaHei" charset="-122"/>
              <a:cs typeface="Microsoft YaHei" charset="-122"/>
            </a:rPr>
            <a:t>平台化的好处</a:t>
          </a:r>
          <a:endParaRPr lang="zh-CN" altLang="en-US" sz="2000" b="1" dirty="0">
            <a:solidFill>
              <a:srgbClr val="FF0000"/>
            </a:solidFill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29C86543-A06F-F845-93A7-594509144A1C}" type="parTrans" cxnId="{AE4894F6-5308-DD4A-82A4-51FD8418607B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8C7F940E-0389-7D4E-94ED-6CE91936EF73}" type="sibTrans" cxnId="{AE4894F6-5308-DD4A-82A4-51FD8418607B}">
      <dgm:prSet/>
      <dgm:spPr/>
      <dgm:t>
        <a:bodyPr/>
        <a:lstStyle/>
        <a:p>
          <a:endParaRPr lang="zh-CN" altLang="en-US" sz="160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4A08DA2F-84A2-3043-9ACB-2140E4B9F0D2}">
      <dgm:prSet phldrT="[文本]" custT="1"/>
      <dgm:spPr/>
      <dgm:t>
        <a:bodyPr/>
        <a:lstStyle/>
        <a:p>
          <a:r>
            <a:rPr lang="zh-CN" altLang="en-US" sz="1600" dirty="0" smtClean="0">
              <a:latin typeface="Microsoft YaHei" charset="-122"/>
              <a:ea typeface="Microsoft YaHei" charset="-122"/>
              <a:cs typeface="Microsoft YaHei" charset="-122"/>
            </a:rPr>
            <a:t>大量采用共同的零部件，采取相似的底盘、车身结构、行驶结构、相似的生产工艺、轴距等</a:t>
          </a:r>
          <a:endParaRPr lang="zh-CN" altLang="en-US" sz="1600" dirty="0">
            <a:latin typeface="Microsoft YaHei" charset="-122"/>
            <a:ea typeface="Microsoft YaHei" charset="-122"/>
            <a:cs typeface="Microsoft YaHei" charset="-122"/>
          </a:endParaRPr>
        </a:p>
      </dgm:t>
    </dgm:pt>
    <dgm:pt modelId="{6E58B7C9-74FD-A944-9707-EC361E9575D5}" type="parTrans" cxnId="{9A46D5AC-024A-3C4D-B3FE-F9880927A916}">
      <dgm:prSet/>
      <dgm:spPr/>
      <dgm:t>
        <a:bodyPr/>
        <a:lstStyle/>
        <a:p>
          <a:endParaRPr lang="zh-CN" altLang="en-US" sz="1200"/>
        </a:p>
      </dgm:t>
    </dgm:pt>
    <dgm:pt modelId="{FB7D2CAF-A5AC-CA4A-8A0B-AD82C764C108}" type="sibTrans" cxnId="{9A46D5AC-024A-3C4D-B3FE-F9880927A916}">
      <dgm:prSet/>
      <dgm:spPr/>
      <dgm:t>
        <a:bodyPr/>
        <a:lstStyle/>
        <a:p>
          <a:endParaRPr lang="zh-CN" altLang="en-US" sz="1200"/>
        </a:p>
      </dgm:t>
    </dgm:pt>
    <dgm:pt modelId="{CBCA4550-2592-4414-91AD-E64E7280F151}">
      <dgm:prSet custT="1"/>
      <dgm:spPr/>
      <dgm:t>
        <a:bodyPr/>
        <a:lstStyle/>
        <a:p>
          <a:r>
            <a:rPr lang="zh-CN" altLang="en-US" sz="1600" dirty="0" smtClean="0">
              <a:latin typeface="Microsoft YaHei" charset="-122"/>
              <a:ea typeface="Microsoft YaHei" charset="-122"/>
              <a:cs typeface="Microsoft YaHei" charset="-122"/>
            </a:rPr>
            <a:t>这个词最早起源于汽车制造行业，从</a:t>
          </a:r>
          <a:r>
            <a:rPr lang="en-US" altLang="zh-CN" sz="1600" dirty="0" smtClean="0">
              <a:latin typeface="Microsoft YaHei" charset="-122"/>
              <a:ea typeface="Microsoft YaHei" charset="-122"/>
              <a:cs typeface="Microsoft YaHei" charset="-122"/>
            </a:rPr>
            <a:t>1960</a:t>
          </a:r>
          <a:r>
            <a:rPr lang="zh-CN" altLang="en-US" sz="1600" dirty="0" smtClean="0">
              <a:latin typeface="Microsoft YaHei" charset="-122"/>
              <a:ea typeface="Microsoft YaHei" charset="-122"/>
              <a:cs typeface="Microsoft YaHei" charset="-122"/>
            </a:rPr>
            <a:t>年开始，雪铁龙，大众，</a:t>
          </a:r>
          <a:r>
            <a:rPr lang="en-US" altLang="zh-CN" sz="1600" dirty="0" smtClean="0">
              <a:latin typeface="Microsoft YaHei" charset="-122"/>
              <a:ea typeface="Microsoft YaHei" charset="-122"/>
              <a:cs typeface="Microsoft YaHei" charset="-122"/>
            </a:rPr>
            <a:t>GM</a:t>
          </a:r>
          <a:r>
            <a:rPr lang="zh-CN" altLang="en-US" sz="1600" dirty="0" smtClean="0">
              <a:latin typeface="Microsoft YaHei" charset="-122"/>
              <a:ea typeface="Microsoft YaHei" charset="-122"/>
              <a:cs typeface="Microsoft YaHei" charset="-122"/>
            </a:rPr>
            <a:t>等公司开始使用一套生产平台制造多款汽车</a:t>
          </a:r>
          <a:endParaRPr lang="zh-CN" altLang="en-US" sz="1600" dirty="0"/>
        </a:p>
      </dgm:t>
    </dgm:pt>
    <dgm:pt modelId="{2AC4F787-79A9-4A4C-B51B-7095250F411E}" type="parTrans" cxnId="{1970C8C4-A855-4784-8D5C-40B09B9D5785}">
      <dgm:prSet/>
      <dgm:spPr/>
      <dgm:t>
        <a:bodyPr/>
        <a:lstStyle/>
        <a:p>
          <a:endParaRPr lang="zh-CN" altLang="en-US" sz="1200"/>
        </a:p>
      </dgm:t>
    </dgm:pt>
    <dgm:pt modelId="{F061E161-D9C3-42B0-B8D0-FA591494F544}" type="sibTrans" cxnId="{1970C8C4-A855-4784-8D5C-40B09B9D5785}">
      <dgm:prSet/>
      <dgm:spPr/>
      <dgm:t>
        <a:bodyPr/>
        <a:lstStyle/>
        <a:p>
          <a:endParaRPr lang="zh-CN" altLang="en-US" sz="1200"/>
        </a:p>
      </dgm:t>
    </dgm:pt>
    <dgm:pt modelId="{267CDF8B-155F-4F7E-99A6-9BC0AA1EF842}">
      <dgm:prSet custT="1"/>
      <dgm:spPr/>
      <dgm:t>
        <a:bodyPr/>
        <a:lstStyle/>
        <a:p>
          <a:r>
            <a:rPr lang="zh-CN" altLang="en-US" sz="1600" b="1" dirty="0" smtClean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rPr>
            <a:t>节省成本、加速创新</a:t>
          </a:r>
          <a:endParaRPr lang="zh-CN" altLang="en-US" sz="1600" dirty="0"/>
        </a:p>
      </dgm:t>
    </dgm:pt>
    <dgm:pt modelId="{22099AF0-2BE2-49D7-9D99-06F85B711A99}" type="parTrans" cxnId="{B9DE61FF-B19D-4438-946C-57E9989994D0}">
      <dgm:prSet/>
      <dgm:spPr/>
      <dgm:t>
        <a:bodyPr/>
        <a:lstStyle/>
        <a:p>
          <a:endParaRPr lang="zh-CN" altLang="en-US" sz="1200"/>
        </a:p>
      </dgm:t>
    </dgm:pt>
    <dgm:pt modelId="{76703A04-CB37-41C3-847A-5D710892DCFF}" type="sibTrans" cxnId="{B9DE61FF-B19D-4438-946C-57E9989994D0}">
      <dgm:prSet/>
      <dgm:spPr/>
      <dgm:t>
        <a:bodyPr/>
        <a:lstStyle/>
        <a:p>
          <a:endParaRPr lang="zh-CN" altLang="en-US" sz="1200"/>
        </a:p>
      </dgm:t>
    </dgm:pt>
    <dgm:pt modelId="{AC1BEA11-C16E-5848-B902-1741537C399D}" type="pres">
      <dgm:prSet presAssocID="{709369A2-E680-F34C-80BB-B390E390DAD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EF4BF23-69DD-6E42-8347-0353400731B3}" type="pres">
      <dgm:prSet presAssocID="{781F5091-09BE-CB40-B896-71E0E5F7EFF5}" presName="parentLin" presStyleCnt="0"/>
      <dgm:spPr/>
    </dgm:pt>
    <dgm:pt modelId="{80ED76E0-CE93-A349-B33D-9052BD17FA5C}" type="pres">
      <dgm:prSet presAssocID="{781F5091-09BE-CB40-B896-71E0E5F7EFF5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1CEB9AA2-5A1B-9B4E-B2C3-B94298ABB444}" type="pres">
      <dgm:prSet presAssocID="{781F5091-09BE-CB40-B896-71E0E5F7EFF5}" presName="parentText" presStyleLbl="node1" presStyleIdx="0" presStyleCnt="3" custScaleX="109466" custScaleY="6794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821C69-92EA-A543-A4C2-DE446096C377}" type="pres">
      <dgm:prSet presAssocID="{781F5091-09BE-CB40-B896-71E0E5F7EFF5}" presName="negativeSpace" presStyleCnt="0"/>
      <dgm:spPr/>
    </dgm:pt>
    <dgm:pt modelId="{A8827FB9-6BF7-0846-AF4A-2488EA1D960D}" type="pres">
      <dgm:prSet presAssocID="{781F5091-09BE-CB40-B896-71E0E5F7EFF5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0AB7BE7-4721-1D49-840C-DC146CFB41BF}" type="pres">
      <dgm:prSet presAssocID="{F2638A69-47FC-CF46-941B-6A6C7CB3E08A}" presName="spaceBetweenRectangles" presStyleCnt="0"/>
      <dgm:spPr/>
    </dgm:pt>
    <dgm:pt modelId="{64E0149A-E3EB-8F41-B042-B77D55D6AD75}" type="pres">
      <dgm:prSet presAssocID="{10FD017A-6CC1-A748-91D0-C1EE0B37B45B}" presName="parentLin" presStyleCnt="0"/>
      <dgm:spPr/>
    </dgm:pt>
    <dgm:pt modelId="{D7C8F8A2-0A3D-C249-AA5E-019C12371BD2}" type="pres">
      <dgm:prSet presAssocID="{10FD017A-6CC1-A748-91D0-C1EE0B37B45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AB95BEEB-D0E1-CC4A-8D32-DB9D5BD5AC0B}" type="pres">
      <dgm:prSet presAssocID="{10FD017A-6CC1-A748-91D0-C1EE0B37B45B}" presName="parentText" presStyleLbl="node1" presStyleIdx="1" presStyleCnt="3" custScaleX="109466" custScaleY="719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2E06063-A871-C64E-A37D-5DFF611DA1D8}" type="pres">
      <dgm:prSet presAssocID="{10FD017A-6CC1-A748-91D0-C1EE0B37B45B}" presName="negativeSpace" presStyleCnt="0"/>
      <dgm:spPr/>
    </dgm:pt>
    <dgm:pt modelId="{C9842B07-2213-7540-9F32-1DC1CEBD018C}" type="pres">
      <dgm:prSet presAssocID="{10FD017A-6CC1-A748-91D0-C1EE0B37B45B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9E36C5-B51A-6140-8F8B-17B4984DFF75}" type="pres">
      <dgm:prSet presAssocID="{6525BEF1-5D33-2045-ACEB-D2B651528786}" presName="spaceBetweenRectangles" presStyleCnt="0"/>
      <dgm:spPr/>
    </dgm:pt>
    <dgm:pt modelId="{0E9F8809-2871-8A43-9848-F3A9D96D5A7B}" type="pres">
      <dgm:prSet presAssocID="{2482BAE1-B773-664F-BA2A-5CDB1F5A835A}" presName="parentLin" presStyleCnt="0"/>
      <dgm:spPr/>
    </dgm:pt>
    <dgm:pt modelId="{DA005A78-59C5-194A-9CB4-92FD2353B999}" type="pres">
      <dgm:prSet presAssocID="{2482BAE1-B773-664F-BA2A-5CDB1F5A835A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A7B511F5-2A7A-7E4A-88B4-C00C1F8E44E2}" type="pres">
      <dgm:prSet presAssocID="{2482BAE1-B773-664F-BA2A-5CDB1F5A835A}" presName="parentText" presStyleLbl="node1" presStyleIdx="2" presStyleCnt="3" custScaleX="109466" custScaleY="6794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17C3B9B-E091-A54E-B857-14CE4F53B54A}" type="pres">
      <dgm:prSet presAssocID="{2482BAE1-B773-664F-BA2A-5CDB1F5A835A}" presName="negativeSpace" presStyleCnt="0"/>
      <dgm:spPr/>
    </dgm:pt>
    <dgm:pt modelId="{7297CF8B-837B-0949-8885-FCC93B14112C}" type="pres">
      <dgm:prSet presAssocID="{2482BAE1-B773-664F-BA2A-5CDB1F5A835A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B98E4EB-C499-4E38-A664-0B920C5527E9}" type="presOf" srcId="{267CDF8B-155F-4F7E-99A6-9BC0AA1EF842}" destId="{7297CF8B-837B-0949-8885-FCC93B14112C}" srcOrd="0" destOrd="0" presId="urn:microsoft.com/office/officeart/2005/8/layout/list1"/>
    <dgm:cxn modelId="{1970C8C4-A855-4784-8D5C-40B09B9D5785}" srcId="{10FD017A-6CC1-A748-91D0-C1EE0B37B45B}" destId="{CBCA4550-2592-4414-91AD-E64E7280F151}" srcOrd="0" destOrd="0" parTransId="{2AC4F787-79A9-4A4C-B51B-7095250F411E}" sibTransId="{F061E161-D9C3-42B0-B8D0-FA591494F544}"/>
    <dgm:cxn modelId="{AE4894F6-5308-DD4A-82A4-51FD8418607B}" srcId="{709369A2-E680-F34C-80BB-B390E390DAD0}" destId="{2482BAE1-B773-664F-BA2A-5CDB1F5A835A}" srcOrd="2" destOrd="0" parTransId="{29C86543-A06F-F845-93A7-594509144A1C}" sibTransId="{8C7F940E-0389-7D4E-94ED-6CE91936EF73}"/>
    <dgm:cxn modelId="{2A99478A-A97F-4740-B3CF-2EBD78363153}" type="presOf" srcId="{2482BAE1-B773-664F-BA2A-5CDB1F5A835A}" destId="{DA005A78-59C5-194A-9CB4-92FD2353B999}" srcOrd="0" destOrd="0" presId="urn:microsoft.com/office/officeart/2005/8/layout/list1"/>
    <dgm:cxn modelId="{AF33A44D-21BD-410F-B57C-AB110836D87A}" type="presOf" srcId="{4A08DA2F-84A2-3043-9ACB-2140E4B9F0D2}" destId="{A8827FB9-6BF7-0846-AF4A-2488EA1D960D}" srcOrd="0" destOrd="0" presId="urn:microsoft.com/office/officeart/2005/8/layout/list1"/>
    <dgm:cxn modelId="{D0BD1798-B85E-462B-B74D-5D7E5C43B421}" type="presOf" srcId="{CBCA4550-2592-4414-91AD-E64E7280F151}" destId="{C9842B07-2213-7540-9F32-1DC1CEBD018C}" srcOrd="0" destOrd="0" presId="urn:microsoft.com/office/officeart/2005/8/layout/list1"/>
    <dgm:cxn modelId="{54079E4A-6B83-4ECF-A1B2-0D49F76EB7E6}" type="presOf" srcId="{10FD017A-6CC1-A748-91D0-C1EE0B37B45B}" destId="{D7C8F8A2-0A3D-C249-AA5E-019C12371BD2}" srcOrd="0" destOrd="0" presId="urn:microsoft.com/office/officeart/2005/8/layout/list1"/>
    <dgm:cxn modelId="{B80F84C1-677E-6E4A-AC45-7B46DBC79ADD}" srcId="{709369A2-E680-F34C-80BB-B390E390DAD0}" destId="{10FD017A-6CC1-A748-91D0-C1EE0B37B45B}" srcOrd="1" destOrd="0" parTransId="{F2B986C1-AD10-EF4A-8739-92681F51EBE6}" sibTransId="{6525BEF1-5D33-2045-ACEB-D2B651528786}"/>
    <dgm:cxn modelId="{B9DE61FF-B19D-4438-946C-57E9989994D0}" srcId="{2482BAE1-B773-664F-BA2A-5CDB1F5A835A}" destId="{267CDF8B-155F-4F7E-99A6-9BC0AA1EF842}" srcOrd="0" destOrd="0" parTransId="{22099AF0-2BE2-49D7-9D99-06F85B711A99}" sibTransId="{76703A04-CB37-41C3-847A-5D710892DCFF}"/>
    <dgm:cxn modelId="{5CEDEF7A-879F-4397-BAB8-4B8C7BB1364B}" type="presOf" srcId="{709369A2-E680-F34C-80BB-B390E390DAD0}" destId="{AC1BEA11-C16E-5848-B902-1741537C399D}" srcOrd="0" destOrd="0" presId="urn:microsoft.com/office/officeart/2005/8/layout/list1"/>
    <dgm:cxn modelId="{32B0F37C-336D-4806-BFB0-758F30721329}" type="presOf" srcId="{781F5091-09BE-CB40-B896-71E0E5F7EFF5}" destId="{1CEB9AA2-5A1B-9B4E-B2C3-B94298ABB444}" srcOrd="1" destOrd="0" presId="urn:microsoft.com/office/officeart/2005/8/layout/list1"/>
    <dgm:cxn modelId="{717F8506-6985-417F-9B34-C562CEBBEC38}" type="presOf" srcId="{781F5091-09BE-CB40-B896-71E0E5F7EFF5}" destId="{80ED76E0-CE93-A349-B33D-9052BD17FA5C}" srcOrd="0" destOrd="0" presId="urn:microsoft.com/office/officeart/2005/8/layout/list1"/>
    <dgm:cxn modelId="{8774B312-17A2-4042-89B6-E29059B1CD83}" srcId="{709369A2-E680-F34C-80BB-B390E390DAD0}" destId="{781F5091-09BE-CB40-B896-71E0E5F7EFF5}" srcOrd="0" destOrd="0" parTransId="{9E27E94E-C569-ED43-B079-4A488CF5ACC8}" sibTransId="{F2638A69-47FC-CF46-941B-6A6C7CB3E08A}"/>
    <dgm:cxn modelId="{D9EE5502-588C-4606-9241-E40B8F42489C}" type="presOf" srcId="{10FD017A-6CC1-A748-91D0-C1EE0B37B45B}" destId="{AB95BEEB-D0E1-CC4A-8D32-DB9D5BD5AC0B}" srcOrd="1" destOrd="0" presId="urn:microsoft.com/office/officeart/2005/8/layout/list1"/>
    <dgm:cxn modelId="{EFED3BDC-8FE1-47A6-8ED7-203BAE9285EE}" type="presOf" srcId="{2482BAE1-B773-664F-BA2A-5CDB1F5A835A}" destId="{A7B511F5-2A7A-7E4A-88B4-C00C1F8E44E2}" srcOrd="1" destOrd="0" presId="urn:microsoft.com/office/officeart/2005/8/layout/list1"/>
    <dgm:cxn modelId="{9A46D5AC-024A-3C4D-B3FE-F9880927A916}" srcId="{781F5091-09BE-CB40-B896-71E0E5F7EFF5}" destId="{4A08DA2F-84A2-3043-9ACB-2140E4B9F0D2}" srcOrd="0" destOrd="0" parTransId="{6E58B7C9-74FD-A944-9707-EC361E9575D5}" sibTransId="{FB7D2CAF-A5AC-CA4A-8A0B-AD82C764C108}"/>
    <dgm:cxn modelId="{4837778D-6720-44BD-A1D4-8869DED5DB17}" type="presParOf" srcId="{AC1BEA11-C16E-5848-B902-1741537C399D}" destId="{9EF4BF23-69DD-6E42-8347-0353400731B3}" srcOrd="0" destOrd="0" presId="urn:microsoft.com/office/officeart/2005/8/layout/list1"/>
    <dgm:cxn modelId="{EE2AAB13-E3BB-40DA-9985-522BA0F10406}" type="presParOf" srcId="{9EF4BF23-69DD-6E42-8347-0353400731B3}" destId="{80ED76E0-CE93-A349-B33D-9052BD17FA5C}" srcOrd="0" destOrd="0" presId="urn:microsoft.com/office/officeart/2005/8/layout/list1"/>
    <dgm:cxn modelId="{F8290A3F-1C25-496B-92A7-8541104CF311}" type="presParOf" srcId="{9EF4BF23-69DD-6E42-8347-0353400731B3}" destId="{1CEB9AA2-5A1B-9B4E-B2C3-B94298ABB444}" srcOrd="1" destOrd="0" presId="urn:microsoft.com/office/officeart/2005/8/layout/list1"/>
    <dgm:cxn modelId="{66D01B05-1700-45E6-9B6D-506F608E4F10}" type="presParOf" srcId="{AC1BEA11-C16E-5848-B902-1741537C399D}" destId="{C8821C69-92EA-A543-A4C2-DE446096C377}" srcOrd="1" destOrd="0" presId="urn:microsoft.com/office/officeart/2005/8/layout/list1"/>
    <dgm:cxn modelId="{A664124C-81DF-4364-BA4C-3B549E816998}" type="presParOf" srcId="{AC1BEA11-C16E-5848-B902-1741537C399D}" destId="{A8827FB9-6BF7-0846-AF4A-2488EA1D960D}" srcOrd="2" destOrd="0" presId="urn:microsoft.com/office/officeart/2005/8/layout/list1"/>
    <dgm:cxn modelId="{56769FC5-FF19-49A5-9093-AC9AD8FA9EA4}" type="presParOf" srcId="{AC1BEA11-C16E-5848-B902-1741537C399D}" destId="{80AB7BE7-4721-1D49-840C-DC146CFB41BF}" srcOrd="3" destOrd="0" presId="urn:microsoft.com/office/officeart/2005/8/layout/list1"/>
    <dgm:cxn modelId="{F55FB175-E3B7-4155-A68B-0F3270C03169}" type="presParOf" srcId="{AC1BEA11-C16E-5848-B902-1741537C399D}" destId="{64E0149A-E3EB-8F41-B042-B77D55D6AD75}" srcOrd="4" destOrd="0" presId="urn:microsoft.com/office/officeart/2005/8/layout/list1"/>
    <dgm:cxn modelId="{94053F7D-1F07-4F9D-A2D0-F038F65FAD0E}" type="presParOf" srcId="{64E0149A-E3EB-8F41-B042-B77D55D6AD75}" destId="{D7C8F8A2-0A3D-C249-AA5E-019C12371BD2}" srcOrd="0" destOrd="0" presId="urn:microsoft.com/office/officeart/2005/8/layout/list1"/>
    <dgm:cxn modelId="{2F6CA86F-2434-4924-97CB-0620282C56AA}" type="presParOf" srcId="{64E0149A-E3EB-8F41-B042-B77D55D6AD75}" destId="{AB95BEEB-D0E1-CC4A-8D32-DB9D5BD5AC0B}" srcOrd="1" destOrd="0" presId="urn:microsoft.com/office/officeart/2005/8/layout/list1"/>
    <dgm:cxn modelId="{4B0C1D6A-6240-42CC-94F9-09357581D5C7}" type="presParOf" srcId="{AC1BEA11-C16E-5848-B902-1741537C399D}" destId="{42E06063-A871-C64E-A37D-5DFF611DA1D8}" srcOrd="5" destOrd="0" presId="urn:microsoft.com/office/officeart/2005/8/layout/list1"/>
    <dgm:cxn modelId="{59054B0D-FF3F-4468-8BDA-7264CCF93D6D}" type="presParOf" srcId="{AC1BEA11-C16E-5848-B902-1741537C399D}" destId="{C9842B07-2213-7540-9F32-1DC1CEBD018C}" srcOrd="6" destOrd="0" presId="urn:microsoft.com/office/officeart/2005/8/layout/list1"/>
    <dgm:cxn modelId="{4EE449AA-E7EA-40B2-AB3B-1CACA3971324}" type="presParOf" srcId="{AC1BEA11-C16E-5848-B902-1741537C399D}" destId="{699E36C5-B51A-6140-8F8B-17B4984DFF75}" srcOrd="7" destOrd="0" presId="urn:microsoft.com/office/officeart/2005/8/layout/list1"/>
    <dgm:cxn modelId="{FFDF5E9E-DD14-4B2B-9295-69FABBED340A}" type="presParOf" srcId="{AC1BEA11-C16E-5848-B902-1741537C399D}" destId="{0E9F8809-2871-8A43-9848-F3A9D96D5A7B}" srcOrd="8" destOrd="0" presId="urn:microsoft.com/office/officeart/2005/8/layout/list1"/>
    <dgm:cxn modelId="{722FAC9D-833B-42D4-A791-E98CED44C8CE}" type="presParOf" srcId="{0E9F8809-2871-8A43-9848-F3A9D96D5A7B}" destId="{DA005A78-59C5-194A-9CB4-92FD2353B999}" srcOrd="0" destOrd="0" presId="urn:microsoft.com/office/officeart/2005/8/layout/list1"/>
    <dgm:cxn modelId="{022E2B75-F592-4E75-A9C9-4839F53FCB6E}" type="presParOf" srcId="{0E9F8809-2871-8A43-9848-F3A9D96D5A7B}" destId="{A7B511F5-2A7A-7E4A-88B4-C00C1F8E44E2}" srcOrd="1" destOrd="0" presId="urn:microsoft.com/office/officeart/2005/8/layout/list1"/>
    <dgm:cxn modelId="{42C1942A-C71F-48EB-80B0-DB4389E91094}" type="presParOf" srcId="{AC1BEA11-C16E-5848-B902-1741537C399D}" destId="{717C3B9B-E091-A54E-B857-14CE4F53B54A}" srcOrd="9" destOrd="0" presId="urn:microsoft.com/office/officeart/2005/8/layout/list1"/>
    <dgm:cxn modelId="{A2D6B255-AB03-40E8-835F-F42B48A553C6}" type="presParOf" srcId="{AC1BEA11-C16E-5848-B902-1741537C399D}" destId="{7297CF8B-837B-0949-8885-FCC93B14112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1D4AD-6143-40FD-9387-9FA91088544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A8FDAF4-5CBC-4F23-8E2E-9EBCE237F975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稳定可靠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D50138C1-FA68-4BF9-BE9E-6785099C6F00}" type="parTrans" cxnId="{A5E60378-824D-4001-9AA2-4D774ACB0951}">
      <dgm:prSet/>
      <dgm:spPr/>
      <dgm:t>
        <a:bodyPr/>
        <a:lstStyle/>
        <a:p>
          <a:endParaRPr lang="zh-CN" altLang="en-US"/>
        </a:p>
      </dgm:t>
    </dgm:pt>
    <dgm:pt modelId="{1B44A1BF-0E59-4223-B89D-685D41EED1F8}" type="sibTrans" cxnId="{A5E60378-824D-4001-9AA2-4D774ACB0951}">
      <dgm:prSet/>
      <dgm:spPr/>
      <dgm:t>
        <a:bodyPr/>
        <a:lstStyle/>
        <a:p>
          <a:endParaRPr lang="zh-CN" altLang="en-US"/>
        </a:p>
      </dgm:t>
    </dgm:pt>
    <dgm:pt modelId="{E536D1B0-5040-4231-9572-4ED46F459429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快速止损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F923AA80-8829-44E1-8940-D53382A32525}" type="parTrans" cxnId="{1C59FD16-FBC6-4E21-8834-ACA0FDF47D88}">
      <dgm:prSet/>
      <dgm:spPr/>
      <dgm:t>
        <a:bodyPr/>
        <a:lstStyle/>
        <a:p>
          <a:endParaRPr lang="zh-CN" altLang="en-US"/>
        </a:p>
      </dgm:t>
    </dgm:pt>
    <dgm:pt modelId="{E0B76CED-61DD-40C2-B5E7-2A5B4CBD998B}" type="sibTrans" cxnId="{1C59FD16-FBC6-4E21-8834-ACA0FDF47D88}">
      <dgm:prSet/>
      <dgm:spPr/>
      <dgm:t>
        <a:bodyPr/>
        <a:lstStyle/>
        <a:p>
          <a:endParaRPr lang="zh-CN" altLang="en-US"/>
        </a:p>
      </dgm:t>
    </dgm:pt>
    <dgm:pt modelId="{44F7B769-6F3F-4C54-9FA3-8FF1DAEB7446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服务精神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1C867A12-78A0-4EC4-B7C2-E461602B1FC6}" type="parTrans" cxnId="{F717BD38-0B04-41A1-8364-812D09A3A205}">
      <dgm:prSet/>
      <dgm:spPr/>
      <dgm:t>
        <a:bodyPr/>
        <a:lstStyle/>
        <a:p>
          <a:endParaRPr lang="zh-CN" altLang="en-US"/>
        </a:p>
      </dgm:t>
    </dgm:pt>
    <dgm:pt modelId="{BB4F1E61-4F87-4086-87DA-F2A68935975B}" type="sibTrans" cxnId="{F717BD38-0B04-41A1-8364-812D09A3A205}">
      <dgm:prSet/>
      <dgm:spPr/>
      <dgm:t>
        <a:bodyPr/>
        <a:lstStyle/>
        <a:p>
          <a:endParaRPr lang="zh-CN" altLang="en-US"/>
        </a:p>
      </dgm:t>
    </dgm:pt>
    <dgm:pt modelId="{E538D784-3BF1-463B-984B-DE1146234474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服务云化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38EDD988-DB65-4915-906F-E5D8B7A61707}" type="parTrans" cxnId="{7E1FEE6B-EC8D-4DCF-8CF4-D8F4532B2A35}">
      <dgm:prSet/>
      <dgm:spPr/>
      <dgm:t>
        <a:bodyPr/>
        <a:lstStyle/>
        <a:p>
          <a:endParaRPr lang="zh-CN" altLang="en-US"/>
        </a:p>
      </dgm:t>
    </dgm:pt>
    <dgm:pt modelId="{D9A9A0BB-C308-44E8-9AB9-92C7F33AAC83}" type="sibTrans" cxnId="{7E1FEE6B-EC8D-4DCF-8CF4-D8F4532B2A35}">
      <dgm:prSet/>
      <dgm:spPr/>
      <dgm:t>
        <a:bodyPr/>
        <a:lstStyle/>
        <a:p>
          <a:endParaRPr lang="zh-CN" altLang="en-US"/>
        </a:p>
      </dgm:t>
    </dgm:pt>
    <dgm:pt modelId="{EBCCB372-9EA0-4A68-A6F9-1320E0D70D98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资源管理虚拟化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8CECDF55-FADB-4103-BB3B-AEE3F9548F74}" type="parTrans" cxnId="{EBC01EE2-B5E6-486B-98C7-31197C181664}">
      <dgm:prSet/>
      <dgm:spPr/>
      <dgm:t>
        <a:bodyPr/>
        <a:lstStyle/>
        <a:p>
          <a:endParaRPr lang="zh-CN" altLang="en-US"/>
        </a:p>
      </dgm:t>
    </dgm:pt>
    <dgm:pt modelId="{59F9A21C-F863-4685-9163-2314C7505BC3}" type="sibTrans" cxnId="{EBC01EE2-B5E6-486B-98C7-31197C181664}">
      <dgm:prSet/>
      <dgm:spPr/>
      <dgm:t>
        <a:bodyPr/>
        <a:lstStyle/>
        <a:p>
          <a:endParaRPr lang="zh-CN" altLang="en-US"/>
        </a:p>
      </dgm:t>
    </dgm:pt>
    <dgm:pt modelId="{1C744E0E-BA4E-4332-A0A0-49914A833ED6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可调度、有弹性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AEE187DC-B078-49E5-B97D-0F686A9C9C85}" type="parTrans" cxnId="{C230562C-AF8B-40DF-BDFC-91F765CFE623}">
      <dgm:prSet/>
      <dgm:spPr/>
      <dgm:t>
        <a:bodyPr/>
        <a:lstStyle/>
        <a:p>
          <a:endParaRPr lang="zh-CN" altLang="en-US"/>
        </a:p>
      </dgm:t>
    </dgm:pt>
    <dgm:pt modelId="{C5D6D7FB-FB03-4689-BB67-C7A4C8E2B6C4}" type="sibTrans" cxnId="{C230562C-AF8B-40DF-BDFC-91F765CFE623}">
      <dgm:prSet/>
      <dgm:spPr/>
      <dgm:t>
        <a:bodyPr/>
        <a:lstStyle/>
        <a:p>
          <a:endParaRPr lang="zh-CN" altLang="en-US"/>
        </a:p>
      </dgm:t>
    </dgm:pt>
    <dgm:pt modelId="{B60E97B5-2736-4A68-A7B2-37C1F24580E0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持续创新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212D8546-5315-4A27-9FA6-43B22681331A}" type="parTrans" cxnId="{74D2B67D-0B85-4338-8280-EB8B3C0B26E8}">
      <dgm:prSet/>
      <dgm:spPr/>
      <dgm:t>
        <a:bodyPr/>
        <a:lstStyle/>
        <a:p>
          <a:endParaRPr lang="zh-CN" altLang="en-US"/>
        </a:p>
      </dgm:t>
    </dgm:pt>
    <dgm:pt modelId="{4C743697-BCD1-4C15-8A56-DF92D3D91DAF}" type="sibTrans" cxnId="{74D2B67D-0B85-4338-8280-EB8B3C0B26E8}">
      <dgm:prSet/>
      <dgm:spPr/>
      <dgm:t>
        <a:bodyPr/>
        <a:lstStyle/>
        <a:p>
          <a:endParaRPr lang="zh-CN" altLang="en-US"/>
        </a:p>
      </dgm:t>
    </dgm:pt>
    <dgm:pt modelId="{DCBE72C4-1EE2-4B9E-9F6D-C392BC6CD588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持续发布新特性</a:t>
          </a:r>
        </a:p>
      </dgm:t>
    </dgm:pt>
    <dgm:pt modelId="{41FFFEB5-ED8D-4AB9-822A-EF62D5A827EF}" type="parTrans" cxnId="{9091C552-7EAF-43DA-A088-1246FD0FAC7E}">
      <dgm:prSet/>
      <dgm:spPr/>
      <dgm:t>
        <a:bodyPr/>
        <a:lstStyle/>
        <a:p>
          <a:endParaRPr lang="zh-CN" altLang="en-US"/>
        </a:p>
      </dgm:t>
    </dgm:pt>
    <dgm:pt modelId="{9F682999-12E5-457B-9A82-B9E846228167}" type="sibTrans" cxnId="{9091C552-7EAF-43DA-A088-1246FD0FAC7E}">
      <dgm:prSet/>
      <dgm:spPr/>
      <dgm:t>
        <a:bodyPr/>
        <a:lstStyle/>
        <a:p>
          <a:endParaRPr lang="zh-CN" altLang="en-US"/>
        </a:p>
      </dgm:t>
    </dgm:pt>
    <dgm:pt modelId="{FB8883CE-2E46-44D9-A46A-5BD7DCA9BA1C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持续优化服务质量及投入产出比</a:t>
          </a:r>
          <a:endParaRPr lang="zh-CN" altLang="en-US" sz="2300" dirty="0">
            <a:latin typeface="微软雅黑" pitchFamily="34" charset="-122"/>
            <a:ea typeface="微软雅黑" pitchFamily="34" charset="-122"/>
          </a:endParaRPr>
        </a:p>
      </dgm:t>
    </dgm:pt>
    <dgm:pt modelId="{C760906C-8F3C-434D-9148-A3DB0082F519}" type="parTrans" cxnId="{6DA928A4-C5C6-400A-A150-B62A68560831}">
      <dgm:prSet/>
      <dgm:spPr/>
      <dgm:t>
        <a:bodyPr/>
        <a:lstStyle/>
        <a:p>
          <a:endParaRPr lang="zh-CN" altLang="en-US"/>
        </a:p>
      </dgm:t>
    </dgm:pt>
    <dgm:pt modelId="{114F9518-8E6F-49F6-84D9-BFB338BEAD76}" type="sibTrans" cxnId="{6DA928A4-C5C6-400A-A150-B62A68560831}">
      <dgm:prSet/>
      <dgm:spPr/>
      <dgm:t>
        <a:bodyPr/>
        <a:lstStyle/>
        <a:p>
          <a:endParaRPr lang="zh-CN" altLang="en-US"/>
        </a:p>
      </dgm:t>
    </dgm:pt>
    <dgm:pt modelId="{5B080A8B-FC69-47EA-83A1-0C66485EF328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安全认证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D42A0228-7D97-40CC-8CD6-87F65C650D10}" type="parTrans" cxnId="{7963965F-D81D-46CE-BA82-75257891C19D}">
      <dgm:prSet/>
      <dgm:spPr/>
      <dgm:t>
        <a:bodyPr/>
        <a:lstStyle/>
        <a:p>
          <a:endParaRPr lang="zh-CN" altLang="en-US"/>
        </a:p>
      </dgm:t>
    </dgm:pt>
    <dgm:pt modelId="{B7949532-3DBE-407E-A755-F8C0E65FB978}" type="sibTrans" cxnId="{7963965F-D81D-46CE-BA82-75257891C19D}">
      <dgm:prSet/>
      <dgm:spPr/>
      <dgm:t>
        <a:bodyPr/>
        <a:lstStyle/>
        <a:p>
          <a:endParaRPr lang="zh-CN" altLang="en-US"/>
        </a:p>
      </dgm:t>
    </dgm:pt>
    <dgm:pt modelId="{4AA53F67-2E4D-4328-B47A-9D56E573EC2A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altLang="zh-CN" sz="1500" dirty="0" smtClean="0">
              <a:latin typeface="微软雅黑" pitchFamily="34" charset="-122"/>
              <a:ea typeface="微软雅黑" pitchFamily="34" charset="-122"/>
            </a:rPr>
            <a:t>SLA</a:t>
          </a:r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、</a:t>
          </a:r>
          <a:r>
            <a:rPr lang="en-US" altLang="zh-CN" sz="1500" dirty="0" smtClean="0">
              <a:latin typeface="微软雅黑" pitchFamily="34" charset="-122"/>
              <a:ea typeface="微软雅黑" pitchFamily="34" charset="-122"/>
            </a:rPr>
            <a:t>SLI</a:t>
          </a:r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、</a:t>
          </a:r>
          <a:r>
            <a:rPr lang="en-US" altLang="zh-CN" sz="1500" dirty="0" smtClean="0">
              <a:latin typeface="微软雅黑" pitchFamily="34" charset="-122"/>
              <a:ea typeface="微软雅黑" pitchFamily="34" charset="-122"/>
            </a:rPr>
            <a:t>SLO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3505261D-ABD8-4A9C-8A8B-5615EECDB7D5}" type="sibTrans" cxnId="{294A6322-1311-4FF5-BE15-24721D5FCC01}">
      <dgm:prSet/>
      <dgm:spPr/>
      <dgm:t>
        <a:bodyPr/>
        <a:lstStyle/>
        <a:p>
          <a:endParaRPr lang="zh-CN" altLang="en-US"/>
        </a:p>
      </dgm:t>
    </dgm:pt>
    <dgm:pt modelId="{404166EB-5559-4B64-BFBC-339D4F5AC14D}" type="parTrans" cxnId="{294A6322-1311-4FF5-BE15-24721D5FCC01}">
      <dgm:prSet/>
      <dgm:spPr/>
      <dgm:t>
        <a:bodyPr/>
        <a:lstStyle/>
        <a:p>
          <a:endParaRPr lang="zh-CN" altLang="en-US"/>
        </a:p>
      </dgm:t>
    </dgm:pt>
    <dgm:pt modelId="{4A473995-CCBB-4FEE-BF50-7C034B71BF13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满足多租户需求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969AA4D4-BBD5-487A-9284-9CB10C3C4654}" type="parTrans" cxnId="{5B70BDC1-9455-4F45-9F16-D55F3C0A594D}">
      <dgm:prSet/>
      <dgm:spPr/>
      <dgm:t>
        <a:bodyPr/>
        <a:lstStyle/>
        <a:p>
          <a:endParaRPr lang="zh-CN" altLang="en-US"/>
        </a:p>
      </dgm:t>
    </dgm:pt>
    <dgm:pt modelId="{AF66E23D-62CD-4761-BAF0-E0929D3EB652}" type="sibTrans" cxnId="{5B70BDC1-9455-4F45-9F16-D55F3C0A594D}">
      <dgm:prSet/>
      <dgm:spPr/>
      <dgm:t>
        <a:bodyPr/>
        <a:lstStyle/>
        <a:p>
          <a:endParaRPr lang="zh-CN" altLang="en-US"/>
        </a:p>
      </dgm:t>
    </dgm:pt>
    <dgm:pt modelId="{96BD7EB3-C283-42CF-A220-CB6CC2E6B683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高可用架构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116075C2-6979-487E-8B97-B8C3E8E62FB5}" type="parTrans" cxnId="{DC4CAB96-9EFD-446B-8B83-329BDE85C720}">
      <dgm:prSet/>
      <dgm:spPr/>
      <dgm:t>
        <a:bodyPr/>
        <a:lstStyle/>
        <a:p>
          <a:endParaRPr lang="zh-CN" altLang="en-US"/>
        </a:p>
      </dgm:t>
    </dgm:pt>
    <dgm:pt modelId="{C1615875-A308-4636-ADF3-A7D18F809E76}" type="sibTrans" cxnId="{DC4CAB96-9EFD-446B-8B83-329BDE85C720}">
      <dgm:prSet/>
      <dgm:spPr/>
      <dgm:t>
        <a:bodyPr/>
        <a:lstStyle/>
        <a:p>
          <a:endParaRPr lang="zh-CN" altLang="en-US"/>
        </a:p>
      </dgm:t>
    </dgm:pt>
    <dgm:pt modelId="{E99C975C-7C6A-4806-98F5-2EC81B1E6402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支持到位</a:t>
          </a:r>
          <a:endParaRPr lang="en-US" altLang="zh-CN" sz="15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518457-7DF1-445A-8CDD-13D667E2D57C}" type="parTrans" cxnId="{9057C607-D992-4CED-A0EA-68778C0F905E}">
      <dgm:prSet/>
      <dgm:spPr/>
      <dgm:t>
        <a:bodyPr/>
        <a:lstStyle/>
        <a:p>
          <a:endParaRPr lang="zh-CN" altLang="en-US"/>
        </a:p>
      </dgm:t>
    </dgm:pt>
    <dgm:pt modelId="{E54C2605-1DE6-41BE-8CA3-42FCB83C1B95}" type="sibTrans" cxnId="{9057C607-D992-4CED-A0EA-68778C0F905E}">
      <dgm:prSet/>
      <dgm:spPr/>
      <dgm:t>
        <a:bodyPr/>
        <a:lstStyle/>
        <a:p>
          <a:endParaRPr lang="zh-CN" altLang="en-US"/>
        </a:p>
      </dgm:t>
    </dgm:pt>
    <dgm:pt modelId="{9CAEDD08-3122-4B14-B14A-0FEDF5744D1C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altLang="zh-CN" sz="15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D99D84B-B7B3-47DB-AB1A-32A21B79E3C6}" type="parTrans" cxnId="{D0299689-DAAA-41B9-A72C-A8814381CECE}">
      <dgm:prSet/>
      <dgm:spPr/>
      <dgm:t>
        <a:bodyPr/>
        <a:lstStyle/>
        <a:p>
          <a:endParaRPr lang="zh-CN" altLang="en-US"/>
        </a:p>
      </dgm:t>
    </dgm:pt>
    <dgm:pt modelId="{E4081683-BBCF-43BC-8616-34986109EC3F}" type="sibTrans" cxnId="{D0299689-DAAA-41B9-A72C-A8814381CECE}">
      <dgm:prSet/>
      <dgm:spPr/>
      <dgm:t>
        <a:bodyPr/>
        <a:lstStyle/>
        <a:p>
          <a:endParaRPr lang="zh-CN" altLang="en-US"/>
        </a:p>
      </dgm:t>
    </dgm:pt>
    <dgm:pt modelId="{DE6B0880-91D8-4A9D-B192-0E710D1AE0D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高度产品化</a:t>
          </a:r>
          <a:endParaRPr lang="en-US" altLang="zh-CN" sz="15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047939-1266-4EA1-9596-E4CFAC5EF242}" type="parTrans" cxnId="{8040F32B-97EE-4D00-B69B-51F67AFC54F4}">
      <dgm:prSet/>
      <dgm:spPr/>
      <dgm:t>
        <a:bodyPr/>
        <a:lstStyle/>
        <a:p>
          <a:endParaRPr lang="zh-CN" altLang="en-US"/>
        </a:p>
      </dgm:t>
    </dgm:pt>
    <dgm:pt modelId="{740043A8-FA62-44D5-86C1-EA9198AAE33B}" type="sibTrans" cxnId="{8040F32B-97EE-4D00-B69B-51F67AFC54F4}">
      <dgm:prSet/>
      <dgm:spPr/>
      <dgm:t>
        <a:bodyPr/>
        <a:lstStyle/>
        <a:p>
          <a:endParaRPr lang="zh-CN" altLang="en-US"/>
        </a:p>
      </dgm:t>
    </dgm:pt>
    <dgm:pt modelId="{1A4F0902-A544-4B45-BE2F-987DB888EBEB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收集反馈、持续改进</a:t>
          </a:r>
          <a:endParaRPr lang="en-US" altLang="zh-CN" sz="15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C89915-6F94-4951-A590-97EA9B35A561}" type="parTrans" cxnId="{C5BC4877-568C-4771-BCD6-1685CA7EE787}">
      <dgm:prSet/>
      <dgm:spPr/>
      <dgm:t>
        <a:bodyPr/>
        <a:lstStyle/>
        <a:p>
          <a:endParaRPr lang="zh-CN" altLang="en-US"/>
        </a:p>
      </dgm:t>
    </dgm:pt>
    <dgm:pt modelId="{455B9B16-6566-437F-BB25-74C3300409FA}" type="sibTrans" cxnId="{C5BC4877-568C-4771-BCD6-1685CA7EE787}">
      <dgm:prSet/>
      <dgm:spPr/>
      <dgm:t>
        <a:bodyPr/>
        <a:lstStyle/>
        <a:p>
          <a:endParaRPr lang="zh-CN" altLang="en-US"/>
        </a:p>
      </dgm:t>
    </dgm:pt>
    <dgm:pt modelId="{E65B015A-086E-4ED6-B416-8F313C7F6892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zh-CN" altLang="en-US" sz="2300" dirty="0">
            <a:latin typeface="微软雅黑" pitchFamily="34" charset="-122"/>
            <a:ea typeface="微软雅黑" pitchFamily="34" charset="-122"/>
          </a:endParaRPr>
        </a:p>
      </dgm:t>
    </dgm:pt>
    <dgm:pt modelId="{C6EB416B-3015-4AC5-8332-3ACB29A80101}" type="parTrans" cxnId="{C3E740F1-1144-4054-9EF7-D453352FA0BB}">
      <dgm:prSet/>
      <dgm:spPr/>
      <dgm:t>
        <a:bodyPr/>
        <a:lstStyle/>
        <a:p>
          <a:endParaRPr lang="zh-CN" altLang="en-US"/>
        </a:p>
      </dgm:t>
    </dgm:pt>
    <dgm:pt modelId="{BABF27FA-AEA4-471F-B9C0-8BFD8CB4FAB4}" type="sibTrans" cxnId="{C3E740F1-1144-4054-9EF7-D453352FA0BB}">
      <dgm:prSet/>
      <dgm:spPr/>
      <dgm:t>
        <a:bodyPr/>
        <a:lstStyle/>
        <a:p>
          <a:endParaRPr lang="zh-CN" altLang="en-US"/>
        </a:p>
      </dgm:t>
    </dgm:pt>
    <dgm:pt modelId="{51A7A8D6-618C-4A0F-92D6-02E05D2BF9F1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开源协同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8EB0FA1F-01FA-4B8A-B409-FF28791C1B02}" type="parTrans" cxnId="{C07FB864-BA1D-4138-BD67-6E1EC5503B29}">
      <dgm:prSet/>
      <dgm:spPr/>
      <dgm:t>
        <a:bodyPr/>
        <a:lstStyle/>
        <a:p>
          <a:endParaRPr lang="zh-CN" altLang="en-US"/>
        </a:p>
      </dgm:t>
    </dgm:pt>
    <dgm:pt modelId="{D9347FB4-D74E-45B0-B15C-9C3DFD1EF01E}" type="sibTrans" cxnId="{C07FB864-BA1D-4138-BD67-6E1EC5503B29}">
      <dgm:prSet/>
      <dgm:spPr/>
      <dgm:t>
        <a:bodyPr/>
        <a:lstStyle/>
        <a:p>
          <a:endParaRPr lang="zh-CN" altLang="en-US"/>
        </a:p>
      </dgm:t>
    </dgm:pt>
    <dgm:pt modelId="{AABDDBB1-8B70-47C2-9E9D-B6D262EBF0F7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自身开源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2E1AD252-6230-4957-9B32-AE0E867D6BCE}" type="parTrans" cxnId="{6B128006-47CB-44EE-90C4-16838DF2EF9B}">
      <dgm:prSet/>
      <dgm:spPr/>
      <dgm:t>
        <a:bodyPr/>
        <a:lstStyle/>
        <a:p>
          <a:endParaRPr lang="zh-CN" altLang="en-US"/>
        </a:p>
      </dgm:t>
    </dgm:pt>
    <dgm:pt modelId="{9B1C3EF6-4ECC-4B2D-8F45-9CE7D0CC3739}" type="sibTrans" cxnId="{6B128006-47CB-44EE-90C4-16838DF2EF9B}">
      <dgm:prSet/>
      <dgm:spPr/>
      <dgm:t>
        <a:bodyPr/>
        <a:lstStyle/>
        <a:p>
          <a:endParaRPr lang="zh-CN" altLang="en-US"/>
        </a:p>
      </dgm:t>
    </dgm:pt>
    <dgm:pt modelId="{ED43EC43-117D-4D5F-9FA1-3576D8C06988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开源引入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1C160D29-5B1E-4065-A36E-8138A56DACD0}" type="parTrans" cxnId="{B42893FC-6DF6-43BC-8FCD-0EEBED7C4190}">
      <dgm:prSet/>
      <dgm:spPr/>
      <dgm:t>
        <a:bodyPr/>
        <a:lstStyle/>
        <a:p>
          <a:endParaRPr lang="zh-CN" altLang="en-US"/>
        </a:p>
      </dgm:t>
    </dgm:pt>
    <dgm:pt modelId="{48A684D2-FF79-441A-B7F5-1F8B270E073B}" type="sibTrans" cxnId="{B42893FC-6DF6-43BC-8FCD-0EEBED7C4190}">
      <dgm:prSet/>
      <dgm:spPr/>
      <dgm:t>
        <a:bodyPr/>
        <a:lstStyle/>
        <a:p>
          <a:endParaRPr lang="zh-CN" altLang="en-US"/>
        </a:p>
      </dgm:t>
    </dgm:pt>
    <dgm:pt modelId="{F6CE290B-C0F7-4452-B61D-5E3B64641E03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协同共建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7880BC91-C825-4555-A7DD-B69FC3E26B23}" type="parTrans" cxnId="{F75D4153-37F2-4EA3-B684-2167A104B442}">
      <dgm:prSet/>
      <dgm:spPr/>
      <dgm:t>
        <a:bodyPr/>
        <a:lstStyle/>
        <a:p>
          <a:endParaRPr lang="zh-CN" altLang="en-US"/>
        </a:p>
      </dgm:t>
    </dgm:pt>
    <dgm:pt modelId="{557FFE16-95A8-4515-8A61-D9BE4CF3A43F}" type="sibTrans" cxnId="{F75D4153-37F2-4EA3-B684-2167A104B442}">
      <dgm:prSet/>
      <dgm:spPr/>
      <dgm:t>
        <a:bodyPr/>
        <a:lstStyle/>
        <a:p>
          <a:endParaRPr lang="zh-CN" altLang="en-US"/>
        </a:p>
      </dgm:t>
    </dgm:pt>
    <dgm:pt modelId="{1883F006-FC50-4938-B2B2-E3FA4B7A87B5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itchFamily="34" charset="-122"/>
              <a:ea typeface="微软雅黑" pitchFamily="34" charset="-122"/>
            </a:rPr>
            <a:t>内部结算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A5F52396-E011-4699-91FD-45350E84958F}" type="parTrans" cxnId="{D5340F22-117C-4077-8A03-D583F1EB789E}">
      <dgm:prSet/>
      <dgm:spPr/>
      <dgm:t>
        <a:bodyPr/>
        <a:lstStyle/>
        <a:p>
          <a:endParaRPr lang="zh-CN" altLang="en-US"/>
        </a:p>
      </dgm:t>
    </dgm:pt>
    <dgm:pt modelId="{804002F8-2F2B-4701-A333-0AE4972168D1}" type="sibTrans" cxnId="{D5340F22-117C-4077-8A03-D583F1EB789E}">
      <dgm:prSet/>
      <dgm:spPr/>
      <dgm:t>
        <a:bodyPr/>
        <a:lstStyle/>
        <a:p>
          <a:endParaRPr lang="zh-CN" altLang="en-US"/>
        </a:p>
      </dgm:t>
    </dgm:pt>
    <dgm:pt modelId="{349BC742-FF58-4CB3-9462-AEA0463F6916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b="0" i="0" dirty="0" smtClean="0">
              <a:latin typeface="微软雅黑" pitchFamily="34" charset="-122"/>
              <a:ea typeface="微软雅黑" pitchFamily="34" charset="-122"/>
            </a:rPr>
            <a:t>接入结算体系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06826B2C-7D88-47CF-89BE-041F67B14629}" type="parTrans" cxnId="{BFA846CD-3E06-4B89-9DCC-21CF3AFC6149}">
      <dgm:prSet/>
      <dgm:spPr/>
      <dgm:t>
        <a:bodyPr/>
        <a:lstStyle/>
        <a:p>
          <a:endParaRPr lang="zh-CN" altLang="en-US"/>
        </a:p>
      </dgm:t>
    </dgm:pt>
    <dgm:pt modelId="{F665E8CB-A8CF-451D-BC20-751AF8EE3BBD}" type="sibTrans" cxnId="{BFA846CD-3E06-4B89-9DCC-21CF3AFC6149}">
      <dgm:prSet/>
      <dgm:spPr/>
      <dgm:t>
        <a:bodyPr/>
        <a:lstStyle/>
        <a:p>
          <a:endParaRPr lang="zh-CN" altLang="en-US"/>
        </a:p>
      </dgm:t>
    </dgm:pt>
    <dgm:pt modelId="{C41298AC-6CF7-4AF1-9F86-11573CB2E6EA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b="0" i="0" dirty="0" smtClean="0">
              <a:latin typeface="微软雅黑" pitchFamily="34" charset="-122"/>
              <a:ea typeface="微软雅黑" pitchFamily="34" charset="-122"/>
            </a:rPr>
            <a:t>确定服务单元和用量算法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5743ED5C-38D0-47CF-A6B8-8BFA5F63D26D}" type="parTrans" cxnId="{0C4CA22C-91BA-40E8-8A89-5822A0454A34}">
      <dgm:prSet/>
      <dgm:spPr/>
      <dgm:t>
        <a:bodyPr/>
        <a:lstStyle/>
        <a:p>
          <a:endParaRPr lang="zh-CN" altLang="en-US"/>
        </a:p>
      </dgm:t>
    </dgm:pt>
    <dgm:pt modelId="{D3FF1A1D-95C0-46FC-BE2C-FFFF918BD1B8}" type="sibTrans" cxnId="{0C4CA22C-91BA-40E8-8A89-5822A0454A34}">
      <dgm:prSet/>
      <dgm:spPr/>
      <dgm:t>
        <a:bodyPr/>
        <a:lstStyle/>
        <a:p>
          <a:endParaRPr lang="zh-CN" altLang="en-US"/>
        </a:p>
      </dgm:t>
    </dgm:pt>
    <dgm:pt modelId="{ECF38FF6-F6AB-4C47-B87D-ADD4EFF28777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zh-CN" altLang="en-US" sz="1500" dirty="0" smtClean="0">
              <a:latin typeface="微软雅黑" pitchFamily="34" charset="-122"/>
              <a:ea typeface="微软雅黑" pitchFamily="34" charset="-122"/>
            </a:rPr>
            <a:t>业务方满意</a:t>
          </a:r>
          <a:endParaRPr lang="zh-CN" altLang="en-US" sz="1500" dirty="0">
            <a:latin typeface="微软雅黑" pitchFamily="34" charset="-122"/>
            <a:ea typeface="微软雅黑" pitchFamily="34" charset="-122"/>
          </a:endParaRPr>
        </a:p>
      </dgm:t>
    </dgm:pt>
    <dgm:pt modelId="{8CB02082-823C-4C2A-B0BD-33A1552DA1B8}" type="parTrans" cxnId="{C8C518C3-D07C-4A84-BCC2-F209AFC46780}">
      <dgm:prSet/>
      <dgm:spPr/>
      <dgm:t>
        <a:bodyPr/>
        <a:lstStyle/>
        <a:p>
          <a:endParaRPr lang="zh-CN" altLang="en-US"/>
        </a:p>
      </dgm:t>
    </dgm:pt>
    <dgm:pt modelId="{ACA5C235-B8D7-4D74-BCA7-0F05FF3E979F}" type="sibTrans" cxnId="{C8C518C3-D07C-4A84-BCC2-F209AFC46780}">
      <dgm:prSet/>
      <dgm:spPr/>
      <dgm:t>
        <a:bodyPr/>
        <a:lstStyle/>
        <a:p>
          <a:endParaRPr lang="zh-CN" altLang="en-US"/>
        </a:p>
      </dgm:t>
    </dgm:pt>
    <dgm:pt modelId="{3CA2BED1-FA09-446E-89B2-9185BC1779EC}" type="pres">
      <dgm:prSet presAssocID="{D8D1D4AD-6143-40FD-9387-9FA91088544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F56C7F1-441B-487A-8DDC-80CA5B9B294E}" type="pres">
      <dgm:prSet presAssocID="{4A8FDAF4-5CBC-4F23-8E2E-9EBCE237F97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C29EADD-758C-4250-81B9-E30330CDFCFB}" type="pres">
      <dgm:prSet presAssocID="{1B44A1BF-0E59-4223-B89D-685D41EED1F8}" presName="sibTrans" presStyleCnt="0"/>
      <dgm:spPr/>
    </dgm:pt>
    <dgm:pt modelId="{ECECF60D-9B93-4BD0-A377-DBFE6AF34F31}" type="pres">
      <dgm:prSet presAssocID="{44F7B769-6F3F-4C54-9FA3-8FF1DAEB744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66D1F6-2EDF-425E-B5A2-745B56F11A03}" type="pres">
      <dgm:prSet presAssocID="{BB4F1E61-4F87-4086-87DA-F2A68935975B}" presName="sibTrans" presStyleCnt="0"/>
      <dgm:spPr/>
    </dgm:pt>
    <dgm:pt modelId="{FBE8FEE5-A808-4236-8BB5-CEB052D4F7CF}" type="pres">
      <dgm:prSet presAssocID="{E538D784-3BF1-463B-984B-DE1146234474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8943E3-AD0C-4993-9B18-73788A88A717}" type="pres">
      <dgm:prSet presAssocID="{D9A9A0BB-C308-44E8-9AB9-92C7F33AAC83}" presName="sibTrans" presStyleCnt="0"/>
      <dgm:spPr/>
    </dgm:pt>
    <dgm:pt modelId="{12B4F541-3AC9-4A5C-8A2A-0E638FB2232D}" type="pres">
      <dgm:prSet presAssocID="{51A7A8D6-618C-4A0F-92D6-02E05D2BF9F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2DA4D4B-F1A6-431E-B5D3-C9F192EFA617}" type="pres">
      <dgm:prSet presAssocID="{D9347FB4-D74E-45B0-B15C-9C3DFD1EF01E}" presName="sibTrans" presStyleCnt="0"/>
      <dgm:spPr/>
    </dgm:pt>
    <dgm:pt modelId="{57D4BE4F-0965-47E5-AE20-7C4306F5E5C5}" type="pres">
      <dgm:prSet presAssocID="{1883F006-FC50-4938-B2B2-E3FA4B7A87B5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340A64F-5E00-499D-BFB9-EEE5DF9368E7}" type="pres">
      <dgm:prSet presAssocID="{804002F8-2F2B-4701-A333-0AE4972168D1}" presName="sibTrans" presStyleCnt="0"/>
      <dgm:spPr/>
    </dgm:pt>
    <dgm:pt modelId="{C8492751-B452-460B-9D42-509B8E54D67A}" type="pres">
      <dgm:prSet presAssocID="{B60E97B5-2736-4A68-A7B2-37C1F24580E0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194CCF6-E13A-4F93-9677-2050F4627FCC}" type="presOf" srcId="{ED43EC43-117D-4D5F-9FA1-3576D8C06988}" destId="{12B4F541-3AC9-4A5C-8A2A-0E638FB2232D}" srcOrd="0" destOrd="2" presId="urn:microsoft.com/office/officeart/2005/8/layout/hList6"/>
    <dgm:cxn modelId="{F717BD38-0B04-41A1-8364-812D09A3A205}" srcId="{D8D1D4AD-6143-40FD-9387-9FA910885446}" destId="{44F7B769-6F3F-4C54-9FA3-8FF1DAEB7446}" srcOrd="1" destOrd="0" parTransId="{1C867A12-78A0-4EC4-B7C2-E461602B1FC6}" sibTransId="{BB4F1E61-4F87-4086-87DA-F2A68935975B}"/>
    <dgm:cxn modelId="{A5E60378-824D-4001-9AA2-4D774ACB0951}" srcId="{D8D1D4AD-6143-40FD-9387-9FA910885446}" destId="{4A8FDAF4-5CBC-4F23-8E2E-9EBCE237F975}" srcOrd="0" destOrd="0" parTransId="{D50138C1-FA68-4BF9-BE9E-6785099C6F00}" sibTransId="{1B44A1BF-0E59-4223-B89D-685D41EED1F8}"/>
    <dgm:cxn modelId="{804C883E-B78E-48F0-A36C-19F6D880D497}" type="presOf" srcId="{9CAEDD08-3122-4B14-B14A-0FEDF5744D1C}" destId="{ECECF60D-9B93-4BD0-A377-DBFE6AF34F31}" srcOrd="0" destOrd="4" presId="urn:microsoft.com/office/officeart/2005/8/layout/hList6"/>
    <dgm:cxn modelId="{89FB445E-B719-4757-9EA5-CB3A1215C648}" type="presOf" srcId="{1883F006-FC50-4938-B2B2-E3FA4B7A87B5}" destId="{57D4BE4F-0965-47E5-AE20-7C4306F5E5C5}" srcOrd="0" destOrd="0" presId="urn:microsoft.com/office/officeart/2005/8/layout/hList6"/>
    <dgm:cxn modelId="{8040F32B-97EE-4D00-B69B-51F67AFC54F4}" srcId="{44F7B769-6F3F-4C54-9FA3-8FF1DAEB7446}" destId="{DE6B0880-91D8-4A9D-B192-0E710D1AE0D3}" srcOrd="0" destOrd="0" parTransId="{D2047939-1266-4EA1-9596-E4CFAC5EF242}" sibTransId="{740043A8-FA62-44D5-86C1-EA9198AAE33B}"/>
    <dgm:cxn modelId="{4428E099-4E0A-4169-83D2-F3913A247C23}" type="presOf" srcId="{DE6B0880-91D8-4A9D-B192-0E710D1AE0D3}" destId="{ECECF60D-9B93-4BD0-A377-DBFE6AF34F31}" srcOrd="0" destOrd="1" presId="urn:microsoft.com/office/officeart/2005/8/layout/hList6"/>
    <dgm:cxn modelId="{C07FB864-BA1D-4138-BD67-6E1EC5503B29}" srcId="{D8D1D4AD-6143-40FD-9387-9FA910885446}" destId="{51A7A8D6-618C-4A0F-92D6-02E05D2BF9F1}" srcOrd="3" destOrd="0" parTransId="{8EB0FA1F-01FA-4B8A-B409-FF28791C1B02}" sibTransId="{D9347FB4-D74E-45B0-B15C-9C3DFD1EF01E}"/>
    <dgm:cxn modelId="{294A6322-1311-4FF5-BE15-24721D5FCC01}" srcId="{4A8FDAF4-5CBC-4F23-8E2E-9EBCE237F975}" destId="{4AA53F67-2E4D-4328-B47A-9D56E573EC2A}" srcOrd="0" destOrd="0" parTransId="{404166EB-5559-4B64-BFBC-339D4F5AC14D}" sibTransId="{3505261D-ABD8-4A9C-8A8B-5615EECDB7D5}"/>
    <dgm:cxn modelId="{36D33734-911B-4A64-AFEF-C4C9E4873F10}" type="presOf" srcId="{C41298AC-6CF7-4AF1-9F86-11573CB2E6EA}" destId="{57D4BE4F-0965-47E5-AE20-7C4306F5E5C5}" srcOrd="0" destOrd="2" presId="urn:microsoft.com/office/officeart/2005/8/layout/hList6"/>
    <dgm:cxn modelId="{B300338D-FFDC-43B1-8FC9-08D8BA523EC6}" type="presOf" srcId="{DCBE72C4-1EE2-4B9E-9F6D-C392BC6CD588}" destId="{C8492751-B452-460B-9D42-509B8E54D67A}" srcOrd="0" destOrd="1" presId="urn:microsoft.com/office/officeart/2005/8/layout/hList6"/>
    <dgm:cxn modelId="{C5BC4877-568C-4771-BCD6-1685CA7EE787}" srcId="{44F7B769-6F3F-4C54-9FA3-8FF1DAEB7446}" destId="{1A4F0902-A544-4B45-BE2F-987DB888EBEB}" srcOrd="2" destOrd="0" parTransId="{A3C89915-6F94-4951-A590-97EA9B35A561}" sibTransId="{455B9B16-6566-437F-BB25-74C3300409FA}"/>
    <dgm:cxn modelId="{1C59FD16-FBC6-4E21-8834-ACA0FDF47D88}" srcId="{4A8FDAF4-5CBC-4F23-8E2E-9EBCE237F975}" destId="{E536D1B0-5040-4231-9572-4ED46F459429}" srcOrd="2" destOrd="0" parTransId="{F923AA80-8829-44E1-8940-D53382A32525}" sibTransId="{E0B76CED-61DD-40C2-B5E7-2A5B4CBD998B}"/>
    <dgm:cxn modelId="{C230562C-AF8B-40DF-BDFC-91F765CFE623}" srcId="{E538D784-3BF1-463B-984B-DE1146234474}" destId="{1C744E0E-BA4E-4332-A0A0-49914A833ED6}" srcOrd="1" destOrd="0" parTransId="{AEE187DC-B078-49E5-B97D-0F686A9C9C85}" sibTransId="{C5D6D7FB-FB03-4689-BB67-C7A4C8E2B6C4}"/>
    <dgm:cxn modelId="{7963965F-D81D-46CE-BA82-75257891C19D}" srcId="{4A8FDAF4-5CBC-4F23-8E2E-9EBCE237F975}" destId="{5B080A8B-FC69-47EA-83A1-0C66485EF328}" srcOrd="3" destOrd="0" parTransId="{D42A0228-7D97-40CC-8CD6-87F65C650D10}" sibTransId="{B7949532-3DBE-407E-A755-F8C0E65FB978}"/>
    <dgm:cxn modelId="{C3E740F1-1144-4054-9EF7-D453352FA0BB}" srcId="{B60E97B5-2736-4A68-A7B2-37C1F24580E0}" destId="{E65B015A-086E-4ED6-B416-8F313C7F6892}" srcOrd="2" destOrd="0" parTransId="{C6EB416B-3015-4AC5-8332-3ACB29A80101}" sibTransId="{BABF27FA-AEA4-471F-B9C0-8BFD8CB4FAB4}"/>
    <dgm:cxn modelId="{545DC444-9078-4783-BBC2-B2E245045B13}" type="presOf" srcId="{EBCCB372-9EA0-4A68-A6F9-1320E0D70D98}" destId="{FBE8FEE5-A808-4236-8BB5-CEB052D4F7CF}" srcOrd="0" destOrd="1" presId="urn:microsoft.com/office/officeart/2005/8/layout/hList6"/>
    <dgm:cxn modelId="{9091C552-7EAF-43DA-A088-1246FD0FAC7E}" srcId="{B60E97B5-2736-4A68-A7B2-37C1F24580E0}" destId="{DCBE72C4-1EE2-4B9E-9F6D-C392BC6CD588}" srcOrd="0" destOrd="0" parTransId="{41FFFEB5-ED8D-4AB9-822A-EF62D5A827EF}" sibTransId="{9F682999-12E5-457B-9A82-B9E846228167}"/>
    <dgm:cxn modelId="{F75D4153-37F2-4EA3-B684-2167A104B442}" srcId="{51A7A8D6-618C-4A0F-92D6-02E05D2BF9F1}" destId="{F6CE290B-C0F7-4452-B61D-5E3B64641E03}" srcOrd="2" destOrd="0" parTransId="{7880BC91-C825-4555-A7DD-B69FC3E26B23}" sibTransId="{557FFE16-95A8-4515-8A61-D9BE4CF3A43F}"/>
    <dgm:cxn modelId="{5B70BDC1-9455-4F45-9F16-D55F3C0A594D}" srcId="{E538D784-3BF1-463B-984B-DE1146234474}" destId="{4A473995-CCBB-4FEE-BF50-7C034B71BF13}" srcOrd="2" destOrd="0" parTransId="{969AA4D4-BBD5-487A-9284-9CB10C3C4654}" sibTransId="{AF66E23D-62CD-4761-BAF0-E0929D3EB652}"/>
    <dgm:cxn modelId="{B42893FC-6DF6-43BC-8FCD-0EEBED7C4190}" srcId="{51A7A8D6-618C-4A0F-92D6-02E05D2BF9F1}" destId="{ED43EC43-117D-4D5F-9FA1-3576D8C06988}" srcOrd="1" destOrd="0" parTransId="{1C160D29-5B1E-4065-A36E-8138A56DACD0}" sibTransId="{48A684D2-FF79-441A-B7F5-1F8B270E073B}"/>
    <dgm:cxn modelId="{9057C607-D992-4CED-A0EA-68778C0F905E}" srcId="{44F7B769-6F3F-4C54-9FA3-8FF1DAEB7446}" destId="{E99C975C-7C6A-4806-98F5-2EC81B1E6402}" srcOrd="1" destOrd="0" parTransId="{4A518457-7DF1-445A-8CDD-13D667E2D57C}" sibTransId="{E54C2605-1DE6-41BE-8CA3-42FCB83C1B95}"/>
    <dgm:cxn modelId="{DBBD0904-3D8F-4CE7-8431-57ADE2F7A364}" type="presOf" srcId="{349BC742-FF58-4CB3-9462-AEA0463F6916}" destId="{57D4BE4F-0965-47E5-AE20-7C4306F5E5C5}" srcOrd="0" destOrd="1" presId="urn:microsoft.com/office/officeart/2005/8/layout/hList6"/>
    <dgm:cxn modelId="{BFA846CD-3E06-4B89-9DCC-21CF3AFC6149}" srcId="{1883F006-FC50-4938-B2B2-E3FA4B7A87B5}" destId="{349BC742-FF58-4CB3-9462-AEA0463F6916}" srcOrd="0" destOrd="0" parTransId="{06826B2C-7D88-47CF-89BE-041F67B14629}" sibTransId="{F665E8CB-A8CF-451D-BC20-751AF8EE3BBD}"/>
    <dgm:cxn modelId="{D0299689-DAAA-41B9-A72C-A8814381CECE}" srcId="{44F7B769-6F3F-4C54-9FA3-8FF1DAEB7446}" destId="{9CAEDD08-3122-4B14-B14A-0FEDF5744D1C}" srcOrd="3" destOrd="0" parTransId="{FD99D84B-B7B3-47DB-AB1A-32A21B79E3C6}" sibTransId="{E4081683-BBCF-43BC-8616-34986109EC3F}"/>
    <dgm:cxn modelId="{03130A08-16FB-445F-888E-763D38F29315}" type="presOf" srcId="{E538D784-3BF1-463B-984B-DE1146234474}" destId="{FBE8FEE5-A808-4236-8BB5-CEB052D4F7CF}" srcOrd="0" destOrd="0" presId="urn:microsoft.com/office/officeart/2005/8/layout/hList6"/>
    <dgm:cxn modelId="{EBC01EE2-B5E6-486B-98C7-31197C181664}" srcId="{E538D784-3BF1-463B-984B-DE1146234474}" destId="{EBCCB372-9EA0-4A68-A6F9-1320E0D70D98}" srcOrd="0" destOrd="0" parTransId="{8CECDF55-FADB-4103-BB3B-AEE3F9548F74}" sibTransId="{59F9A21C-F863-4685-9163-2314C7505BC3}"/>
    <dgm:cxn modelId="{B78D2C1A-A4DF-4055-88EF-02F6E06088FC}" type="presOf" srcId="{B60E97B5-2736-4A68-A7B2-37C1F24580E0}" destId="{C8492751-B452-460B-9D42-509B8E54D67A}" srcOrd="0" destOrd="0" presId="urn:microsoft.com/office/officeart/2005/8/layout/hList6"/>
    <dgm:cxn modelId="{A92F8088-D9E3-4605-8BF3-0126E26B15FF}" type="presOf" srcId="{E65B015A-086E-4ED6-B416-8F313C7F6892}" destId="{C8492751-B452-460B-9D42-509B8E54D67A}" srcOrd="0" destOrd="3" presId="urn:microsoft.com/office/officeart/2005/8/layout/hList6"/>
    <dgm:cxn modelId="{64AD0FAA-1E96-4831-B215-BB5FD9C7A64D}" type="presOf" srcId="{44F7B769-6F3F-4C54-9FA3-8FF1DAEB7446}" destId="{ECECF60D-9B93-4BD0-A377-DBFE6AF34F31}" srcOrd="0" destOrd="0" presId="urn:microsoft.com/office/officeart/2005/8/layout/hList6"/>
    <dgm:cxn modelId="{6DBD561D-0E1C-400E-B2FB-D87AE682ED67}" type="presOf" srcId="{AABDDBB1-8B70-47C2-9E9D-B6D262EBF0F7}" destId="{12B4F541-3AC9-4A5C-8A2A-0E638FB2232D}" srcOrd="0" destOrd="1" presId="urn:microsoft.com/office/officeart/2005/8/layout/hList6"/>
    <dgm:cxn modelId="{1C251C98-E792-4ABE-B010-74C1F1C4AA54}" type="presOf" srcId="{4A473995-CCBB-4FEE-BF50-7C034B71BF13}" destId="{FBE8FEE5-A808-4236-8BB5-CEB052D4F7CF}" srcOrd="0" destOrd="3" presId="urn:microsoft.com/office/officeart/2005/8/layout/hList6"/>
    <dgm:cxn modelId="{348C9924-09FC-4EB9-B04C-42B2172D20EF}" type="presOf" srcId="{4A8FDAF4-5CBC-4F23-8E2E-9EBCE237F975}" destId="{AF56C7F1-441B-487A-8DDC-80CA5B9B294E}" srcOrd="0" destOrd="0" presId="urn:microsoft.com/office/officeart/2005/8/layout/hList6"/>
    <dgm:cxn modelId="{BE287AC8-D0EB-4FA8-8E3A-C4D2C4263054}" type="presOf" srcId="{4AA53F67-2E4D-4328-B47A-9D56E573EC2A}" destId="{AF56C7F1-441B-487A-8DDC-80CA5B9B294E}" srcOrd="0" destOrd="1" presId="urn:microsoft.com/office/officeart/2005/8/layout/hList6"/>
    <dgm:cxn modelId="{DC4CAB96-9EFD-446B-8B83-329BDE85C720}" srcId="{4A8FDAF4-5CBC-4F23-8E2E-9EBCE237F975}" destId="{96BD7EB3-C283-42CF-A220-CB6CC2E6B683}" srcOrd="1" destOrd="0" parTransId="{116075C2-6979-487E-8B97-B8C3E8E62FB5}" sibTransId="{C1615875-A308-4636-ADF3-A7D18F809E76}"/>
    <dgm:cxn modelId="{A5439FBF-4D2F-48E5-BE5F-3AA5E93408A7}" type="presOf" srcId="{5B080A8B-FC69-47EA-83A1-0C66485EF328}" destId="{AF56C7F1-441B-487A-8DDC-80CA5B9B294E}" srcOrd="0" destOrd="4" presId="urn:microsoft.com/office/officeart/2005/8/layout/hList6"/>
    <dgm:cxn modelId="{74D2B67D-0B85-4338-8280-EB8B3C0B26E8}" srcId="{D8D1D4AD-6143-40FD-9387-9FA910885446}" destId="{B60E97B5-2736-4A68-A7B2-37C1F24580E0}" srcOrd="5" destOrd="0" parTransId="{212D8546-5315-4A27-9FA6-43B22681331A}" sibTransId="{4C743697-BCD1-4C15-8A56-DF92D3D91DAF}"/>
    <dgm:cxn modelId="{EFFABEC4-6F08-47DD-A7A6-36293BA13E1C}" type="presOf" srcId="{E536D1B0-5040-4231-9572-4ED46F459429}" destId="{AF56C7F1-441B-487A-8DDC-80CA5B9B294E}" srcOrd="0" destOrd="3" presId="urn:microsoft.com/office/officeart/2005/8/layout/hList6"/>
    <dgm:cxn modelId="{885FB895-00F4-4E8C-802F-C8343E9D3234}" type="presOf" srcId="{FB8883CE-2E46-44D9-A46A-5BD7DCA9BA1C}" destId="{C8492751-B452-460B-9D42-509B8E54D67A}" srcOrd="0" destOrd="2" presId="urn:microsoft.com/office/officeart/2005/8/layout/hList6"/>
    <dgm:cxn modelId="{70B2C6C6-D5A4-4003-9FCD-43176028C740}" type="presOf" srcId="{51A7A8D6-618C-4A0F-92D6-02E05D2BF9F1}" destId="{12B4F541-3AC9-4A5C-8A2A-0E638FB2232D}" srcOrd="0" destOrd="0" presId="urn:microsoft.com/office/officeart/2005/8/layout/hList6"/>
    <dgm:cxn modelId="{6DA928A4-C5C6-400A-A150-B62A68560831}" srcId="{B60E97B5-2736-4A68-A7B2-37C1F24580E0}" destId="{FB8883CE-2E46-44D9-A46A-5BD7DCA9BA1C}" srcOrd="1" destOrd="0" parTransId="{C760906C-8F3C-434D-9148-A3DB0082F519}" sibTransId="{114F9518-8E6F-49F6-84D9-BFB338BEAD76}"/>
    <dgm:cxn modelId="{0C4CA22C-91BA-40E8-8A89-5822A0454A34}" srcId="{1883F006-FC50-4938-B2B2-E3FA4B7A87B5}" destId="{C41298AC-6CF7-4AF1-9F86-11573CB2E6EA}" srcOrd="1" destOrd="0" parTransId="{5743ED5C-38D0-47CF-A6B8-8BFA5F63D26D}" sibTransId="{D3FF1A1D-95C0-46FC-BE2C-FFFF918BD1B8}"/>
    <dgm:cxn modelId="{D5340F22-117C-4077-8A03-D583F1EB789E}" srcId="{D8D1D4AD-6143-40FD-9387-9FA910885446}" destId="{1883F006-FC50-4938-B2B2-E3FA4B7A87B5}" srcOrd="4" destOrd="0" parTransId="{A5F52396-E011-4699-91FD-45350E84958F}" sibTransId="{804002F8-2F2B-4701-A333-0AE4972168D1}"/>
    <dgm:cxn modelId="{6B128006-47CB-44EE-90C4-16838DF2EF9B}" srcId="{51A7A8D6-618C-4A0F-92D6-02E05D2BF9F1}" destId="{AABDDBB1-8B70-47C2-9E9D-B6D262EBF0F7}" srcOrd="0" destOrd="0" parTransId="{2E1AD252-6230-4957-9B32-AE0E867D6BCE}" sibTransId="{9B1C3EF6-4ECC-4B2D-8F45-9CE7D0CC3739}"/>
    <dgm:cxn modelId="{60B0FD33-D50A-4CDA-8996-03DBD680D0A7}" type="presOf" srcId="{1A4F0902-A544-4B45-BE2F-987DB888EBEB}" destId="{ECECF60D-9B93-4BD0-A377-DBFE6AF34F31}" srcOrd="0" destOrd="3" presId="urn:microsoft.com/office/officeart/2005/8/layout/hList6"/>
    <dgm:cxn modelId="{03392CEA-7F8D-42C6-82AB-FA719F58378A}" type="presOf" srcId="{1C744E0E-BA4E-4332-A0A0-49914A833ED6}" destId="{FBE8FEE5-A808-4236-8BB5-CEB052D4F7CF}" srcOrd="0" destOrd="2" presId="urn:microsoft.com/office/officeart/2005/8/layout/hList6"/>
    <dgm:cxn modelId="{45ED39D2-F11B-4E68-BFC0-288EF7119FDD}" type="presOf" srcId="{E99C975C-7C6A-4806-98F5-2EC81B1E6402}" destId="{ECECF60D-9B93-4BD0-A377-DBFE6AF34F31}" srcOrd="0" destOrd="2" presId="urn:microsoft.com/office/officeart/2005/8/layout/hList6"/>
    <dgm:cxn modelId="{CC9E93B4-5049-40E6-BA9C-43B2D4DCD44A}" type="presOf" srcId="{96BD7EB3-C283-42CF-A220-CB6CC2E6B683}" destId="{AF56C7F1-441B-487A-8DDC-80CA5B9B294E}" srcOrd="0" destOrd="2" presId="urn:microsoft.com/office/officeart/2005/8/layout/hList6"/>
    <dgm:cxn modelId="{7E1FEE6B-EC8D-4DCF-8CF4-D8F4532B2A35}" srcId="{D8D1D4AD-6143-40FD-9387-9FA910885446}" destId="{E538D784-3BF1-463B-984B-DE1146234474}" srcOrd="2" destOrd="0" parTransId="{38EDD988-DB65-4915-906F-E5D8B7A61707}" sibTransId="{D9A9A0BB-C308-44E8-9AB9-92C7F33AAC83}"/>
    <dgm:cxn modelId="{CE1B5BA8-15E4-47C4-BD7F-373AACAB03EA}" type="presOf" srcId="{F6CE290B-C0F7-4452-B61D-5E3B64641E03}" destId="{12B4F541-3AC9-4A5C-8A2A-0E638FB2232D}" srcOrd="0" destOrd="3" presId="urn:microsoft.com/office/officeart/2005/8/layout/hList6"/>
    <dgm:cxn modelId="{6CD37895-3CD2-4B84-AF17-0B806D2AA976}" type="presOf" srcId="{ECF38FF6-F6AB-4C47-B87D-ADD4EFF28777}" destId="{57D4BE4F-0965-47E5-AE20-7C4306F5E5C5}" srcOrd="0" destOrd="3" presId="urn:microsoft.com/office/officeart/2005/8/layout/hList6"/>
    <dgm:cxn modelId="{C8C518C3-D07C-4A84-BCC2-F209AFC46780}" srcId="{1883F006-FC50-4938-B2B2-E3FA4B7A87B5}" destId="{ECF38FF6-F6AB-4C47-B87D-ADD4EFF28777}" srcOrd="2" destOrd="0" parTransId="{8CB02082-823C-4C2A-B0BD-33A1552DA1B8}" sibTransId="{ACA5C235-B8D7-4D74-BCA7-0F05FF3E979F}"/>
    <dgm:cxn modelId="{48BC54A7-1470-4CF4-8A88-45328748F0B9}" type="presOf" srcId="{D8D1D4AD-6143-40FD-9387-9FA910885446}" destId="{3CA2BED1-FA09-446E-89B2-9185BC1779EC}" srcOrd="0" destOrd="0" presId="urn:microsoft.com/office/officeart/2005/8/layout/hList6"/>
    <dgm:cxn modelId="{0EE0A142-D06B-4BEF-8D8D-C6CF7C1D8CDA}" type="presParOf" srcId="{3CA2BED1-FA09-446E-89B2-9185BC1779EC}" destId="{AF56C7F1-441B-487A-8DDC-80CA5B9B294E}" srcOrd="0" destOrd="0" presId="urn:microsoft.com/office/officeart/2005/8/layout/hList6"/>
    <dgm:cxn modelId="{81602866-48FA-4A5B-9293-405408E20E30}" type="presParOf" srcId="{3CA2BED1-FA09-446E-89B2-9185BC1779EC}" destId="{DC29EADD-758C-4250-81B9-E30330CDFCFB}" srcOrd="1" destOrd="0" presId="urn:microsoft.com/office/officeart/2005/8/layout/hList6"/>
    <dgm:cxn modelId="{25D36E22-AEA0-4806-BA65-79CA73CD23BB}" type="presParOf" srcId="{3CA2BED1-FA09-446E-89B2-9185BC1779EC}" destId="{ECECF60D-9B93-4BD0-A377-DBFE6AF34F31}" srcOrd="2" destOrd="0" presId="urn:microsoft.com/office/officeart/2005/8/layout/hList6"/>
    <dgm:cxn modelId="{2B3060CF-1884-45D6-A043-BF606082DB5D}" type="presParOf" srcId="{3CA2BED1-FA09-446E-89B2-9185BC1779EC}" destId="{BD66D1F6-2EDF-425E-B5A2-745B56F11A03}" srcOrd="3" destOrd="0" presId="urn:microsoft.com/office/officeart/2005/8/layout/hList6"/>
    <dgm:cxn modelId="{4DA2A081-DF10-4E8B-8CF6-8012B230A985}" type="presParOf" srcId="{3CA2BED1-FA09-446E-89B2-9185BC1779EC}" destId="{FBE8FEE5-A808-4236-8BB5-CEB052D4F7CF}" srcOrd="4" destOrd="0" presId="urn:microsoft.com/office/officeart/2005/8/layout/hList6"/>
    <dgm:cxn modelId="{6A59500F-8B3C-4675-BA14-35F6D8CE3AFE}" type="presParOf" srcId="{3CA2BED1-FA09-446E-89B2-9185BC1779EC}" destId="{338943E3-AD0C-4993-9B18-73788A88A717}" srcOrd="5" destOrd="0" presId="urn:microsoft.com/office/officeart/2005/8/layout/hList6"/>
    <dgm:cxn modelId="{0D7FC9A9-6FBD-4582-B645-A06830886F48}" type="presParOf" srcId="{3CA2BED1-FA09-446E-89B2-9185BC1779EC}" destId="{12B4F541-3AC9-4A5C-8A2A-0E638FB2232D}" srcOrd="6" destOrd="0" presId="urn:microsoft.com/office/officeart/2005/8/layout/hList6"/>
    <dgm:cxn modelId="{CCC01469-3CCD-4143-ACF4-6CCB79AB82C8}" type="presParOf" srcId="{3CA2BED1-FA09-446E-89B2-9185BC1779EC}" destId="{02DA4D4B-F1A6-431E-B5D3-C9F192EFA617}" srcOrd="7" destOrd="0" presId="urn:microsoft.com/office/officeart/2005/8/layout/hList6"/>
    <dgm:cxn modelId="{45CC79FC-6FCC-4868-BF9C-3E5549D6DC1E}" type="presParOf" srcId="{3CA2BED1-FA09-446E-89B2-9185BC1779EC}" destId="{57D4BE4F-0965-47E5-AE20-7C4306F5E5C5}" srcOrd="8" destOrd="0" presId="urn:microsoft.com/office/officeart/2005/8/layout/hList6"/>
    <dgm:cxn modelId="{DED0BB11-94C7-47F9-A79E-0093A00D0CAC}" type="presParOf" srcId="{3CA2BED1-FA09-446E-89B2-9185BC1779EC}" destId="{8340A64F-5E00-499D-BFB9-EEE5DF9368E7}" srcOrd="9" destOrd="0" presId="urn:microsoft.com/office/officeart/2005/8/layout/hList6"/>
    <dgm:cxn modelId="{8C248D1B-F06E-4989-9D97-B4FA033B8A78}" type="presParOf" srcId="{3CA2BED1-FA09-446E-89B2-9185BC1779EC}" destId="{C8492751-B452-460B-9D42-509B8E54D67A}" srcOrd="1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C20465-CCCB-49EB-8DC2-5B7CA21A3BF8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ECFA53-74AB-4EF3-B0DE-3E68BE49383F}">
      <dgm:prSet phldrT="[文本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使用无障碍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40E9C75-C42D-407D-9CE2-04BD1403D1CF}" type="parTrans" cxnId="{0F3BE6C2-20B2-474F-8FA0-D685277B1744}">
      <dgm:prSet/>
      <dgm:spPr/>
      <dgm:t>
        <a:bodyPr/>
        <a:lstStyle/>
        <a:p>
          <a:pPr algn="ctr"/>
          <a:endParaRPr lang="zh-CN" altLang="en-US"/>
        </a:p>
      </dgm:t>
    </dgm:pt>
    <dgm:pt modelId="{15AA0752-916E-4AF0-8CDC-059EAAFF879A}" type="sibTrans" cxnId="{0F3BE6C2-20B2-474F-8FA0-D685277B1744}">
      <dgm:prSet/>
      <dgm:spPr/>
      <dgm:t>
        <a:bodyPr/>
        <a:lstStyle/>
        <a:p>
          <a:pPr algn="ctr"/>
          <a:endParaRPr lang="zh-CN" altLang="en-US"/>
        </a:p>
      </dgm:t>
    </dgm:pt>
    <dgm:pt modelId="{189AF15C-30F9-49F7-8131-0BB0A4F3FD27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文档是否易学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295CA59-7B2B-4D8F-8FCE-C497CC795903}" type="parTrans" cxnId="{364A222B-4FB4-4E30-8AD9-7D9831A89ED3}">
      <dgm:prSet/>
      <dgm:spPr/>
      <dgm:t>
        <a:bodyPr/>
        <a:lstStyle/>
        <a:p>
          <a:pPr algn="ctr"/>
          <a:endParaRPr lang="zh-CN" altLang="en-US"/>
        </a:p>
      </dgm:t>
    </dgm:pt>
    <dgm:pt modelId="{EA7ACD10-3D39-49C9-A00E-E8F618EE2C79}" type="sibTrans" cxnId="{364A222B-4FB4-4E30-8AD9-7D9831A89ED3}">
      <dgm:prSet/>
      <dgm:spPr/>
      <dgm:t>
        <a:bodyPr/>
        <a:lstStyle/>
        <a:p>
          <a:pPr algn="ctr"/>
          <a:endParaRPr lang="zh-CN" altLang="en-US"/>
        </a:p>
      </dgm:t>
    </dgm:pt>
    <dgm:pt modelId="{D107DEB4-76DD-48BE-8EBB-D77A1DEDF8BA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接入是否简单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5659410-4E9A-43C7-9CB7-A2DC7D993086}" type="parTrans" cxnId="{C8A4785B-2EBF-4E94-86C8-0813455B8168}">
      <dgm:prSet/>
      <dgm:spPr/>
      <dgm:t>
        <a:bodyPr/>
        <a:lstStyle/>
        <a:p>
          <a:pPr algn="ctr"/>
          <a:endParaRPr lang="zh-CN" altLang="en-US"/>
        </a:p>
      </dgm:t>
    </dgm:pt>
    <dgm:pt modelId="{D71112E0-E0FE-45FD-B647-852EC5180A45}" type="sibTrans" cxnId="{C8A4785B-2EBF-4E94-86C8-0813455B8168}">
      <dgm:prSet/>
      <dgm:spPr/>
      <dgm:t>
        <a:bodyPr/>
        <a:lstStyle/>
        <a:p>
          <a:pPr algn="ctr"/>
          <a:endParaRPr lang="zh-CN" altLang="en-US"/>
        </a:p>
      </dgm:t>
    </dgm:pt>
    <dgm:pt modelId="{EFA6137A-8C96-4344-8CF8-4F204C119536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支持是否到位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5C355BA-EB9C-4A8A-9D92-6CAEA41AAA0B}" type="parTrans" cxnId="{807B0A8E-629E-4ADC-8861-9E70F75A5037}">
      <dgm:prSet/>
      <dgm:spPr/>
      <dgm:t>
        <a:bodyPr/>
        <a:lstStyle/>
        <a:p>
          <a:pPr algn="ctr"/>
          <a:endParaRPr lang="zh-CN" altLang="en-US"/>
        </a:p>
      </dgm:t>
    </dgm:pt>
    <dgm:pt modelId="{C70C3F20-340A-42C3-8B0B-D22F30B64E42}" type="sibTrans" cxnId="{807B0A8E-629E-4ADC-8861-9E70F75A5037}">
      <dgm:prSet/>
      <dgm:spPr/>
      <dgm:t>
        <a:bodyPr/>
        <a:lstStyle/>
        <a:p>
          <a:pPr algn="ctr"/>
          <a:endParaRPr lang="zh-CN" altLang="en-US"/>
        </a:p>
      </dgm:t>
    </dgm:pt>
    <dgm:pt modelId="{1E3FF467-2BB9-4109-A0ED-E5043FED4FFD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服务是否稳定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2700EFC-9E91-4D3E-9D85-A7D10CD78597}" type="parTrans" cxnId="{BD61EEF4-434E-4FAC-8B4F-9F8AEA7250E5}">
      <dgm:prSet/>
      <dgm:spPr/>
      <dgm:t>
        <a:bodyPr/>
        <a:lstStyle/>
        <a:p>
          <a:pPr algn="ctr"/>
          <a:endParaRPr lang="zh-CN" altLang="en-US"/>
        </a:p>
      </dgm:t>
    </dgm:pt>
    <dgm:pt modelId="{D73DC9D2-57B6-4E5D-A0DF-825C2939BF17}" type="sibTrans" cxnId="{BD61EEF4-434E-4FAC-8B4F-9F8AEA7250E5}">
      <dgm:prSet/>
      <dgm:spPr/>
      <dgm:t>
        <a:bodyPr/>
        <a:lstStyle/>
        <a:p>
          <a:pPr algn="ctr"/>
          <a:endParaRPr lang="zh-CN" altLang="en-US"/>
        </a:p>
      </dgm:t>
    </dgm:pt>
    <dgm:pt modelId="{CB2574E1-8A6E-49F5-A792-D53623DD856F}">
      <dgm:prSet phldrT="[文本]"/>
      <dgm:spPr>
        <a:solidFill>
          <a:schemeClr val="accent1">
            <a:lumMod val="75000"/>
          </a:schemeClr>
        </a:solidFill>
      </dgm:spPr>
      <dgm:t>
        <a:bodyPr/>
        <a:lstStyle/>
        <a:p>
          <a:pPr algn="ctr"/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用户评价好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500C40-91E0-4864-981C-7545C90ABB27}" type="parTrans" cxnId="{C5D41257-FBA4-4C3A-A19D-8AF330C4A8D1}">
      <dgm:prSet/>
      <dgm:spPr/>
      <dgm:t>
        <a:bodyPr/>
        <a:lstStyle/>
        <a:p>
          <a:pPr algn="ctr"/>
          <a:endParaRPr lang="zh-CN" altLang="en-US"/>
        </a:p>
      </dgm:t>
    </dgm:pt>
    <dgm:pt modelId="{3FA81D7A-6943-4C45-9CDB-28BF36426949}" type="sibTrans" cxnId="{C5D41257-FBA4-4C3A-A19D-8AF330C4A8D1}">
      <dgm:prSet/>
      <dgm:spPr/>
      <dgm:t>
        <a:bodyPr/>
        <a:lstStyle/>
        <a:p>
          <a:pPr algn="ctr"/>
          <a:endParaRPr lang="zh-CN" altLang="en-US"/>
        </a:p>
      </dgm:t>
    </dgm:pt>
    <dgm:pt modelId="{F3CEF744-67C7-4A07-8826-B1DDEB71AC41}" type="pres">
      <dgm:prSet presAssocID="{4BC20465-CCCB-49EB-8DC2-5B7CA21A3BF8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8E440E9-B7D4-4B88-9198-0D85D6066A36}" type="pres">
      <dgm:prSet presAssocID="{66ECFA53-74AB-4EF3-B0DE-3E68BE49383F}" presName="centerShape" presStyleLbl="node0" presStyleIdx="0" presStyleCnt="1" custScaleX="107674" custScaleY="112850"/>
      <dgm:spPr/>
      <dgm:t>
        <a:bodyPr/>
        <a:lstStyle/>
        <a:p>
          <a:endParaRPr lang="zh-CN" altLang="en-US"/>
        </a:p>
      </dgm:t>
    </dgm:pt>
    <dgm:pt modelId="{9AA18743-BAA9-4338-B535-B719C7F4716D}" type="pres">
      <dgm:prSet presAssocID="{189AF15C-30F9-49F7-8131-0BB0A4F3FD27}" presName="node" presStyleLbl="node1" presStyleIdx="0" presStyleCnt="5" custScaleX="122602" custScaleY="11897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C21749B-C11C-4557-9BC9-99CD0F9CB586}" type="pres">
      <dgm:prSet presAssocID="{189AF15C-30F9-49F7-8131-0BB0A4F3FD27}" presName="dummy" presStyleCnt="0"/>
      <dgm:spPr/>
    </dgm:pt>
    <dgm:pt modelId="{55B66AFB-29E5-4FBD-9E94-B00A128B4A96}" type="pres">
      <dgm:prSet presAssocID="{EA7ACD10-3D39-49C9-A00E-E8F618EE2C79}" presName="sibTrans" presStyleLbl="sibTrans2D1" presStyleIdx="0" presStyleCnt="5"/>
      <dgm:spPr/>
      <dgm:t>
        <a:bodyPr/>
        <a:lstStyle/>
        <a:p>
          <a:endParaRPr lang="zh-CN" altLang="en-US"/>
        </a:p>
      </dgm:t>
    </dgm:pt>
    <dgm:pt modelId="{CD1C8FB6-1750-45AC-88C5-8DE422F53011}" type="pres">
      <dgm:prSet presAssocID="{D107DEB4-76DD-48BE-8EBB-D77A1DEDF8BA}" presName="node" presStyleLbl="node1" presStyleIdx="1" presStyleCnt="5" custScaleX="122602" custScaleY="118977" custRadScaleRad="108805" custRadScaleInc="625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419D2BA-FCC4-4E0A-A476-3765199C16A9}" type="pres">
      <dgm:prSet presAssocID="{D107DEB4-76DD-48BE-8EBB-D77A1DEDF8BA}" presName="dummy" presStyleCnt="0"/>
      <dgm:spPr/>
    </dgm:pt>
    <dgm:pt modelId="{6C2C3C67-7BB2-438D-B174-9F2D9E7D7ED9}" type="pres">
      <dgm:prSet presAssocID="{D71112E0-E0FE-45FD-B647-852EC5180A45}" presName="sibTrans" presStyleLbl="sibTrans2D1" presStyleIdx="1" presStyleCnt="5"/>
      <dgm:spPr/>
      <dgm:t>
        <a:bodyPr/>
        <a:lstStyle/>
        <a:p>
          <a:endParaRPr lang="zh-CN" altLang="en-US"/>
        </a:p>
      </dgm:t>
    </dgm:pt>
    <dgm:pt modelId="{5D84ABF1-CF3C-4296-A7EF-079E0A2FAEEA}" type="pres">
      <dgm:prSet presAssocID="{EFA6137A-8C96-4344-8CF8-4F204C119536}" presName="node" presStyleLbl="node1" presStyleIdx="2" presStyleCnt="5" custScaleX="122602" custScaleY="118977" custRadScaleRad="106368" custRadScaleInc="-1868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71056A3-DFE2-44C6-942F-201A8A29E960}" type="pres">
      <dgm:prSet presAssocID="{EFA6137A-8C96-4344-8CF8-4F204C119536}" presName="dummy" presStyleCnt="0"/>
      <dgm:spPr/>
    </dgm:pt>
    <dgm:pt modelId="{0A580F40-694F-4CBF-83BE-64C8469FFE6E}" type="pres">
      <dgm:prSet presAssocID="{C70C3F20-340A-42C3-8B0B-D22F30B64E42}" presName="sibTrans" presStyleLbl="sibTrans2D1" presStyleIdx="2" presStyleCnt="5"/>
      <dgm:spPr/>
      <dgm:t>
        <a:bodyPr/>
        <a:lstStyle/>
        <a:p>
          <a:endParaRPr lang="zh-CN" altLang="en-US"/>
        </a:p>
      </dgm:t>
    </dgm:pt>
    <dgm:pt modelId="{A674E9CB-8890-4F8A-974A-4A7935CA1583}" type="pres">
      <dgm:prSet presAssocID="{1E3FF467-2BB9-4109-A0ED-E5043FED4FFD}" presName="node" presStyleLbl="node1" presStyleIdx="3" presStyleCnt="5" custScaleX="122602" custScaleY="118977" custRadScaleRad="109281" custRadScaleInc="2601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FB3216-DDC8-46CB-94CA-89810D828275}" type="pres">
      <dgm:prSet presAssocID="{1E3FF467-2BB9-4109-A0ED-E5043FED4FFD}" presName="dummy" presStyleCnt="0"/>
      <dgm:spPr/>
    </dgm:pt>
    <dgm:pt modelId="{AB6A2A6B-5FEB-480C-9CE1-C3797964AB23}" type="pres">
      <dgm:prSet presAssocID="{D73DC9D2-57B6-4E5D-A0DF-825C2939BF17}" presName="sibTrans" presStyleLbl="sibTrans2D1" presStyleIdx="3" presStyleCnt="5"/>
      <dgm:spPr/>
      <dgm:t>
        <a:bodyPr/>
        <a:lstStyle/>
        <a:p>
          <a:endParaRPr lang="zh-CN" altLang="en-US"/>
        </a:p>
      </dgm:t>
    </dgm:pt>
    <dgm:pt modelId="{D93391EE-CA82-48CB-A4FD-5EBF433B2891}" type="pres">
      <dgm:prSet presAssocID="{CB2574E1-8A6E-49F5-A792-D53623DD856F}" presName="node" presStyleLbl="node1" presStyleIdx="4" presStyleCnt="5" custScaleX="122602" custScaleY="118977" custRadScaleRad="113038" custRadScaleInc="-889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C75C6D-F301-4464-B972-DA0B91D7C6E6}" type="pres">
      <dgm:prSet presAssocID="{CB2574E1-8A6E-49F5-A792-D53623DD856F}" presName="dummy" presStyleCnt="0"/>
      <dgm:spPr/>
    </dgm:pt>
    <dgm:pt modelId="{CC2DEBC4-B7B0-41EC-9231-5662DEB8FBA7}" type="pres">
      <dgm:prSet presAssocID="{3FA81D7A-6943-4C45-9CDB-28BF36426949}" presName="sibTrans" presStyleLbl="sibTrans2D1" presStyleIdx="4" presStyleCnt="5"/>
      <dgm:spPr/>
      <dgm:t>
        <a:bodyPr/>
        <a:lstStyle/>
        <a:p>
          <a:endParaRPr lang="zh-CN" altLang="en-US"/>
        </a:p>
      </dgm:t>
    </dgm:pt>
  </dgm:ptLst>
  <dgm:cxnLst>
    <dgm:cxn modelId="{8EF30558-657D-45A0-A481-10A4A6408922}" type="presOf" srcId="{C70C3F20-340A-42C3-8B0B-D22F30B64E42}" destId="{0A580F40-694F-4CBF-83BE-64C8469FFE6E}" srcOrd="0" destOrd="0" presId="urn:microsoft.com/office/officeart/2005/8/layout/radial6"/>
    <dgm:cxn modelId="{9802EEDF-81DA-4ADE-92F6-DE20F601D5F8}" type="presOf" srcId="{D73DC9D2-57B6-4E5D-A0DF-825C2939BF17}" destId="{AB6A2A6B-5FEB-480C-9CE1-C3797964AB23}" srcOrd="0" destOrd="0" presId="urn:microsoft.com/office/officeart/2005/8/layout/radial6"/>
    <dgm:cxn modelId="{2247C702-4FF4-4DA8-8B2D-27564FEADA6F}" type="presOf" srcId="{D71112E0-E0FE-45FD-B647-852EC5180A45}" destId="{6C2C3C67-7BB2-438D-B174-9F2D9E7D7ED9}" srcOrd="0" destOrd="0" presId="urn:microsoft.com/office/officeart/2005/8/layout/radial6"/>
    <dgm:cxn modelId="{56D507F8-9434-4B5F-B64F-EEBD51AD44ED}" type="presOf" srcId="{4BC20465-CCCB-49EB-8DC2-5B7CA21A3BF8}" destId="{F3CEF744-67C7-4A07-8826-B1DDEB71AC41}" srcOrd="0" destOrd="0" presId="urn:microsoft.com/office/officeart/2005/8/layout/radial6"/>
    <dgm:cxn modelId="{364A222B-4FB4-4E30-8AD9-7D9831A89ED3}" srcId="{66ECFA53-74AB-4EF3-B0DE-3E68BE49383F}" destId="{189AF15C-30F9-49F7-8131-0BB0A4F3FD27}" srcOrd="0" destOrd="0" parTransId="{9295CA59-7B2B-4D8F-8FCE-C497CC795903}" sibTransId="{EA7ACD10-3D39-49C9-A00E-E8F618EE2C79}"/>
    <dgm:cxn modelId="{C5D41257-FBA4-4C3A-A19D-8AF330C4A8D1}" srcId="{66ECFA53-74AB-4EF3-B0DE-3E68BE49383F}" destId="{CB2574E1-8A6E-49F5-A792-D53623DD856F}" srcOrd="4" destOrd="0" parTransId="{A4500C40-91E0-4864-981C-7545C90ABB27}" sibTransId="{3FA81D7A-6943-4C45-9CDB-28BF36426949}"/>
    <dgm:cxn modelId="{D9DF03DA-6B5B-40D4-98F1-019591C75041}" type="presOf" srcId="{3FA81D7A-6943-4C45-9CDB-28BF36426949}" destId="{CC2DEBC4-B7B0-41EC-9231-5662DEB8FBA7}" srcOrd="0" destOrd="0" presId="urn:microsoft.com/office/officeart/2005/8/layout/radial6"/>
    <dgm:cxn modelId="{B6BF00EC-208F-465E-94B0-7F2BC46F138A}" type="presOf" srcId="{EFA6137A-8C96-4344-8CF8-4F204C119536}" destId="{5D84ABF1-CF3C-4296-A7EF-079E0A2FAEEA}" srcOrd="0" destOrd="0" presId="urn:microsoft.com/office/officeart/2005/8/layout/radial6"/>
    <dgm:cxn modelId="{BD61EEF4-434E-4FAC-8B4F-9F8AEA7250E5}" srcId="{66ECFA53-74AB-4EF3-B0DE-3E68BE49383F}" destId="{1E3FF467-2BB9-4109-A0ED-E5043FED4FFD}" srcOrd="3" destOrd="0" parTransId="{92700EFC-9E91-4D3E-9D85-A7D10CD78597}" sibTransId="{D73DC9D2-57B6-4E5D-A0DF-825C2939BF17}"/>
    <dgm:cxn modelId="{807B0A8E-629E-4ADC-8861-9E70F75A5037}" srcId="{66ECFA53-74AB-4EF3-B0DE-3E68BE49383F}" destId="{EFA6137A-8C96-4344-8CF8-4F204C119536}" srcOrd="2" destOrd="0" parTransId="{15C355BA-EB9C-4A8A-9D92-6CAEA41AAA0B}" sibTransId="{C70C3F20-340A-42C3-8B0B-D22F30B64E42}"/>
    <dgm:cxn modelId="{0F3BE6C2-20B2-474F-8FA0-D685277B1744}" srcId="{4BC20465-CCCB-49EB-8DC2-5B7CA21A3BF8}" destId="{66ECFA53-74AB-4EF3-B0DE-3E68BE49383F}" srcOrd="0" destOrd="0" parTransId="{640E9C75-C42D-407D-9CE2-04BD1403D1CF}" sibTransId="{15AA0752-916E-4AF0-8CDC-059EAAFF879A}"/>
    <dgm:cxn modelId="{C8A4785B-2EBF-4E94-86C8-0813455B8168}" srcId="{66ECFA53-74AB-4EF3-B0DE-3E68BE49383F}" destId="{D107DEB4-76DD-48BE-8EBB-D77A1DEDF8BA}" srcOrd="1" destOrd="0" parTransId="{C5659410-4E9A-43C7-9CB7-A2DC7D993086}" sibTransId="{D71112E0-E0FE-45FD-B647-852EC5180A45}"/>
    <dgm:cxn modelId="{77938FA2-080B-4D4A-93CD-B3E8C9015BAB}" type="presOf" srcId="{CB2574E1-8A6E-49F5-A792-D53623DD856F}" destId="{D93391EE-CA82-48CB-A4FD-5EBF433B2891}" srcOrd="0" destOrd="0" presId="urn:microsoft.com/office/officeart/2005/8/layout/radial6"/>
    <dgm:cxn modelId="{73E365CA-A734-4BE9-B430-DC3DDFD3203D}" type="presOf" srcId="{189AF15C-30F9-49F7-8131-0BB0A4F3FD27}" destId="{9AA18743-BAA9-4338-B535-B719C7F4716D}" srcOrd="0" destOrd="0" presId="urn:microsoft.com/office/officeart/2005/8/layout/radial6"/>
    <dgm:cxn modelId="{8310BFEE-604A-4877-8D42-21043BACD7A4}" type="presOf" srcId="{66ECFA53-74AB-4EF3-B0DE-3E68BE49383F}" destId="{A8E440E9-B7D4-4B88-9198-0D85D6066A36}" srcOrd="0" destOrd="0" presId="urn:microsoft.com/office/officeart/2005/8/layout/radial6"/>
    <dgm:cxn modelId="{1523AFC8-C3AC-4FDA-96E7-A494A7105E4E}" type="presOf" srcId="{D107DEB4-76DD-48BE-8EBB-D77A1DEDF8BA}" destId="{CD1C8FB6-1750-45AC-88C5-8DE422F53011}" srcOrd="0" destOrd="0" presId="urn:microsoft.com/office/officeart/2005/8/layout/radial6"/>
    <dgm:cxn modelId="{95F976D4-5CDD-4EFD-ADBC-E4F4F9EC64CA}" type="presOf" srcId="{EA7ACD10-3D39-49C9-A00E-E8F618EE2C79}" destId="{55B66AFB-29E5-4FBD-9E94-B00A128B4A96}" srcOrd="0" destOrd="0" presId="urn:microsoft.com/office/officeart/2005/8/layout/radial6"/>
    <dgm:cxn modelId="{2E1C3C9F-4CE2-4492-8404-D7A689A7F1E9}" type="presOf" srcId="{1E3FF467-2BB9-4109-A0ED-E5043FED4FFD}" destId="{A674E9CB-8890-4F8A-974A-4A7935CA1583}" srcOrd="0" destOrd="0" presId="urn:microsoft.com/office/officeart/2005/8/layout/radial6"/>
    <dgm:cxn modelId="{BD82A2B8-7890-4317-805C-1D9B593EA8E0}" type="presParOf" srcId="{F3CEF744-67C7-4A07-8826-B1DDEB71AC41}" destId="{A8E440E9-B7D4-4B88-9198-0D85D6066A36}" srcOrd="0" destOrd="0" presId="urn:microsoft.com/office/officeart/2005/8/layout/radial6"/>
    <dgm:cxn modelId="{5A8BB63F-6F75-40D5-905F-A2C82FEEAC85}" type="presParOf" srcId="{F3CEF744-67C7-4A07-8826-B1DDEB71AC41}" destId="{9AA18743-BAA9-4338-B535-B719C7F4716D}" srcOrd="1" destOrd="0" presId="urn:microsoft.com/office/officeart/2005/8/layout/radial6"/>
    <dgm:cxn modelId="{2B97EC31-3BF4-417E-AA9F-864538F8F721}" type="presParOf" srcId="{F3CEF744-67C7-4A07-8826-B1DDEB71AC41}" destId="{FC21749B-C11C-4557-9BC9-99CD0F9CB586}" srcOrd="2" destOrd="0" presId="urn:microsoft.com/office/officeart/2005/8/layout/radial6"/>
    <dgm:cxn modelId="{526CDDDD-6478-4058-B478-0877F1FAB676}" type="presParOf" srcId="{F3CEF744-67C7-4A07-8826-B1DDEB71AC41}" destId="{55B66AFB-29E5-4FBD-9E94-B00A128B4A96}" srcOrd="3" destOrd="0" presId="urn:microsoft.com/office/officeart/2005/8/layout/radial6"/>
    <dgm:cxn modelId="{E83F7E8C-0ECA-4252-8103-50A22E145872}" type="presParOf" srcId="{F3CEF744-67C7-4A07-8826-B1DDEB71AC41}" destId="{CD1C8FB6-1750-45AC-88C5-8DE422F53011}" srcOrd="4" destOrd="0" presId="urn:microsoft.com/office/officeart/2005/8/layout/radial6"/>
    <dgm:cxn modelId="{F755419F-4018-46E5-81E6-2A5CF98C4EE2}" type="presParOf" srcId="{F3CEF744-67C7-4A07-8826-B1DDEB71AC41}" destId="{A419D2BA-FCC4-4E0A-A476-3765199C16A9}" srcOrd="5" destOrd="0" presId="urn:microsoft.com/office/officeart/2005/8/layout/radial6"/>
    <dgm:cxn modelId="{482D117B-9838-4B3C-BB51-A71D48B66C21}" type="presParOf" srcId="{F3CEF744-67C7-4A07-8826-B1DDEB71AC41}" destId="{6C2C3C67-7BB2-438D-B174-9F2D9E7D7ED9}" srcOrd="6" destOrd="0" presId="urn:microsoft.com/office/officeart/2005/8/layout/radial6"/>
    <dgm:cxn modelId="{4E3EA755-4DC4-4D35-BE16-40B933F71EBB}" type="presParOf" srcId="{F3CEF744-67C7-4A07-8826-B1DDEB71AC41}" destId="{5D84ABF1-CF3C-4296-A7EF-079E0A2FAEEA}" srcOrd="7" destOrd="0" presId="urn:microsoft.com/office/officeart/2005/8/layout/radial6"/>
    <dgm:cxn modelId="{3885DC08-3C00-4261-A76A-038B96F70EAB}" type="presParOf" srcId="{F3CEF744-67C7-4A07-8826-B1DDEB71AC41}" destId="{D71056A3-DFE2-44C6-942F-201A8A29E960}" srcOrd="8" destOrd="0" presId="urn:microsoft.com/office/officeart/2005/8/layout/radial6"/>
    <dgm:cxn modelId="{EE90DEE9-81D0-40CC-BC1C-97DAECE39DED}" type="presParOf" srcId="{F3CEF744-67C7-4A07-8826-B1DDEB71AC41}" destId="{0A580F40-694F-4CBF-83BE-64C8469FFE6E}" srcOrd="9" destOrd="0" presId="urn:microsoft.com/office/officeart/2005/8/layout/radial6"/>
    <dgm:cxn modelId="{909EEA8F-7FDF-4E61-8810-557271F5B47E}" type="presParOf" srcId="{F3CEF744-67C7-4A07-8826-B1DDEB71AC41}" destId="{A674E9CB-8890-4F8A-974A-4A7935CA1583}" srcOrd="10" destOrd="0" presId="urn:microsoft.com/office/officeart/2005/8/layout/radial6"/>
    <dgm:cxn modelId="{E1C8DA38-0F4B-458F-BD80-D9B617348CC7}" type="presParOf" srcId="{F3CEF744-67C7-4A07-8826-B1DDEB71AC41}" destId="{D0FB3216-DDC8-46CB-94CA-89810D828275}" srcOrd="11" destOrd="0" presId="urn:microsoft.com/office/officeart/2005/8/layout/radial6"/>
    <dgm:cxn modelId="{255E1FC3-1417-4A40-AD09-F45785C915F9}" type="presParOf" srcId="{F3CEF744-67C7-4A07-8826-B1DDEB71AC41}" destId="{AB6A2A6B-5FEB-480C-9CE1-C3797964AB23}" srcOrd="12" destOrd="0" presId="urn:microsoft.com/office/officeart/2005/8/layout/radial6"/>
    <dgm:cxn modelId="{471DABD5-49B7-4AAA-9946-061648E76E66}" type="presParOf" srcId="{F3CEF744-67C7-4A07-8826-B1DDEB71AC41}" destId="{D93391EE-CA82-48CB-A4FD-5EBF433B2891}" srcOrd="13" destOrd="0" presId="urn:microsoft.com/office/officeart/2005/8/layout/radial6"/>
    <dgm:cxn modelId="{FE80DA52-0CAD-42B9-ADB9-396115DF2B51}" type="presParOf" srcId="{F3CEF744-67C7-4A07-8826-B1DDEB71AC41}" destId="{E6C75C6D-F301-4464-B972-DA0B91D7C6E6}" srcOrd="14" destOrd="0" presId="urn:microsoft.com/office/officeart/2005/8/layout/radial6"/>
    <dgm:cxn modelId="{8957BCFF-A289-49F0-BC3D-F919AB0C6FA0}" type="presParOf" srcId="{F3CEF744-67C7-4A07-8826-B1DDEB71AC41}" destId="{CC2DEBC4-B7B0-41EC-9231-5662DEB8FBA7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834B80-4442-453E-8B4C-43D2B550C5F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2DA205A-FE1E-42C0-9C39-95A314E9C1D0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拿开源版本自己改改再开发一个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F41498-BBE5-4B50-9591-368FDC1D0B17}" type="par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05717AE1-8D5D-41ED-9439-BDCB46CAFC61}" type="sib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162F3CD9-CF33-48BD-9C90-5358557BFC5F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深入沟通交流，通过项目协作或资源贡献，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push</a:t>
          </a:r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对方排期实现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B9B8E5-957F-48FE-9476-D1A47D7ED5FF}" type="par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233EC7DE-A709-4DCB-8653-D3F7900FDC14}" type="sib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9ADC9E58-CB46-413E-BF20-57DBD022AA3B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通过管理层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push</a:t>
          </a:r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对方排期实现。</a:t>
          </a:r>
          <a:endParaRPr lang="zh-CN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252199-F340-46C6-8884-C7E0F9550B27}" type="parTrans" cxnId="{324E9381-6C9A-4AE4-B004-5221C1FCF320}">
      <dgm:prSet/>
      <dgm:spPr/>
      <dgm:t>
        <a:bodyPr/>
        <a:lstStyle/>
        <a:p>
          <a:endParaRPr lang="zh-CN" altLang="en-US"/>
        </a:p>
      </dgm:t>
    </dgm:pt>
    <dgm:pt modelId="{392BECC0-6DF1-4FD8-8B9E-BC19828A4995}" type="sibTrans" cxnId="{324E9381-6C9A-4AE4-B004-5221C1FCF320}">
      <dgm:prSet/>
      <dgm:spPr/>
      <dgm:t>
        <a:bodyPr/>
        <a:lstStyle/>
        <a:p>
          <a:endParaRPr lang="zh-CN" altLang="en-US"/>
        </a:p>
      </dgm:t>
    </dgm:pt>
    <dgm:pt modelId="{5077DA44-B1CE-4BC2-9ECF-0AB77936108D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要求对方开放源码，自己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fork</a:t>
          </a:r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一个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747E80-4172-46D2-AB3C-C489F32119CC}" type="par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53A80C05-54DA-419D-8E88-A165EFA5DAF9}" type="sib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4BF09E3D-C552-4D9D-9544-60650366727C}" type="pres">
      <dgm:prSet presAssocID="{49834B80-4442-453E-8B4C-43D2B550C5F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5F07C092-9BD7-4C31-8776-EDEC7F413012}" type="pres">
      <dgm:prSet presAssocID="{49834B80-4442-453E-8B4C-43D2B550C5F2}" presName="Name1" presStyleCnt="0"/>
      <dgm:spPr/>
    </dgm:pt>
    <dgm:pt modelId="{835D8C7B-CAA5-4A72-B988-16900E51CAA6}" type="pres">
      <dgm:prSet presAssocID="{49834B80-4442-453E-8B4C-43D2B550C5F2}" presName="cycle" presStyleCnt="0"/>
      <dgm:spPr/>
    </dgm:pt>
    <dgm:pt modelId="{3CBC66A1-EBD4-420D-BF98-806080F8B7E5}" type="pres">
      <dgm:prSet presAssocID="{49834B80-4442-453E-8B4C-43D2B550C5F2}" presName="srcNode" presStyleLbl="node1" presStyleIdx="0" presStyleCnt="4"/>
      <dgm:spPr/>
    </dgm:pt>
    <dgm:pt modelId="{496E39C5-AB85-4A0B-AF04-E81644700DCA}" type="pres">
      <dgm:prSet presAssocID="{49834B80-4442-453E-8B4C-43D2B550C5F2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D7541350-1153-4DCB-9F42-0DD294C2C7C7}" type="pres">
      <dgm:prSet presAssocID="{49834B80-4442-453E-8B4C-43D2B550C5F2}" presName="extraNode" presStyleLbl="node1" presStyleIdx="0" presStyleCnt="4"/>
      <dgm:spPr/>
    </dgm:pt>
    <dgm:pt modelId="{3C34E553-3B09-45E4-A288-FEB922ED82B8}" type="pres">
      <dgm:prSet presAssocID="{49834B80-4442-453E-8B4C-43D2B550C5F2}" presName="dstNode" presStyleLbl="node1" presStyleIdx="0" presStyleCnt="4"/>
      <dgm:spPr/>
    </dgm:pt>
    <dgm:pt modelId="{3510144B-CEB2-4ABB-A17F-127853F1F9CD}" type="pres">
      <dgm:prSet presAssocID="{D2DA205A-FE1E-42C0-9C39-95A314E9C1D0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15B3BE-DA83-418E-897A-CB547C99D14D}" type="pres">
      <dgm:prSet presAssocID="{D2DA205A-FE1E-42C0-9C39-95A314E9C1D0}" presName="accent_1" presStyleCnt="0"/>
      <dgm:spPr/>
    </dgm:pt>
    <dgm:pt modelId="{9AF8F68B-10CA-4171-A99B-E278DCE59EFC}" type="pres">
      <dgm:prSet presAssocID="{D2DA205A-FE1E-42C0-9C39-95A314E9C1D0}" presName="accentRepeatNode" presStyleLbl="solidFgAcc1" presStyleIdx="0" presStyleCnt="4"/>
      <dgm:spPr/>
    </dgm:pt>
    <dgm:pt modelId="{6CFF598F-668A-43B1-9FD2-85462F65B26F}" type="pres">
      <dgm:prSet presAssocID="{5077DA44-B1CE-4BC2-9ECF-0AB77936108D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5D3F8CD-61D8-44F8-9636-F74D5E156605}" type="pres">
      <dgm:prSet presAssocID="{5077DA44-B1CE-4BC2-9ECF-0AB77936108D}" presName="accent_2" presStyleCnt="0"/>
      <dgm:spPr/>
    </dgm:pt>
    <dgm:pt modelId="{6E5C77C4-B490-4062-A29E-81316C8BF19F}" type="pres">
      <dgm:prSet presAssocID="{5077DA44-B1CE-4BC2-9ECF-0AB77936108D}" presName="accentRepeatNode" presStyleLbl="solidFgAcc1" presStyleIdx="1" presStyleCnt="4"/>
      <dgm:spPr/>
    </dgm:pt>
    <dgm:pt modelId="{3E567425-5038-41DA-88DB-C2F375A0A4F9}" type="pres">
      <dgm:prSet presAssocID="{162F3CD9-CF33-48BD-9C90-5358557BFC5F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8F82F3-759B-467F-A5A5-11892969BB86}" type="pres">
      <dgm:prSet presAssocID="{162F3CD9-CF33-48BD-9C90-5358557BFC5F}" presName="accent_3" presStyleCnt="0"/>
      <dgm:spPr/>
    </dgm:pt>
    <dgm:pt modelId="{DF5AAE91-30F3-4C98-8177-B2C2FE41FDBD}" type="pres">
      <dgm:prSet presAssocID="{162F3CD9-CF33-48BD-9C90-5358557BFC5F}" presName="accentRepeatNode" presStyleLbl="solidFgAcc1" presStyleIdx="2" presStyleCnt="4"/>
      <dgm:spPr/>
    </dgm:pt>
    <dgm:pt modelId="{FF5A68B2-F3DF-486F-875A-532B51EF8257}" type="pres">
      <dgm:prSet presAssocID="{9ADC9E58-CB46-413E-BF20-57DBD022AA3B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A820C0-AB64-4FA7-80DA-89CF3FFC2F30}" type="pres">
      <dgm:prSet presAssocID="{9ADC9E58-CB46-413E-BF20-57DBD022AA3B}" presName="accent_4" presStyleCnt="0"/>
      <dgm:spPr/>
    </dgm:pt>
    <dgm:pt modelId="{6CA1C6E9-373B-477D-B59C-AC8DD24428F3}" type="pres">
      <dgm:prSet presAssocID="{9ADC9E58-CB46-413E-BF20-57DBD022AA3B}" presName="accentRepeatNode" presStyleLbl="solidFgAcc1" presStyleIdx="3" presStyleCnt="4"/>
      <dgm:spPr/>
    </dgm:pt>
  </dgm:ptLst>
  <dgm:cxnLst>
    <dgm:cxn modelId="{B2150819-FE62-4F7A-BA6C-3FF4C10276B7}" type="presOf" srcId="{9ADC9E58-CB46-413E-BF20-57DBD022AA3B}" destId="{FF5A68B2-F3DF-486F-875A-532B51EF8257}" srcOrd="0" destOrd="0" presId="urn:microsoft.com/office/officeart/2008/layout/VerticalCurvedList"/>
    <dgm:cxn modelId="{7791CADD-F831-4A2A-9B0C-9EB73D18F949}" type="presOf" srcId="{05717AE1-8D5D-41ED-9439-BDCB46CAFC61}" destId="{496E39C5-AB85-4A0B-AF04-E81644700DCA}" srcOrd="0" destOrd="0" presId="urn:microsoft.com/office/officeart/2008/layout/VerticalCurvedList"/>
    <dgm:cxn modelId="{324E9381-6C9A-4AE4-B004-5221C1FCF320}" srcId="{49834B80-4442-453E-8B4C-43D2B550C5F2}" destId="{9ADC9E58-CB46-413E-BF20-57DBD022AA3B}" srcOrd="3" destOrd="0" parTransId="{9D252199-F340-46C6-8884-C7E0F9550B27}" sibTransId="{392BECC0-6DF1-4FD8-8B9E-BC19828A4995}"/>
    <dgm:cxn modelId="{B1B2FEEF-CE8A-4CEA-A7F3-DAE39544960B}" srcId="{49834B80-4442-453E-8B4C-43D2B550C5F2}" destId="{D2DA205A-FE1E-42C0-9C39-95A314E9C1D0}" srcOrd="0" destOrd="0" parTransId="{C6F41498-BBE5-4B50-9591-368FDC1D0B17}" sibTransId="{05717AE1-8D5D-41ED-9439-BDCB46CAFC61}"/>
    <dgm:cxn modelId="{DD1FFE9A-182D-4E3F-A975-5521CFE1BCD1}" type="presOf" srcId="{49834B80-4442-453E-8B4C-43D2B550C5F2}" destId="{4BF09E3D-C552-4D9D-9544-60650366727C}" srcOrd="0" destOrd="0" presId="urn:microsoft.com/office/officeart/2008/layout/VerticalCurvedList"/>
    <dgm:cxn modelId="{613599A4-2BB9-4570-B75A-905AC70F2ED8}" type="presOf" srcId="{5077DA44-B1CE-4BC2-9ECF-0AB77936108D}" destId="{6CFF598F-668A-43B1-9FD2-85462F65B26F}" srcOrd="0" destOrd="0" presId="urn:microsoft.com/office/officeart/2008/layout/VerticalCurvedList"/>
    <dgm:cxn modelId="{6B91323C-1BC5-499A-8BB4-18BD5DBEAD90}" srcId="{49834B80-4442-453E-8B4C-43D2B550C5F2}" destId="{5077DA44-B1CE-4BC2-9ECF-0AB77936108D}" srcOrd="1" destOrd="0" parTransId="{28747E80-4172-46D2-AB3C-C489F32119CC}" sibTransId="{53A80C05-54DA-419D-8E88-A165EFA5DAF9}"/>
    <dgm:cxn modelId="{0500B024-414C-4046-BFB5-27F1083950CF}" type="presOf" srcId="{162F3CD9-CF33-48BD-9C90-5358557BFC5F}" destId="{3E567425-5038-41DA-88DB-C2F375A0A4F9}" srcOrd="0" destOrd="0" presId="urn:microsoft.com/office/officeart/2008/layout/VerticalCurvedList"/>
    <dgm:cxn modelId="{D1E79CE9-06C0-4515-8CA9-D04AEEDC73B5}" srcId="{49834B80-4442-453E-8B4C-43D2B550C5F2}" destId="{162F3CD9-CF33-48BD-9C90-5358557BFC5F}" srcOrd="2" destOrd="0" parTransId="{D2B9B8E5-957F-48FE-9476-D1A47D7ED5FF}" sibTransId="{233EC7DE-A709-4DCB-8653-D3F7900FDC14}"/>
    <dgm:cxn modelId="{C7838830-E361-4616-9BEB-79AB09A2419E}" type="presOf" srcId="{D2DA205A-FE1E-42C0-9C39-95A314E9C1D0}" destId="{3510144B-CEB2-4ABB-A17F-127853F1F9CD}" srcOrd="0" destOrd="0" presId="urn:microsoft.com/office/officeart/2008/layout/VerticalCurvedList"/>
    <dgm:cxn modelId="{FE91108D-1A85-47A4-9FCA-12EF91A50398}" type="presParOf" srcId="{4BF09E3D-C552-4D9D-9544-60650366727C}" destId="{5F07C092-9BD7-4C31-8776-EDEC7F413012}" srcOrd="0" destOrd="0" presId="urn:microsoft.com/office/officeart/2008/layout/VerticalCurvedList"/>
    <dgm:cxn modelId="{7A35998A-A95E-4ED7-9F34-7B7583C3325F}" type="presParOf" srcId="{5F07C092-9BD7-4C31-8776-EDEC7F413012}" destId="{835D8C7B-CAA5-4A72-B988-16900E51CAA6}" srcOrd="0" destOrd="0" presId="urn:microsoft.com/office/officeart/2008/layout/VerticalCurvedList"/>
    <dgm:cxn modelId="{2D121493-88E8-4F91-9936-84933452F5C3}" type="presParOf" srcId="{835D8C7B-CAA5-4A72-B988-16900E51CAA6}" destId="{3CBC66A1-EBD4-420D-BF98-806080F8B7E5}" srcOrd="0" destOrd="0" presId="urn:microsoft.com/office/officeart/2008/layout/VerticalCurvedList"/>
    <dgm:cxn modelId="{004872FC-DEB6-4379-A913-2A5201B2C988}" type="presParOf" srcId="{835D8C7B-CAA5-4A72-B988-16900E51CAA6}" destId="{496E39C5-AB85-4A0B-AF04-E81644700DCA}" srcOrd="1" destOrd="0" presId="urn:microsoft.com/office/officeart/2008/layout/VerticalCurvedList"/>
    <dgm:cxn modelId="{15653F39-E550-4497-BF7F-C03310407B07}" type="presParOf" srcId="{835D8C7B-CAA5-4A72-B988-16900E51CAA6}" destId="{D7541350-1153-4DCB-9F42-0DD294C2C7C7}" srcOrd="2" destOrd="0" presId="urn:microsoft.com/office/officeart/2008/layout/VerticalCurvedList"/>
    <dgm:cxn modelId="{F0A7B57F-EEAD-4908-971D-872D4F1AE966}" type="presParOf" srcId="{835D8C7B-CAA5-4A72-B988-16900E51CAA6}" destId="{3C34E553-3B09-45E4-A288-FEB922ED82B8}" srcOrd="3" destOrd="0" presId="urn:microsoft.com/office/officeart/2008/layout/VerticalCurvedList"/>
    <dgm:cxn modelId="{5F5964BC-67DF-4669-A8D5-13C2DEDF45BA}" type="presParOf" srcId="{5F07C092-9BD7-4C31-8776-EDEC7F413012}" destId="{3510144B-CEB2-4ABB-A17F-127853F1F9CD}" srcOrd="1" destOrd="0" presId="urn:microsoft.com/office/officeart/2008/layout/VerticalCurvedList"/>
    <dgm:cxn modelId="{18382097-91F6-4C9C-88BA-2C842EAD0F87}" type="presParOf" srcId="{5F07C092-9BD7-4C31-8776-EDEC7F413012}" destId="{EA15B3BE-DA83-418E-897A-CB547C99D14D}" srcOrd="2" destOrd="0" presId="urn:microsoft.com/office/officeart/2008/layout/VerticalCurvedList"/>
    <dgm:cxn modelId="{B3ADD864-CF1F-40D0-8AA2-8A1A29A3482B}" type="presParOf" srcId="{EA15B3BE-DA83-418E-897A-CB547C99D14D}" destId="{9AF8F68B-10CA-4171-A99B-E278DCE59EFC}" srcOrd="0" destOrd="0" presId="urn:microsoft.com/office/officeart/2008/layout/VerticalCurvedList"/>
    <dgm:cxn modelId="{C9AF3218-F631-44A9-8372-ABD18FB5F005}" type="presParOf" srcId="{5F07C092-9BD7-4C31-8776-EDEC7F413012}" destId="{6CFF598F-668A-43B1-9FD2-85462F65B26F}" srcOrd="3" destOrd="0" presId="urn:microsoft.com/office/officeart/2008/layout/VerticalCurvedList"/>
    <dgm:cxn modelId="{165E573E-CC4F-47D9-BB78-ECE40E000A9C}" type="presParOf" srcId="{5F07C092-9BD7-4C31-8776-EDEC7F413012}" destId="{65D3F8CD-61D8-44F8-9636-F74D5E156605}" srcOrd="4" destOrd="0" presId="urn:microsoft.com/office/officeart/2008/layout/VerticalCurvedList"/>
    <dgm:cxn modelId="{408110A8-AA1D-4A59-9216-F9FB2E236B4B}" type="presParOf" srcId="{65D3F8CD-61D8-44F8-9636-F74D5E156605}" destId="{6E5C77C4-B490-4062-A29E-81316C8BF19F}" srcOrd="0" destOrd="0" presId="urn:microsoft.com/office/officeart/2008/layout/VerticalCurvedList"/>
    <dgm:cxn modelId="{A5773562-95D1-4D7C-8D9C-67A3877C3ADA}" type="presParOf" srcId="{5F07C092-9BD7-4C31-8776-EDEC7F413012}" destId="{3E567425-5038-41DA-88DB-C2F375A0A4F9}" srcOrd="5" destOrd="0" presId="urn:microsoft.com/office/officeart/2008/layout/VerticalCurvedList"/>
    <dgm:cxn modelId="{85146EB2-1532-4B2C-88FF-428A5D7586E7}" type="presParOf" srcId="{5F07C092-9BD7-4C31-8776-EDEC7F413012}" destId="{138F82F3-759B-467F-A5A5-11892969BB86}" srcOrd="6" destOrd="0" presId="urn:microsoft.com/office/officeart/2008/layout/VerticalCurvedList"/>
    <dgm:cxn modelId="{92E32000-6EEE-4DE9-B85F-45F34D888F7D}" type="presParOf" srcId="{138F82F3-759B-467F-A5A5-11892969BB86}" destId="{DF5AAE91-30F3-4C98-8177-B2C2FE41FDBD}" srcOrd="0" destOrd="0" presId="urn:microsoft.com/office/officeart/2008/layout/VerticalCurvedList"/>
    <dgm:cxn modelId="{8B1F4BC8-924F-4784-8A5E-2099F5B8E187}" type="presParOf" srcId="{5F07C092-9BD7-4C31-8776-EDEC7F413012}" destId="{FF5A68B2-F3DF-486F-875A-532B51EF8257}" srcOrd="7" destOrd="0" presId="urn:microsoft.com/office/officeart/2008/layout/VerticalCurvedList"/>
    <dgm:cxn modelId="{E187F84E-4A3A-4AC2-96AF-5FA18B52B645}" type="presParOf" srcId="{5F07C092-9BD7-4C31-8776-EDEC7F413012}" destId="{F9A820C0-AB64-4FA7-80DA-89CF3FFC2F30}" srcOrd="8" destOrd="0" presId="urn:microsoft.com/office/officeart/2008/layout/VerticalCurvedList"/>
    <dgm:cxn modelId="{3E93B86B-209A-4C2B-BDD6-7E16F4844697}" type="presParOf" srcId="{F9A820C0-AB64-4FA7-80DA-89CF3FFC2F30}" destId="{6CA1C6E9-373B-477D-B59C-AC8DD24428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834B80-4442-453E-8B4C-43D2B550C5F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2DA205A-FE1E-42C0-9C39-95A314E9C1D0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单独写一套接口，专供他们调用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F41498-BBE5-4B50-9591-368FDC1D0B17}" type="par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05717AE1-8D5D-41ED-9439-BDCB46CAFC61}" type="sib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162F3CD9-CF33-48BD-9C90-5358557BFC5F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单独把该功能接口化，可以服务更多用户</a:t>
          </a:r>
          <a:r>
            <a: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B9B8E5-957F-48FE-9476-D1A47D7ED5FF}" type="par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233EC7DE-A709-4DCB-8653-D3F7900FDC14}" type="sib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9ADC9E58-CB46-413E-BF20-57DBD022AA3B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系统设计时候即将此功能接口化、平台化，自身服务作为一个调用者。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252199-F340-46C6-8884-C7E0F9550B27}" type="parTrans" cxnId="{324E9381-6C9A-4AE4-B004-5221C1FCF320}">
      <dgm:prSet/>
      <dgm:spPr/>
      <dgm:t>
        <a:bodyPr/>
        <a:lstStyle/>
        <a:p>
          <a:endParaRPr lang="zh-CN" altLang="en-US"/>
        </a:p>
      </dgm:t>
    </dgm:pt>
    <dgm:pt modelId="{392BECC0-6DF1-4FD8-8B9E-BC19828A4995}" type="sibTrans" cxnId="{324E9381-6C9A-4AE4-B004-5221C1FCF320}">
      <dgm:prSet/>
      <dgm:spPr/>
      <dgm:t>
        <a:bodyPr/>
        <a:lstStyle/>
        <a:p>
          <a:endParaRPr lang="zh-CN" altLang="en-US"/>
        </a:p>
      </dgm:t>
    </dgm:pt>
    <dgm:pt modelId="{5077DA44-B1CE-4BC2-9ECF-0AB77936108D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通过数据库开放权限或者开放共享内存，让另外一个产品线也能获得数据；</a:t>
          </a:r>
          <a:endParaRPr 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8747E80-4172-46D2-AB3C-C489F32119CC}" type="par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53A80C05-54DA-419D-8E88-A165EFA5DAF9}" type="sib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4BF09E3D-C552-4D9D-9544-60650366727C}" type="pres">
      <dgm:prSet presAssocID="{49834B80-4442-453E-8B4C-43D2B550C5F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5F07C092-9BD7-4C31-8776-EDEC7F413012}" type="pres">
      <dgm:prSet presAssocID="{49834B80-4442-453E-8B4C-43D2B550C5F2}" presName="Name1" presStyleCnt="0"/>
      <dgm:spPr/>
    </dgm:pt>
    <dgm:pt modelId="{835D8C7B-CAA5-4A72-B988-16900E51CAA6}" type="pres">
      <dgm:prSet presAssocID="{49834B80-4442-453E-8B4C-43D2B550C5F2}" presName="cycle" presStyleCnt="0"/>
      <dgm:spPr/>
    </dgm:pt>
    <dgm:pt modelId="{3CBC66A1-EBD4-420D-BF98-806080F8B7E5}" type="pres">
      <dgm:prSet presAssocID="{49834B80-4442-453E-8B4C-43D2B550C5F2}" presName="srcNode" presStyleLbl="node1" presStyleIdx="0" presStyleCnt="4"/>
      <dgm:spPr/>
    </dgm:pt>
    <dgm:pt modelId="{496E39C5-AB85-4A0B-AF04-E81644700DCA}" type="pres">
      <dgm:prSet presAssocID="{49834B80-4442-453E-8B4C-43D2B550C5F2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D7541350-1153-4DCB-9F42-0DD294C2C7C7}" type="pres">
      <dgm:prSet presAssocID="{49834B80-4442-453E-8B4C-43D2B550C5F2}" presName="extraNode" presStyleLbl="node1" presStyleIdx="0" presStyleCnt="4"/>
      <dgm:spPr/>
    </dgm:pt>
    <dgm:pt modelId="{3C34E553-3B09-45E4-A288-FEB922ED82B8}" type="pres">
      <dgm:prSet presAssocID="{49834B80-4442-453E-8B4C-43D2B550C5F2}" presName="dstNode" presStyleLbl="node1" presStyleIdx="0" presStyleCnt="4"/>
      <dgm:spPr/>
    </dgm:pt>
    <dgm:pt modelId="{3510144B-CEB2-4ABB-A17F-127853F1F9CD}" type="pres">
      <dgm:prSet presAssocID="{D2DA205A-FE1E-42C0-9C39-95A314E9C1D0}" presName="text_1" presStyleLbl="node1" presStyleIdx="0" presStyleCnt="4" custScaleX="10316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15B3BE-DA83-418E-897A-CB547C99D14D}" type="pres">
      <dgm:prSet presAssocID="{D2DA205A-FE1E-42C0-9C39-95A314E9C1D0}" presName="accent_1" presStyleCnt="0"/>
      <dgm:spPr/>
    </dgm:pt>
    <dgm:pt modelId="{9AF8F68B-10CA-4171-A99B-E278DCE59EFC}" type="pres">
      <dgm:prSet presAssocID="{D2DA205A-FE1E-42C0-9C39-95A314E9C1D0}" presName="accentRepeatNode" presStyleLbl="solidFgAcc1" presStyleIdx="0" presStyleCnt="4"/>
      <dgm:spPr/>
    </dgm:pt>
    <dgm:pt modelId="{6CFF598F-668A-43B1-9FD2-85462F65B26F}" type="pres">
      <dgm:prSet presAssocID="{5077DA44-B1CE-4BC2-9ECF-0AB77936108D}" presName="text_2" presStyleLbl="node1" presStyleIdx="1" presStyleCnt="4" custScaleX="10316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5D3F8CD-61D8-44F8-9636-F74D5E156605}" type="pres">
      <dgm:prSet presAssocID="{5077DA44-B1CE-4BC2-9ECF-0AB77936108D}" presName="accent_2" presStyleCnt="0"/>
      <dgm:spPr/>
    </dgm:pt>
    <dgm:pt modelId="{6E5C77C4-B490-4062-A29E-81316C8BF19F}" type="pres">
      <dgm:prSet presAssocID="{5077DA44-B1CE-4BC2-9ECF-0AB77936108D}" presName="accentRepeatNode" presStyleLbl="solidFgAcc1" presStyleIdx="1" presStyleCnt="4"/>
      <dgm:spPr/>
    </dgm:pt>
    <dgm:pt modelId="{3E567425-5038-41DA-88DB-C2F375A0A4F9}" type="pres">
      <dgm:prSet presAssocID="{162F3CD9-CF33-48BD-9C90-5358557BFC5F}" presName="text_3" presStyleLbl="node1" presStyleIdx="2" presStyleCnt="4" custScaleX="10316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8F82F3-759B-467F-A5A5-11892969BB86}" type="pres">
      <dgm:prSet presAssocID="{162F3CD9-CF33-48BD-9C90-5358557BFC5F}" presName="accent_3" presStyleCnt="0"/>
      <dgm:spPr/>
    </dgm:pt>
    <dgm:pt modelId="{DF5AAE91-30F3-4C98-8177-B2C2FE41FDBD}" type="pres">
      <dgm:prSet presAssocID="{162F3CD9-CF33-48BD-9C90-5358557BFC5F}" presName="accentRepeatNode" presStyleLbl="solidFgAcc1" presStyleIdx="2" presStyleCnt="4"/>
      <dgm:spPr/>
    </dgm:pt>
    <dgm:pt modelId="{FF5A68B2-F3DF-486F-875A-532B51EF8257}" type="pres">
      <dgm:prSet presAssocID="{9ADC9E58-CB46-413E-BF20-57DBD022AA3B}" presName="text_4" presStyleLbl="node1" presStyleIdx="3" presStyleCnt="4" custScaleX="10316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A820C0-AB64-4FA7-80DA-89CF3FFC2F30}" type="pres">
      <dgm:prSet presAssocID="{9ADC9E58-CB46-413E-BF20-57DBD022AA3B}" presName="accent_4" presStyleCnt="0"/>
      <dgm:spPr/>
    </dgm:pt>
    <dgm:pt modelId="{6CA1C6E9-373B-477D-B59C-AC8DD24428F3}" type="pres">
      <dgm:prSet presAssocID="{9ADC9E58-CB46-413E-BF20-57DBD022AA3B}" presName="accentRepeatNode" presStyleLbl="solidFgAcc1" presStyleIdx="3" presStyleCnt="4"/>
      <dgm:spPr/>
    </dgm:pt>
  </dgm:ptLst>
  <dgm:cxnLst>
    <dgm:cxn modelId="{324E9381-6C9A-4AE4-B004-5221C1FCF320}" srcId="{49834B80-4442-453E-8B4C-43D2B550C5F2}" destId="{9ADC9E58-CB46-413E-BF20-57DBD022AA3B}" srcOrd="3" destOrd="0" parTransId="{9D252199-F340-46C6-8884-C7E0F9550B27}" sibTransId="{392BECC0-6DF1-4FD8-8B9E-BC19828A4995}"/>
    <dgm:cxn modelId="{5C0D8D1E-A20B-49F4-9AD7-5F2AF60D91FD}" type="presOf" srcId="{9ADC9E58-CB46-413E-BF20-57DBD022AA3B}" destId="{FF5A68B2-F3DF-486F-875A-532B51EF8257}" srcOrd="0" destOrd="0" presId="urn:microsoft.com/office/officeart/2008/layout/VerticalCurvedList"/>
    <dgm:cxn modelId="{ED25CDEA-6178-44CE-9E2E-2789F6B7B016}" type="presOf" srcId="{05717AE1-8D5D-41ED-9439-BDCB46CAFC61}" destId="{496E39C5-AB85-4A0B-AF04-E81644700DCA}" srcOrd="0" destOrd="0" presId="urn:microsoft.com/office/officeart/2008/layout/VerticalCurvedList"/>
    <dgm:cxn modelId="{B1B2FEEF-CE8A-4CEA-A7F3-DAE39544960B}" srcId="{49834B80-4442-453E-8B4C-43D2B550C5F2}" destId="{D2DA205A-FE1E-42C0-9C39-95A314E9C1D0}" srcOrd="0" destOrd="0" parTransId="{C6F41498-BBE5-4B50-9591-368FDC1D0B17}" sibTransId="{05717AE1-8D5D-41ED-9439-BDCB46CAFC61}"/>
    <dgm:cxn modelId="{6B91323C-1BC5-499A-8BB4-18BD5DBEAD90}" srcId="{49834B80-4442-453E-8B4C-43D2B550C5F2}" destId="{5077DA44-B1CE-4BC2-9ECF-0AB77936108D}" srcOrd="1" destOrd="0" parTransId="{28747E80-4172-46D2-AB3C-C489F32119CC}" sibTransId="{53A80C05-54DA-419D-8E88-A165EFA5DAF9}"/>
    <dgm:cxn modelId="{D0033FDA-DA6B-4761-AD8C-40F00DF608B7}" type="presOf" srcId="{5077DA44-B1CE-4BC2-9ECF-0AB77936108D}" destId="{6CFF598F-668A-43B1-9FD2-85462F65B26F}" srcOrd="0" destOrd="0" presId="urn:microsoft.com/office/officeart/2008/layout/VerticalCurvedList"/>
    <dgm:cxn modelId="{D1E79CE9-06C0-4515-8CA9-D04AEEDC73B5}" srcId="{49834B80-4442-453E-8B4C-43D2B550C5F2}" destId="{162F3CD9-CF33-48BD-9C90-5358557BFC5F}" srcOrd="2" destOrd="0" parTransId="{D2B9B8E5-957F-48FE-9476-D1A47D7ED5FF}" sibTransId="{233EC7DE-A709-4DCB-8653-D3F7900FDC14}"/>
    <dgm:cxn modelId="{3C947925-57DA-49B3-B916-42B732B6CD4F}" type="presOf" srcId="{49834B80-4442-453E-8B4C-43D2B550C5F2}" destId="{4BF09E3D-C552-4D9D-9544-60650366727C}" srcOrd="0" destOrd="0" presId="urn:microsoft.com/office/officeart/2008/layout/VerticalCurvedList"/>
    <dgm:cxn modelId="{DD2F7F6B-D91A-4D90-8719-0CB7C65C0B3F}" type="presOf" srcId="{D2DA205A-FE1E-42C0-9C39-95A314E9C1D0}" destId="{3510144B-CEB2-4ABB-A17F-127853F1F9CD}" srcOrd="0" destOrd="0" presId="urn:microsoft.com/office/officeart/2008/layout/VerticalCurvedList"/>
    <dgm:cxn modelId="{486A4877-1406-4E44-914B-9B9B96913102}" type="presOf" srcId="{162F3CD9-CF33-48BD-9C90-5358557BFC5F}" destId="{3E567425-5038-41DA-88DB-C2F375A0A4F9}" srcOrd="0" destOrd="0" presId="urn:microsoft.com/office/officeart/2008/layout/VerticalCurvedList"/>
    <dgm:cxn modelId="{6CC95B72-23CB-474E-8F9B-7A3DDE9E068C}" type="presParOf" srcId="{4BF09E3D-C552-4D9D-9544-60650366727C}" destId="{5F07C092-9BD7-4C31-8776-EDEC7F413012}" srcOrd="0" destOrd="0" presId="urn:microsoft.com/office/officeart/2008/layout/VerticalCurvedList"/>
    <dgm:cxn modelId="{AC59CF82-7ED4-40C0-9B85-BB6032A0E298}" type="presParOf" srcId="{5F07C092-9BD7-4C31-8776-EDEC7F413012}" destId="{835D8C7B-CAA5-4A72-B988-16900E51CAA6}" srcOrd="0" destOrd="0" presId="urn:microsoft.com/office/officeart/2008/layout/VerticalCurvedList"/>
    <dgm:cxn modelId="{47CFDB35-32E0-4AC7-97DE-9E40ACEB08C7}" type="presParOf" srcId="{835D8C7B-CAA5-4A72-B988-16900E51CAA6}" destId="{3CBC66A1-EBD4-420D-BF98-806080F8B7E5}" srcOrd="0" destOrd="0" presId="urn:microsoft.com/office/officeart/2008/layout/VerticalCurvedList"/>
    <dgm:cxn modelId="{AC6B9983-EB93-4C78-8E89-C5C29331F98F}" type="presParOf" srcId="{835D8C7B-CAA5-4A72-B988-16900E51CAA6}" destId="{496E39C5-AB85-4A0B-AF04-E81644700DCA}" srcOrd="1" destOrd="0" presId="urn:microsoft.com/office/officeart/2008/layout/VerticalCurvedList"/>
    <dgm:cxn modelId="{A86C3EEE-4382-446A-B3F4-7292F26E6097}" type="presParOf" srcId="{835D8C7B-CAA5-4A72-B988-16900E51CAA6}" destId="{D7541350-1153-4DCB-9F42-0DD294C2C7C7}" srcOrd="2" destOrd="0" presId="urn:microsoft.com/office/officeart/2008/layout/VerticalCurvedList"/>
    <dgm:cxn modelId="{C4D517B6-694A-4772-A23D-9D2A2A5BBF71}" type="presParOf" srcId="{835D8C7B-CAA5-4A72-B988-16900E51CAA6}" destId="{3C34E553-3B09-45E4-A288-FEB922ED82B8}" srcOrd="3" destOrd="0" presId="urn:microsoft.com/office/officeart/2008/layout/VerticalCurvedList"/>
    <dgm:cxn modelId="{4DA9C1C2-EE6B-49E7-80E7-DFA1A229517D}" type="presParOf" srcId="{5F07C092-9BD7-4C31-8776-EDEC7F413012}" destId="{3510144B-CEB2-4ABB-A17F-127853F1F9CD}" srcOrd="1" destOrd="0" presId="urn:microsoft.com/office/officeart/2008/layout/VerticalCurvedList"/>
    <dgm:cxn modelId="{992ECADC-E824-4E84-8881-D27E4CD4838C}" type="presParOf" srcId="{5F07C092-9BD7-4C31-8776-EDEC7F413012}" destId="{EA15B3BE-DA83-418E-897A-CB547C99D14D}" srcOrd="2" destOrd="0" presId="urn:microsoft.com/office/officeart/2008/layout/VerticalCurvedList"/>
    <dgm:cxn modelId="{A35E86B2-7551-46FB-9A43-EAB3D7EB60F6}" type="presParOf" srcId="{EA15B3BE-DA83-418E-897A-CB547C99D14D}" destId="{9AF8F68B-10CA-4171-A99B-E278DCE59EFC}" srcOrd="0" destOrd="0" presId="urn:microsoft.com/office/officeart/2008/layout/VerticalCurvedList"/>
    <dgm:cxn modelId="{893F461A-F328-45AE-BC1C-978FE1AF0CFB}" type="presParOf" srcId="{5F07C092-9BD7-4C31-8776-EDEC7F413012}" destId="{6CFF598F-668A-43B1-9FD2-85462F65B26F}" srcOrd="3" destOrd="0" presId="urn:microsoft.com/office/officeart/2008/layout/VerticalCurvedList"/>
    <dgm:cxn modelId="{002CC448-DDC2-4254-B690-5926E02608C4}" type="presParOf" srcId="{5F07C092-9BD7-4C31-8776-EDEC7F413012}" destId="{65D3F8CD-61D8-44F8-9636-F74D5E156605}" srcOrd="4" destOrd="0" presId="urn:microsoft.com/office/officeart/2008/layout/VerticalCurvedList"/>
    <dgm:cxn modelId="{8860F990-DA00-4A42-9BC6-5CFAD70C5E82}" type="presParOf" srcId="{65D3F8CD-61D8-44F8-9636-F74D5E156605}" destId="{6E5C77C4-B490-4062-A29E-81316C8BF19F}" srcOrd="0" destOrd="0" presId="urn:microsoft.com/office/officeart/2008/layout/VerticalCurvedList"/>
    <dgm:cxn modelId="{888FB687-A6BE-454C-B949-E9F6B91B4133}" type="presParOf" srcId="{5F07C092-9BD7-4C31-8776-EDEC7F413012}" destId="{3E567425-5038-41DA-88DB-C2F375A0A4F9}" srcOrd="5" destOrd="0" presId="urn:microsoft.com/office/officeart/2008/layout/VerticalCurvedList"/>
    <dgm:cxn modelId="{F16DF675-4535-4E43-92C6-609686E647F5}" type="presParOf" srcId="{5F07C092-9BD7-4C31-8776-EDEC7F413012}" destId="{138F82F3-759B-467F-A5A5-11892969BB86}" srcOrd="6" destOrd="0" presId="urn:microsoft.com/office/officeart/2008/layout/VerticalCurvedList"/>
    <dgm:cxn modelId="{1199FB88-3A1F-4D29-BA6F-6D6C343E82F9}" type="presParOf" srcId="{138F82F3-759B-467F-A5A5-11892969BB86}" destId="{DF5AAE91-30F3-4C98-8177-B2C2FE41FDBD}" srcOrd="0" destOrd="0" presId="urn:microsoft.com/office/officeart/2008/layout/VerticalCurvedList"/>
    <dgm:cxn modelId="{F676977C-0351-4E55-8CDD-CE904B212C26}" type="presParOf" srcId="{5F07C092-9BD7-4C31-8776-EDEC7F413012}" destId="{FF5A68B2-F3DF-486F-875A-532B51EF8257}" srcOrd="7" destOrd="0" presId="urn:microsoft.com/office/officeart/2008/layout/VerticalCurvedList"/>
    <dgm:cxn modelId="{32FC9A21-DA51-463F-957E-ADC066866B28}" type="presParOf" srcId="{5F07C092-9BD7-4C31-8776-EDEC7F413012}" destId="{F9A820C0-AB64-4FA7-80DA-89CF3FFC2F30}" srcOrd="8" destOrd="0" presId="urn:microsoft.com/office/officeart/2008/layout/VerticalCurvedList"/>
    <dgm:cxn modelId="{2B07F79C-B593-4FDA-A64F-4FA1ACA9DE13}" type="presParOf" srcId="{F9A820C0-AB64-4FA7-80DA-89CF3FFC2F30}" destId="{6CA1C6E9-373B-477D-B59C-AC8DD24428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834B80-4442-453E-8B4C-43D2B550C5F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2DA205A-FE1E-42C0-9C39-95A314E9C1D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在公司内做各种宣传，完善</a:t>
          </a:r>
          <a:r>
            <a: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wiki</a:t>
          </a:r>
          <a:r>
            <a:rPr lang="zh-CN" altLang="en-US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及各项帮助文档，吸引各产品线使用；</a:t>
          </a:r>
          <a:endParaRPr lang="en-US" sz="2400" dirty="0">
            <a:solidFill>
              <a:schemeClr val="bg1"/>
            </a:solidFill>
          </a:endParaRPr>
        </a:p>
      </dgm:t>
    </dgm:pt>
    <dgm:pt modelId="{C6F41498-BBE5-4B50-9591-368FDC1D0B17}" type="par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05717AE1-8D5D-41ED-9439-BDCB46CAFC61}" type="sibTrans" cxnId="{B1B2FEEF-CE8A-4CEA-A7F3-DAE39544960B}">
      <dgm:prSet/>
      <dgm:spPr/>
      <dgm:t>
        <a:bodyPr/>
        <a:lstStyle/>
        <a:p>
          <a:endParaRPr lang="zh-CN" altLang="en-US"/>
        </a:p>
      </dgm:t>
    </dgm:pt>
    <dgm:pt modelId="{162F3CD9-CF33-48BD-9C90-5358557BFC5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先应用于自己的产品或自己部门的产品；待取得最佳实践和最优成效后，用实事数据和最佳实践案例吸引各业务部门使用家。</a:t>
          </a:r>
          <a:endParaRPr lang="en-US" dirty="0"/>
        </a:p>
      </dgm:t>
    </dgm:pt>
    <dgm:pt modelId="{D2B9B8E5-957F-48FE-9476-D1A47D7ED5FF}" type="par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233EC7DE-A709-4DCB-8653-D3F7900FDC14}" type="sibTrans" cxnId="{D1E79CE9-06C0-4515-8CA9-D04AEEDC73B5}">
      <dgm:prSet/>
      <dgm:spPr/>
      <dgm:t>
        <a:bodyPr/>
        <a:lstStyle/>
        <a:p>
          <a:endParaRPr lang="zh-CN" altLang="en-US"/>
        </a:p>
      </dgm:t>
    </dgm:pt>
    <dgm:pt modelId="{5077DA44-B1CE-4BC2-9ECF-0AB77936108D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申请公司自上而下的政策支持，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push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各产线使用；</a:t>
          </a:r>
          <a:endParaRPr lang="en-US" dirty="0"/>
        </a:p>
      </dgm:t>
    </dgm:pt>
    <dgm:pt modelId="{28747E80-4172-46D2-AB3C-C489F32119CC}" type="par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53A80C05-54DA-419D-8E88-A165EFA5DAF9}" type="sibTrans" cxnId="{6B91323C-1BC5-499A-8BB4-18BD5DBEAD90}">
      <dgm:prSet/>
      <dgm:spPr/>
      <dgm:t>
        <a:bodyPr/>
        <a:lstStyle/>
        <a:p>
          <a:endParaRPr lang="zh-CN" altLang="en-US"/>
        </a:p>
      </dgm:t>
    </dgm:pt>
    <dgm:pt modelId="{4BF09E3D-C552-4D9D-9544-60650366727C}" type="pres">
      <dgm:prSet presAssocID="{49834B80-4442-453E-8B4C-43D2B550C5F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5F07C092-9BD7-4C31-8776-EDEC7F413012}" type="pres">
      <dgm:prSet presAssocID="{49834B80-4442-453E-8B4C-43D2B550C5F2}" presName="Name1" presStyleCnt="0"/>
      <dgm:spPr/>
    </dgm:pt>
    <dgm:pt modelId="{835D8C7B-CAA5-4A72-B988-16900E51CAA6}" type="pres">
      <dgm:prSet presAssocID="{49834B80-4442-453E-8B4C-43D2B550C5F2}" presName="cycle" presStyleCnt="0"/>
      <dgm:spPr/>
    </dgm:pt>
    <dgm:pt modelId="{3CBC66A1-EBD4-420D-BF98-806080F8B7E5}" type="pres">
      <dgm:prSet presAssocID="{49834B80-4442-453E-8B4C-43D2B550C5F2}" presName="srcNode" presStyleLbl="node1" presStyleIdx="0" presStyleCnt="3"/>
      <dgm:spPr/>
    </dgm:pt>
    <dgm:pt modelId="{496E39C5-AB85-4A0B-AF04-E81644700DCA}" type="pres">
      <dgm:prSet presAssocID="{49834B80-4442-453E-8B4C-43D2B550C5F2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D7541350-1153-4DCB-9F42-0DD294C2C7C7}" type="pres">
      <dgm:prSet presAssocID="{49834B80-4442-453E-8B4C-43D2B550C5F2}" presName="extraNode" presStyleLbl="node1" presStyleIdx="0" presStyleCnt="3"/>
      <dgm:spPr/>
    </dgm:pt>
    <dgm:pt modelId="{3C34E553-3B09-45E4-A288-FEB922ED82B8}" type="pres">
      <dgm:prSet presAssocID="{49834B80-4442-453E-8B4C-43D2B550C5F2}" presName="dstNode" presStyleLbl="node1" presStyleIdx="0" presStyleCnt="3"/>
      <dgm:spPr/>
    </dgm:pt>
    <dgm:pt modelId="{3510144B-CEB2-4ABB-A17F-127853F1F9CD}" type="pres">
      <dgm:prSet presAssocID="{D2DA205A-FE1E-42C0-9C39-95A314E9C1D0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15B3BE-DA83-418E-897A-CB547C99D14D}" type="pres">
      <dgm:prSet presAssocID="{D2DA205A-FE1E-42C0-9C39-95A314E9C1D0}" presName="accent_1" presStyleCnt="0"/>
      <dgm:spPr/>
    </dgm:pt>
    <dgm:pt modelId="{9AF8F68B-10CA-4171-A99B-E278DCE59EFC}" type="pres">
      <dgm:prSet presAssocID="{D2DA205A-FE1E-42C0-9C39-95A314E9C1D0}" presName="accentRepeatNode" presStyleLbl="solidFgAcc1" presStyleIdx="0" presStyleCnt="3"/>
      <dgm:spPr/>
    </dgm:pt>
    <dgm:pt modelId="{6CFF598F-668A-43B1-9FD2-85462F65B26F}" type="pres">
      <dgm:prSet presAssocID="{5077DA44-B1CE-4BC2-9ECF-0AB77936108D}" presName="text_2" presStyleLbl="node1" presStyleIdx="1" presStyleCnt="3" custLinFactNeighborY="384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5D3F8CD-61D8-44F8-9636-F74D5E156605}" type="pres">
      <dgm:prSet presAssocID="{5077DA44-B1CE-4BC2-9ECF-0AB77936108D}" presName="accent_2" presStyleCnt="0"/>
      <dgm:spPr/>
    </dgm:pt>
    <dgm:pt modelId="{6E5C77C4-B490-4062-A29E-81316C8BF19F}" type="pres">
      <dgm:prSet presAssocID="{5077DA44-B1CE-4BC2-9ECF-0AB77936108D}" presName="accentRepeatNode" presStyleLbl="solidFgAcc1" presStyleIdx="1" presStyleCnt="3"/>
      <dgm:spPr/>
    </dgm:pt>
    <dgm:pt modelId="{3E567425-5038-41DA-88DB-C2F375A0A4F9}" type="pres">
      <dgm:prSet presAssocID="{162F3CD9-CF33-48BD-9C90-5358557BFC5F}" presName="text_3" presStyleLbl="node1" presStyleIdx="2" presStyleCnt="3" custScaleY="12562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8F82F3-759B-467F-A5A5-11892969BB86}" type="pres">
      <dgm:prSet presAssocID="{162F3CD9-CF33-48BD-9C90-5358557BFC5F}" presName="accent_3" presStyleCnt="0"/>
      <dgm:spPr/>
    </dgm:pt>
    <dgm:pt modelId="{DF5AAE91-30F3-4C98-8177-B2C2FE41FDBD}" type="pres">
      <dgm:prSet presAssocID="{162F3CD9-CF33-48BD-9C90-5358557BFC5F}" presName="accentRepeatNode" presStyleLbl="solidFgAcc1" presStyleIdx="2" presStyleCnt="3"/>
      <dgm:spPr/>
    </dgm:pt>
  </dgm:ptLst>
  <dgm:cxnLst>
    <dgm:cxn modelId="{23602643-2C66-472E-9169-22051634AFA1}" type="presOf" srcId="{49834B80-4442-453E-8B4C-43D2B550C5F2}" destId="{4BF09E3D-C552-4D9D-9544-60650366727C}" srcOrd="0" destOrd="0" presId="urn:microsoft.com/office/officeart/2008/layout/VerticalCurvedList"/>
    <dgm:cxn modelId="{C2DAE070-2787-438E-A32B-9CBB3082A63F}" type="presOf" srcId="{05717AE1-8D5D-41ED-9439-BDCB46CAFC61}" destId="{496E39C5-AB85-4A0B-AF04-E81644700DCA}" srcOrd="0" destOrd="0" presId="urn:microsoft.com/office/officeart/2008/layout/VerticalCurvedList"/>
    <dgm:cxn modelId="{B1B2FEEF-CE8A-4CEA-A7F3-DAE39544960B}" srcId="{49834B80-4442-453E-8B4C-43D2B550C5F2}" destId="{D2DA205A-FE1E-42C0-9C39-95A314E9C1D0}" srcOrd="0" destOrd="0" parTransId="{C6F41498-BBE5-4B50-9591-368FDC1D0B17}" sibTransId="{05717AE1-8D5D-41ED-9439-BDCB46CAFC61}"/>
    <dgm:cxn modelId="{7D74D3FC-9AE3-4F06-93A5-49F19AE2EFCC}" type="presOf" srcId="{5077DA44-B1CE-4BC2-9ECF-0AB77936108D}" destId="{6CFF598F-668A-43B1-9FD2-85462F65B26F}" srcOrd="0" destOrd="0" presId="urn:microsoft.com/office/officeart/2008/layout/VerticalCurvedList"/>
    <dgm:cxn modelId="{6B91323C-1BC5-499A-8BB4-18BD5DBEAD90}" srcId="{49834B80-4442-453E-8B4C-43D2B550C5F2}" destId="{5077DA44-B1CE-4BC2-9ECF-0AB77936108D}" srcOrd="1" destOrd="0" parTransId="{28747E80-4172-46D2-AB3C-C489F32119CC}" sibTransId="{53A80C05-54DA-419D-8E88-A165EFA5DAF9}"/>
    <dgm:cxn modelId="{D47E88A4-BF1B-4560-88B8-6B7ECEA6CC83}" type="presOf" srcId="{D2DA205A-FE1E-42C0-9C39-95A314E9C1D0}" destId="{3510144B-CEB2-4ABB-A17F-127853F1F9CD}" srcOrd="0" destOrd="0" presId="urn:microsoft.com/office/officeart/2008/layout/VerticalCurvedList"/>
    <dgm:cxn modelId="{D1E79CE9-06C0-4515-8CA9-D04AEEDC73B5}" srcId="{49834B80-4442-453E-8B4C-43D2B550C5F2}" destId="{162F3CD9-CF33-48BD-9C90-5358557BFC5F}" srcOrd="2" destOrd="0" parTransId="{D2B9B8E5-957F-48FE-9476-D1A47D7ED5FF}" sibTransId="{233EC7DE-A709-4DCB-8653-D3F7900FDC14}"/>
    <dgm:cxn modelId="{6A68BD46-A5C7-4A83-A9D0-F289FFDB34C6}" type="presOf" srcId="{162F3CD9-CF33-48BD-9C90-5358557BFC5F}" destId="{3E567425-5038-41DA-88DB-C2F375A0A4F9}" srcOrd="0" destOrd="0" presId="urn:microsoft.com/office/officeart/2008/layout/VerticalCurvedList"/>
    <dgm:cxn modelId="{F107B188-8ECB-423F-BBF8-09DBC2D15E1B}" type="presParOf" srcId="{4BF09E3D-C552-4D9D-9544-60650366727C}" destId="{5F07C092-9BD7-4C31-8776-EDEC7F413012}" srcOrd="0" destOrd="0" presId="urn:microsoft.com/office/officeart/2008/layout/VerticalCurvedList"/>
    <dgm:cxn modelId="{8A5AECC3-A5F7-4CEF-BD85-15C30EC55C7A}" type="presParOf" srcId="{5F07C092-9BD7-4C31-8776-EDEC7F413012}" destId="{835D8C7B-CAA5-4A72-B988-16900E51CAA6}" srcOrd="0" destOrd="0" presId="urn:microsoft.com/office/officeart/2008/layout/VerticalCurvedList"/>
    <dgm:cxn modelId="{CE00A154-D36B-4D7D-B71B-FBDF59A16271}" type="presParOf" srcId="{835D8C7B-CAA5-4A72-B988-16900E51CAA6}" destId="{3CBC66A1-EBD4-420D-BF98-806080F8B7E5}" srcOrd="0" destOrd="0" presId="urn:microsoft.com/office/officeart/2008/layout/VerticalCurvedList"/>
    <dgm:cxn modelId="{4B9F6EC0-B0AB-46C6-BE92-8051DDD7B801}" type="presParOf" srcId="{835D8C7B-CAA5-4A72-B988-16900E51CAA6}" destId="{496E39C5-AB85-4A0B-AF04-E81644700DCA}" srcOrd="1" destOrd="0" presId="urn:microsoft.com/office/officeart/2008/layout/VerticalCurvedList"/>
    <dgm:cxn modelId="{C3DEF3B6-C9DF-4338-87BE-01BFC6A716B6}" type="presParOf" srcId="{835D8C7B-CAA5-4A72-B988-16900E51CAA6}" destId="{D7541350-1153-4DCB-9F42-0DD294C2C7C7}" srcOrd="2" destOrd="0" presId="urn:microsoft.com/office/officeart/2008/layout/VerticalCurvedList"/>
    <dgm:cxn modelId="{B9A9B556-4476-4B48-89E9-E4747520D780}" type="presParOf" srcId="{835D8C7B-CAA5-4A72-B988-16900E51CAA6}" destId="{3C34E553-3B09-45E4-A288-FEB922ED82B8}" srcOrd="3" destOrd="0" presId="urn:microsoft.com/office/officeart/2008/layout/VerticalCurvedList"/>
    <dgm:cxn modelId="{570F50A5-E7C0-43BD-8AED-E49C9C56AE09}" type="presParOf" srcId="{5F07C092-9BD7-4C31-8776-EDEC7F413012}" destId="{3510144B-CEB2-4ABB-A17F-127853F1F9CD}" srcOrd="1" destOrd="0" presId="urn:microsoft.com/office/officeart/2008/layout/VerticalCurvedList"/>
    <dgm:cxn modelId="{F1CC7B7E-E122-442D-A54E-B5CE9D0D36AC}" type="presParOf" srcId="{5F07C092-9BD7-4C31-8776-EDEC7F413012}" destId="{EA15B3BE-DA83-418E-897A-CB547C99D14D}" srcOrd="2" destOrd="0" presId="urn:microsoft.com/office/officeart/2008/layout/VerticalCurvedList"/>
    <dgm:cxn modelId="{FABC6B6D-6A19-4B5A-B5F9-FB69E467938D}" type="presParOf" srcId="{EA15B3BE-DA83-418E-897A-CB547C99D14D}" destId="{9AF8F68B-10CA-4171-A99B-E278DCE59EFC}" srcOrd="0" destOrd="0" presId="urn:microsoft.com/office/officeart/2008/layout/VerticalCurvedList"/>
    <dgm:cxn modelId="{253330A4-42D3-4EAE-92AF-4FC6E1ECD61A}" type="presParOf" srcId="{5F07C092-9BD7-4C31-8776-EDEC7F413012}" destId="{6CFF598F-668A-43B1-9FD2-85462F65B26F}" srcOrd="3" destOrd="0" presId="urn:microsoft.com/office/officeart/2008/layout/VerticalCurvedList"/>
    <dgm:cxn modelId="{7D0D8FC0-D011-4B2E-ABD4-E325317BE032}" type="presParOf" srcId="{5F07C092-9BD7-4C31-8776-EDEC7F413012}" destId="{65D3F8CD-61D8-44F8-9636-F74D5E156605}" srcOrd="4" destOrd="0" presId="urn:microsoft.com/office/officeart/2008/layout/VerticalCurvedList"/>
    <dgm:cxn modelId="{6EEA8EF0-616D-473C-A1F4-D0D6F8C65D39}" type="presParOf" srcId="{65D3F8CD-61D8-44F8-9636-F74D5E156605}" destId="{6E5C77C4-B490-4062-A29E-81316C8BF19F}" srcOrd="0" destOrd="0" presId="urn:microsoft.com/office/officeart/2008/layout/VerticalCurvedList"/>
    <dgm:cxn modelId="{360D58AB-1A53-4B5C-A585-A41C6F1A894B}" type="presParOf" srcId="{5F07C092-9BD7-4C31-8776-EDEC7F413012}" destId="{3E567425-5038-41DA-88DB-C2F375A0A4F9}" srcOrd="5" destOrd="0" presId="urn:microsoft.com/office/officeart/2008/layout/VerticalCurvedList"/>
    <dgm:cxn modelId="{0710FD2D-4660-4AE0-AC87-101ECC66A961}" type="presParOf" srcId="{5F07C092-9BD7-4C31-8776-EDEC7F413012}" destId="{138F82F3-759B-467F-A5A5-11892969BB86}" srcOrd="6" destOrd="0" presId="urn:microsoft.com/office/officeart/2008/layout/VerticalCurvedList"/>
    <dgm:cxn modelId="{86C2CBA9-D5AF-449E-B953-7DC531A9E5F3}" type="presParOf" srcId="{138F82F3-759B-467F-A5A5-11892969BB86}" destId="{DF5AAE91-30F3-4C98-8177-B2C2FE41FDB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27FB9-6BF7-0846-AF4A-2488EA1D960D}">
      <dsp:nvSpPr>
        <dsp:cNvPr id="0" name=""/>
        <dsp:cNvSpPr/>
      </dsp:nvSpPr>
      <dsp:spPr>
        <a:xfrm>
          <a:off x="0" y="176612"/>
          <a:ext cx="9470948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051" tIns="541528" rIns="73505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大量采用共同的零部件，采取相似的底盘、车身结构、行驶结构、相似的生产工艺、轴距等</a:t>
          </a:r>
          <a:endParaRPr lang="zh-CN" altLang="en-US" sz="1600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0" y="176612"/>
        <a:ext cx="9470948" cy="1289925"/>
      </dsp:txXfrm>
    </dsp:sp>
    <dsp:sp modelId="{1CEB9AA2-5A1B-9B4E-B2C3-B94298ABB444}">
      <dsp:nvSpPr>
        <dsp:cNvPr id="0" name=""/>
        <dsp:cNvSpPr/>
      </dsp:nvSpPr>
      <dsp:spPr>
        <a:xfrm>
          <a:off x="473547" y="38911"/>
          <a:ext cx="7257228" cy="5214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586" tIns="0" rIns="25058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大众</a:t>
          </a:r>
          <a:r>
            <a:rPr lang="en-US" altLang="zh-CN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PQ35</a:t>
          </a:r>
          <a:r>
            <a:rPr lang="zh-CN" altLang="en-US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平台 ：高尔夫、途观、奥迪</a:t>
          </a:r>
          <a:r>
            <a:rPr lang="en-US" altLang="zh-CN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TT</a:t>
          </a:r>
          <a:r>
            <a:rPr lang="zh-CN" altLang="en-US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等</a:t>
          </a:r>
          <a:endParaRPr lang="zh-CN" altLang="en-US" sz="2000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499003" y="64367"/>
        <a:ext cx="7206316" cy="470548"/>
      </dsp:txXfrm>
    </dsp:sp>
    <dsp:sp modelId="{C9842B07-2213-7540-9F32-1DC1CEBD018C}">
      <dsp:nvSpPr>
        <dsp:cNvPr id="0" name=""/>
        <dsp:cNvSpPr/>
      </dsp:nvSpPr>
      <dsp:spPr>
        <a:xfrm>
          <a:off x="0" y="1775116"/>
          <a:ext cx="9470948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051" tIns="541528" rIns="73505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这个词最早起源于汽车制造行业，从</a:t>
          </a:r>
          <a:r>
            <a:rPr lang="en-US" altLang="zh-CN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1960</a:t>
          </a:r>
          <a:r>
            <a:rPr lang="zh-CN" altLang="en-US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年开始，雪铁龙，大众，</a:t>
          </a:r>
          <a:r>
            <a:rPr lang="en-US" altLang="zh-CN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GM</a:t>
          </a:r>
          <a:r>
            <a:rPr lang="zh-CN" altLang="en-US" sz="1600" kern="1200" dirty="0" smtClean="0">
              <a:latin typeface="Microsoft YaHei" charset="-122"/>
              <a:ea typeface="Microsoft YaHei" charset="-122"/>
              <a:cs typeface="Microsoft YaHei" charset="-122"/>
            </a:rPr>
            <a:t>等公司开始使用一套生产平台制造多款汽车</a:t>
          </a:r>
          <a:endParaRPr lang="zh-CN" altLang="en-US" sz="1600" kern="1200" dirty="0"/>
        </a:p>
      </dsp:txBody>
      <dsp:txXfrm>
        <a:off x="0" y="1775116"/>
        <a:ext cx="9470948" cy="1289925"/>
      </dsp:txXfrm>
    </dsp:sp>
    <dsp:sp modelId="{AB95BEEB-D0E1-CC4A-8D32-DB9D5BD5AC0B}">
      <dsp:nvSpPr>
        <dsp:cNvPr id="0" name=""/>
        <dsp:cNvSpPr/>
      </dsp:nvSpPr>
      <dsp:spPr>
        <a:xfrm>
          <a:off x="473547" y="1606937"/>
          <a:ext cx="7257228" cy="551938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586" tIns="0" rIns="25058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平台化的起源</a:t>
          </a:r>
          <a:endParaRPr lang="zh-CN" altLang="en-US" sz="2000" kern="1200" dirty="0"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500490" y="1633880"/>
        <a:ext cx="7203342" cy="498052"/>
      </dsp:txXfrm>
    </dsp:sp>
    <dsp:sp modelId="{7297CF8B-837B-0949-8885-FCC93B14112C}">
      <dsp:nvSpPr>
        <dsp:cNvPr id="0" name=""/>
        <dsp:cNvSpPr/>
      </dsp:nvSpPr>
      <dsp:spPr>
        <a:xfrm>
          <a:off x="0" y="3343142"/>
          <a:ext cx="947094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051" tIns="541528" rIns="73505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b="1" kern="1200" dirty="0" smtClean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rPr>
            <a:t>节省成本、加速创新</a:t>
          </a:r>
          <a:endParaRPr lang="zh-CN" altLang="en-US" sz="1600" kern="1200" dirty="0"/>
        </a:p>
      </dsp:txBody>
      <dsp:txXfrm>
        <a:off x="0" y="3343142"/>
        <a:ext cx="9470948" cy="982800"/>
      </dsp:txXfrm>
    </dsp:sp>
    <dsp:sp modelId="{A7B511F5-2A7A-7E4A-88B4-C00C1F8E44E2}">
      <dsp:nvSpPr>
        <dsp:cNvPr id="0" name=""/>
        <dsp:cNvSpPr/>
      </dsp:nvSpPr>
      <dsp:spPr>
        <a:xfrm>
          <a:off x="473547" y="3205441"/>
          <a:ext cx="7257228" cy="52146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0586" tIns="0" rIns="250586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>
              <a:latin typeface="Microsoft YaHei" charset="-122"/>
              <a:ea typeface="Microsoft YaHei" charset="-122"/>
              <a:cs typeface="Microsoft YaHei" charset="-122"/>
            </a:rPr>
            <a:t>平台化的好处</a:t>
          </a:r>
          <a:endParaRPr lang="zh-CN" altLang="en-US" sz="2000" b="1" kern="1200" dirty="0">
            <a:solidFill>
              <a:srgbClr val="FF0000"/>
            </a:solidFill>
            <a:latin typeface="Microsoft YaHei" charset="-122"/>
            <a:ea typeface="Microsoft YaHei" charset="-122"/>
            <a:cs typeface="Microsoft YaHei" charset="-122"/>
          </a:endParaRPr>
        </a:p>
      </dsp:txBody>
      <dsp:txXfrm>
        <a:off x="499003" y="3230897"/>
        <a:ext cx="7206316" cy="4705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E39C5-AB85-4A0B-AF04-E81644700DCA}">
      <dsp:nvSpPr>
        <dsp:cNvPr id="0" name=""/>
        <dsp:cNvSpPr/>
      </dsp:nvSpPr>
      <dsp:spPr>
        <a:xfrm>
          <a:off x="-3865439" y="-593596"/>
          <a:ext cx="4606939" cy="4606939"/>
        </a:xfrm>
        <a:prstGeom prst="blockArc">
          <a:avLst>
            <a:gd name="adj1" fmla="val 18900000"/>
            <a:gd name="adj2" fmla="val 2700000"/>
            <a:gd name="adj3" fmla="val 469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0144B-CEB2-4ABB-A17F-127853F1F9CD}">
      <dsp:nvSpPr>
        <dsp:cNvPr id="0" name=""/>
        <dsp:cNvSpPr/>
      </dsp:nvSpPr>
      <dsp:spPr>
        <a:xfrm>
          <a:off x="388612" y="262910"/>
          <a:ext cx="8021123" cy="526093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87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拿开源版本自己改改再开发一个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8612" y="262910"/>
        <a:ext cx="8021123" cy="526093"/>
      </dsp:txXfrm>
    </dsp:sp>
    <dsp:sp modelId="{9AF8F68B-10CA-4171-A99B-E278DCE59EFC}">
      <dsp:nvSpPr>
        <dsp:cNvPr id="0" name=""/>
        <dsp:cNvSpPr/>
      </dsp:nvSpPr>
      <dsp:spPr>
        <a:xfrm>
          <a:off x="59803" y="197148"/>
          <a:ext cx="657617" cy="6576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F598F-668A-43B1-9FD2-85462F65B26F}">
      <dsp:nvSpPr>
        <dsp:cNvPr id="0" name=""/>
        <dsp:cNvSpPr/>
      </dsp:nvSpPr>
      <dsp:spPr>
        <a:xfrm>
          <a:off x="690234" y="1052187"/>
          <a:ext cx="7719501" cy="526093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87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要求对方开放源码，自己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fork</a:t>
          </a: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一个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90234" y="1052187"/>
        <a:ext cx="7719501" cy="526093"/>
      </dsp:txXfrm>
    </dsp:sp>
    <dsp:sp modelId="{6E5C77C4-B490-4062-A29E-81316C8BF19F}">
      <dsp:nvSpPr>
        <dsp:cNvPr id="0" name=""/>
        <dsp:cNvSpPr/>
      </dsp:nvSpPr>
      <dsp:spPr>
        <a:xfrm>
          <a:off x="361425" y="986426"/>
          <a:ext cx="657617" cy="6576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67425-5038-41DA-88DB-C2F375A0A4F9}">
      <dsp:nvSpPr>
        <dsp:cNvPr id="0" name=""/>
        <dsp:cNvSpPr/>
      </dsp:nvSpPr>
      <dsp:spPr>
        <a:xfrm>
          <a:off x="690234" y="1841465"/>
          <a:ext cx="7719501" cy="526093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87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深入沟通交流，通过项目协作或资源贡献，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push</a:t>
          </a: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对方排期实现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90234" y="1841465"/>
        <a:ext cx="7719501" cy="526093"/>
      </dsp:txXfrm>
    </dsp:sp>
    <dsp:sp modelId="{DF5AAE91-30F3-4C98-8177-B2C2FE41FDBD}">
      <dsp:nvSpPr>
        <dsp:cNvPr id="0" name=""/>
        <dsp:cNvSpPr/>
      </dsp:nvSpPr>
      <dsp:spPr>
        <a:xfrm>
          <a:off x="361425" y="1775703"/>
          <a:ext cx="657617" cy="6576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A68B2-F3DF-486F-875A-532B51EF8257}">
      <dsp:nvSpPr>
        <dsp:cNvPr id="0" name=""/>
        <dsp:cNvSpPr/>
      </dsp:nvSpPr>
      <dsp:spPr>
        <a:xfrm>
          <a:off x="388612" y="2630742"/>
          <a:ext cx="8021123" cy="526093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87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通过管理层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push</a:t>
          </a: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对方排期实现。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8612" y="2630742"/>
        <a:ext cx="8021123" cy="526093"/>
      </dsp:txXfrm>
    </dsp:sp>
    <dsp:sp modelId="{6CA1C6E9-373B-477D-B59C-AC8DD24428F3}">
      <dsp:nvSpPr>
        <dsp:cNvPr id="0" name=""/>
        <dsp:cNvSpPr/>
      </dsp:nvSpPr>
      <dsp:spPr>
        <a:xfrm>
          <a:off x="59803" y="2564981"/>
          <a:ext cx="657617" cy="6576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E39C5-AB85-4A0B-AF04-E81644700DCA}">
      <dsp:nvSpPr>
        <dsp:cNvPr id="0" name=""/>
        <dsp:cNvSpPr/>
      </dsp:nvSpPr>
      <dsp:spPr>
        <a:xfrm>
          <a:off x="-3941067" y="-595142"/>
          <a:ext cx="4619018" cy="4619018"/>
        </a:xfrm>
        <a:prstGeom prst="blockArc">
          <a:avLst>
            <a:gd name="adj1" fmla="val 18900000"/>
            <a:gd name="adj2" fmla="val 2700000"/>
            <a:gd name="adj3" fmla="val 468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0144B-CEB2-4ABB-A17F-127853F1F9CD}">
      <dsp:nvSpPr>
        <dsp:cNvPr id="0" name=""/>
        <dsp:cNvSpPr/>
      </dsp:nvSpPr>
      <dsp:spPr>
        <a:xfrm>
          <a:off x="193230" y="263601"/>
          <a:ext cx="8540044" cy="527476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84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单独写一套接口，专供他们调用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93230" y="263601"/>
        <a:ext cx="8540044" cy="527476"/>
      </dsp:txXfrm>
    </dsp:sp>
    <dsp:sp modelId="{9AF8F68B-10CA-4171-A99B-E278DCE59EFC}">
      <dsp:nvSpPr>
        <dsp:cNvPr id="0" name=""/>
        <dsp:cNvSpPr/>
      </dsp:nvSpPr>
      <dsp:spPr>
        <a:xfrm>
          <a:off x="-5522" y="197666"/>
          <a:ext cx="659345" cy="659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F598F-668A-43B1-9FD2-85462F65B26F}">
      <dsp:nvSpPr>
        <dsp:cNvPr id="0" name=""/>
        <dsp:cNvSpPr/>
      </dsp:nvSpPr>
      <dsp:spPr>
        <a:xfrm>
          <a:off x="500427" y="1054952"/>
          <a:ext cx="8228064" cy="527476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84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通过数据库开放权限或者开放共享内存，让另外一个产品线也能获得数据；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0427" y="1054952"/>
        <a:ext cx="8228064" cy="527476"/>
      </dsp:txXfrm>
    </dsp:sp>
    <dsp:sp modelId="{6E5C77C4-B490-4062-A29E-81316C8BF19F}">
      <dsp:nvSpPr>
        <dsp:cNvPr id="0" name=""/>
        <dsp:cNvSpPr/>
      </dsp:nvSpPr>
      <dsp:spPr>
        <a:xfrm>
          <a:off x="296891" y="989018"/>
          <a:ext cx="659345" cy="659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67425-5038-41DA-88DB-C2F375A0A4F9}">
      <dsp:nvSpPr>
        <dsp:cNvPr id="0" name=""/>
        <dsp:cNvSpPr/>
      </dsp:nvSpPr>
      <dsp:spPr>
        <a:xfrm>
          <a:off x="500427" y="1846304"/>
          <a:ext cx="8228064" cy="527476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84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单独把该功能接口化，可以服务更多用户</a:t>
          </a:r>
          <a:r>
            <a:rPr lang="en-US" altLang="zh-CN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;</a:t>
          </a:r>
          <a:endParaRPr 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0427" y="1846304"/>
        <a:ext cx="8228064" cy="527476"/>
      </dsp:txXfrm>
    </dsp:sp>
    <dsp:sp modelId="{DF5AAE91-30F3-4C98-8177-B2C2FE41FDBD}">
      <dsp:nvSpPr>
        <dsp:cNvPr id="0" name=""/>
        <dsp:cNvSpPr/>
      </dsp:nvSpPr>
      <dsp:spPr>
        <a:xfrm>
          <a:off x="296891" y="1780370"/>
          <a:ext cx="659345" cy="659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A68B2-F3DF-486F-875A-532B51EF8257}">
      <dsp:nvSpPr>
        <dsp:cNvPr id="0" name=""/>
        <dsp:cNvSpPr/>
      </dsp:nvSpPr>
      <dsp:spPr>
        <a:xfrm>
          <a:off x="193230" y="2637656"/>
          <a:ext cx="8540044" cy="527476"/>
        </a:xfrm>
        <a:prstGeom prst="rect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8684" tIns="45720" rIns="45720" bIns="4572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 系统设计时候即将此功能接口化、平台化，自身服务作为一个调用者。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93230" y="2637656"/>
        <a:ext cx="8540044" cy="527476"/>
      </dsp:txXfrm>
    </dsp:sp>
    <dsp:sp modelId="{6CA1C6E9-373B-477D-B59C-AC8DD24428F3}">
      <dsp:nvSpPr>
        <dsp:cNvPr id="0" name=""/>
        <dsp:cNvSpPr/>
      </dsp:nvSpPr>
      <dsp:spPr>
        <a:xfrm>
          <a:off x="-5522" y="2571721"/>
          <a:ext cx="659345" cy="659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BF5A-6B8E-4734-B50A-6FA94DE9FA88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C9BA-D35E-4FDA-8FF8-15D600311D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93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C30A-1F7E-4621-9A1B-097C8CDFA4A3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1AF7-1A50-4AB1-A0DA-F4E3353934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2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yp.xcar.com.cn/wiki/detail_577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drive.xcar.com.cn/term/201003/news_278_1.html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baidu.com/myscan/index.php/Home/Online/sel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security.baidu.com/mysec/index.php/Home/Main?tag=aqcl_aqhx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i18.com/news/wanxian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i18.com/news/wanxian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2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Golf 6</a:t>
            </a:r>
            <a:r>
              <a:rPr lang="zh-CN" altLang="en-US" dirty="0" smtClean="0"/>
              <a:t>， </a:t>
            </a:r>
            <a:r>
              <a:rPr lang="en-US" altLang="zh-CN" dirty="0" err="1" smtClean="0"/>
              <a:t>Tiguan</a:t>
            </a:r>
            <a:r>
              <a:rPr lang="zh-CN" altLang="en-US" dirty="0" smtClean="0"/>
              <a:t>， </a:t>
            </a:r>
            <a:r>
              <a:rPr lang="en-US" altLang="zh-CN" dirty="0" err="1" smtClean="0"/>
              <a:t>audi</a:t>
            </a:r>
            <a:r>
              <a:rPr lang="en-US" altLang="zh-CN" dirty="0" smtClean="0"/>
              <a:t> TT </a:t>
            </a:r>
            <a:r>
              <a:rPr lang="zh-CN" altLang="en-US" dirty="0" smtClean="0"/>
              <a:t>除了都是大众汽车的产品外，还有什么相同的地方？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02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平台（汽车开发平台）其实质上是大量采用共同的零部件，采取相似的底盘、</a:t>
            </a:r>
            <a:r>
              <a:rPr lang="zh-CN" altLang="en-US" dirty="0" smtClean="0">
                <a:hlinkClick r:id="rId3"/>
              </a:rPr>
              <a:t>车身结构</a:t>
            </a:r>
            <a:r>
              <a:rPr lang="zh-CN" altLang="en-US" dirty="0" smtClean="0"/>
              <a:t>、行驶结构，相近的生产工艺、</a:t>
            </a:r>
            <a:r>
              <a:rPr lang="zh-CN" altLang="en-US" sz="120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4"/>
              </a:rPr>
              <a:t>轴距</a:t>
            </a:r>
            <a:r>
              <a:rPr lang="zh-CN" altLang="en-US" dirty="0" smtClean="0"/>
              <a:t>，相同或相近的动力单元（发动机和变速箱的组合）形成的一套车辆生产系统。一个平台可能会衍生出很多车型，但它们一般具有相似的操控感受、相近的乘坐舒适性</a:t>
            </a:r>
            <a:r>
              <a:rPr lang="en-US" altLang="zh-CN" dirty="0" smtClean="0"/>
              <a:t>(</a:t>
            </a:r>
            <a:r>
              <a:rPr lang="zh-CN" altLang="en-US" dirty="0" smtClean="0"/>
              <a:t>虽然在价格上可能会相差很大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7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154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DuerOS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官网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https://dueros.baidu.com/html/dueros/index.html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普通嵌入式开发者，借助</a:t>
            </a:r>
            <a:r>
              <a:rPr lang="en-US" altLang="zh-CN" sz="1200" dirty="0" err="1" smtClean="0"/>
              <a:t>DuerOS</a:t>
            </a:r>
            <a:r>
              <a:rPr lang="zh-CN" altLang="en-US" sz="1200" dirty="0" smtClean="0"/>
              <a:t>，业余时间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将小外甥的乐高玩具改造成可以对话的机器人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http://www.iqiyi.com/v_19rr75tlqw.html</a:t>
            </a:r>
          </a:p>
          <a:p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duerOS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47:38-48:25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914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Apollo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官网：http://apollo.auto/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国外，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天搞定自动循迹驾驶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http://www.iqiyi.com/v_19rr75tlqw.html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无人车</a:t>
            </a:r>
            <a:r>
              <a:rPr lang="zh-CN" altLang="en-US" sz="1200" b="0" i="0" kern="1200" baseline="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1:59-2:01   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01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3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+</a:t>
            </a:r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345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484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/>
              <a:t>安全性：</a:t>
            </a:r>
            <a:endParaRPr lang="en-US" altLang="zh-CN" sz="12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/>
              <a:t>某产品线违反公司明文输出</a:t>
            </a:r>
            <a:r>
              <a:rPr lang="en-US" altLang="zh-CN" sz="1200" dirty="0" smtClean="0"/>
              <a:t>BDUSS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passport</a:t>
            </a:r>
            <a:r>
              <a:rPr lang="zh-CN" altLang="en-US" sz="1200" dirty="0" smtClean="0"/>
              <a:t>密保手机和邮箱，可被外界结合其他漏洞获取此类敏感信息，进一步可被利用于控制用户帐号权限，窃取搜索记录等隐私数据。</a:t>
            </a:r>
            <a:endParaRPr lang="en-US" altLang="zh-CN" sz="12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 smtClean="0"/>
          </a:p>
          <a:p>
            <a:pPr>
              <a:buNone/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安全相关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wiki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  <a:hlinkClick r:id="rId3"/>
              </a:rPr>
              <a:t>http://security.baidu.com/myscan/index.php/Home/Online/self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1200" b="1" dirty="0" smtClean="0">
                <a:latin typeface="微软雅黑" pitchFamily="34" charset="-122"/>
                <a:ea typeface="微软雅黑" pitchFamily="34" charset="-122"/>
                <a:hlinkClick r:id="rId4"/>
              </a:rPr>
              <a:t>http://security.baidu.com/mysec/index.php/Home/Main?tag=aqcl_aqhx</a:t>
            </a:r>
            <a:endParaRPr lang="en-US" altLang="zh-CN" sz="1200" b="1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120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33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可用：可用性是一个通用的衡量和体现平台服务可用情况的指标，标准的计算方式为：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1-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（服务不可用时间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服务总时间）*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100%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。好平台应能为客户提供持续不间断的服务。</a:t>
            </a:r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安全：</a:t>
            </a:r>
            <a:r>
              <a:rPr lang="en-US" altLang="zh-CN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2014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年“</a:t>
            </a:r>
            <a:r>
              <a:rPr lang="zh-CN" altLang="en-US" sz="1200" u="none" strike="noStrike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3"/>
              </a:rPr>
              <a:t>携程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信用卡门”使携程名誉和股价严重受损。携程承认此前的操作流程中确有违规之处，今后将不再保存客户的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cvv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信息、以前保存的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cvv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信息将删除。这件事的主因，是携程为了提升用户的支付体验，牺牲了安全性。所有的网络支付服务都必须在安全和便利之间选择一个平衡点，携程选择距离便利近了些，却在设计之初就为安全性埋下了隐患。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可扩展：“好平台”还应根据业务特点，充分考虑可扩展性，为承载不同规模的流量做好准备；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eBay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在可扩展性的最佳实践中提到：“在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eBay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，可伸缩性是我们每天奋力抵抗的一大架构压力。我们所做的每一项架构及设计决策，身前身后都能看到它的踪影。当我们面对的是全世界数以亿计的用户，每天的页面浏览量超过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亿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可伸缩性是生死交关的问题。”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443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可用：可用性是一个通用的衡量和体现平台服务可用情况的指标，标准的计算方式为：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1-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（服务不可用时间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服务总时间）*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100%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。好平台应能为客户提供持续不间断的服务。</a:t>
            </a:r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安全：</a:t>
            </a:r>
            <a:r>
              <a:rPr lang="en-US" altLang="zh-CN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2014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年“</a:t>
            </a:r>
            <a:r>
              <a:rPr lang="zh-CN" altLang="en-US" sz="1200" u="none" strike="noStrike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3"/>
              </a:rPr>
              <a:t>携程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信用卡门”使携程名誉和股价严重受损。携程承认此前的操作流程中确有违规之处，今后将不再保存客户的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cvv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信息、以前保存的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cvv</a:t>
            </a:r>
            <a:r>
              <a:rPr lang="zh-CN" altLang="en-US" sz="12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信息将删除。这件事的主因，是携程为了提升用户的支付体验，牺牲了安全性。所有的网络支付服务都必须在安全和便利之间选择一个平衡点，携程选择距离便利近了些，却在设计之初就为安全性埋下了隐患。</a:t>
            </a:r>
          </a:p>
          <a:p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可扩展：“好平台”还应根据业务特点，充分考虑可扩展性，为承载不同规模的流量做好准备；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eBay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在可扩展性的最佳实践中提到：“在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eBay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，可伸缩性是我们每天奋力抵抗的一大架构压力。我们所做的每一项架构及设计决策，身前身后都能看到它的踪影。当我们面对的是全世界数以亿计的用户，每天的页面浏览量超过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亿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可伸缩性是生死交关的问题。”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893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724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dirty="0" smtClean="0"/>
              <a:t>系统打日志来计算</a:t>
            </a:r>
            <a:r>
              <a:rPr lang="en-US" altLang="zh-CN" dirty="0" smtClean="0"/>
              <a:t>SLA</a:t>
            </a:r>
            <a:r>
              <a:rPr lang="zh-CN" altLang="en-US" dirty="0" smtClean="0"/>
              <a:t>，是不靠谱的，主要有两个原因：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 smtClean="0"/>
              <a:t>    </a:t>
            </a:r>
            <a:r>
              <a:rPr lang="en-US" altLang="zh-CN" dirty="0" smtClean="0"/>
              <a:t>1. </a:t>
            </a:r>
            <a:r>
              <a:rPr lang="zh-CN" altLang="en-US" dirty="0" smtClean="0"/>
              <a:t>要从用户体验受损的角度，</a:t>
            </a:r>
            <a:r>
              <a:rPr lang="en-US" altLang="zh-CN" dirty="0" smtClean="0"/>
              <a:t>SLA</a:t>
            </a:r>
            <a:r>
              <a:rPr lang="zh-CN" altLang="en-US" dirty="0" smtClean="0"/>
              <a:t>是否靠谱，自己说了不算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dirty="0" smtClean="0"/>
              <a:t>    </a:t>
            </a:r>
            <a:r>
              <a:rPr lang="en-US" altLang="zh-CN" dirty="0" smtClean="0"/>
              <a:t>2. </a:t>
            </a:r>
            <a:r>
              <a:rPr lang="zh-CN" altLang="en-US" dirty="0" smtClean="0"/>
              <a:t>打日志从技术上来说也不可靠，因为有可能没有得到流量，也有可能进程挂掉，都会导致不打日志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211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549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平台化的思维特征包括：</a:t>
            </a:r>
            <a:r>
              <a:rPr lang="zh-CN" altLang="en-US" sz="12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业务依赖简单、研发工作规范、基础设施统一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代码、数据、接口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554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产品化程度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使用无障碍：接口化、标准化、服务化设计，完善的文档体系，及时响应用户的接入申请</a:t>
            </a:r>
          </a:p>
          <a:p>
            <a:endParaRPr lang="zh-CN" altLang="en-US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用户反馈响应与解决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建立丰富的反馈渠道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、实时性质渠道：例如，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公众号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&amp;Hi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群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、非实时性渠道：例如，邮件 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 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反馈系统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实时性质的渠道要求相对要高，建议不超过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分钟，非实时性渠道不超过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天</a:t>
            </a:r>
            <a:endParaRPr lang="zh-CN" altLang="en-US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用户对平台的整体满意度</a:t>
            </a:r>
            <a:endParaRPr lang="en-US" altLang="zh-CN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周期性调查用户满意度和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NPS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（净推荐值）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592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以编写一个调用</a:t>
            </a:r>
            <a:r>
              <a:rPr lang="en-US" altLang="zh-CN" dirty="0" smtClean="0"/>
              <a:t>NLP</a:t>
            </a:r>
            <a:r>
              <a:rPr lang="zh-CN" altLang="en-US" dirty="0" smtClean="0"/>
              <a:t>计算紧密度的</a:t>
            </a:r>
            <a:r>
              <a:rPr lang="en-US" altLang="zh-CN" dirty="0" err="1" smtClean="0"/>
              <a:t>wordtght</a:t>
            </a:r>
            <a:r>
              <a:rPr lang="zh-CN" altLang="en-US" dirty="0" smtClean="0"/>
              <a:t>接口的</a:t>
            </a:r>
            <a:r>
              <a:rPr lang="en-US" altLang="zh-CN" dirty="0" smtClean="0"/>
              <a:t>demo</a:t>
            </a:r>
            <a:r>
              <a:rPr lang="zh-CN" altLang="en-US" dirty="0" smtClean="0"/>
              <a:t>为例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词典大，学习耗时一周，由于词典太大</a:t>
            </a:r>
            <a:r>
              <a:rPr lang="en-US" altLang="zh-CN" dirty="0" smtClean="0"/>
              <a:t>1.5G</a:t>
            </a:r>
            <a:r>
              <a:rPr lang="zh-CN" altLang="en-US" dirty="0" smtClean="0"/>
              <a:t>，需要申请</a:t>
            </a:r>
            <a:r>
              <a:rPr lang="en-US" altLang="zh-CN" dirty="0" smtClean="0"/>
              <a:t>5</a:t>
            </a:r>
            <a:r>
              <a:rPr lang="zh-CN" altLang="en-US" dirty="0" smtClean="0"/>
              <a:t>台机器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NLP</a:t>
            </a:r>
            <a:r>
              <a:rPr lang="zh-CN" altLang="en-US" dirty="0" smtClean="0"/>
              <a:t>中常用的算法包括</a:t>
            </a:r>
            <a:r>
              <a:rPr lang="en-US" altLang="zh-CN" dirty="0" err="1" smtClean="0"/>
              <a:t>wordseg</a:t>
            </a:r>
            <a:r>
              <a:rPr lang="zh-CN" altLang="en-US" dirty="0" smtClean="0"/>
              <a:t>，（没有分词，就没有拉链，就没有检索）</a:t>
            </a:r>
            <a:endParaRPr lang="en-US" altLang="zh-CN" dirty="0" smtClean="0"/>
          </a:p>
          <a:p>
            <a:r>
              <a:rPr lang="en-US" altLang="zh-CN" dirty="0" smtClean="0"/>
              <a:t>                   </a:t>
            </a:r>
            <a:r>
              <a:rPr lang="en-US" altLang="zh-CN" dirty="0" err="1" smtClean="0"/>
              <a:t>wordner</a:t>
            </a:r>
            <a:r>
              <a:rPr lang="zh-CN" altLang="en-US" dirty="0" smtClean="0"/>
              <a:t>， （专名识别，识别出常用的专用名词）</a:t>
            </a:r>
            <a:endParaRPr lang="en-US" altLang="zh-CN" dirty="0" smtClean="0"/>
          </a:p>
          <a:p>
            <a:r>
              <a:rPr lang="en-US" altLang="zh-CN" dirty="0" smtClean="0"/>
              <a:t>	       </a:t>
            </a:r>
            <a:r>
              <a:rPr lang="en-US" altLang="zh-CN" dirty="0" err="1" smtClean="0"/>
              <a:t>wordrank</a:t>
            </a:r>
            <a:endParaRPr lang="en-US" altLang="zh-CN" dirty="0" smtClean="0"/>
          </a:p>
          <a:p>
            <a:r>
              <a:rPr lang="en-US" altLang="zh-CN" dirty="0" smtClean="0"/>
              <a:t>	</a:t>
            </a:r>
            <a:r>
              <a:rPr lang="en-US" altLang="zh-CN" baseline="0" dirty="0" smtClean="0"/>
              <a:t>            </a:t>
            </a:r>
            <a:r>
              <a:rPr lang="zh-CN" altLang="en-US" dirty="0" smtClean="0"/>
              <a:t>等等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49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开源引入安全案例：</a:t>
            </a:r>
            <a:endParaRPr lang="en-US" altLang="zh-CN" sz="1200" b="0" i="0" kern="1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Apache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项目禁止使用带</a:t>
            </a:r>
            <a:r>
              <a:rPr lang="en-US" altLang="zh-CN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Facebook BSD+PATENTS License</a:t>
            </a:r>
            <a:r>
              <a:rPr lang="zh-CN" altLang="en-US" sz="1200" b="0" i="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的项目，并限时完成替代。</a:t>
            </a:r>
            <a:r>
              <a:rPr lang="zh-CN" altLang="en-US" dirty="0" smtClean="0"/>
              <a:t>这</a:t>
            </a:r>
            <a:r>
              <a:rPr lang="en-US" altLang="zh-CN" dirty="0" smtClean="0"/>
              <a:t>License</a:t>
            </a:r>
            <a:r>
              <a:rPr lang="zh-CN" altLang="en-US" dirty="0" smtClean="0"/>
              <a:t>思路很清奇，它带来的风险不是一般的专利风险，也就是你用了</a:t>
            </a:r>
            <a:r>
              <a:rPr lang="en-US" altLang="zh-CN" dirty="0" smtClean="0"/>
              <a:t>React</a:t>
            </a:r>
            <a:r>
              <a:rPr lang="zh-CN" altLang="en-US" dirty="0" smtClean="0"/>
              <a:t>有可能被</a:t>
            </a:r>
            <a:r>
              <a:rPr lang="en-US" altLang="zh-CN" dirty="0" smtClean="0"/>
              <a:t>Facebook</a:t>
            </a:r>
            <a:r>
              <a:rPr lang="zh-CN" altLang="en-US" dirty="0" smtClean="0"/>
              <a:t>告你专利侵权。而且，只要你在用</a:t>
            </a:r>
            <a:r>
              <a:rPr lang="en-US" altLang="zh-CN" dirty="0" smtClean="0"/>
              <a:t>React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Facebook</a:t>
            </a:r>
            <a:r>
              <a:rPr lang="zh-CN" altLang="en-US" dirty="0" smtClean="0"/>
              <a:t>侵权你的专利你也不能告他，而且不只是跟前端相关的专利，还包括了你拥有的所有专利。否则在你提起诉讼的瞬间，你就失去了使用</a:t>
            </a:r>
            <a:r>
              <a:rPr lang="en-US" altLang="zh-CN" dirty="0" smtClean="0"/>
              <a:t>React</a:t>
            </a:r>
            <a:r>
              <a:rPr lang="zh-CN" altLang="en-US" dirty="0" smtClean="0"/>
              <a:t>的授权。</a:t>
            </a:r>
            <a:br>
              <a:rPr lang="zh-CN" altLang="en-US" dirty="0" smtClean="0"/>
            </a:br>
            <a:r>
              <a:rPr lang="zh-CN" altLang="en-US" dirty="0" smtClean="0"/>
              <a:t>链接：</a:t>
            </a:r>
            <a:r>
              <a:rPr lang="en-US" altLang="zh-CN" dirty="0" smtClean="0"/>
              <a:t>https://www.zhihu.com/question/65437198/answer/231627090</a:t>
            </a:r>
            <a:br>
              <a:rPr lang="en-US" altLang="zh-CN" dirty="0" smtClean="0"/>
            </a:br>
            <a:endParaRPr lang="zh-CN" altLang="en-US" dirty="0" smtClean="0"/>
          </a:p>
          <a:p>
            <a:endParaRPr lang="en-US" altLang="zh-CN" sz="1200" b="0" i="0" kern="1200" baseline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zh-CN" altLang="en-US" sz="1200" b="0" i="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开源要求：</a:t>
            </a:r>
            <a:endParaRPr lang="en-US" altLang="zh-CN" sz="1200" b="0" i="0" kern="1200" baseline="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r>
              <a:rPr lang="en-US" altLang="zh-CN" sz="1200" b="0" i="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http://wiki.baidu.com/pages/viewpage.action?pageId=353485965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292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931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966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895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+</a:t>
            </a:r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860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382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15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6415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551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9030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19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796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186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9997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3796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029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708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0061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827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+</a:t>
            </a:r>
            <a:r>
              <a:rPr lang="zh-CN" altLang="en-US" dirty="0" smtClean="0"/>
              <a:t>前言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0622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55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63604" y="5565062"/>
            <a:ext cx="2495127" cy="320076"/>
          </a:xfrm>
        </p:spPr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44" y="4492699"/>
            <a:ext cx="10009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04" y="1277739"/>
            <a:ext cx="3330837" cy="24920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3863179"/>
            <a:ext cx="9089390" cy="11940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2548084"/>
            <a:ext cx="9089390" cy="13150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1686" y="2476297"/>
            <a:ext cx="2601158" cy="77216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132" y="4771119"/>
            <a:ext cx="10297144" cy="7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91" y="3361450"/>
            <a:ext cx="1519225" cy="1136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639" y="1230206"/>
            <a:ext cx="5537918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1781" y="1230206"/>
            <a:ext cx="5537919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345712"/>
            <a:ext cx="4724775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1906540"/>
            <a:ext cx="4724775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345712"/>
            <a:ext cx="4726631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1906540"/>
            <a:ext cx="4726631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1" y="239361"/>
            <a:ext cx="3518055" cy="10186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239361"/>
            <a:ext cx="5977908" cy="51309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1" y="1258038"/>
            <a:ext cx="3518055" cy="41122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4208304"/>
            <a:ext cx="6416040" cy="49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537171"/>
            <a:ext cx="6416040" cy="36071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4705118"/>
            <a:ext cx="6416040" cy="7055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67112" y="211529"/>
            <a:ext cx="2812588" cy="449637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5639" y="211529"/>
            <a:ext cx="8263250" cy="449637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402768"/>
            <a:ext cx="9624060" cy="396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4670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2018/5/19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53579" y="5572107"/>
            <a:ext cx="3386243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63603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8148" y="5454203"/>
            <a:ext cx="9937104" cy="4571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813" y="5525457"/>
            <a:ext cx="2027471" cy="4328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aws.amazon.com/cn/service-terms/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://aws.amazon.com/cn/ec2/sla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etu.baidu.com/platform/measure/1870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baidu.com/pages/viewpage.action?pageId=418327677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hetu-help@baidu.com" TargetMode="External"/><Relationship Id="rId4" Type="http://schemas.openxmlformats.org/officeDocument/2006/relationships/hyperlink" Target="http://hetu.baidu.com/platform/measure/1870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4532" y="3870027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百度平台化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  <a:endParaRPr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为什么要平台化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好平台的特点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如何实践平台化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54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化的来源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内容占位符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244" y="989709"/>
            <a:ext cx="8137497" cy="4414725"/>
          </a:xfrm>
        </p:spPr>
      </p:pic>
      <p:pic>
        <p:nvPicPr>
          <p:cNvPr id="11" name="内容占位符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2244" y="989708"/>
            <a:ext cx="8137497" cy="44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244" y="989707"/>
            <a:ext cx="8150918" cy="44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1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化的来源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图表 3"/>
          <p:cNvGraphicFramePr/>
          <p:nvPr>
            <p:extLst>
              <p:ext uri="{D42A27DB-BD31-4B8C-83A1-F6EECF244321}">
                <p14:modId xmlns:p14="http://schemas.microsoft.com/office/powerpoint/2010/main" val="4143329138"/>
              </p:ext>
            </p:extLst>
          </p:nvPr>
        </p:nvGraphicFramePr>
        <p:xfrm>
          <a:off x="641970" y="980900"/>
          <a:ext cx="9470949" cy="4364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001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2960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百度平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化的战略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右箭头 3">
            <a:extLst>
              <a:ext uri="{FF2B5EF4-FFF2-40B4-BE49-F238E27FC236}">
                <a16:creationId xmlns="" xmlns:a16="http://schemas.microsoft.com/office/drawing/2014/main" id="{F9650811-8C1F-433D-932F-BF76EEC0F527}"/>
              </a:ext>
            </a:extLst>
          </p:cNvPr>
          <p:cNvSpPr/>
          <p:nvPr/>
        </p:nvSpPr>
        <p:spPr>
          <a:xfrm>
            <a:off x="1135148" y="2839410"/>
            <a:ext cx="8244000" cy="180000"/>
          </a:xfrm>
          <a:prstGeom prst="rightArrow">
            <a:avLst>
              <a:gd name="adj1" fmla="val 45974"/>
              <a:gd name="adj2" fmla="val 6981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="" xmlns:a16="http://schemas.microsoft.com/office/drawing/2014/main" id="{7C335B94-8344-4826-901B-8030E6680C3A}"/>
              </a:ext>
            </a:extLst>
          </p:cNvPr>
          <p:cNvGrpSpPr/>
          <p:nvPr/>
        </p:nvGrpSpPr>
        <p:grpSpPr>
          <a:xfrm>
            <a:off x="1206784" y="1524406"/>
            <a:ext cx="3185156" cy="1365183"/>
            <a:chOff x="1175357" y="1278455"/>
            <a:chExt cx="3185156" cy="1365183"/>
          </a:xfrm>
        </p:grpSpPr>
        <p:grpSp>
          <p:nvGrpSpPr>
            <p:cNvPr id="11" name="组合 10">
              <a:extLst>
                <a:ext uri="{FF2B5EF4-FFF2-40B4-BE49-F238E27FC236}">
                  <a16:creationId xmlns="" xmlns:a16="http://schemas.microsoft.com/office/drawing/2014/main" id="{FB6709DC-F6B7-418B-916F-AB83220C2488}"/>
                </a:ext>
              </a:extLst>
            </p:cNvPr>
            <p:cNvGrpSpPr/>
            <p:nvPr/>
          </p:nvGrpSpPr>
          <p:grpSpPr>
            <a:xfrm>
              <a:off x="1175357" y="1278455"/>
              <a:ext cx="3185156" cy="1365183"/>
              <a:chOff x="1175357" y="1278455"/>
              <a:chExt cx="3185156" cy="1365183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="" xmlns:a16="http://schemas.microsoft.com/office/drawing/2014/main" id="{7AE68E1B-FA87-4E49-8272-F1969CDA0B42}"/>
                  </a:ext>
                </a:extLst>
              </p:cNvPr>
              <p:cNvGrpSpPr/>
              <p:nvPr/>
            </p:nvGrpSpPr>
            <p:grpSpPr>
              <a:xfrm>
                <a:off x="1298163" y="1278455"/>
                <a:ext cx="3062350" cy="1365183"/>
                <a:chOff x="1298163" y="1278455"/>
                <a:chExt cx="3062350" cy="1365183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="" xmlns:a16="http://schemas.microsoft.com/office/drawing/2014/main" id="{B29BD0A3-D7F4-4B1B-8D6D-C66B373B4FB3}"/>
                    </a:ext>
                  </a:extLst>
                </p:cNvPr>
                <p:cNvSpPr/>
                <p:nvPr/>
              </p:nvSpPr>
              <p:spPr>
                <a:xfrm>
                  <a:off x="1619671" y="1563638"/>
                  <a:ext cx="2740842" cy="1080000"/>
                </a:xfrm>
                <a:prstGeom prst="rect">
                  <a:avLst/>
                </a:prstGeom>
                <a:solidFill>
                  <a:srgbClr val="08347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="" xmlns:a16="http://schemas.microsoft.com/office/drawing/2014/main" id="{D4337E39-E030-4286-8F84-43AAE5DE6B24}"/>
                    </a:ext>
                  </a:extLst>
                </p:cNvPr>
                <p:cNvSpPr/>
                <p:nvPr/>
              </p:nvSpPr>
              <p:spPr>
                <a:xfrm>
                  <a:off x="1619671" y="1563638"/>
                  <a:ext cx="2740842" cy="18000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椭圆 16">
                  <a:extLst>
                    <a:ext uri="{FF2B5EF4-FFF2-40B4-BE49-F238E27FC236}">
                      <a16:creationId xmlns="" xmlns:a16="http://schemas.microsoft.com/office/drawing/2014/main" id="{7656D8DD-6521-40C6-B130-20040E0CF3C0}"/>
                    </a:ext>
                  </a:extLst>
                </p:cNvPr>
                <p:cNvSpPr/>
                <p:nvPr/>
              </p:nvSpPr>
              <p:spPr>
                <a:xfrm>
                  <a:off x="1298163" y="1278455"/>
                  <a:ext cx="741662" cy="741662"/>
                </a:xfrm>
                <a:prstGeom prst="ellipse">
                  <a:avLst/>
                </a:prstGeom>
                <a:solidFill>
                  <a:srgbClr val="C00000"/>
                </a:solidFill>
                <a:ln w="381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4" name="TextBox 8">
                <a:extLst>
                  <a:ext uri="{FF2B5EF4-FFF2-40B4-BE49-F238E27FC236}">
                    <a16:creationId xmlns="" xmlns:a16="http://schemas.microsoft.com/office/drawing/2014/main" id="{D4A91375-B845-4D18-A958-1E5235FEC9EF}"/>
                  </a:ext>
                </a:extLst>
              </p:cNvPr>
              <p:cNvSpPr txBox="1"/>
              <p:nvPr/>
            </p:nvSpPr>
            <p:spPr>
              <a:xfrm>
                <a:off x="1175357" y="1465539"/>
                <a:ext cx="9715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Robin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5EFA9130-BDEB-4A3A-871D-ACD121DB771C}"/>
                </a:ext>
              </a:extLst>
            </p:cNvPr>
            <p:cNvSpPr/>
            <p:nvPr/>
          </p:nvSpPr>
          <p:spPr>
            <a:xfrm>
              <a:off x="1607777" y="1941677"/>
              <a:ext cx="274084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2013</a:t>
              </a:r>
              <a:r>
                <a:rPr lang="zh-CN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Q3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战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略沟通</a:t>
              </a:r>
              <a:r>
                <a:rPr lang="zh-CN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</a:t>
              </a:r>
              <a:endParaRPr lang="zh-CN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4" name="TextBox 36">
            <a:extLst>
              <a:ext uri="{FF2B5EF4-FFF2-40B4-BE49-F238E27FC236}">
                <a16:creationId xmlns="" xmlns:a16="http://schemas.microsoft.com/office/drawing/2014/main" id="{24A186D4-06AD-43B6-9FAC-5BB2B8B2B807}"/>
              </a:ext>
            </a:extLst>
          </p:cNvPr>
          <p:cNvSpPr txBox="1"/>
          <p:nvPr/>
        </p:nvSpPr>
        <p:spPr>
          <a:xfrm>
            <a:off x="1495188" y="3126571"/>
            <a:ext cx="3312368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思维提升创新效率、建立生态系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后每次战略沟通会都会专门讲平台化。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="" xmlns:a16="http://schemas.microsoft.com/office/drawing/2014/main" id="{7C335B94-8344-4826-901B-8030E6680C3A}"/>
              </a:ext>
            </a:extLst>
          </p:cNvPr>
          <p:cNvGrpSpPr/>
          <p:nvPr/>
        </p:nvGrpSpPr>
        <p:grpSpPr>
          <a:xfrm>
            <a:off x="5224900" y="1524406"/>
            <a:ext cx="3062350" cy="1365183"/>
            <a:chOff x="1298163" y="1278455"/>
            <a:chExt cx="3062350" cy="1365183"/>
          </a:xfrm>
        </p:grpSpPr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FB6709DC-F6B7-418B-916F-AB83220C2488}"/>
                </a:ext>
              </a:extLst>
            </p:cNvPr>
            <p:cNvGrpSpPr/>
            <p:nvPr/>
          </p:nvGrpSpPr>
          <p:grpSpPr>
            <a:xfrm>
              <a:off x="1298163" y="1278455"/>
              <a:ext cx="3062350" cy="1365183"/>
              <a:chOff x="1298163" y="1278455"/>
              <a:chExt cx="3062350" cy="1365183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="" xmlns:a16="http://schemas.microsoft.com/office/drawing/2014/main" id="{7AE68E1B-FA87-4E49-8272-F1969CDA0B42}"/>
                  </a:ext>
                </a:extLst>
              </p:cNvPr>
              <p:cNvGrpSpPr/>
              <p:nvPr/>
            </p:nvGrpSpPr>
            <p:grpSpPr>
              <a:xfrm>
                <a:off x="1298163" y="1278455"/>
                <a:ext cx="3062350" cy="1365183"/>
                <a:chOff x="1298163" y="1278455"/>
                <a:chExt cx="3062350" cy="1365183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="" xmlns:a16="http://schemas.microsoft.com/office/drawing/2014/main" id="{B29BD0A3-D7F4-4B1B-8D6D-C66B373B4FB3}"/>
                    </a:ext>
                  </a:extLst>
                </p:cNvPr>
                <p:cNvSpPr/>
                <p:nvPr/>
              </p:nvSpPr>
              <p:spPr>
                <a:xfrm>
                  <a:off x="1619671" y="1563638"/>
                  <a:ext cx="2740842" cy="1080000"/>
                </a:xfrm>
                <a:prstGeom prst="rect">
                  <a:avLst/>
                </a:prstGeom>
                <a:solidFill>
                  <a:srgbClr val="08347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="" xmlns:a16="http://schemas.microsoft.com/office/drawing/2014/main" id="{D4337E39-E030-4286-8F84-43AAE5DE6B24}"/>
                    </a:ext>
                  </a:extLst>
                </p:cNvPr>
                <p:cNvSpPr/>
                <p:nvPr/>
              </p:nvSpPr>
              <p:spPr>
                <a:xfrm>
                  <a:off x="1619671" y="1563638"/>
                  <a:ext cx="2740842" cy="180000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椭圆 43">
                  <a:extLst>
                    <a:ext uri="{FF2B5EF4-FFF2-40B4-BE49-F238E27FC236}">
                      <a16:creationId xmlns="" xmlns:a16="http://schemas.microsoft.com/office/drawing/2014/main" id="{7656D8DD-6521-40C6-B130-20040E0CF3C0}"/>
                    </a:ext>
                  </a:extLst>
                </p:cNvPr>
                <p:cNvSpPr/>
                <p:nvPr/>
              </p:nvSpPr>
              <p:spPr>
                <a:xfrm>
                  <a:off x="1298163" y="1278455"/>
                  <a:ext cx="741662" cy="741662"/>
                </a:xfrm>
                <a:prstGeom prst="ellipse">
                  <a:avLst/>
                </a:prstGeom>
                <a:solidFill>
                  <a:srgbClr val="C00000"/>
                </a:solidFill>
                <a:ln w="381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1" name="TextBox 8">
                <a:extLst>
                  <a:ext uri="{FF2B5EF4-FFF2-40B4-BE49-F238E27FC236}">
                    <a16:creationId xmlns="" xmlns:a16="http://schemas.microsoft.com/office/drawing/2014/main" id="{D4A91375-B845-4D18-A958-1E5235FEC9EF}"/>
                  </a:ext>
                </a:extLst>
              </p:cNvPr>
              <p:cNvSpPr txBox="1"/>
              <p:nvPr/>
            </p:nvSpPr>
            <p:spPr>
              <a:xfrm>
                <a:off x="1396309" y="1414436"/>
                <a:ext cx="5277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Qi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矩形 38">
              <a:extLst>
                <a:ext uri="{FF2B5EF4-FFF2-40B4-BE49-F238E27FC236}">
                  <a16:creationId xmlns="" xmlns:a16="http://schemas.microsoft.com/office/drawing/2014/main" id="{5EFA9130-BDEB-4A3A-871D-ACD121DB771C}"/>
                </a:ext>
              </a:extLst>
            </p:cNvPr>
            <p:cNvSpPr/>
            <p:nvPr/>
          </p:nvSpPr>
          <p:spPr>
            <a:xfrm>
              <a:off x="1607777" y="1941677"/>
              <a:ext cx="2740842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2017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年百度世界大会</a:t>
              </a:r>
            </a:p>
          </p:txBody>
        </p:sp>
      </p:grpSp>
      <p:sp>
        <p:nvSpPr>
          <p:cNvPr id="45" name="TextBox 36">
            <a:extLst>
              <a:ext uri="{FF2B5EF4-FFF2-40B4-BE49-F238E27FC236}">
                <a16:creationId xmlns="" xmlns:a16="http://schemas.microsoft.com/office/drawing/2014/main" id="{24A186D4-06AD-43B6-9FAC-5BB2B8B2B807}"/>
              </a:ext>
            </a:extLst>
          </p:cNvPr>
          <p:cNvSpPr txBox="1"/>
          <p:nvPr/>
        </p:nvSpPr>
        <p:spPr>
          <a:xfrm>
            <a:off x="5346700" y="3149947"/>
            <a:ext cx="4132666" cy="147732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百度是一家</a:t>
            </a:r>
            <a:r>
              <a:rPr lang="en-US" altLang="zh-CN" dirty="0"/>
              <a:t>AI</a:t>
            </a:r>
            <a:r>
              <a:rPr lang="zh-CN" altLang="en-US" dirty="0"/>
              <a:t>公司，整体布局是</a:t>
            </a:r>
            <a:r>
              <a:rPr lang="zh-CN" altLang="en-US" b="1" dirty="0">
                <a:solidFill>
                  <a:srgbClr val="FF0000"/>
                </a:solidFill>
              </a:rPr>
              <a:t>平台化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生态化</a:t>
            </a:r>
            <a:r>
              <a:rPr lang="zh-CN" altLang="en-US" dirty="0"/>
              <a:t>，让</a:t>
            </a:r>
            <a:r>
              <a:rPr lang="en-US" altLang="zh-CN" dirty="0"/>
              <a:t>AI</a:t>
            </a:r>
            <a:r>
              <a:rPr lang="zh-CN" altLang="en-US" dirty="0"/>
              <a:t>更快的场景化，更好的产品化，打造更多，更好的用户体验，带来更高更强的商业价值。</a:t>
            </a:r>
          </a:p>
        </p:txBody>
      </p:sp>
    </p:spTree>
    <p:extLst>
      <p:ext uri="{BB962C8B-B14F-4D97-AF65-F5344CB8AC3E}">
        <p14:creationId xmlns:p14="http://schemas.microsoft.com/office/powerpoint/2010/main" val="181320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0046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化的例子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DuerOS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4252" y="917699"/>
            <a:ext cx="8000206" cy="451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5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929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化的例子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-Apollo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14252" y="917699"/>
            <a:ext cx="8000206" cy="451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14494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3"/>
          <p:cNvSpPr>
            <a:spLocks noGrp="1"/>
          </p:cNvSpPr>
          <p:nvPr>
            <p:ph idx="1"/>
          </p:nvPr>
        </p:nvSpPr>
        <p:spPr>
          <a:xfrm>
            <a:off x="427341" y="1205731"/>
            <a:ext cx="9455863" cy="4032448"/>
          </a:xfrm>
          <a:ln>
            <a:noFill/>
          </a:ln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Robin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战略沟通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会上提出了以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思维提升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_____________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_______________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年百度世界大会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上强调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，百度是一家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公司，整体布局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_____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____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更快的场景化，更好的产品化，打造更多，更好的用户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体验。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1800"/>
              </a:spcBef>
              <a:buFont typeface="Arial" charset="0"/>
              <a:buChar char="•"/>
            </a:pPr>
            <a:r>
              <a:rPr lang="zh-CN" altLang="en-US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百度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做平台化的原因，是因为平台化</a:t>
            </a:r>
            <a:r>
              <a:rPr lang="zh-CN" altLang="en-US" sz="24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____________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38788" y="1248122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平台化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7866980" y="1227641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接口化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1530276" y="1743368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创新效率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4266580" y="1743367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生态系统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5706740" y="420045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节省成本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7830976" y="4200450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加速创新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1264275" y="2972073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平台化</a:t>
            </a:r>
          </a:p>
        </p:txBody>
      </p:sp>
      <p:sp>
        <p:nvSpPr>
          <p:cNvPr id="16" name="TextBox 6"/>
          <p:cNvSpPr txBox="1"/>
          <p:nvPr/>
        </p:nvSpPr>
        <p:spPr>
          <a:xfrm>
            <a:off x="3258468" y="2976314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生态化</a:t>
            </a:r>
          </a:p>
        </p:txBody>
      </p:sp>
    </p:spTree>
    <p:extLst>
      <p:ext uri="{BB962C8B-B14F-4D97-AF65-F5344CB8AC3E}">
        <p14:creationId xmlns:p14="http://schemas.microsoft.com/office/powerpoint/2010/main" val="316183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  <a:endParaRPr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为什么要平台化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好平台的特点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如何实践平台化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274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403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平台的特点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4453130" y="2400206"/>
            <a:ext cx="1351719" cy="1351644"/>
          </a:xfrm>
          <a:prstGeom prst="ellipse">
            <a:avLst/>
          </a:prstGeom>
          <a:solidFill>
            <a:srgbClr val="006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/>
          </a:p>
        </p:txBody>
      </p:sp>
      <p:sp>
        <p:nvSpPr>
          <p:cNvPr id="8" name="TextBox 19"/>
          <p:cNvSpPr txBox="1"/>
          <p:nvPr/>
        </p:nvSpPr>
        <p:spPr>
          <a:xfrm>
            <a:off x="4762556" y="2818409"/>
            <a:ext cx="73286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1746300" y="1781795"/>
            <a:ext cx="3310681" cy="1236823"/>
          </a:xfrm>
          <a:custGeom>
            <a:avLst/>
            <a:gdLst>
              <a:gd name="connsiteX0" fmla="*/ 20620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825272 h 1952352"/>
              <a:gd name="connsiteX4" fmla="*/ 5136284 w 5225694"/>
              <a:gd name="connsiteY4" fmla="*/ 838917 h 1952352"/>
              <a:gd name="connsiteX5" fmla="*/ 4126117 w 5225694"/>
              <a:gd name="connsiteY5" fmla="*/ 1849083 h 1952352"/>
              <a:gd name="connsiteX6" fmla="*/ 4115707 w 5225694"/>
              <a:gd name="connsiteY6" fmla="*/ 1952352 h 1952352"/>
              <a:gd name="connsiteX7" fmla="*/ 206207 w 5225694"/>
              <a:gd name="connsiteY7" fmla="*/ 1952352 h 1952352"/>
              <a:gd name="connsiteX8" fmla="*/ 0 w 5225694"/>
              <a:gd name="connsiteY8" fmla="*/ 1746145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825272"/>
                </a:lnTo>
                <a:lnTo>
                  <a:pt x="5136284" y="838917"/>
                </a:lnTo>
                <a:cubicBezTo>
                  <a:pt x="4629239" y="942674"/>
                  <a:pt x="4229874" y="1342039"/>
                  <a:pt x="4126117" y="1849083"/>
                </a:cubicBezTo>
                <a:lnTo>
                  <a:pt x="4115707" y="1952352"/>
                </a:ln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/>
          </a:p>
        </p:txBody>
      </p:sp>
      <p:sp>
        <p:nvSpPr>
          <p:cNvPr id="11" name="任意多边形 10"/>
          <p:cNvSpPr/>
          <p:nvPr/>
        </p:nvSpPr>
        <p:spPr>
          <a:xfrm>
            <a:off x="5202684" y="1781795"/>
            <a:ext cx="3310681" cy="1236823"/>
          </a:xfrm>
          <a:custGeom>
            <a:avLst/>
            <a:gdLst>
              <a:gd name="connsiteX0" fmla="*/ 20620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1746145 h 1952352"/>
              <a:gd name="connsiteX4" fmla="*/ 5019487 w 5225694"/>
              <a:gd name="connsiteY4" fmla="*/ 1952352 h 1952352"/>
              <a:gd name="connsiteX5" fmla="*/ 1109988 w 5225694"/>
              <a:gd name="connsiteY5" fmla="*/ 1952352 h 1952352"/>
              <a:gd name="connsiteX6" fmla="*/ 1099577 w 5225694"/>
              <a:gd name="connsiteY6" fmla="*/ 1849083 h 1952352"/>
              <a:gd name="connsiteX7" fmla="*/ 89411 w 5225694"/>
              <a:gd name="connsiteY7" fmla="*/ 838917 h 1952352"/>
              <a:gd name="connsiteX8" fmla="*/ 0 w 5225694"/>
              <a:gd name="connsiteY8" fmla="*/ 825272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1109988" y="1952352"/>
                </a:lnTo>
                <a:lnTo>
                  <a:pt x="1099577" y="1849083"/>
                </a:lnTo>
                <a:cubicBezTo>
                  <a:pt x="995821" y="1342039"/>
                  <a:pt x="596456" y="942674"/>
                  <a:pt x="89411" y="838917"/>
                </a:cubicBezTo>
                <a:lnTo>
                  <a:pt x="0" y="825272"/>
                </a:ln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/>
          </a:p>
        </p:txBody>
      </p:sp>
      <p:sp>
        <p:nvSpPr>
          <p:cNvPr id="12" name="任意多边形 11"/>
          <p:cNvSpPr/>
          <p:nvPr/>
        </p:nvSpPr>
        <p:spPr>
          <a:xfrm>
            <a:off x="1746300" y="3113874"/>
            <a:ext cx="3310681" cy="1236823"/>
          </a:xfrm>
          <a:custGeom>
            <a:avLst/>
            <a:gdLst>
              <a:gd name="connsiteX0" fmla="*/ 206207 w 5225694"/>
              <a:gd name="connsiteY0" fmla="*/ 0 h 1952352"/>
              <a:gd name="connsiteX1" fmla="*/ 4115707 w 5225694"/>
              <a:gd name="connsiteY1" fmla="*/ 0 h 1952352"/>
              <a:gd name="connsiteX2" fmla="*/ 4126117 w 5225694"/>
              <a:gd name="connsiteY2" fmla="*/ 103268 h 1952352"/>
              <a:gd name="connsiteX3" fmla="*/ 5136284 w 5225694"/>
              <a:gd name="connsiteY3" fmla="*/ 1113434 h 1952352"/>
              <a:gd name="connsiteX4" fmla="*/ 5225694 w 5225694"/>
              <a:gd name="connsiteY4" fmla="*/ 1127080 h 1952352"/>
              <a:gd name="connsiteX5" fmla="*/ 5225694 w 5225694"/>
              <a:gd name="connsiteY5" fmla="*/ 1746145 h 1952352"/>
              <a:gd name="connsiteX6" fmla="*/ 5019487 w 5225694"/>
              <a:gd name="connsiteY6" fmla="*/ 1952352 h 1952352"/>
              <a:gd name="connsiteX7" fmla="*/ 206207 w 5225694"/>
              <a:gd name="connsiteY7" fmla="*/ 1952352 h 1952352"/>
              <a:gd name="connsiteX8" fmla="*/ 0 w 5225694"/>
              <a:gd name="connsiteY8" fmla="*/ 1746145 h 1952352"/>
              <a:gd name="connsiteX9" fmla="*/ 0 w 5225694"/>
              <a:gd name="connsiteY9" fmla="*/ 206207 h 1952352"/>
              <a:gd name="connsiteX10" fmla="*/ 206207 w 5225694"/>
              <a:gd name="connsiteY10" fmla="*/ 0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25694" h="1952352">
                <a:moveTo>
                  <a:pt x="206207" y="0"/>
                </a:moveTo>
                <a:lnTo>
                  <a:pt x="4115707" y="0"/>
                </a:lnTo>
                <a:lnTo>
                  <a:pt x="4126117" y="103268"/>
                </a:lnTo>
                <a:cubicBezTo>
                  <a:pt x="4229874" y="610313"/>
                  <a:pt x="4629239" y="1009678"/>
                  <a:pt x="5136284" y="1113434"/>
                </a:cubicBezTo>
                <a:lnTo>
                  <a:pt x="5225694" y="1127080"/>
                </a:ln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206207"/>
                </a:lnTo>
                <a:cubicBezTo>
                  <a:pt x="0" y="92322"/>
                  <a:pt x="92322" y="0"/>
                  <a:pt x="206207" y="0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/>
          </a:p>
        </p:txBody>
      </p:sp>
      <p:sp>
        <p:nvSpPr>
          <p:cNvPr id="13" name="任意多边形 12"/>
          <p:cNvSpPr/>
          <p:nvPr/>
        </p:nvSpPr>
        <p:spPr>
          <a:xfrm>
            <a:off x="5202684" y="3113874"/>
            <a:ext cx="3310681" cy="1236823"/>
          </a:xfrm>
          <a:custGeom>
            <a:avLst/>
            <a:gdLst>
              <a:gd name="connsiteX0" fmla="*/ 1109987 w 5225694"/>
              <a:gd name="connsiteY0" fmla="*/ 0 h 1952352"/>
              <a:gd name="connsiteX1" fmla="*/ 5019487 w 5225694"/>
              <a:gd name="connsiteY1" fmla="*/ 0 h 1952352"/>
              <a:gd name="connsiteX2" fmla="*/ 5225694 w 5225694"/>
              <a:gd name="connsiteY2" fmla="*/ 206207 h 1952352"/>
              <a:gd name="connsiteX3" fmla="*/ 5225694 w 5225694"/>
              <a:gd name="connsiteY3" fmla="*/ 1746145 h 1952352"/>
              <a:gd name="connsiteX4" fmla="*/ 5019487 w 5225694"/>
              <a:gd name="connsiteY4" fmla="*/ 1952352 h 1952352"/>
              <a:gd name="connsiteX5" fmla="*/ 206207 w 5225694"/>
              <a:gd name="connsiteY5" fmla="*/ 1952352 h 1952352"/>
              <a:gd name="connsiteX6" fmla="*/ 0 w 5225694"/>
              <a:gd name="connsiteY6" fmla="*/ 1746145 h 1952352"/>
              <a:gd name="connsiteX7" fmla="*/ 0 w 5225694"/>
              <a:gd name="connsiteY7" fmla="*/ 1127080 h 1952352"/>
              <a:gd name="connsiteX8" fmla="*/ 89411 w 5225694"/>
              <a:gd name="connsiteY8" fmla="*/ 1113434 h 1952352"/>
              <a:gd name="connsiteX9" fmla="*/ 1099577 w 5225694"/>
              <a:gd name="connsiteY9" fmla="*/ 103268 h 1952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25694" h="1952352">
                <a:moveTo>
                  <a:pt x="1109987" y="0"/>
                </a:moveTo>
                <a:lnTo>
                  <a:pt x="5019487" y="0"/>
                </a:lnTo>
                <a:cubicBezTo>
                  <a:pt x="5133372" y="0"/>
                  <a:pt x="5225694" y="92322"/>
                  <a:pt x="5225694" y="206207"/>
                </a:cubicBezTo>
                <a:lnTo>
                  <a:pt x="5225694" y="1746145"/>
                </a:lnTo>
                <a:cubicBezTo>
                  <a:pt x="5225694" y="1860030"/>
                  <a:pt x="5133372" y="1952352"/>
                  <a:pt x="5019487" y="1952352"/>
                </a:cubicBezTo>
                <a:lnTo>
                  <a:pt x="206207" y="1952352"/>
                </a:lnTo>
                <a:cubicBezTo>
                  <a:pt x="92322" y="1952352"/>
                  <a:pt x="0" y="1860030"/>
                  <a:pt x="0" y="1746145"/>
                </a:cubicBezTo>
                <a:lnTo>
                  <a:pt x="0" y="1127080"/>
                </a:lnTo>
                <a:lnTo>
                  <a:pt x="89411" y="1113434"/>
                </a:lnTo>
                <a:cubicBezTo>
                  <a:pt x="596456" y="1009678"/>
                  <a:pt x="995821" y="610313"/>
                  <a:pt x="1099577" y="103268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5" rIns="91408" bIns="45705" rtlCol="0" anchor="ctr"/>
          <a:lstStyle/>
          <a:p>
            <a:pPr algn="ctr"/>
            <a:endParaRPr lang="zh-CN" altLang="en-US" sz="1706"/>
          </a:p>
        </p:txBody>
      </p:sp>
      <p:sp>
        <p:nvSpPr>
          <p:cNvPr id="15" name="TextBox 30"/>
          <p:cNvSpPr txBox="1"/>
          <p:nvPr/>
        </p:nvSpPr>
        <p:spPr>
          <a:xfrm>
            <a:off x="1888629" y="1944718"/>
            <a:ext cx="144016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稳定可靠</a:t>
            </a:r>
          </a:p>
        </p:txBody>
      </p:sp>
      <p:sp>
        <p:nvSpPr>
          <p:cNvPr id="17" name="TextBox 30"/>
          <p:cNvSpPr txBox="1"/>
          <p:nvPr/>
        </p:nvSpPr>
        <p:spPr>
          <a:xfrm>
            <a:off x="7073205" y="1944718"/>
            <a:ext cx="140560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服务精神</a:t>
            </a:r>
            <a:endParaRPr lang="zh-CN" altLang="en-US" sz="24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30"/>
          <p:cNvSpPr txBox="1"/>
          <p:nvPr/>
        </p:nvSpPr>
        <p:spPr>
          <a:xfrm>
            <a:off x="1888628" y="3234642"/>
            <a:ext cx="179242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开源协同</a:t>
            </a:r>
            <a:endParaRPr lang="zh-CN" altLang="en-US" sz="24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30"/>
          <p:cNvSpPr txBox="1"/>
          <p:nvPr/>
        </p:nvSpPr>
        <p:spPr>
          <a:xfrm>
            <a:off x="7073205" y="3253164"/>
            <a:ext cx="140560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持续创新</a:t>
            </a:r>
            <a:endParaRPr lang="zh-CN" altLang="en-US" sz="24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66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1" grpId="0" animBg="1"/>
      <p:bldP spid="12" grpId="0" animBg="1"/>
      <p:bldP spid="13" grpId="0" animBg="1"/>
      <p:bldP spid="15" grpId="0"/>
      <p:bldP spid="17" grpId="0"/>
      <p:bldP spid="19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4"/>
          <p:cNvSpPr>
            <a:spLocks noGrp="1"/>
          </p:cNvSpPr>
          <p:nvPr>
            <p:ph idx="1"/>
          </p:nvPr>
        </p:nvSpPr>
        <p:spPr>
          <a:xfrm>
            <a:off x="1170236" y="1925811"/>
            <a:ext cx="8767588" cy="248584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lphaUcPeriod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服务可用性承诺（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SLA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SLI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SLO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lphaUcPeriod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具备故障预防、监控、快速定位、止损和恢复能力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Font typeface="+mj-lt"/>
              <a:buAutoNum type="alphaUcPeriod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安全性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43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2927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--SLA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4"/>
          <p:cNvSpPr>
            <a:spLocks noGrp="1"/>
          </p:cNvSpPr>
          <p:nvPr/>
        </p:nvSpPr>
        <p:spPr>
          <a:xfrm>
            <a:off x="438050" y="1277740"/>
            <a:ext cx="9877201" cy="41044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800" dirty="0" smtClean="0"/>
              <a:t>SLA</a:t>
            </a:r>
            <a:r>
              <a:rPr lang="zh-CN" altLang="en-US" sz="2800" dirty="0" smtClean="0"/>
              <a:t>（</a:t>
            </a:r>
            <a:r>
              <a:rPr lang="en-US" altLang="zh-CN" sz="2800" dirty="0"/>
              <a:t> Service Level Agreement </a:t>
            </a:r>
            <a:r>
              <a:rPr lang="zh-CN" altLang="en-US" sz="2800" dirty="0" smtClean="0"/>
              <a:t>）：</a:t>
            </a:r>
            <a:r>
              <a:rPr lang="zh-CN" altLang="zh-CN" sz="2800" dirty="0" smtClean="0"/>
              <a:t>是</a:t>
            </a:r>
            <a:r>
              <a:rPr lang="en-US" altLang="zh-CN" sz="2800" dirty="0" smtClean="0"/>
              <a:t> </a:t>
            </a:r>
            <a:r>
              <a:rPr lang="zh-CN" altLang="zh-CN" sz="2800" b="1" dirty="0" smtClean="0">
                <a:solidFill>
                  <a:srgbClr val="FF6600"/>
                </a:solidFill>
              </a:rPr>
              <a:t>服务提供方</a:t>
            </a:r>
            <a:r>
              <a:rPr lang="en-US" altLang="zh-CN" sz="2800" b="1" dirty="0" smtClean="0">
                <a:solidFill>
                  <a:srgbClr val="FF6600"/>
                </a:solidFill>
              </a:rPr>
              <a:t> </a:t>
            </a:r>
            <a:r>
              <a:rPr lang="zh-CN" altLang="zh-CN" sz="2800" dirty="0" smtClean="0"/>
              <a:t>与</a:t>
            </a:r>
            <a:r>
              <a:rPr lang="en-US" altLang="zh-CN" sz="2800" dirty="0" smtClean="0"/>
              <a:t> </a:t>
            </a:r>
            <a:r>
              <a:rPr lang="zh-CN" altLang="zh-CN" sz="2800" b="1" dirty="0" smtClean="0">
                <a:solidFill>
                  <a:srgbClr val="FF6600"/>
                </a:solidFill>
              </a:rPr>
              <a:t>服务使用方</a:t>
            </a:r>
            <a:r>
              <a:rPr lang="en-US" altLang="zh-CN" sz="2800" b="1" dirty="0" smtClean="0">
                <a:solidFill>
                  <a:srgbClr val="FF6600"/>
                </a:solidFill>
              </a:rPr>
              <a:t> </a:t>
            </a:r>
            <a:r>
              <a:rPr lang="zh-CN" altLang="zh-CN" sz="2800" dirty="0" smtClean="0"/>
              <a:t>之间达</a:t>
            </a:r>
            <a:r>
              <a:rPr lang="zh-CN" altLang="zh-CN" sz="2800" dirty="0"/>
              <a:t>成一致的服务承诺，内容主要包括：</a:t>
            </a:r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en-US" altLang="zh-CN" b="1" dirty="0" smtClean="0"/>
              <a:t> </a:t>
            </a:r>
            <a:r>
              <a:rPr lang="zh-CN" altLang="zh-CN" dirty="0" smtClean="0"/>
              <a:t>服务</a:t>
            </a:r>
            <a:r>
              <a:rPr lang="zh-CN" altLang="en-US" dirty="0" smtClean="0"/>
              <a:t>描述</a:t>
            </a:r>
            <a:endParaRPr lang="en-US" altLang="zh-CN" dirty="0" smtClean="0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/>
              <a:t> 服务质量</a:t>
            </a:r>
            <a:r>
              <a:rPr lang="zh-CN" altLang="zh-CN" dirty="0" smtClean="0"/>
              <a:t>指标</a:t>
            </a:r>
            <a:endParaRPr lang="en-US" altLang="zh-CN" dirty="0" smtClean="0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 smtClean="0"/>
              <a:t> </a:t>
            </a:r>
            <a:r>
              <a:rPr lang="zh-CN" altLang="zh-CN" dirty="0" smtClean="0"/>
              <a:t>度量</a:t>
            </a:r>
            <a:r>
              <a:rPr lang="zh-CN" altLang="zh-CN" dirty="0"/>
              <a:t>和</a:t>
            </a:r>
            <a:r>
              <a:rPr lang="zh-CN" altLang="en-US" dirty="0" smtClean="0"/>
              <a:t>报告</a:t>
            </a:r>
            <a:endParaRPr lang="en-US" altLang="zh-CN" dirty="0" smtClean="0"/>
          </a:p>
          <a:p>
            <a:pPr lvl="2"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 smtClean="0"/>
              <a:t> </a:t>
            </a:r>
            <a:r>
              <a:rPr lang="zh-CN" altLang="zh-CN" dirty="0" smtClean="0"/>
              <a:t>补偿</a:t>
            </a:r>
            <a:r>
              <a:rPr lang="zh-CN" altLang="zh-CN" dirty="0"/>
              <a:t>措施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43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2927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--SLA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07"/>
          <p:cNvSpPr txBox="1">
            <a:spLocks/>
          </p:cNvSpPr>
          <p:nvPr/>
        </p:nvSpPr>
        <p:spPr>
          <a:xfrm>
            <a:off x="751070" y="840537"/>
            <a:ext cx="5436916" cy="49016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pitchFamily="2" charset="-122"/>
                <a:cs typeface="+mn-cs"/>
              </a:defRPr>
            </a:lvl9pPr>
          </a:lstStyle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服务主体：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眉州东坡</a:t>
            </a:r>
            <a:endParaRPr lang="zh-CN" altLang="en-US" sz="2000" kern="0" dirty="0" smtClean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服务质量指标：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菜品质量、等待时间</a:t>
            </a:r>
            <a:endParaRPr lang="en-US" altLang="zh-CN" sz="2000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指标：</a:t>
            </a:r>
            <a:endParaRPr lang="en-US" altLang="zh-CN" sz="2000" b="1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         菜品质量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——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用户满意</a:t>
            </a:r>
            <a:endParaRPr lang="en-US" altLang="zh-CN" sz="2000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         上菜时间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——15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分钟</a:t>
            </a:r>
            <a:r>
              <a:rPr lang="en-US" altLang="zh-CN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\45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分钟</a:t>
            </a:r>
            <a:endParaRPr lang="en-US" altLang="zh-CN" sz="2000" b="1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度量方式：</a:t>
            </a:r>
            <a:endParaRPr lang="en-US" altLang="zh-CN" sz="2000" b="1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         菜品质量：用户满意度</a:t>
            </a:r>
            <a:endParaRPr lang="en-US" altLang="zh-CN" sz="2000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         上菜时间：下单开始计时</a:t>
            </a:r>
            <a:endParaRPr lang="en-US" altLang="zh-CN" sz="2000" b="1" kern="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补偿措施：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退菜、红酒</a:t>
            </a:r>
          </a:p>
          <a:p>
            <a:pPr marL="457200" indent="-3810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Char char="◉"/>
            </a:pPr>
            <a:r>
              <a:rPr lang="zh-CN" altLang="en-US" sz="2000" b="1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公告方式：</a:t>
            </a:r>
            <a:r>
              <a:rPr lang="zh-CN" altLang="en-US" sz="2000" kern="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公示牌</a:t>
            </a:r>
            <a:endParaRPr lang="zh-CN" altLang="en-US" sz="1600" kern="0" dirty="0" smtClean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defRPr/>
            </a:pPr>
            <a:endParaRPr lang="zh-CN" altLang="en-US" sz="2800" kern="0" dirty="0" smtClean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buFont typeface="Quattrocento Sans"/>
              <a:buNone/>
              <a:defRPr/>
            </a:pPr>
            <a:endParaRPr lang="zh-CN" altLang="en-US" sz="2800" kern="0" dirty="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08888" y="989707"/>
            <a:ext cx="2706985" cy="4287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746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2927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--SLA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6198" y="1349747"/>
            <a:ext cx="8546926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0" dirty="0" smtClean="0">
                <a:solidFill>
                  <a:srgbClr val="000000"/>
                </a:solidFill>
                <a:latin typeface="Arial"/>
                <a:cs typeface="Arial"/>
                <a:sym typeface="Arial"/>
                <a:hlinkClick r:id="rId3"/>
              </a:rPr>
              <a:t>http://aws.amazon.com/cn/service-terms/</a:t>
            </a:r>
            <a:endParaRPr lang="en-US" altLang="zh-CN" sz="3200" kern="0" dirty="0" smtClea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l"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3200" kern="0" dirty="0" smtClean="0">
                <a:solidFill>
                  <a:srgbClr val="000000"/>
                </a:solidFill>
                <a:latin typeface="Arial"/>
                <a:cs typeface="Arial"/>
                <a:sym typeface="Arial"/>
                <a:hlinkClick r:id="rId4"/>
              </a:rPr>
              <a:t>http://aws.amazon.com/cn/ec2/sla/</a:t>
            </a:r>
            <a:endParaRPr lang="en-US" altLang="zh-CN" sz="3200" kern="0" dirty="0" smtClea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985546"/>
            <a:ext cx="10693400" cy="7876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直接连接符 11"/>
          <p:cNvCxnSpPr/>
          <p:nvPr/>
        </p:nvCxnSpPr>
        <p:spPr bwMode="auto">
          <a:xfrm>
            <a:off x="4856932" y="2487587"/>
            <a:ext cx="5400600" cy="0"/>
          </a:xfrm>
          <a:prstGeom prst="line">
            <a:avLst/>
          </a:prstGeom>
          <a:solidFill>
            <a:srgbClr val="339966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291282" y="2732186"/>
            <a:ext cx="4608512" cy="0"/>
          </a:xfrm>
          <a:prstGeom prst="line">
            <a:avLst/>
          </a:prstGeom>
          <a:solidFill>
            <a:srgbClr val="339966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33"/>
          <p:cNvSpPr txBox="1"/>
          <p:nvPr/>
        </p:nvSpPr>
        <p:spPr>
          <a:xfrm>
            <a:off x="8186328" y="1736910"/>
            <a:ext cx="119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kern="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Arial"/>
                <a:sym typeface="Arial"/>
              </a:rPr>
              <a:t>服务描述</a:t>
            </a:r>
            <a:endParaRPr lang="zh-CN" altLang="en-US" b="1" kern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Arial"/>
              <a:sym typeface="Arial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5577012" y="4834706"/>
            <a:ext cx="4694808" cy="0"/>
          </a:xfrm>
          <a:prstGeom prst="line">
            <a:avLst/>
          </a:prstGeom>
          <a:solidFill>
            <a:srgbClr val="339966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334144" y="5108451"/>
            <a:ext cx="2535138" cy="0"/>
          </a:xfrm>
          <a:prstGeom prst="line">
            <a:avLst/>
          </a:prstGeom>
          <a:solidFill>
            <a:srgbClr val="339966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/>
          <p:nvPr/>
        </p:nvCxnSpPr>
        <p:spPr bwMode="auto">
          <a:xfrm>
            <a:off x="6072188" y="5372100"/>
            <a:ext cx="3221707" cy="3051"/>
          </a:xfrm>
          <a:prstGeom prst="line">
            <a:avLst/>
          </a:prstGeom>
          <a:solidFill>
            <a:srgbClr val="339966"/>
          </a:solidFill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35"/>
          <p:cNvSpPr txBox="1"/>
          <p:nvPr/>
        </p:nvSpPr>
        <p:spPr>
          <a:xfrm>
            <a:off x="7290916" y="414145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b="1" ker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</a:lstStyle>
          <a:p>
            <a:r>
              <a:rPr lang="zh-CN" altLang="en-US" dirty="0">
                <a:sym typeface="Arial"/>
              </a:rPr>
              <a:t>服务质量指标和目标值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70963" y="1111508"/>
            <a:ext cx="10351474" cy="2905824"/>
            <a:chOff x="170963" y="1111508"/>
            <a:chExt cx="10351474" cy="2905824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0963" y="1111508"/>
              <a:ext cx="10351474" cy="2905824"/>
            </a:xfrm>
            <a:prstGeom prst="rect">
              <a:avLst/>
            </a:prstGeom>
          </p:spPr>
        </p:pic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70963" y="1699042"/>
              <a:ext cx="10269140" cy="173075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</p:pic>
      </p:grpSp>
      <p:sp>
        <p:nvSpPr>
          <p:cNvPr id="28" name="TextBox 40"/>
          <p:cNvSpPr txBox="1"/>
          <p:nvPr/>
        </p:nvSpPr>
        <p:spPr>
          <a:xfrm>
            <a:off x="7258868" y="5588233"/>
            <a:ext cx="140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b="1" ker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Arial"/>
              </a:defRPr>
            </a:lvl1pPr>
          </a:lstStyle>
          <a:p>
            <a:r>
              <a:rPr lang="zh-CN" altLang="en-US" dirty="0">
                <a:sym typeface="Arial"/>
              </a:rPr>
              <a:t>补偿措施</a:t>
            </a:r>
          </a:p>
        </p:txBody>
      </p:sp>
    </p:spTree>
    <p:extLst>
      <p:ext uri="{BB962C8B-B14F-4D97-AF65-F5344CB8AC3E}">
        <p14:creationId xmlns:p14="http://schemas.microsoft.com/office/powerpoint/2010/main" val="379980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24" grpId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4836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—SLA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指标设定要求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107"/>
          <p:cNvSpPr txBox="1">
            <a:spLocks/>
          </p:cNvSpPr>
          <p:nvPr/>
        </p:nvSpPr>
        <p:spPr>
          <a:xfrm>
            <a:off x="438050" y="992312"/>
            <a:ext cx="9589169" cy="438988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从</a:t>
            </a:r>
            <a:r>
              <a:rPr lang="zh-CN" altLang="en-US" b="1" dirty="0" smtClean="0">
                <a:solidFill>
                  <a:srgbClr val="FF0000"/>
                </a:solidFill>
              </a:rPr>
              <a:t>用户体验受损</a:t>
            </a:r>
            <a:r>
              <a:rPr lang="zh-CN" altLang="en-US" sz="2400" dirty="0" smtClean="0"/>
              <a:t>角度</a:t>
            </a:r>
            <a:r>
              <a:rPr lang="en-US" altLang="zh-CN" sz="2400" dirty="0" smtClean="0"/>
              <a:t>——</a:t>
            </a:r>
            <a:r>
              <a:rPr lang="zh-CN" altLang="en-US" sz="2400" dirty="0" smtClean="0"/>
              <a:t>关心哪些指标</a:t>
            </a:r>
          </a:p>
          <a:p>
            <a:pPr marL="533400" lvl="1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平台采用哪些指标可以体现核心服务水平、质量</a:t>
            </a:r>
          </a:p>
          <a:p>
            <a:pPr marL="533400" lvl="1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指标计算方法要明确</a:t>
            </a:r>
          </a:p>
          <a:p>
            <a:pPr marL="533400" lvl="1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清楚目前能达到的程度</a:t>
            </a:r>
          </a:p>
          <a:p>
            <a:pPr marL="76200"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问题：</a:t>
            </a:r>
          </a:p>
          <a:p>
            <a:pPr marL="590550" lvl="1" indent="-5143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通过系统打访问日志，是否可计算该系统</a:t>
            </a:r>
            <a:r>
              <a:rPr lang="en-US" altLang="zh-CN" sz="2400" dirty="0" smtClean="0">
                <a:latin typeface="微软雅黑"/>
                <a:ea typeface="微软雅黑"/>
                <a:cs typeface="微软雅黑"/>
              </a:rPr>
              <a:t>SLA</a:t>
            </a: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？</a:t>
            </a:r>
          </a:p>
          <a:p>
            <a:pPr marL="590550" lvl="1" indent="-5143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zh-CN" altLang="en-US" sz="2400" dirty="0" smtClean="0">
                <a:latin typeface="微软雅黑"/>
                <a:ea typeface="微软雅黑"/>
                <a:cs typeface="微软雅黑"/>
              </a:rPr>
              <a:t>由于电信网络故障引起的损失，是否该计算入</a:t>
            </a:r>
            <a:r>
              <a:rPr lang="en-US" altLang="zh-CN" sz="2400" dirty="0" smtClean="0">
                <a:latin typeface="微软雅黑"/>
                <a:ea typeface="微软雅黑"/>
                <a:cs typeface="微软雅黑"/>
              </a:rPr>
              <a:t>SLA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818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5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50156" y="762036"/>
            <a:ext cx="9771732" cy="4692167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2927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--SLA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4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36051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—SLA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内容占位符 3"/>
          <p:cNvSpPr>
            <a:spLocks noGrp="1"/>
          </p:cNvSpPr>
          <p:nvPr>
            <p:ph idx="1"/>
          </p:nvPr>
        </p:nvSpPr>
        <p:spPr>
          <a:xfrm>
            <a:off x="843384" y="1421755"/>
            <a:ext cx="9269711" cy="3679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SLA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99.9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指服务不可用时间为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______________________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SLA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制定应该从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_________________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的角度来制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90316" y="2285851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每个月不超过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44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分钟</a:t>
            </a:r>
            <a:endParaRPr kumimoji="1"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98628" y="3365971"/>
            <a:ext cx="210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用户体验受损</a:t>
            </a:r>
            <a:endParaRPr kumimoji="1"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3050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845889" y="2756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服务精神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4"/>
          <p:cNvSpPr>
            <a:spLocks noGrp="1"/>
          </p:cNvSpPr>
          <p:nvPr>
            <p:ph idx="1"/>
          </p:nvPr>
        </p:nvSpPr>
        <p:spPr>
          <a:xfrm>
            <a:off x="871388" y="917699"/>
            <a:ext cx="5267400" cy="53571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产品化程度</a:t>
            </a:r>
            <a:endParaRPr lang="zh-CN" altLang="en-US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接口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化、标准化、服务化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设计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完善的文档体系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及时响应用户的接入申请</a:t>
            </a:r>
          </a:p>
          <a:p>
            <a:endParaRPr lang="zh-CN" altLang="en-US" sz="2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用户反馈响应与解决</a:t>
            </a:r>
            <a:endParaRPr lang="zh-CN" altLang="en-US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建立丰富的反馈渠道</a:t>
            </a: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及时响应用户的反馈</a:t>
            </a:r>
          </a:p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用户解决反馈的满意程度</a:t>
            </a:r>
          </a:p>
          <a:p>
            <a:pPr>
              <a:buNone/>
            </a:pP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用户对平台的整体满意度</a:t>
            </a:r>
          </a:p>
          <a:p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672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012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服务精神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20183" y="891515"/>
            <a:ext cx="7493041" cy="436234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56704" y="1188067"/>
            <a:ext cx="2172345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以编写一个调用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计算紧密度的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wordtght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426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开源协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66662" y="1133723"/>
            <a:ext cx="4320480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鼓励广泛使用开源技术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使用有团队支持的开源技术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 algn="l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注意安全（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license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、代码安全漏洞）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26413" y="2511350"/>
            <a:ext cx="3612333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鼓励开源（对内、对外）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文档、测试、支持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</a:p>
        </p:txBody>
      </p:sp>
      <p:sp>
        <p:nvSpPr>
          <p:cNvPr id="11" name="矩形 10"/>
          <p:cNvSpPr/>
          <p:nvPr/>
        </p:nvSpPr>
        <p:spPr>
          <a:xfrm>
            <a:off x="5634732" y="3581995"/>
            <a:ext cx="3312368" cy="18004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鼓励贡献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、需求）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（文档、代码）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0000" indent="1800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宣传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11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551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开源协同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百度开源大事记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03908" y="1250589"/>
            <a:ext cx="7787208" cy="502837"/>
            <a:chOff x="1303908" y="1250589"/>
            <a:chExt cx="7787208" cy="502837"/>
          </a:xfrm>
        </p:grpSpPr>
        <p:sp>
          <p:nvSpPr>
            <p:cNvPr id="9" name="矩形 8"/>
            <p:cNvSpPr/>
            <p:nvPr/>
          </p:nvSpPr>
          <p:spPr>
            <a:xfrm>
              <a:off x="1303908" y="1250589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2017.07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798855" y="1250589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百</a:t>
              </a:r>
              <a:r>
                <a:rPr kumimoji="1"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度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Apollo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对外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源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303908" y="1898661"/>
            <a:ext cx="7787208" cy="502837"/>
            <a:chOff x="1303908" y="1898661"/>
            <a:chExt cx="7787208" cy="502837"/>
          </a:xfrm>
        </p:grpSpPr>
        <p:sp>
          <p:nvSpPr>
            <p:cNvPr id="15" name="矩形 14"/>
            <p:cNvSpPr/>
            <p:nvPr/>
          </p:nvSpPr>
          <p:spPr>
            <a:xfrm>
              <a:off x="1303908" y="1898661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2017.07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798855" y="1898661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开源委员会成立，开源奖励机制已经形成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303908" y="3194805"/>
            <a:ext cx="7787208" cy="502837"/>
            <a:chOff x="1303908" y="3194805"/>
            <a:chExt cx="7787208" cy="502837"/>
          </a:xfrm>
        </p:grpSpPr>
        <p:sp>
          <p:nvSpPr>
            <p:cNvPr id="18" name="矩形 17"/>
            <p:cNvSpPr/>
            <p:nvPr/>
          </p:nvSpPr>
          <p:spPr>
            <a:xfrm>
              <a:off x="1303908" y="3194805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2017.11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798855" y="3194805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Apollo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获第十二届中日韩开源软件技术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优胜奖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303908" y="3842877"/>
            <a:ext cx="7787208" cy="502837"/>
            <a:chOff x="1303908" y="3842877"/>
            <a:chExt cx="7787208" cy="502837"/>
          </a:xfrm>
        </p:grpSpPr>
        <p:sp>
          <p:nvSpPr>
            <p:cNvPr id="21" name="矩形 20"/>
            <p:cNvSpPr/>
            <p:nvPr/>
          </p:nvSpPr>
          <p:spPr>
            <a:xfrm>
              <a:off x="1303908" y="3842877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2017.12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798855" y="3842877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ECharts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成为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apache foundation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孵化项目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303908" y="4519318"/>
            <a:ext cx="7787208" cy="502837"/>
            <a:chOff x="1303908" y="4519318"/>
            <a:chExt cx="7787208" cy="502837"/>
          </a:xfrm>
        </p:grpSpPr>
        <p:sp>
          <p:nvSpPr>
            <p:cNvPr id="24" name="矩形 23"/>
            <p:cNvSpPr/>
            <p:nvPr/>
          </p:nvSpPr>
          <p:spPr>
            <a:xfrm>
              <a:off x="1303908" y="4519318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2018.03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2798855" y="4519318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百度携手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基金会共同打造深度学习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基金会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</p:grpSp>
      <p:cxnSp>
        <p:nvCxnSpPr>
          <p:cNvPr id="26" name="直线箭头连接符 26"/>
          <p:cNvCxnSpPr/>
          <p:nvPr/>
        </p:nvCxnSpPr>
        <p:spPr>
          <a:xfrm>
            <a:off x="942107" y="1133723"/>
            <a:ext cx="12105" cy="40324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1293564" y="2546733"/>
            <a:ext cx="7787208" cy="502837"/>
            <a:chOff x="1293564" y="2546733"/>
            <a:chExt cx="7787208" cy="502837"/>
          </a:xfrm>
        </p:grpSpPr>
        <p:sp>
          <p:nvSpPr>
            <p:cNvPr id="27" name="矩形 26"/>
            <p:cNvSpPr/>
            <p:nvPr/>
          </p:nvSpPr>
          <p:spPr>
            <a:xfrm>
              <a:off x="1293564" y="2546733"/>
              <a:ext cx="1494947" cy="502837"/>
            </a:xfrm>
            <a:prstGeom prst="rect">
              <a:avLst/>
            </a:prstGeom>
            <a:solidFill>
              <a:srgbClr val="4F81BD"/>
            </a:solidFill>
            <a:ln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 charset="-122"/>
                </a:rPr>
                <a:t>2017.10</a:t>
              </a:r>
              <a:endPara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2788511" y="2546733"/>
              <a:ext cx="6292261" cy="502837"/>
            </a:xfrm>
            <a:prstGeom prst="rect">
              <a:avLst/>
            </a:prstGeom>
            <a:noFill/>
            <a:ln w="28575">
              <a:solidFill>
                <a:srgbClr val="4F81BD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百度成为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 Foundation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金牌会员</a:t>
              </a:r>
              <a:endPara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51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开源协同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开源社区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内容占位符 2"/>
          <p:cNvSpPr>
            <a:spLocks noGrp="1"/>
          </p:cNvSpPr>
          <p:nvPr>
            <p:ph idx="1"/>
          </p:nvPr>
        </p:nvSpPr>
        <p:spPr>
          <a:xfrm>
            <a:off x="4698628" y="1637779"/>
            <a:ext cx="5112568" cy="328498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  <a:spcBef>
                <a:spcPts val="600"/>
              </a:spcBef>
            </a:pPr>
            <a:r>
              <a:rPr kumimoji="1" lang="zh-CN" altLang="en-US" sz="2800" dirty="0"/>
              <a:t>内外部优秀开源实践分享</a:t>
            </a:r>
            <a:endParaRPr kumimoji="1" lang="en-US" altLang="zh-CN" sz="2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kumimoji="1" lang="zh-CN" altLang="en-US" sz="2800" dirty="0"/>
              <a:t>内部开源技术经验交流</a:t>
            </a:r>
            <a:endParaRPr kumimoji="1" lang="en-US" altLang="zh-CN" sz="2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kumimoji="1" lang="zh-CN" altLang="en-US" sz="2800" dirty="0"/>
              <a:t>内外部最新开源进展、动态同</a:t>
            </a:r>
            <a:r>
              <a:rPr kumimoji="1" lang="zh-CN" altLang="en-US" sz="2800" dirty="0" smtClean="0"/>
              <a:t>步</a:t>
            </a:r>
            <a:endParaRPr kumimoji="1" lang="en-US" altLang="zh-CN" sz="2800" dirty="0" smtClean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kumimoji="1" lang="en-US" altLang="zh-CN" sz="2900" dirty="0"/>
              <a:t>H</a:t>
            </a:r>
            <a:r>
              <a:rPr kumimoji="1" lang="en-US" altLang="zh-CN" sz="2900" dirty="0" smtClean="0"/>
              <a:t>i</a:t>
            </a:r>
            <a:r>
              <a:rPr kumimoji="1" lang="zh-CN" altLang="en-US" sz="2900" dirty="0"/>
              <a:t>群号：</a:t>
            </a:r>
            <a:r>
              <a:rPr kumimoji="1" lang="is-IS" altLang="zh-CN" sz="2900" dirty="0"/>
              <a:t>1576369</a:t>
            </a:r>
            <a:endParaRPr kumimoji="1" lang="en-US" altLang="zh-CN" sz="29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236" y="1133723"/>
            <a:ext cx="3240626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4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持续创新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内容占位符 4"/>
          <p:cNvSpPr>
            <a:spLocks noGrp="1"/>
          </p:cNvSpPr>
          <p:nvPr>
            <p:ph idx="1"/>
          </p:nvPr>
        </p:nvSpPr>
        <p:spPr>
          <a:xfrm>
            <a:off x="881087" y="1565771"/>
            <a:ext cx="8568952" cy="309634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1~+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无穷，不断挑战新目标，持续发布新特性；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30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不断提升平台自身的稳定性、服务水平、节约成本等；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518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录</a:t>
            </a:r>
            <a:endParaRPr lang="zh-CN" altLang="en-US" dirty="0"/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为什么要平台化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好平台的特点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如何实践平台化</a:t>
            </a:r>
            <a:endParaRPr lang="zh-CN" altLang="en-US" sz="24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784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799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何实践平台化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5104483" y="2944234"/>
            <a:ext cx="1174388" cy="1344082"/>
          </a:xfrm>
          <a:custGeom>
            <a:avLst/>
            <a:gdLst/>
            <a:ahLst/>
            <a:cxnLst/>
            <a:rect l="l" t="t" r="r" b="b"/>
            <a:pathLst>
              <a:path w="1184474" h="1305883">
                <a:moveTo>
                  <a:pt x="1128301" y="542257"/>
                </a:moveTo>
                <a:cubicBezTo>
                  <a:pt x="1138996" y="544244"/>
                  <a:pt x="1150947" y="549813"/>
                  <a:pt x="1160623" y="559490"/>
                </a:cubicBezTo>
                <a:cubicBezTo>
                  <a:pt x="1179976" y="578842"/>
                  <a:pt x="1182899" y="607295"/>
                  <a:pt x="1173598" y="616596"/>
                </a:cubicBezTo>
                <a:cubicBezTo>
                  <a:pt x="1164297" y="625897"/>
                  <a:pt x="1124169" y="634649"/>
                  <a:pt x="1104816" y="615297"/>
                </a:cubicBezTo>
                <a:cubicBezTo>
                  <a:pt x="1085464" y="595944"/>
                  <a:pt x="1094216" y="555816"/>
                  <a:pt x="1103517" y="546515"/>
                </a:cubicBezTo>
                <a:cubicBezTo>
                  <a:pt x="1108167" y="541864"/>
                  <a:pt x="1117606" y="540270"/>
                  <a:pt x="1128301" y="542257"/>
                </a:cubicBezTo>
                <a:close/>
                <a:moveTo>
                  <a:pt x="1129951" y="407312"/>
                </a:moveTo>
                <a:cubicBezTo>
                  <a:pt x="1142445" y="408682"/>
                  <a:pt x="1156099" y="414183"/>
                  <a:pt x="1166678" y="424762"/>
                </a:cubicBezTo>
                <a:cubicBezTo>
                  <a:pt x="1187836" y="445920"/>
                  <a:pt x="1188681" y="479378"/>
                  <a:pt x="1176799" y="491260"/>
                </a:cubicBezTo>
                <a:cubicBezTo>
                  <a:pt x="1164917" y="503142"/>
                  <a:pt x="1116544" y="517212"/>
                  <a:pt x="1095386" y="496054"/>
                </a:cubicBezTo>
                <a:cubicBezTo>
                  <a:pt x="1074229" y="474896"/>
                  <a:pt x="1088298" y="426523"/>
                  <a:pt x="1100180" y="414641"/>
                </a:cubicBezTo>
                <a:cubicBezTo>
                  <a:pt x="1106121" y="408700"/>
                  <a:pt x="1117456" y="405941"/>
                  <a:pt x="1129951" y="407312"/>
                </a:cubicBezTo>
                <a:close/>
                <a:moveTo>
                  <a:pt x="1108012" y="263931"/>
                </a:moveTo>
                <a:cubicBezTo>
                  <a:pt x="1121552" y="263764"/>
                  <a:pt x="1135813" y="267978"/>
                  <a:pt x="1146016" y="278181"/>
                </a:cubicBezTo>
                <a:cubicBezTo>
                  <a:pt x="1166422" y="298587"/>
                  <a:pt x="1162872" y="335223"/>
                  <a:pt x="1148231" y="349864"/>
                </a:cubicBezTo>
                <a:cubicBezTo>
                  <a:pt x="1133590" y="364505"/>
                  <a:pt x="1078576" y="386433"/>
                  <a:pt x="1058170" y="366027"/>
                </a:cubicBezTo>
                <a:cubicBezTo>
                  <a:pt x="1037764" y="345621"/>
                  <a:pt x="1059692" y="290607"/>
                  <a:pt x="1074333" y="275966"/>
                </a:cubicBezTo>
                <a:cubicBezTo>
                  <a:pt x="1081653" y="268645"/>
                  <a:pt x="1094472" y="264097"/>
                  <a:pt x="1108012" y="263931"/>
                </a:cubicBezTo>
                <a:close/>
                <a:moveTo>
                  <a:pt x="763865" y="213531"/>
                </a:moveTo>
                <a:cubicBezTo>
                  <a:pt x="829482" y="213531"/>
                  <a:pt x="945898" y="291848"/>
                  <a:pt x="992465" y="353231"/>
                </a:cubicBezTo>
                <a:cubicBezTo>
                  <a:pt x="1039032" y="414614"/>
                  <a:pt x="1049615" y="514098"/>
                  <a:pt x="1043265" y="581831"/>
                </a:cubicBezTo>
                <a:cubicBezTo>
                  <a:pt x="1036915" y="649564"/>
                  <a:pt x="1051732" y="668614"/>
                  <a:pt x="954365" y="759631"/>
                </a:cubicBezTo>
                <a:cubicBezTo>
                  <a:pt x="856998" y="850648"/>
                  <a:pt x="535265" y="1068664"/>
                  <a:pt x="459065" y="1127931"/>
                </a:cubicBezTo>
                <a:cubicBezTo>
                  <a:pt x="382865" y="1187198"/>
                  <a:pt x="306665" y="1301498"/>
                  <a:pt x="230465" y="1305731"/>
                </a:cubicBezTo>
                <a:cubicBezTo>
                  <a:pt x="154265" y="1309964"/>
                  <a:pt x="12448" y="1225298"/>
                  <a:pt x="1865" y="1153331"/>
                </a:cubicBezTo>
                <a:cubicBezTo>
                  <a:pt x="-8718" y="1081364"/>
                  <a:pt x="23032" y="945898"/>
                  <a:pt x="166965" y="873931"/>
                </a:cubicBezTo>
                <a:cubicBezTo>
                  <a:pt x="310898" y="801964"/>
                  <a:pt x="355348" y="846414"/>
                  <a:pt x="420965" y="823131"/>
                </a:cubicBezTo>
                <a:cubicBezTo>
                  <a:pt x="486582" y="799848"/>
                  <a:pt x="516215" y="774448"/>
                  <a:pt x="560665" y="734231"/>
                </a:cubicBezTo>
                <a:cubicBezTo>
                  <a:pt x="605115" y="694014"/>
                  <a:pt x="681315" y="645331"/>
                  <a:pt x="687665" y="581831"/>
                </a:cubicBezTo>
                <a:cubicBezTo>
                  <a:pt x="694015" y="518331"/>
                  <a:pt x="586065" y="414614"/>
                  <a:pt x="598765" y="353231"/>
                </a:cubicBezTo>
                <a:cubicBezTo>
                  <a:pt x="611465" y="291848"/>
                  <a:pt x="698248" y="213531"/>
                  <a:pt x="763865" y="213531"/>
                </a:cubicBezTo>
                <a:close/>
                <a:moveTo>
                  <a:pt x="1036431" y="129524"/>
                </a:moveTo>
                <a:cubicBezTo>
                  <a:pt x="1050986" y="129983"/>
                  <a:pt x="1066523" y="135189"/>
                  <a:pt x="1077979" y="146644"/>
                </a:cubicBezTo>
                <a:cubicBezTo>
                  <a:pt x="1100890" y="169556"/>
                  <a:pt x="1098800" y="208793"/>
                  <a:pt x="1083743" y="223851"/>
                </a:cubicBezTo>
                <a:cubicBezTo>
                  <a:pt x="1068686" y="238908"/>
                  <a:pt x="1010548" y="259898"/>
                  <a:pt x="987637" y="236987"/>
                </a:cubicBezTo>
                <a:cubicBezTo>
                  <a:pt x="964725" y="214075"/>
                  <a:pt x="985716" y="155938"/>
                  <a:pt x="1000773" y="140880"/>
                </a:cubicBezTo>
                <a:cubicBezTo>
                  <a:pt x="1008302" y="133352"/>
                  <a:pt x="1021875" y="129065"/>
                  <a:pt x="1036431" y="129524"/>
                </a:cubicBezTo>
                <a:close/>
                <a:moveTo>
                  <a:pt x="887345" y="66"/>
                </a:moveTo>
                <a:cubicBezTo>
                  <a:pt x="908214" y="841"/>
                  <a:pt x="930527" y="8428"/>
                  <a:pt x="947041" y="24941"/>
                </a:cubicBezTo>
                <a:cubicBezTo>
                  <a:pt x="980068" y="57968"/>
                  <a:pt x="977387" y="114196"/>
                  <a:pt x="955924" y="135659"/>
                </a:cubicBezTo>
                <a:cubicBezTo>
                  <a:pt x="934461" y="157122"/>
                  <a:pt x="851292" y="186743"/>
                  <a:pt x="818265" y="153717"/>
                </a:cubicBezTo>
                <a:cubicBezTo>
                  <a:pt x="785239" y="120690"/>
                  <a:pt x="814860" y="37521"/>
                  <a:pt x="836323" y="16058"/>
                </a:cubicBezTo>
                <a:cubicBezTo>
                  <a:pt x="847054" y="5326"/>
                  <a:pt x="866477" y="-710"/>
                  <a:pt x="887345" y="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798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4"/>
          <p:cNvSpPr txBox="1"/>
          <p:nvPr/>
        </p:nvSpPr>
        <p:spPr>
          <a:xfrm>
            <a:off x="6562671" y="3592306"/>
            <a:ext cx="267246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latin typeface="微软雅黑"/>
                <a:ea typeface="微软雅黑"/>
              </a:defRPr>
            </a:lvl1pPr>
          </a:lstStyle>
          <a:p>
            <a:r>
              <a:rPr lang="zh-CN" altLang="en-US" sz="2000" dirty="0">
                <a:sym typeface="Gill Sans" charset="0"/>
              </a:rPr>
              <a:t>不重造轮子</a:t>
            </a:r>
          </a:p>
          <a:p>
            <a:r>
              <a:rPr lang="zh-CN" altLang="en-US" sz="2000" dirty="0">
                <a:sym typeface="Gill Sans" charset="0"/>
              </a:rPr>
              <a:t>如何找平台</a:t>
            </a:r>
          </a:p>
        </p:txBody>
      </p:sp>
      <p:sp>
        <p:nvSpPr>
          <p:cNvPr id="29" name="TextBox 7"/>
          <p:cNvSpPr txBox="1"/>
          <p:nvPr/>
        </p:nvSpPr>
        <p:spPr>
          <a:xfrm>
            <a:off x="1242244" y="1637779"/>
            <a:ext cx="2913528" cy="96128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rgbClr val="4D4D4D"/>
                </a:solidFill>
                <a:ea typeface="微软雅黑" panose="020B0503020204020204" pitchFamily="34" charset="-122"/>
              </a:defRPr>
            </a:lvl1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chemeClr val="tx1"/>
                </a:solidFill>
                <a:latin typeface="微软雅黑"/>
                <a:ea typeface="微软雅黑"/>
                <a:sym typeface="Gill Sans" charset="0"/>
              </a:rPr>
              <a:t>Dogfood</a:t>
            </a:r>
            <a:endParaRPr lang="en-US" altLang="zh-CN" sz="2000" b="1" dirty="0">
              <a:solidFill>
                <a:schemeClr val="tx1"/>
              </a:solidFill>
              <a:latin typeface="微软雅黑"/>
              <a:ea typeface="微软雅黑"/>
              <a:sym typeface="Gill Sans" charset="0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/>
                <a:ea typeface="微软雅黑"/>
                <a:sym typeface="Gill Sans" charset="0"/>
              </a:rPr>
              <a:t>符合公共平台治理要求</a:t>
            </a:r>
          </a:p>
        </p:txBody>
      </p:sp>
      <p:sp>
        <p:nvSpPr>
          <p:cNvPr id="30" name="矩形 1"/>
          <p:cNvSpPr>
            <a:spLocks noChangeArrowheads="1"/>
          </p:cNvSpPr>
          <p:nvPr/>
        </p:nvSpPr>
        <p:spPr bwMode="auto">
          <a:xfrm>
            <a:off x="3595253" y="2263228"/>
            <a:ext cx="1343669" cy="1174751"/>
          </a:xfrm>
          <a:custGeom>
            <a:avLst/>
            <a:gdLst>
              <a:gd name="T0" fmla="*/ 0 w 1008063"/>
              <a:gd name="T1" fmla="*/ 0 h 881063"/>
              <a:gd name="T2" fmla="*/ 1008063 w 1008063"/>
              <a:gd name="T3" fmla="*/ 881063 h 881063"/>
            </a:gdLst>
            <a:ahLst/>
            <a:cxnLst/>
            <a:rect l="T0" t="T1" r="T2" b="T3"/>
            <a:pathLst>
              <a:path w="1008063" h="881063">
                <a:moveTo>
                  <a:pt x="942728" y="158110"/>
                </a:moveTo>
                <a:cubicBezTo>
                  <a:pt x="958837" y="158686"/>
                  <a:pt x="976062" y="164329"/>
                  <a:pt x="988810" y="176613"/>
                </a:cubicBezTo>
                <a:cubicBezTo>
                  <a:pt x="1001557" y="188897"/>
                  <a:pt x="1007414" y="205494"/>
                  <a:pt x="1008012" y="221018"/>
                </a:cubicBezTo>
                <a:cubicBezTo>
                  <a:pt x="1008611" y="236540"/>
                  <a:pt x="1003951" y="250988"/>
                  <a:pt x="995667" y="258970"/>
                </a:cubicBezTo>
                <a:cubicBezTo>
                  <a:pt x="979099" y="274935"/>
                  <a:pt x="914897" y="296968"/>
                  <a:pt x="889402" y="272402"/>
                </a:cubicBezTo>
                <a:cubicBezTo>
                  <a:pt x="863908" y="247835"/>
                  <a:pt x="886774" y="185970"/>
                  <a:pt x="903342" y="170005"/>
                </a:cubicBezTo>
                <a:cubicBezTo>
                  <a:pt x="911626" y="162023"/>
                  <a:pt x="926619" y="157533"/>
                  <a:pt x="942728" y="158110"/>
                </a:cubicBezTo>
                <a:close/>
                <a:moveTo>
                  <a:pt x="601892" y="104078"/>
                </a:moveTo>
                <a:cubicBezTo>
                  <a:pt x="647770" y="105923"/>
                  <a:pt x="699852" y="116845"/>
                  <a:pt x="735390" y="142824"/>
                </a:cubicBezTo>
                <a:cubicBezTo>
                  <a:pt x="782774" y="177463"/>
                  <a:pt x="843230" y="264059"/>
                  <a:pt x="843230" y="312867"/>
                </a:cubicBezTo>
                <a:cubicBezTo>
                  <a:pt x="843230" y="361676"/>
                  <a:pt x="782774" y="426229"/>
                  <a:pt x="735390" y="435676"/>
                </a:cubicBezTo>
                <a:cubicBezTo>
                  <a:pt x="688006" y="445123"/>
                  <a:pt x="607942" y="364825"/>
                  <a:pt x="558924" y="369548"/>
                </a:cubicBezTo>
                <a:cubicBezTo>
                  <a:pt x="509906" y="374272"/>
                  <a:pt x="472326" y="430952"/>
                  <a:pt x="441281" y="464016"/>
                </a:cubicBezTo>
                <a:cubicBezTo>
                  <a:pt x="410236" y="497080"/>
                  <a:pt x="390628" y="519122"/>
                  <a:pt x="372655" y="567931"/>
                </a:cubicBezTo>
                <a:cubicBezTo>
                  <a:pt x="354682" y="616740"/>
                  <a:pt x="388995" y="649804"/>
                  <a:pt x="333441" y="756867"/>
                </a:cubicBezTo>
                <a:cubicBezTo>
                  <a:pt x="277887" y="863931"/>
                  <a:pt x="173315" y="887548"/>
                  <a:pt x="117761" y="879676"/>
                </a:cubicBezTo>
                <a:cubicBezTo>
                  <a:pt x="62207" y="871804"/>
                  <a:pt x="-3151" y="766314"/>
                  <a:pt x="117" y="709633"/>
                </a:cubicBezTo>
                <a:cubicBezTo>
                  <a:pt x="3385" y="652952"/>
                  <a:pt x="91617" y="596272"/>
                  <a:pt x="137368" y="539591"/>
                </a:cubicBezTo>
                <a:cubicBezTo>
                  <a:pt x="183119" y="482910"/>
                  <a:pt x="351414" y="243591"/>
                  <a:pt x="421673" y="171165"/>
                </a:cubicBezTo>
                <a:cubicBezTo>
                  <a:pt x="491933" y="98739"/>
                  <a:pt x="506638" y="109761"/>
                  <a:pt x="558924" y="105037"/>
                </a:cubicBezTo>
                <a:cubicBezTo>
                  <a:pt x="571996" y="103856"/>
                  <a:pt x="586599" y="103463"/>
                  <a:pt x="601892" y="104078"/>
                </a:cubicBezTo>
                <a:close/>
                <a:moveTo>
                  <a:pt x="862789" y="66481"/>
                </a:moveTo>
                <a:cubicBezTo>
                  <a:pt x="874025" y="66822"/>
                  <a:pt x="886019" y="70694"/>
                  <a:pt x="894862" y="79215"/>
                </a:cubicBezTo>
                <a:cubicBezTo>
                  <a:pt x="903705" y="87737"/>
                  <a:pt x="907724" y="99294"/>
                  <a:pt x="908078" y="110121"/>
                </a:cubicBezTo>
                <a:cubicBezTo>
                  <a:pt x="908432" y="120948"/>
                  <a:pt x="905123" y="131044"/>
                  <a:pt x="899312" y="136645"/>
                </a:cubicBezTo>
                <a:cubicBezTo>
                  <a:pt x="887688" y="147845"/>
                  <a:pt x="842810" y="163459"/>
                  <a:pt x="825123" y="146416"/>
                </a:cubicBezTo>
                <a:cubicBezTo>
                  <a:pt x="807437" y="129374"/>
                  <a:pt x="823640" y="86128"/>
                  <a:pt x="835263" y="74928"/>
                </a:cubicBezTo>
                <a:cubicBezTo>
                  <a:pt x="841075" y="69328"/>
                  <a:pt x="851553" y="66139"/>
                  <a:pt x="862789" y="66481"/>
                </a:cubicBezTo>
                <a:close/>
                <a:moveTo>
                  <a:pt x="763988" y="18007"/>
                </a:moveTo>
                <a:cubicBezTo>
                  <a:pt x="774440" y="17883"/>
                  <a:pt x="785448" y="21017"/>
                  <a:pt x="793324" y="28607"/>
                </a:cubicBezTo>
                <a:cubicBezTo>
                  <a:pt x="801200" y="36196"/>
                  <a:pt x="804453" y="46804"/>
                  <a:pt x="804324" y="56876"/>
                </a:cubicBezTo>
                <a:cubicBezTo>
                  <a:pt x="804196" y="66947"/>
                  <a:pt x="800685" y="76483"/>
                  <a:pt x="795034" y="81927"/>
                </a:cubicBezTo>
                <a:cubicBezTo>
                  <a:pt x="783732" y="92818"/>
                  <a:pt x="741264" y="109129"/>
                  <a:pt x="725512" y="93950"/>
                </a:cubicBezTo>
                <a:cubicBezTo>
                  <a:pt x="709760" y="78771"/>
                  <a:pt x="726687" y="37850"/>
                  <a:pt x="737989" y="26959"/>
                </a:cubicBezTo>
                <a:cubicBezTo>
                  <a:pt x="743640" y="21514"/>
                  <a:pt x="753536" y="18131"/>
                  <a:pt x="763988" y="18007"/>
                </a:cubicBezTo>
                <a:close/>
                <a:moveTo>
                  <a:pt x="551220" y="4923"/>
                </a:moveTo>
                <a:cubicBezTo>
                  <a:pt x="559475" y="6401"/>
                  <a:pt x="568701" y="10543"/>
                  <a:pt x="576170" y="17741"/>
                </a:cubicBezTo>
                <a:cubicBezTo>
                  <a:pt x="583640" y="24939"/>
                  <a:pt x="587939" y="33828"/>
                  <a:pt x="589473" y="41784"/>
                </a:cubicBezTo>
                <a:cubicBezTo>
                  <a:pt x="591007" y="49739"/>
                  <a:pt x="589776" y="56760"/>
                  <a:pt x="586186" y="60219"/>
                </a:cubicBezTo>
                <a:cubicBezTo>
                  <a:pt x="579006" y="67138"/>
                  <a:pt x="548030" y="73648"/>
                  <a:pt x="533091" y="59253"/>
                </a:cubicBezTo>
                <a:cubicBezTo>
                  <a:pt x="518152" y="44857"/>
                  <a:pt x="524908" y="15008"/>
                  <a:pt x="532088" y="8090"/>
                </a:cubicBezTo>
                <a:cubicBezTo>
                  <a:pt x="535678" y="4631"/>
                  <a:pt x="542964" y="3445"/>
                  <a:pt x="551220" y="4923"/>
                </a:cubicBezTo>
                <a:close/>
                <a:moveTo>
                  <a:pt x="651821" y="257"/>
                </a:moveTo>
                <a:cubicBezTo>
                  <a:pt x="661466" y="1276"/>
                  <a:pt x="672006" y="5368"/>
                  <a:pt x="680172" y="13237"/>
                </a:cubicBezTo>
                <a:cubicBezTo>
                  <a:pt x="688338" y="21106"/>
                  <a:pt x="692585" y="31263"/>
                  <a:pt x="693642" y="40556"/>
                </a:cubicBezTo>
                <a:cubicBezTo>
                  <a:pt x="694701" y="49851"/>
                  <a:pt x="692571" y="58282"/>
                  <a:pt x="687985" y="62701"/>
                </a:cubicBezTo>
                <a:cubicBezTo>
                  <a:pt x="678813" y="71540"/>
                  <a:pt x="641472" y="82005"/>
                  <a:pt x="625139" y="66267"/>
                </a:cubicBezTo>
                <a:cubicBezTo>
                  <a:pt x="608806" y="50529"/>
                  <a:pt x="619667" y="14547"/>
                  <a:pt x="628840" y="5709"/>
                </a:cubicBezTo>
                <a:cubicBezTo>
                  <a:pt x="633426" y="1290"/>
                  <a:pt x="642176" y="-763"/>
                  <a:pt x="651821" y="25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798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9"/>
          <p:cNvCxnSpPr>
            <a:cxnSpLocks noChangeShapeType="1"/>
          </p:cNvCxnSpPr>
          <p:nvPr/>
        </p:nvCxnSpPr>
        <p:spPr bwMode="auto">
          <a:xfrm>
            <a:off x="1242246" y="2659044"/>
            <a:ext cx="3025899" cy="0"/>
          </a:xfrm>
          <a:prstGeom prst="line">
            <a:avLst/>
          </a:prstGeom>
          <a:noFill/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12"/>
          <p:cNvCxnSpPr>
            <a:cxnSpLocks noChangeShapeType="1"/>
          </p:cNvCxnSpPr>
          <p:nvPr/>
        </p:nvCxnSpPr>
        <p:spPr bwMode="auto">
          <a:xfrm>
            <a:off x="5993209" y="3566533"/>
            <a:ext cx="3025899" cy="0"/>
          </a:xfrm>
          <a:prstGeom prst="line">
            <a:avLst/>
          </a:prstGeom>
          <a:noFill/>
          <a:ln w="9525" algn="ctr">
            <a:solidFill>
              <a:schemeClr val="tx1">
                <a:lumMod val="65000"/>
                <a:lumOff val="35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/>
          <p:cNvSpPr txBox="1"/>
          <p:nvPr/>
        </p:nvSpPr>
        <p:spPr>
          <a:xfrm>
            <a:off x="2129595" y="2614804"/>
            <a:ext cx="1272889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17145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latin typeface="微软雅黑"/>
                <a:ea typeface="微软雅黑"/>
              </a:defRPr>
            </a:lvl1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B050"/>
                </a:solidFill>
              </a:rPr>
              <a:t>做平台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074892" y="2939241"/>
            <a:ext cx="1800200" cy="5810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1">
                <a:solidFill>
                  <a:srgbClr val="00B050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 dirty="0">
                <a:solidFill>
                  <a:srgbClr val="C0504D"/>
                </a:solidFill>
              </a:rPr>
              <a:t>用平台</a:t>
            </a:r>
          </a:p>
        </p:txBody>
      </p:sp>
    </p:spTree>
    <p:extLst>
      <p:ext uri="{BB962C8B-B14F-4D97-AF65-F5344CB8AC3E}">
        <p14:creationId xmlns:p14="http://schemas.microsoft.com/office/powerpoint/2010/main" val="344544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29" grpId="0"/>
      <p:bldP spid="30" grpId="0" animBg="1"/>
      <p:bldP spid="3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474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4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Dogfood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内容占位符 3" descr="Dog-Cat-Food-Processing-Line.jpg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7" r="252"/>
          <a:stretch/>
        </p:blipFill>
        <p:spPr>
          <a:xfrm>
            <a:off x="1530276" y="1421755"/>
            <a:ext cx="3456384" cy="3440382"/>
          </a:xfrm>
        </p:spPr>
      </p:pic>
      <p:sp>
        <p:nvSpPr>
          <p:cNvPr id="8" name="文本框 7"/>
          <p:cNvSpPr txBox="1"/>
          <p:nvPr/>
        </p:nvSpPr>
        <p:spPr>
          <a:xfrm>
            <a:off x="5706740" y="2213843"/>
            <a:ext cx="23042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200" dirty="0" smtClean="0">
                <a:latin typeface="微软雅黑"/>
                <a:ea typeface="微软雅黑"/>
                <a:cs typeface="微软雅黑"/>
              </a:rPr>
              <a:t>自己的平台</a:t>
            </a:r>
            <a:endParaRPr kumimoji="1" lang="en-US" altLang="zh-CN" sz="3200" dirty="0" smtClean="0">
              <a:latin typeface="微软雅黑"/>
              <a:ea typeface="微软雅黑"/>
              <a:cs typeface="微软雅黑"/>
            </a:endParaRPr>
          </a:p>
          <a:p>
            <a:pPr algn="l"/>
            <a:r>
              <a:rPr kumimoji="1" lang="en-US" altLang="zh-CN" sz="3200" dirty="0" smtClean="0">
                <a:latin typeface="微软雅黑"/>
                <a:ea typeface="微软雅黑"/>
                <a:cs typeface="微软雅黑"/>
              </a:rPr>
              <a:t/>
            </a:r>
            <a:br>
              <a:rPr kumimoji="1" lang="en-US" altLang="zh-CN" sz="3200" dirty="0" smtClean="0">
                <a:latin typeface="微软雅黑"/>
                <a:ea typeface="微软雅黑"/>
                <a:cs typeface="微软雅黑"/>
              </a:rPr>
            </a:br>
            <a:r>
              <a:rPr kumimoji="1" lang="zh-CN" altLang="en-US" sz="3200" dirty="0" smtClean="0">
                <a:latin typeface="微软雅黑"/>
                <a:ea typeface="微软雅黑"/>
                <a:cs typeface="微软雅黑"/>
              </a:rPr>
              <a:t>自己要用</a:t>
            </a:r>
            <a:endParaRPr kumimoji="1" lang="zh-CN" altLang="en-US" sz="3200"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801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845889" y="275626"/>
            <a:ext cx="4551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共平台治理要求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3755512462"/>
              </p:ext>
            </p:extLst>
          </p:nvPr>
        </p:nvGraphicFramePr>
        <p:xfrm>
          <a:off x="424656" y="1205731"/>
          <a:ext cx="9969103" cy="3770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627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4332" y="917699"/>
            <a:ext cx="8496945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/>
        </p:nvSpPr>
        <p:spPr>
          <a:xfrm>
            <a:off x="234132" y="5012863"/>
            <a:ext cx="489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hlinkClick r:id="rId4"/>
              </a:rPr>
              <a:t>http://hetu.baidu.com/platform/measure/1870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45889" y="275626"/>
            <a:ext cx="4551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河图平台度量体系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1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098228" y="1349747"/>
            <a:ext cx="828236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公司平台划分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共享业务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技术平台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基础环境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三大维度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；其中包括，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个一级分类，</a:t>
            </a:r>
            <a:r>
              <a:rPr lang="en-US" altLang="zh-CN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个二级分类；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建立技术领域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（技术委员会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Technical Oversight Committee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负责某一领域平台的架构、规划及建设；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5889" y="275626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台治理全景图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15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23" y="772464"/>
            <a:ext cx="9156873" cy="468228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45889" y="275626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台治理全景图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18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内容占位符 2"/>
          <p:cNvSpPr txBox="1">
            <a:spLocks/>
          </p:cNvSpPr>
          <p:nvPr/>
        </p:nvSpPr>
        <p:spPr>
          <a:xfrm>
            <a:off x="738188" y="1277740"/>
            <a:ext cx="9289032" cy="3888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1902" indent="-311903" eaLnBrk="0" hangingPunct="0"/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平台治理规范：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457200">
              <a:buNone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hlinkClick r:id="rId3"/>
              </a:rPr>
              <a:t>http://wiki.baidu.com/pages/viewpage.action?pageId=418327677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311902" indent="-311903" eaLnBrk="0" hangingPunct="0"/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平台度量体系：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457200">
              <a:buNone/>
            </a:pP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  <a:hlinkClick r:id="rId4"/>
              </a:rPr>
              <a:t>http://hetu.baidu.com/platform/measure/1870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endParaRPr kumimoji="1"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kumimoji="1" lang="zh-CN" altLang="en-US" sz="2800" dirty="0" smtClean="0">
                <a:latin typeface="微软雅黑" pitchFamily="34" charset="-122"/>
                <a:ea typeface="微软雅黑" pitchFamily="34" charset="-122"/>
              </a:rPr>
              <a:t>河图联系方式：</a:t>
            </a:r>
            <a:endParaRPr kumimoji="1"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pitchFamily="34" charset="0"/>
              <a:buNone/>
            </a:pPr>
            <a:r>
              <a:rPr kumimoji="1" lang="zh-CN" altLang="en-US" sz="2400" dirty="0" smtClean="0">
                <a:latin typeface="微软雅黑" pitchFamily="34" charset="-122"/>
                <a:ea typeface="微软雅黑" pitchFamily="34" charset="-122"/>
              </a:rPr>
              <a:t>    邮箱 </a:t>
            </a:r>
            <a:r>
              <a:rPr kumimoji="1" lang="en-US" altLang="zh-CN" sz="2400" dirty="0" smtClean="0">
                <a:latin typeface="微软雅黑" pitchFamily="34" charset="-122"/>
                <a:ea typeface="微软雅黑" pitchFamily="34" charset="-122"/>
                <a:hlinkClick r:id="rId5"/>
              </a:rPr>
              <a:t>hetu-help@baidu.com</a:t>
            </a:r>
            <a:r>
              <a:rPr kumimoji="1" lang="zh-CN" altLang="en-US" sz="2400" dirty="0" smtClean="0"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1" lang="en-US" altLang="zh-CN" sz="2400" dirty="0" smtClean="0">
                <a:latin typeface="微软雅黑" pitchFamily="34" charset="-122"/>
                <a:ea typeface="微软雅黑" pitchFamily="34" charset="-122"/>
              </a:rPr>
              <a:t>hi</a:t>
            </a:r>
            <a:r>
              <a:rPr kumimoji="1" lang="zh-CN" altLang="en-US" sz="2400" dirty="0" smtClean="0">
                <a:latin typeface="微软雅黑" pitchFamily="34" charset="-122"/>
                <a:ea typeface="微软雅黑" pitchFamily="34" charset="-122"/>
              </a:rPr>
              <a:t>公众号“河图”</a:t>
            </a:r>
            <a:endParaRPr kumimoji="1"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pitchFamily="34" charset="0"/>
              <a:buNone/>
            </a:pPr>
            <a:endParaRPr kumimoji="1"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5889" y="275626"/>
            <a:ext cx="48590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关规范及联系方式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41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找平台，上河图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17699"/>
            <a:ext cx="9145016" cy="441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3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1757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2404814" y="1148458"/>
            <a:ext cx="7866980" cy="43712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对河图已有平台进行度量，达到标准的给于“使用无障碍”平台标识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487198065"/>
              </p:ext>
            </p:extLst>
          </p:nvPr>
        </p:nvGraphicFramePr>
        <p:xfrm>
          <a:off x="3114452" y="1637779"/>
          <a:ext cx="5112568" cy="36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图片 9" descr="认证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15391" y="985464"/>
            <a:ext cx="1620491" cy="76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2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1757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0264" y="1421755"/>
            <a:ext cx="9073353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870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5615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年河图评选优秀平台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işḷîḑè"/>
          <p:cNvSpPr/>
          <p:nvPr/>
        </p:nvSpPr>
        <p:spPr>
          <a:xfrm>
            <a:off x="812990" y="3129134"/>
            <a:ext cx="9021745" cy="16922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</a:endParaRPr>
          </a:p>
        </p:txBody>
      </p:sp>
      <p:sp>
        <p:nvSpPr>
          <p:cNvPr id="42" name="íṩlíḋé"/>
          <p:cNvSpPr/>
          <p:nvPr/>
        </p:nvSpPr>
        <p:spPr>
          <a:xfrm>
            <a:off x="1338926" y="3007134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sp>
        <p:nvSpPr>
          <p:cNvPr id="43" name="i$ļíḑè"/>
          <p:cNvSpPr/>
          <p:nvPr/>
        </p:nvSpPr>
        <p:spPr>
          <a:xfrm>
            <a:off x="4939326" y="3007134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sp>
        <p:nvSpPr>
          <p:cNvPr id="44" name="íṧlïḓê"/>
          <p:cNvSpPr/>
          <p:nvPr/>
        </p:nvSpPr>
        <p:spPr>
          <a:xfrm>
            <a:off x="2513497" y="3007134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sp>
        <p:nvSpPr>
          <p:cNvPr id="45" name="íšľiḑe"/>
          <p:cNvSpPr/>
          <p:nvPr/>
        </p:nvSpPr>
        <p:spPr>
          <a:xfrm>
            <a:off x="6235470" y="3007134"/>
            <a:ext cx="414396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sp>
        <p:nvSpPr>
          <p:cNvPr id="46" name="îślïḓè"/>
          <p:cNvSpPr/>
          <p:nvPr/>
        </p:nvSpPr>
        <p:spPr>
          <a:xfrm>
            <a:off x="3715190" y="3007134"/>
            <a:ext cx="414396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544386" y="2559153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48" name="直接连接符 47"/>
          <p:cNvCxnSpPr/>
          <p:nvPr/>
        </p:nvCxnSpPr>
        <p:spPr>
          <a:xfrm>
            <a:off x="3916517" y="2559153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49" name="直接连接符 48"/>
          <p:cNvCxnSpPr/>
          <p:nvPr/>
        </p:nvCxnSpPr>
        <p:spPr>
          <a:xfrm>
            <a:off x="6441866" y="2559153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50" name="直接连接符 49"/>
          <p:cNvCxnSpPr/>
          <p:nvPr/>
        </p:nvCxnSpPr>
        <p:spPr>
          <a:xfrm>
            <a:off x="2712056" y="3425854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tailEnd type="oval" w="lg" len="lg"/>
          </a:ln>
          <a:effectLst/>
        </p:spPr>
      </p:cxnSp>
      <p:cxnSp>
        <p:nvCxnSpPr>
          <p:cNvPr id="51" name="直接连接符 50"/>
          <p:cNvCxnSpPr/>
          <p:nvPr/>
        </p:nvCxnSpPr>
        <p:spPr>
          <a:xfrm>
            <a:off x="5156793" y="3425854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tailEnd type="oval" w="lg" len="lg"/>
          </a:ln>
          <a:effectLst/>
        </p:spPr>
      </p:cxnSp>
      <p:grpSp>
        <p:nvGrpSpPr>
          <p:cNvPr id="65" name="组合 64"/>
          <p:cNvGrpSpPr/>
          <p:nvPr/>
        </p:nvGrpSpPr>
        <p:grpSpPr>
          <a:xfrm>
            <a:off x="594172" y="1538589"/>
            <a:ext cx="1900427" cy="746679"/>
            <a:chOff x="3624780" y="2412339"/>
            <a:chExt cx="2772160" cy="746679"/>
          </a:xfrm>
        </p:grpSpPr>
        <p:sp>
          <p:nvSpPr>
            <p:cNvPr id="66" name="文本框 65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服务精神奖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知识图谱平台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770974" y="4158782"/>
            <a:ext cx="1900427" cy="746679"/>
            <a:chOff x="3624780" y="2412339"/>
            <a:chExt cx="2772160" cy="746679"/>
          </a:xfrm>
        </p:grpSpPr>
        <p:sp>
          <p:nvSpPr>
            <p:cNvPr id="71" name="文本框 70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稳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定可靠奖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智能监控体系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sp>
        <p:nvSpPr>
          <p:cNvPr id="73" name="i$ļíḑè"/>
          <p:cNvSpPr/>
          <p:nvPr/>
        </p:nvSpPr>
        <p:spPr>
          <a:xfrm>
            <a:off x="7463215" y="2999169"/>
            <a:ext cx="415382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sp>
        <p:nvSpPr>
          <p:cNvPr id="74" name="íšľiḑe"/>
          <p:cNvSpPr/>
          <p:nvPr/>
        </p:nvSpPr>
        <p:spPr>
          <a:xfrm>
            <a:off x="8773402" y="2999169"/>
            <a:ext cx="414396" cy="415489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8979798" y="2551188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headEnd type="oval" w="lg" len="lg"/>
          </a:ln>
          <a:effectLst/>
        </p:spPr>
      </p:cxnSp>
      <p:cxnSp>
        <p:nvCxnSpPr>
          <p:cNvPr id="76" name="直接连接符 75"/>
          <p:cNvCxnSpPr/>
          <p:nvPr/>
        </p:nvCxnSpPr>
        <p:spPr>
          <a:xfrm>
            <a:off x="7680682" y="3417889"/>
            <a:ext cx="0" cy="452138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dash"/>
            <a:miter lim="800000"/>
            <a:tailEnd type="oval" w="lg" len="lg"/>
          </a:ln>
          <a:effectLst/>
        </p:spPr>
      </p:cxnSp>
      <p:grpSp>
        <p:nvGrpSpPr>
          <p:cNvPr id="77" name="组合 76"/>
          <p:cNvGrpSpPr/>
          <p:nvPr/>
        </p:nvGrpSpPr>
        <p:grpSpPr>
          <a:xfrm>
            <a:off x="2966891" y="1538589"/>
            <a:ext cx="1900427" cy="720005"/>
            <a:chOff x="3624780" y="2412339"/>
            <a:chExt cx="2772160" cy="720005"/>
          </a:xfrm>
        </p:grpSpPr>
        <p:sp>
          <p:nvSpPr>
            <p:cNvPr id="78" name="文本框 77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持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续创新奖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语音识别平台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490716" y="1539172"/>
            <a:ext cx="1900427" cy="720005"/>
            <a:chOff x="3624780" y="2412339"/>
            <a:chExt cx="2772160" cy="720005"/>
          </a:xfrm>
        </p:grpSpPr>
        <p:sp>
          <p:nvSpPr>
            <p:cNvPr id="81" name="文本框 80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开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源回馈奖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CRDB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035670" y="1539172"/>
            <a:ext cx="1900427" cy="720005"/>
            <a:chOff x="3624780" y="2412339"/>
            <a:chExt cx="2772160" cy="720005"/>
          </a:xfrm>
        </p:grpSpPr>
        <p:sp>
          <p:nvSpPr>
            <p:cNvPr id="84" name="文本框 83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最受欢迎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err="1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JPaaS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206579" y="4158782"/>
            <a:ext cx="1900427" cy="720005"/>
            <a:chOff x="3624780" y="2412339"/>
            <a:chExt cx="2772160" cy="720005"/>
          </a:xfrm>
        </p:grpSpPr>
        <p:sp>
          <p:nvSpPr>
            <p:cNvPr id="87" name="文本框 86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开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源先锋奖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err="1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Echarts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751533" y="4158782"/>
            <a:ext cx="1900427" cy="746679"/>
            <a:chOff x="3624780" y="2412339"/>
            <a:chExt cx="2772160" cy="746679"/>
          </a:xfrm>
        </p:grpSpPr>
        <p:sp>
          <p:nvSpPr>
            <p:cNvPr id="90" name="文本框 89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智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能先锋奖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人脸</a:t>
              </a: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识别平台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57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>
          <a:xfrm>
            <a:off x="4745705" y="3034600"/>
            <a:ext cx="1225550" cy="1773555"/>
            <a:chOff x="4061109" y="2382841"/>
            <a:chExt cx="1010694" cy="1462576"/>
          </a:xfrm>
          <a:solidFill>
            <a:srgbClr val="F8C002"/>
          </a:solidFill>
        </p:grpSpPr>
        <p:sp>
          <p:nvSpPr>
            <p:cNvPr id="5" name="Freeform: Shape 10"/>
            <p:cNvSpPr/>
            <p:nvPr/>
          </p:nvSpPr>
          <p:spPr bwMode="auto">
            <a:xfrm>
              <a:off x="4414979" y="3615019"/>
              <a:ext cx="302954" cy="52190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" name="Freeform: Shape 11"/>
            <p:cNvSpPr/>
            <p:nvPr/>
          </p:nvSpPr>
          <p:spPr bwMode="auto">
            <a:xfrm>
              <a:off x="4414979" y="3673573"/>
              <a:ext cx="302954" cy="52190"/>
            </a:xfrm>
            <a:custGeom>
              <a:avLst/>
              <a:gdLst>
                <a:gd name="T0" fmla="*/ 145 w 145"/>
                <a:gd name="T1" fmla="*/ 13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3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3"/>
                  </a:moveTo>
                  <a:cubicBezTo>
                    <a:pt x="145" y="20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20"/>
                    <a:pt x="0" y="13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3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Freeform: Shape 12"/>
            <p:cNvSpPr/>
            <p:nvPr/>
          </p:nvSpPr>
          <p:spPr bwMode="auto">
            <a:xfrm>
              <a:off x="4414979" y="3734673"/>
              <a:ext cx="302954" cy="52190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5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5"/>
                    <a:pt x="145" y="1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Freeform: Shape 13"/>
            <p:cNvSpPr/>
            <p:nvPr/>
          </p:nvSpPr>
          <p:spPr bwMode="auto">
            <a:xfrm>
              <a:off x="4479897" y="3793227"/>
              <a:ext cx="171844" cy="52190"/>
            </a:xfrm>
            <a:custGeom>
              <a:avLst/>
              <a:gdLst>
                <a:gd name="T0" fmla="*/ 82 w 82"/>
                <a:gd name="T1" fmla="*/ 0 h 25"/>
                <a:gd name="T2" fmla="*/ 41 w 82"/>
                <a:gd name="T3" fmla="*/ 25 h 25"/>
                <a:gd name="T4" fmla="*/ 0 w 82"/>
                <a:gd name="T5" fmla="*/ 0 h 25"/>
                <a:gd name="T6" fmla="*/ 82 w 82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5">
                  <a:moveTo>
                    <a:pt x="82" y="0"/>
                  </a:moveTo>
                  <a:cubicBezTo>
                    <a:pt x="82" y="14"/>
                    <a:pt x="64" y="25"/>
                    <a:pt x="41" y="25"/>
                  </a:cubicBezTo>
                  <a:cubicBezTo>
                    <a:pt x="18" y="25"/>
                    <a:pt x="0" y="14"/>
                    <a:pt x="0" y="0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Freeform: Shape 14"/>
            <p:cNvSpPr/>
            <p:nvPr/>
          </p:nvSpPr>
          <p:spPr bwMode="auto">
            <a:xfrm>
              <a:off x="4061109" y="2382841"/>
              <a:ext cx="1010694" cy="1215633"/>
            </a:xfrm>
            <a:custGeom>
              <a:avLst/>
              <a:gdLst>
                <a:gd name="T0" fmla="*/ 241 w 483"/>
                <a:gd name="T1" fmla="*/ 0 h 580"/>
                <a:gd name="T2" fmla="*/ 0 w 483"/>
                <a:gd name="T3" fmla="*/ 241 h 580"/>
                <a:gd name="T4" fmla="*/ 62 w 483"/>
                <a:gd name="T5" fmla="*/ 402 h 580"/>
                <a:gd name="T6" fmla="*/ 62 w 483"/>
                <a:gd name="T7" fmla="*/ 402 h 580"/>
                <a:gd name="T8" fmla="*/ 63 w 483"/>
                <a:gd name="T9" fmla="*/ 403 h 580"/>
                <a:gd name="T10" fmla="*/ 73 w 483"/>
                <a:gd name="T11" fmla="*/ 414 h 580"/>
                <a:gd name="T12" fmla="*/ 129 w 483"/>
                <a:gd name="T13" fmla="*/ 483 h 580"/>
                <a:gd name="T14" fmla="*/ 199 w 483"/>
                <a:gd name="T15" fmla="*/ 580 h 580"/>
                <a:gd name="T16" fmla="*/ 235 w 483"/>
                <a:gd name="T17" fmla="*/ 580 h 580"/>
                <a:gd name="T18" fmla="*/ 247 w 483"/>
                <a:gd name="T19" fmla="*/ 580 h 580"/>
                <a:gd name="T20" fmla="*/ 284 w 483"/>
                <a:gd name="T21" fmla="*/ 580 h 580"/>
                <a:gd name="T22" fmla="*/ 353 w 483"/>
                <a:gd name="T23" fmla="*/ 483 h 580"/>
                <a:gd name="T24" fmla="*/ 407 w 483"/>
                <a:gd name="T25" fmla="*/ 416 h 580"/>
                <a:gd name="T26" fmla="*/ 483 w 483"/>
                <a:gd name="T27" fmla="*/ 241 h 580"/>
                <a:gd name="T28" fmla="*/ 241 w 483"/>
                <a:gd name="T29" fmla="*/ 0 h 580"/>
                <a:gd name="T30" fmla="*/ 331 w 483"/>
                <a:gd name="T31" fmla="*/ 349 h 580"/>
                <a:gd name="T32" fmla="*/ 302 w 483"/>
                <a:gd name="T33" fmla="*/ 388 h 580"/>
                <a:gd name="T34" fmla="*/ 264 w 483"/>
                <a:gd name="T35" fmla="*/ 443 h 580"/>
                <a:gd name="T36" fmla="*/ 245 w 483"/>
                <a:gd name="T37" fmla="*/ 443 h 580"/>
                <a:gd name="T38" fmla="*/ 238 w 483"/>
                <a:gd name="T39" fmla="*/ 443 h 580"/>
                <a:gd name="T40" fmla="*/ 218 w 483"/>
                <a:gd name="T41" fmla="*/ 443 h 580"/>
                <a:gd name="T42" fmla="*/ 181 w 483"/>
                <a:gd name="T43" fmla="*/ 388 h 580"/>
                <a:gd name="T44" fmla="*/ 150 w 483"/>
                <a:gd name="T45" fmla="*/ 348 h 580"/>
                <a:gd name="T46" fmla="*/ 145 w 483"/>
                <a:gd name="T47" fmla="*/ 341 h 580"/>
                <a:gd name="T48" fmla="*/ 144 w 483"/>
                <a:gd name="T49" fmla="*/ 341 h 580"/>
                <a:gd name="T50" fmla="*/ 144 w 483"/>
                <a:gd name="T51" fmla="*/ 341 h 580"/>
                <a:gd name="T52" fmla="*/ 111 w 483"/>
                <a:gd name="T53" fmla="*/ 248 h 580"/>
                <a:gd name="T54" fmla="*/ 241 w 483"/>
                <a:gd name="T55" fmla="*/ 109 h 580"/>
                <a:gd name="T56" fmla="*/ 372 w 483"/>
                <a:gd name="T57" fmla="*/ 248 h 580"/>
                <a:gd name="T58" fmla="*/ 331 w 483"/>
                <a:gd name="T59" fmla="*/ 3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83" h="580">
                  <a:moveTo>
                    <a:pt x="241" y="0"/>
                  </a:moveTo>
                  <a:cubicBezTo>
                    <a:pt x="108" y="0"/>
                    <a:pt x="0" y="108"/>
                    <a:pt x="0" y="241"/>
                  </a:cubicBezTo>
                  <a:cubicBezTo>
                    <a:pt x="0" y="303"/>
                    <a:pt x="23" y="359"/>
                    <a:pt x="62" y="402"/>
                  </a:cubicBezTo>
                  <a:cubicBezTo>
                    <a:pt x="62" y="402"/>
                    <a:pt x="62" y="402"/>
                    <a:pt x="62" y="402"/>
                  </a:cubicBezTo>
                  <a:cubicBezTo>
                    <a:pt x="62" y="402"/>
                    <a:pt x="62" y="402"/>
                    <a:pt x="63" y="403"/>
                  </a:cubicBezTo>
                  <a:cubicBezTo>
                    <a:pt x="66" y="407"/>
                    <a:pt x="70" y="410"/>
                    <a:pt x="73" y="414"/>
                  </a:cubicBezTo>
                  <a:cubicBezTo>
                    <a:pt x="88" y="429"/>
                    <a:pt x="112" y="457"/>
                    <a:pt x="129" y="483"/>
                  </a:cubicBezTo>
                  <a:cubicBezTo>
                    <a:pt x="154" y="523"/>
                    <a:pt x="141" y="580"/>
                    <a:pt x="199" y="580"/>
                  </a:cubicBezTo>
                  <a:cubicBezTo>
                    <a:pt x="235" y="580"/>
                    <a:pt x="235" y="580"/>
                    <a:pt x="235" y="580"/>
                  </a:cubicBezTo>
                  <a:cubicBezTo>
                    <a:pt x="247" y="580"/>
                    <a:pt x="247" y="580"/>
                    <a:pt x="247" y="580"/>
                  </a:cubicBezTo>
                  <a:cubicBezTo>
                    <a:pt x="284" y="580"/>
                    <a:pt x="284" y="580"/>
                    <a:pt x="284" y="580"/>
                  </a:cubicBezTo>
                  <a:cubicBezTo>
                    <a:pt x="341" y="580"/>
                    <a:pt x="329" y="523"/>
                    <a:pt x="353" y="483"/>
                  </a:cubicBezTo>
                  <a:cubicBezTo>
                    <a:pt x="369" y="458"/>
                    <a:pt x="393" y="431"/>
                    <a:pt x="407" y="416"/>
                  </a:cubicBezTo>
                  <a:cubicBezTo>
                    <a:pt x="454" y="372"/>
                    <a:pt x="483" y="310"/>
                    <a:pt x="483" y="241"/>
                  </a:cubicBezTo>
                  <a:cubicBezTo>
                    <a:pt x="483" y="108"/>
                    <a:pt x="375" y="0"/>
                    <a:pt x="241" y="0"/>
                  </a:cubicBezTo>
                  <a:close/>
                  <a:moveTo>
                    <a:pt x="331" y="349"/>
                  </a:moveTo>
                  <a:cubicBezTo>
                    <a:pt x="323" y="358"/>
                    <a:pt x="311" y="373"/>
                    <a:pt x="302" y="388"/>
                  </a:cubicBezTo>
                  <a:cubicBezTo>
                    <a:pt x="289" y="411"/>
                    <a:pt x="295" y="443"/>
                    <a:pt x="264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38" y="443"/>
                    <a:pt x="238" y="443"/>
                    <a:pt x="238" y="443"/>
                  </a:cubicBezTo>
                  <a:cubicBezTo>
                    <a:pt x="218" y="443"/>
                    <a:pt x="218" y="443"/>
                    <a:pt x="218" y="443"/>
                  </a:cubicBezTo>
                  <a:cubicBezTo>
                    <a:pt x="187" y="443"/>
                    <a:pt x="194" y="411"/>
                    <a:pt x="181" y="388"/>
                  </a:cubicBezTo>
                  <a:cubicBezTo>
                    <a:pt x="172" y="372"/>
                    <a:pt x="158" y="356"/>
                    <a:pt x="150" y="348"/>
                  </a:cubicBezTo>
                  <a:cubicBezTo>
                    <a:pt x="148" y="345"/>
                    <a:pt x="146" y="343"/>
                    <a:pt x="145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23" y="316"/>
                    <a:pt x="111" y="284"/>
                    <a:pt x="111" y="248"/>
                  </a:cubicBezTo>
                  <a:cubicBezTo>
                    <a:pt x="111" y="171"/>
                    <a:pt x="169" y="109"/>
                    <a:pt x="241" y="109"/>
                  </a:cubicBezTo>
                  <a:cubicBezTo>
                    <a:pt x="314" y="109"/>
                    <a:pt x="372" y="171"/>
                    <a:pt x="372" y="248"/>
                  </a:cubicBezTo>
                  <a:cubicBezTo>
                    <a:pt x="372" y="288"/>
                    <a:pt x="356" y="323"/>
                    <a:pt x="331" y="349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837270" y="4131880"/>
            <a:ext cx="791845" cy="793115"/>
            <a:chOff x="10331" y="6731"/>
            <a:chExt cx="1247" cy="1249"/>
          </a:xfrm>
        </p:grpSpPr>
        <p:sp>
          <p:nvSpPr>
            <p:cNvPr id="11" name="Freeform: Shape 7"/>
            <p:cNvSpPr/>
            <p:nvPr/>
          </p:nvSpPr>
          <p:spPr bwMode="auto">
            <a:xfrm>
              <a:off x="10331" y="6731"/>
              <a:ext cx="1247" cy="1249"/>
            </a:xfrm>
            <a:custGeom>
              <a:avLst/>
              <a:gdLst>
                <a:gd name="T0" fmla="*/ 165 w 312"/>
                <a:gd name="T1" fmla="*/ 0 h 312"/>
                <a:gd name="T2" fmla="*/ 0 w 312"/>
                <a:gd name="T3" fmla="*/ 0 h 312"/>
                <a:gd name="T4" fmla="*/ 0 w 312"/>
                <a:gd name="T5" fmla="*/ 162 h 312"/>
                <a:gd name="T6" fmla="*/ 153 w 312"/>
                <a:gd name="T7" fmla="*/ 312 h 312"/>
                <a:gd name="T8" fmla="*/ 312 w 312"/>
                <a:gd name="T9" fmla="*/ 312 h 312"/>
                <a:gd name="T10" fmla="*/ 312 w 312"/>
                <a:gd name="T11" fmla="*/ 150 h 312"/>
                <a:gd name="T12" fmla="*/ 165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1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246"/>
                    <a:pt x="69" y="312"/>
                    <a:pt x="153" y="312"/>
                  </a:cubicBezTo>
                  <a:cubicBezTo>
                    <a:pt x="312" y="312"/>
                    <a:pt x="312" y="312"/>
                    <a:pt x="312" y="312"/>
                  </a:cubicBezTo>
                  <a:cubicBezTo>
                    <a:pt x="312" y="150"/>
                    <a:pt x="312" y="150"/>
                    <a:pt x="312" y="150"/>
                  </a:cubicBezTo>
                  <a:cubicBezTo>
                    <a:pt x="312" y="67"/>
                    <a:pt x="248" y="0"/>
                    <a:pt x="165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Freeform: Shape 16"/>
            <p:cNvSpPr/>
            <p:nvPr/>
          </p:nvSpPr>
          <p:spPr bwMode="auto">
            <a:xfrm>
              <a:off x="10653" y="7080"/>
              <a:ext cx="594" cy="512"/>
            </a:xfrm>
            <a:custGeom>
              <a:avLst/>
              <a:gdLst>
                <a:gd name="T0" fmla="*/ 219075 w 64"/>
                <a:gd name="T1" fmla="*/ 96174 h 55"/>
                <a:gd name="T2" fmla="*/ 0 w 64"/>
                <a:gd name="T3" fmla="*/ 96174 h 55"/>
                <a:gd name="T4" fmla="*/ 0 w 64"/>
                <a:gd name="T5" fmla="*/ 51522 h 55"/>
                <a:gd name="T6" fmla="*/ 17115 w 64"/>
                <a:gd name="T7" fmla="*/ 30913 h 55"/>
                <a:gd name="T8" fmla="*/ 61615 w 64"/>
                <a:gd name="T9" fmla="*/ 30913 h 55"/>
                <a:gd name="T10" fmla="*/ 61615 w 64"/>
                <a:gd name="T11" fmla="*/ 10304 h 55"/>
                <a:gd name="T12" fmla="*/ 71884 w 64"/>
                <a:gd name="T13" fmla="*/ 0 h 55"/>
                <a:gd name="T14" fmla="*/ 143768 w 64"/>
                <a:gd name="T15" fmla="*/ 0 h 55"/>
                <a:gd name="T16" fmla="*/ 154037 w 64"/>
                <a:gd name="T17" fmla="*/ 10304 h 55"/>
                <a:gd name="T18" fmla="*/ 154037 w 64"/>
                <a:gd name="T19" fmla="*/ 30913 h 55"/>
                <a:gd name="T20" fmla="*/ 198537 w 64"/>
                <a:gd name="T21" fmla="*/ 30913 h 55"/>
                <a:gd name="T22" fmla="*/ 219075 w 64"/>
                <a:gd name="T23" fmla="*/ 51522 h 55"/>
                <a:gd name="T24" fmla="*/ 219075 w 64"/>
                <a:gd name="T25" fmla="*/ 96174 h 55"/>
                <a:gd name="T26" fmla="*/ 219075 w 64"/>
                <a:gd name="T27" fmla="*/ 168304 h 55"/>
                <a:gd name="T28" fmla="*/ 198537 w 64"/>
                <a:gd name="T29" fmla="*/ 188913 h 55"/>
                <a:gd name="T30" fmla="*/ 17115 w 64"/>
                <a:gd name="T31" fmla="*/ 188913 h 55"/>
                <a:gd name="T32" fmla="*/ 0 w 64"/>
                <a:gd name="T33" fmla="*/ 168304 h 55"/>
                <a:gd name="T34" fmla="*/ 0 w 64"/>
                <a:gd name="T35" fmla="*/ 109913 h 55"/>
                <a:gd name="T36" fmla="*/ 82153 w 64"/>
                <a:gd name="T37" fmla="*/ 109913 h 55"/>
                <a:gd name="T38" fmla="*/ 82153 w 64"/>
                <a:gd name="T39" fmla="*/ 127087 h 55"/>
                <a:gd name="T40" fmla="*/ 88999 w 64"/>
                <a:gd name="T41" fmla="*/ 137391 h 55"/>
                <a:gd name="T42" fmla="*/ 126653 w 64"/>
                <a:gd name="T43" fmla="*/ 137391 h 55"/>
                <a:gd name="T44" fmla="*/ 136922 w 64"/>
                <a:gd name="T45" fmla="*/ 127087 h 55"/>
                <a:gd name="T46" fmla="*/ 136922 w 64"/>
                <a:gd name="T47" fmla="*/ 109913 h 55"/>
                <a:gd name="T48" fmla="*/ 219075 w 64"/>
                <a:gd name="T49" fmla="*/ 109913 h 55"/>
                <a:gd name="T50" fmla="*/ 219075 w 64"/>
                <a:gd name="T51" fmla="*/ 168304 h 55"/>
                <a:gd name="T52" fmla="*/ 140345 w 64"/>
                <a:gd name="T53" fmla="*/ 30913 h 55"/>
                <a:gd name="T54" fmla="*/ 140345 w 64"/>
                <a:gd name="T55" fmla="*/ 13739 h 55"/>
                <a:gd name="T56" fmla="*/ 78730 w 64"/>
                <a:gd name="T57" fmla="*/ 13739 h 55"/>
                <a:gd name="T58" fmla="*/ 78730 w 64"/>
                <a:gd name="T59" fmla="*/ 30913 h 55"/>
                <a:gd name="T60" fmla="*/ 140345 w 64"/>
                <a:gd name="T61" fmla="*/ 30913 h 55"/>
                <a:gd name="T62" fmla="*/ 123230 w 64"/>
                <a:gd name="T63" fmla="*/ 123652 h 55"/>
                <a:gd name="T64" fmla="*/ 92422 w 64"/>
                <a:gd name="T65" fmla="*/ 123652 h 55"/>
                <a:gd name="T66" fmla="*/ 92422 w 64"/>
                <a:gd name="T67" fmla="*/ 109913 h 55"/>
                <a:gd name="T68" fmla="*/ 123230 w 64"/>
                <a:gd name="T69" fmla="*/ 109913 h 55"/>
                <a:gd name="T70" fmla="*/ 123230 w 64"/>
                <a:gd name="T71" fmla="*/ 123652 h 5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4" h="55">
                  <a:moveTo>
                    <a:pt x="64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9"/>
                    <a:pt x="5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1"/>
                    <a:pt x="20" y="0"/>
                    <a:pt x="21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5" y="3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1" y="9"/>
                    <a:pt x="64" y="11"/>
                    <a:pt x="64" y="15"/>
                  </a:cubicBezTo>
                  <a:lnTo>
                    <a:pt x="64" y="28"/>
                  </a:lnTo>
                  <a:close/>
                  <a:moveTo>
                    <a:pt x="64" y="49"/>
                  </a:moveTo>
                  <a:cubicBezTo>
                    <a:pt x="64" y="52"/>
                    <a:pt x="61" y="55"/>
                    <a:pt x="58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2" y="55"/>
                    <a:pt x="0" y="52"/>
                    <a:pt x="0" y="4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9"/>
                    <a:pt x="25" y="40"/>
                    <a:pt x="2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9" y="40"/>
                    <a:pt x="40" y="39"/>
                    <a:pt x="40" y="37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64" y="32"/>
                    <a:pt x="64" y="32"/>
                    <a:pt x="64" y="32"/>
                  </a:cubicBezTo>
                  <a:lnTo>
                    <a:pt x="64" y="49"/>
                  </a:lnTo>
                  <a:close/>
                  <a:moveTo>
                    <a:pt x="41" y="9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9"/>
                    <a:pt x="23" y="9"/>
                    <a:pt x="23" y="9"/>
                  </a:cubicBezTo>
                  <a:lnTo>
                    <a:pt x="41" y="9"/>
                  </a:lnTo>
                  <a:close/>
                  <a:moveTo>
                    <a:pt x="36" y="36"/>
                  </a:moveTo>
                  <a:cubicBezTo>
                    <a:pt x="27" y="36"/>
                    <a:pt x="27" y="36"/>
                    <a:pt x="27" y="36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36" y="32"/>
                    <a:pt x="36" y="32"/>
                    <a:pt x="36" y="32"/>
                  </a:cubicBezTo>
                  <a:lnTo>
                    <a:pt x="36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46825" y="3242880"/>
            <a:ext cx="1128395" cy="807085"/>
            <a:chOff x="6724" y="5331"/>
            <a:chExt cx="1777" cy="1271"/>
          </a:xfrm>
        </p:grpSpPr>
        <p:sp>
          <p:nvSpPr>
            <p:cNvPr id="14" name="Freeform: Shape 5"/>
            <p:cNvSpPr/>
            <p:nvPr/>
          </p:nvSpPr>
          <p:spPr bwMode="auto">
            <a:xfrm>
              <a:off x="6724" y="5331"/>
              <a:ext cx="1777" cy="1271"/>
            </a:xfrm>
            <a:custGeom>
              <a:avLst/>
              <a:gdLst>
                <a:gd name="T0" fmla="*/ 222 w 444"/>
                <a:gd name="T1" fmla="*/ 0 h 318"/>
                <a:gd name="T2" fmla="*/ 116 w 444"/>
                <a:gd name="T3" fmla="*/ 44 h 318"/>
                <a:gd name="T4" fmla="*/ 0 w 444"/>
                <a:gd name="T5" fmla="*/ 159 h 318"/>
                <a:gd name="T6" fmla="*/ 116 w 444"/>
                <a:gd name="T7" fmla="*/ 274 h 318"/>
                <a:gd name="T8" fmla="*/ 222 w 444"/>
                <a:gd name="T9" fmla="*/ 318 h 318"/>
                <a:gd name="T10" fmla="*/ 329 w 444"/>
                <a:gd name="T11" fmla="*/ 274 h 318"/>
                <a:gd name="T12" fmla="*/ 444 w 444"/>
                <a:gd name="T13" fmla="*/ 159 h 318"/>
                <a:gd name="T14" fmla="*/ 329 w 444"/>
                <a:gd name="T15" fmla="*/ 44 h 318"/>
                <a:gd name="T16" fmla="*/ 222 w 444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4" h="318">
                  <a:moveTo>
                    <a:pt x="222" y="0"/>
                  </a:moveTo>
                  <a:cubicBezTo>
                    <a:pt x="184" y="0"/>
                    <a:pt x="145" y="14"/>
                    <a:pt x="116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6" y="274"/>
                    <a:pt x="116" y="274"/>
                    <a:pt x="116" y="274"/>
                  </a:cubicBezTo>
                  <a:cubicBezTo>
                    <a:pt x="145" y="304"/>
                    <a:pt x="184" y="318"/>
                    <a:pt x="222" y="318"/>
                  </a:cubicBezTo>
                  <a:cubicBezTo>
                    <a:pt x="261" y="318"/>
                    <a:pt x="299" y="304"/>
                    <a:pt x="329" y="274"/>
                  </a:cubicBezTo>
                  <a:cubicBezTo>
                    <a:pt x="444" y="159"/>
                    <a:pt x="444" y="159"/>
                    <a:pt x="444" y="159"/>
                  </a:cubicBezTo>
                  <a:cubicBezTo>
                    <a:pt x="329" y="44"/>
                    <a:pt x="329" y="44"/>
                    <a:pt x="329" y="44"/>
                  </a:cubicBezTo>
                  <a:cubicBezTo>
                    <a:pt x="299" y="14"/>
                    <a:pt x="261" y="0"/>
                    <a:pt x="222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Freeform: Shape 18"/>
            <p:cNvSpPr/>
            <p:nvPr/>
          </p:nvSpPr>
          <p:spPr bwMode="auto">
            <a:xfrm>
              <a:off x="7316" y="5708"/>
              <a:ext cx="633" cy="469"/>
            </a:xfrm>
            <a:custGeom>
              <a:avLst/>
              <a:gdLst>
                <a:gd name="T0" fmla="*/ 188749 w 68"/>
                <a:gd name="T1" fmla="*/ 173037 h 50"/>
                <a:gd name="T2" fmla="*/ 54909 w 68"/>
                <a:gd name="T3" fmla="*/ 173037 h 50"/>
                <a:gd name="T4" fmla="*/ 0 w 68"/>
                <a:gd name="T5" fmla="*/ 117665 h 50"/>
                <a:gd name="T6" fmla="*/ 30886 w 68"/>
                <a:gd name="T7" fmla="*/ 69215 h 50"/>
                <a:gd name="T8" fmla="*/ 30886 w 68"/>
                <a:gd name="T9" fmla="*/ 62293 h 50"/>
                <a:gd name="T10" fmla="*/ 92658 w 68"/>
                <a:gd name="T11" fmla="*/ 0 h 50"/>
                <a:gd name="T12" fmla="*/ 150999 w 68"/>
                <a:gd name="T13" fmla="*/ 38068 h 50"/>
                <a:gd name="T14" fmla="*/ 171590 w 68"/>
                <a:gd name="T15" fmla="*/ 31147 h 50"/>
                <a:gd name="T16" fmla="*/ 202476 w 68"/>
                <a:gd name="T17" fmla="*/ 62293 h 50"/>
                <a:gd name="T18" fmla="*/ 199044 w 68"/>
                <a:gd name="T19" fmla="*/ 79597 h 50"/>
                <a:gd name="T20" fmla="*/ 233362 w 68"/>
                <a:gd name="T21" fmla="*/ 124587 h 50"/>
                <a:gd name="T22" fmla="*/ 188749 w 68"/>
                <a:gd name="T23" fmla="*/ 173037 h 50"/>
                <a:gd name="T24" fmla="*/ 154431 w 68"/>
                <a:gd name="T25" fmla="*/ 86519 h 50"/>
                <a:gd name="T26" fmla="*/ 113249 w 68"/>
                <a:gd name="T27" fmla="*/ 44990 h 50"/>
                <a:gd name="T28" fmla="*/ 109817 w 68"/>
                <a:gd name="T29" fmla="*/ 41529 h 50"/>
                <a:gd name="T30" fmla="*/ 106386 w 68"/>
                <a:gd name="T31" fmla="*/ 44990 h 50"/>
                <a:gd name="T32" fmla="*/ 61772 w 68"/>
                <a:gd name="T33" fmla="*/ 86519 h 50"/>
                <a:gd name="T34" fmla="*/ 61772 w 68"/>
                <a:gd name="T35" fmla="*/ 89979 h 50"/>
                <a:gd name="T36" fmla="*/ 65204 w 68"/>
                <a:gd name="T37" fmla="*/ 93440 h 50"/>
                <a:gd name="T38" fmla="*/ 92658 w 68"/>
                <a:gd name="T39" fmla="*/ 93440 h 50"/>
                <a:gd name="T40" fmla="*/ 92658 w 68"/>
                <a:gd name="T41" fmla="*/ 138430 h 50"/>
                <a:gd name="T42" fmla="*/ 96090 w 68"/>
                <a:gd name="T43" fmla="*/ 141890 h 50"/>
                <a:gd name="T44" fmla="*/ 120113 w 68"/>
                <a:gd name="T45" fmla="*/ 141890 h 50"/>
                <a:gd name="T46" fmla="*/ 123545 w 68"/>
                <a:gd name="T47" fmla="*/ 138430 h 50"/>
                <a:gd name="T48" fmla="*/ 123545 w 68"/>
                <a:gd name="T49" fmla="*/ 93440 h 50"/>
                <a:gd name="T50" fmla="*/ 150999 w 68"/>
                <a:gd name="T51" fmla="*/ 93440 h 50"/>
                <a:gd name="T52" fmla="*/ 154431 w 68"/>
                <a:gd name="T53" fmla="*/ 89979 h 50"/>
                <a:gd name="T54" fmla="*/ 154431 w 68"/>
                <a:gd name="T55" fmla="*/ 86519 h 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8" h="50">
                  <a:moveTo>
                    <a:pt x="55" y="50"/>
                  </a:moveTo>
                  <a:cubicBezTo>
                    <a:pt x="16" y="50"/>
                    <a:pt x="16" y="50"/>
                    <a:pt x="16" y="50"/>
                  </a:cubicBezTo>
                  <a:cubicBezTo>
                    <a:pt x="7" y="50"/>
                    <a:pt x="0" y="43"/>
                    <a:pt x="0" y="34"/>
                  </a:cubicBezTo>
                  <a:cubicBezTo>
                    <a:pt x="0" y="28"/>
                    <a:pt x="3" y="22"/>
                    <a:pt x="9" y="20"/>
                  </a:cubicBezTo>
                  <a:cubicBezTo>
                    <a:pt x="9" y="19"/>
                    <a:pt x="9" y="19"/>
                    <a:pt x="9" y="18"/>
                  </a:cubicBezTo>
                  <a:cubicBezTo>
                    <a:pt x="9" y="8"/>
                    <a:pt x="17" y="0"/>
                    <a:pt x="27" y="0"/>
                  </a:cubicBezTo>
                  <a:cubicBezTo>
                    <a:pt x="35" y="0"/>
                    <a:pt x="41" y="4"/>
                    <a:pt x="44" y="11"/>
                  </a:cubicBezTo>
                  <a:cubicBezTo>
                    <a:pt x="46" y="10"/>
                    <a:pt x="48" y="9"/>
                    <a:pt x="50" y="9"/>
                  </a:cubicBezTo>
                  <a:cubicBezTo>
                    <a:pt x="55" y="9"/>
                    <a:pt x="59" y="13"/>
                    <a:pt x="59" y="18"/>
                  </a:cubicBezTo>
                  <a:cubicBezTo>
                    <a:pt x="59" y="20"/>
                    <a:pt x="59" y="22"/>
                    <a:pt x="58" y="23"/>
                  </a:cubicBezTo>
                  <a:cubicBezTo>
                    <a:pt x="64" y="25"/>
                    <a:pt x="68" y="30"/>
                    <a:pt x="68" y="36"/>
                  </a:cubicBezTo>
                  <a:cubicBezTo>
                    <a:pt x="68" y="44"/>
                    <a:pt x="62" y="50"/>
                    <a:pt x="55" y="50"/>
                  </a:cubicBezTo>
                  <a:close/>
                  <a:moveTo>
                    <a:pt x="45" y="25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2" y="13"/>
                    <a:pt x="32" y="12"/>
                    <a:pt x="32" y="12"/>
                  </a:cubicBezTo>
                  <a:cubicBezTo>
                    <a:pt x="31" y="12"/>
                    <a:pt x="31" y="13"/>
                    <a:pt x="31" y="1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1"/>
                    <a:pt x="36" y="4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5" y="27"/>
                    <a:pt x="45" y="27"/>
                    <a:pt x="45" y="26"/>
                  </a:cubicBezTo>
                  <a:cubicBezTo>
                    <a:pt x="45" y="26"/>
                    <a:pt x="45" y="26"/>
                    <a:pt x="45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042375" y="3242880"/>
            <a:ext cx="1125220" cy="807085"/>
            <a:chOff x="10654" y="5331"/>
            <a:chExt cx="1772" cy="1271"/>
          </a:xfrm>
        </p:grpSpPr>
        <p:sp>
          <p:nvSpPr>
            <p:cNvPr id="17" name="Freeform: Shape 4"/>
            <p:cNvSpPr/>
            <p:nvPr/>
          </p:nvSpPr>
          <p:spPr bwMode="auto">
            <a:xfrm>
              <a:off x="10654" y="5331"/>
              <a:ext cx="1772" cy="1271"/>
            </a:xfrm>
            <a:custGeom>
              <a:avLst/>
              <a:gdLst>
                <a:gd name="T0" fmla="*/ 222 w 443"/>
                <a:gd name="T1" fmla="*/ 0 h 318"/>
                <a:gd name="T2" fmla="*/ 115 w 443"/>
                <a:gd name="T3" fmla="*/ 44 h 318"/>
                <a:gd name="T4" fmla="*/ 0 w 443"/>
                <a:gd name="T5" fmla="*/ 159 h 318"/>
                <a:gd name="T6" fmla="*/ 115 w 443"/>
                <a:gd name="T7" fmla="*/ 274 h 318"/>
                <a:gd name="T8" fmla="*/ 222 w 443"/>
                <a:gd name="T9" fmla="*/ 318 h 318"/>
                <a:gd name="T10" fmla="*/ 328 w 443"/>
                <a:gd name="T11" fmla="*/ 274 h 318"/>
                <a:gd name="T12" fmla="*/ 443 w 443"/>
                <a:gd name="T13" fmla="*/ 159 h 318"/>
                <a:gd name="T14" fmla="*/ 328 w 443"/>
                <a:gd name="T15" fmla="*/ 44 h 318"/>
                <a:gd name="T16" fmla="*/ 222 w 443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3" h="318">
                  <a:moveTo>
                    <a:pt x="222" y="0"/>
                  </a:moveTo>
                  <a:cubicBezTo>
                    <a:pt x="183" y="0"/>
                    <a:pt x="144" y="14"/>
                    <a:pt x="115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5" y="274"/>
                    <a:pt x="115" y="274"/>
                    <a:pt x="115" y="274"/>
                  </a:cubicBezTo>
                  <a:cubicBezTo>
                    <a:pt x="144" y="304"/>
                    <a:pt x="183" y="318"/>
                    <a:pt x="222" y="318"/>
                  </a:cubicBezTo>
                  <a:cubicBezTo>
                    <a:pt x="260" y="318"/>
                    <a:pt x="299" y="304"/>
                    <a:pt x="328" y="274"/>
                  </a:cubicBezTo>
                  <a:cubicBezTo>
                    <a:pt x="443" y="159"/>
                    <a:pt x="443" y="159"/>
                    <a:pt x="443" y="159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299" y="14"/>
                    <a:pt x="260" y="0"/>
                    <a:pt x="222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Freeform: Shape 19"/>
            <p:cNvSpPr/>
            <p:nvPr/>
          </p:nvSpPr>
          <p:spPr bwMode="auto">
            <a:xfrm>
              <a:off x="11282" y="5708"/>
              <a:ext cx="512" cy="512"/>
            </a:xfrm>
            <a:custGeom>
              <a:avLst/>
              <a:gdLst>
                <a:gd name="T0" fmla="*/ 188913 w 55"/>
                <a:gd name="T1" fmla="*/ 106478 h 55"/>
                <a:gd name="T2" fmla="*/ 185478 w 55"/>
                <a:gd name="T3" fmla="*/ 113347 h 55"/>
                <a:gd name="T4" fmla="*/ 161435 w 55"/>
                <a:gd name="T5" fmla="*/ 116782 h 55"/>
                <a:gd name="T6" fmla="*/ 158000 w 55"/>
                <a:gd name="T7" fmla="*/ 127086 h 55"/>
                <a:gd name="T8" fmla="*/ 168304 w 55"/>
                <a:gd name="T9" fmla="*/ 144260 h 55"/>
                <a:gd name="T10" fmla="*/ 171739 w 55"/>
                <a:gd name="T11" fmla="*/ 147695 h 55"/>
                <a:gd name="T12" fmla="*/ 168304 w 55"/>
                <a:gd name="T13" fmla="*/ 151130 h 55"/>
                <a:gd name="T14" fmla="*/ 147696 w 55"/>
                <a:gd name="T15" fmla="*/ 171738 h 55"/>
                <a:gd name="T16" fmla="*/ 144261 w 55"/>
                <a:gd name="T17" fmla="*/ 171738 h 55"/>
                <a:gd name="T18" fmla="*/ 127087 w 55"/>
                <a:gd name="T19" fmla="*/ 157999 h 55"/>
                <a:gd name="T20" fmla="*/ 113348 w 55"/>
                <a:gd name="T21" fmla="*/ 161434 h 55"/>
                <a:gd name="T22" fmla="*/ 109913 w 55"/>
                <a:gd name="T23" fmla="*/ 185477 h 55"/>
                <a:gd name="T24" fmla="*/ 106478 w 55"/>
                <a:gd name="T25" fmla="*/ 188912 h 55"/>
                <a:gd name="T26" fmla="*/ 79000 w 55"/>
                <a:gd name="T27" fmla="*/ 188912 h 55"/>
                <a:gd name="T28" fmla="*/ 75565 w 55"/>
                <a:gd name="T29" fmla="*/ 185477 h 55"/>
                <a:gd name="T30" fmla="*/ 72130 w 55"/>
                <a:gd name="T31" fmla="*/ 161434 h 55"/>
                <a:gd name="T32" fmla="*/ 61826 w 55"/>
                <a:gd name="T33" fmla="*/ 157999 h 55"/>
                <a:gd name="T34" fmla="*/ 44652 w 55"/>
                <a:gd name="T35" fmla="*/ 171738 h 55"/>
                <a:gd name="T36" fmla="*/ 41217 w 55"/>
                <a:gd name="T37" fmla="*/ 171738 h 55"/>
                <a:gd name="T38" fmla="*/ 37783 w 55"/>
                <a:gd name="T39" fmla="*/ 171738 h 55"/>
                <a:gd name="T40" fmla="*/ 17174 w 55"/>
                <a:gd name="T41" fmla="*/ 151130 h 55"/>
                <a:gd name="T42" fmla="*/ 17174 w 55"/>
                <a:gd name="T43" fmla="*/ 147695 h 55"/>
                <a:gd name="T44" fmla="*/ 17174 w 55"/>
                <a:gd name="T45" fmla="*/ 144260 h 55"/>
                <a:gd name="T46" fmla="*/ 30913 w 55"/>
                <a:gd name="T47" fmla="*/ 127086 h 55"/>
                <a:gd name="T48" fmla="*/ 24043 w 55"/>
                <a:gd name="T49" fmla="*/ 113347 h 55"/>
                <a:gd name="T50" fmla="*/ 3435 w 55"/>
                <a:gd name="T51" fmla="*/ 113347 h 55"/>
                <a:gd name="T52" fmla="*/ 0 w 55"/>
                <a:gd name="T53" fmla="*/ 106478 h 55"/>
                <a:gd name="T54" fmla="*/ 0 w 55"/>
                <a:gd name="T55" fmla="*/ 79000 h 55"/>
                <a:gd name="T56" fmla="*/ 3435 w 55"/>
                <a:gd name="T57" fmla="*/ 75565 h 55"/>
                <a:gd name="T58" fmla="*/ 24043 w 55"/>
                <a:gd name="T59" fmla="*/ 72130 h 55"/>
                <a:gd name="T60" fmla="*/ 30913 w 55"/>
                <a:gd name="T61" fmla="*/ 61826 h 55"/>
                <a:gd name="T62" fmla="*/ 17174 w 55"/>
                <a:gd name="T63" fmla="*/ 44652 h 55"/>
                <a:gd name="T64" fmla="*/ 17174 w 55"/>
                <a:gd name="T65" fmla="*/ 41217 h 55"/>
                <a:gd name="T66" fmla="*/ 17174 w 55"/>
                <a:gd name="T67" fmla="*/ 37782 h 55"/>
                <a:gd name="T68" fmla="*/ 41217 w 55"/>
                <a:gd name="T69" fmla="*/ 17174 h 55"/>
                <a:gd name="T70" fmla="*/ 44652 w 55"/>
                <a:gd name="T71" fmla="*/ 17174 h 55"/>
                <a:gd name="T72" fmla="*/ 61826 w 55"/>
                <a:gd name="T73" fmla="*/ 30913 h 55"/>
                <a:gd name="T74" fmla="*/ 72130 w 55"/>
                <a:gd name="T75" fmla="*/ 27478 h 55"/>
                <a:gd name="T76" fmla="*/ 75565 w 55"/>
                <a:gd name="T77" fmla="*/ 3435 h 55"/>
                <a:gd name="T78" fmla="*/ 79000 w 55"/>
                <a:gd name="T79" fmla="*/ 0 h 55"/>
                <a:gd name="T80" fmla="*/ 106478 w 55"/>
                <a:gd name="T81" fmla="*/ 0 h 55"/>
                <a:gd name="T82" fmla="*/ 109913 w 55"/>
                <a:gd name="T83" fmla="*/ 3435 h 55"/>
                <a:gd name="T84" fmla="*/ 113348 w 55"/>
                <a:gd name="T85" fmla="*/ 27478 h 55"/>
                <a:gd name="T86" fmla="*/ 127087 w 55"/>
                <a:gd name="T87" fmla="*/ 30913 h 55"/>
                <a:gd name="T88" fmla="*/ 144261 w 55"/>
                <a:gd name="T89" fmla="*/ 17174 h 55"/>
                <a:gd name="T90" fmla="*/ 147696 w 55"/>
                <a:gd name="T91" fmla="*/ 17174 h 55"/>
                <a:gd name="T92" fmla="*/ 147696 w 55"/>
                <a:gd name="T93" fmla="*/ 17174 h 55"/>
                <a:gd name="T94" fmla="*/ 168304 w 55"/>
                <a:gd name="T95" fmla="*/ 37782 h 55"/>
                <a:gd name="T96" fmla="*/ 171739 w 55"/>
                <a:gd name="T97" fmla="*/ 41217 h 55"/>
                <a:gd name="T98" fmla="*/ 168304 w 55"/>
                <a:gd name="T99" fmla="*/ 44652 h 55"/>
                <a:gd name="T100" fmla="*/ 158000 w 55"/>
                <a:gd name="T101" fmla="*/ 61826 h 55"/>
                <a:gd name="T102" fmla="*/ 161435 w 55"/>
                <a:gd name="T103" fmla="*/ 72130 h 55"/>
                <a:gd name="T104" fmla="*/ 185478 w 55"/>
                <a:gd name="T105" fmla="*/ 75565 h 55"/>
                <a:gd name="T106" fmla="*/ 188913 w 55"/>
                <a:gd name="T107" fmla="*/ 79000 h 55"/>
                <a:gd name="T108" fmla="*/ 188913 w 55"/>
                <a:gd name="T109" fmla="*/ 106478 h 55"/>
                <a:gd name="T110" fmla="*/ 92739 w 55"/>
                <a:gd name="T111" fmla="*/ 61826 h 55"/>
                <a:gd name="T112" fmla="*/ 61826 w 55"/>
                <a:gd name="T113" fmla="*/ 92739 h 55"/>
                <a:gd name="T114" fmla="*/ 92739 w 55"/>
                <a:gd name="T115" fmla="*/ 123651 h 55"/>
                <a:gd name="T116" fmla="*/ 123652 w 55"/>
                <a:gd name="T117" fmla="*/ 92739 h 55"/>
                <a:gd name="T118" fmla="*/ 92739 w 55"/>
                <a:gd name="T119" fmla="*/ 61826 h 5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080860" y="4131880"/>
            <a:ext cx="802640" cy="793115"/>
            <a:chOff x="7565" y="6731"/>
            <a:chExt cx="1264" cy="1249"/>
          </a:xfrm>
        </p:grpSpPr>
        <p:sp>
          <p:nvSpPr>
            <p:cNvPr id="20" name="Freeform: Shape 9"/>
            <p:cNvSpPr/>
            <p:nvPr/>
          </p:nvSpPr>
          <p:spPr bwMode="auto">
            <a:xfrm>
              <a:off x="7565" y="6731"/>
              <a:ext cx="1264" cy="1249"/>
            </a:xfrm>
            <a:custGeom>
              <a:avLst/>
              <a:gdLst>
                <a:gd name="T0" fmla="*/ 316 w 316"/>
                <a:gd name="T1" fmla="*/ 0 h 312"/>
                <a:gd name="T2" fmla="*/ 150 w 316"/>
                <a:gd name="T3" fmla="*/ 0 h 312"/>
                <a:gd name="T4" fmla="*/ 0 w 316"/>
                <a:gd name="T5" fmla="*/ 150 h 312"/>
                <a:gd name="T6" fmla="*/ 0 w 316"/>
                <a:gd name="T7" fmla="*/ 312 h 312"/>
                <a:gd name="T8" fmla="*/ 162 w 316"/>
                <a:gd name="T9" fmla="*/ 312 h 312"/>
                <a:gd name="T10" fmla="*/ 316 w 316"/>
                <a:gd name="T11" fmla="*/ 162 h 312"/>
                <a:gd name="T12" fmla="*/ 316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316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67" y="0"/>
                    <a:pt x="0" y="67"/>
                    <a:pt x="0" y="15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245" y="312"/>
                    <a:pt x="316" y="246"/>
                    <a:pt x="316" y="162"/>
                  </a:cubicBezTo>
                  <a:cubicBezTo>
                    <a:pt x="316" y="0"/>
                    <a:pt x="316" y="0"/>
                    <a:pt x="316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Freeform: Shape 20"/>
            <p:cNvSpPr/>
            <p:nvPr/>
          </p:nvSpPr>
          <p:spPr bwMode="auto">
            <a:xfrm>
              <a:off x="7943" y="7080"/>
              <a:ext cx="547" cy="512"/>
            </a:xfrm>
            <a:custGeom>
              <a:avLst/>
              <a:gdLst>
                <a:gd name="T0" fmla="*/ 103188 w 127"/>
                <a:gd name="T1" fmla="*/ 34925 h 119"/>
                <a:gd name="T2" fmla="*/ 41275 w 127"/>
                <a:gd name="T3" fmla="*/ 71437 h 119"/>
                <a:gd name="T4" fmla="*/ 0 w 127"/>
                <a:gd name="T5" fmla="*/ 41275 h 119"/>
                <a:gd name="T6" fmla="*/ 61913 w 127"/>
                <a:gd name="T7" fmla="*/ 0 h 119"/>
                <a:gd name="T8" fmla="*/ 103188 w 127"/>
                <a:gd name="T9" fmla="*/ 34925 h 119"/>
                <a:gd name="T10" fmla="*/ 103188 w 127"/>
                <a:gd name="T11" fmla="*/ 109537 h 119"/>
                <a:gd name="T12" fmla="*/ 61913 w 127"/>
                <a:gd name="T13" fmla="*/ 144462 h 119"/>
                <a:gd name="T14" fmla="*/ 0 w 127"/>
                <a:gd name="T15" fmla="*/ 106362 h 119"/>
                <a:gd name="T16" fmla="*/ 41275 w 127"/>
                <a:gd name="T17" fmla="*/ 71437 h 119"/>
                <a:gd name="T18" fmla="*/ 103188 w 127"/>
                <a:gd name="T19" fmla="*/ 109537 h 119"/>
                <a:gd name="T20" fmla="*/ 160338 w 127"/>
                <a:gd name="T21" fmla="*/ 153987 h 119"/>
                <a:gd name="T22" fmla="*/ 103188 w 127"/>
                <a:gd name="T23" fmla="*/ 188912 h 119"/>
                <a:gd name="T24" fmla="*/ 103188 w 127"/>
                <a:gd name="T25" fmla="*/ 188912 h 119"/>
                <a:gd name="T26" fmla="*/ 103188 w 127"/>
                <a:gd name="T27" fmla="*/ 188912 h 119"/>
                <a:gd name="T28" fmla="*/ 103188 w 127"/>
                <a:gd name="T29" fmla="*/ 188912 h 119"/>
                <a:gd name="T30" fmla="*/ 103188 w 127"/>
                <a:gd name="T31" fmla="*/ 188912 h 119"/>
                <a:gd name="T32" fmla="*/ 41275 w 127"/>
                <a:gd name="T33" fmla="*/ 153987 h 119"/>
                <a:gd name="T34" fmla="*/ 41275 w 127"/>
                <a:gd name="T35" fmla="*/ 141287 h 119"/>
                <a:gd name="T36" fmla="*/ 61913 w 127"/>
                <a:gd name="T37" fmla="*/ 150812 h 119"/>
                <a:gd name="T38" fmla="*/ 103188 w 127"/>
                <a:gd name="T39" fmla="*/ 117475 h 119"/>
                <a:gd name="T40" fmla="*/ 103188 w 127"/>
                <a:gd name="T41" fmla="*/ 117475 h 119"/>
                <a:gd name="T42" fmla="*/ 103188 w 127"/>
                <a:gd name="T43" fmla="*/ 117475 h 119"/>
                <a:gd name="T44" fmla="*/ 103188 w 127"/>
                <a:gd name="T45" fmla="*/ 117475 h 119"/>
                <a:gd name="T46" fmla="*/ 103188 w 127"/>
                <a:gd name="T47" fmla="*/ 117475 h 119"/>
                <a:gd name="T48" fmla="*/ 144463 w 127"/>
                <a:gd name="T49" fmla="*/ 150812 h 119"/>
                <a:gd name="T50" fmla="*/ 160338 w 127"/>
                <a:gd name="T51" fmla="*/ 141287 h 119"/>
                <a:gd name="T52" fmla="*/ 160338 w 127"/>
                <a:gd name="T53" fmla="*/ 153987 h 119"/>
                <a:gd name="T54" fmla="*/ 201613 w 127"/>
                <a:gd name="T55" fmla="*/ 41275 h 119"/>
                <a:gd name="T56" fmla="*/ 160338 w 127"/>
                <a:gd name="T57" fmla="*/ 71437 h 119"/>
                <a:gd name="T58" fmla="*/ 103188 w 127"/>
                <a:gd name="T59" fmla="*/ 34925 h 119"/>
                <a:gd name="T60" fmla="*/ 144463 w 127"/>
                <a:gd name="T61" fmla="*/ 0 h 119"/>
                <a:gd name="T62" fmla="*/ 201613 w 127"/>
                <a:gd name="T63" fmla="*/ 41275 h 119"/>
                <a:gd name="T64" fmla="*/ 201613 w 127"/>
                <a:gd name="T65" fmla="*/ 106362 h 119"/>
                <a:gd name="T66" fmla="*/ 144463 w 127"/>
                <a:gd name="T67" fmla="*/ 144462 h 119"/>
                <a:gd name="T68" fmla="*/ 103188 w 127"/>
                <a:gd name="T69" fmla="*/ 109537 h 119"/>
                <a:gd name="T70" fmla="*/ 160338 w 127"/>
                <a:gd name="T71" fmla="*/ 71437 h 119"/>
                <a:gd name="T72" fmla="*/ 201613 w 127"/>
                <a:gd name="T73" fmla="*/ 106362 h 11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7" h="119">
                  <a:moveTo>
                    <a:pt x="65" y="22"/>
                  </a:moveTo>
                  <a:lnTo>
                    <a:pt x="26" y="45"/>
                  </a:lnTo>
                  <a:lnTo>
                    <a:pt x="0" y="26"/>
                  </a:lnTo>
                  <a:lnTo>
                    <a:pt x="39" y="0"/>
                  </a:lnTo>
                  <a:lnTo>
                    <a:pt x="65" y="22"/>
                  </a:lnTo>
                  <a:close/>
                  <a:moveTo>
                    <a:pt x="65" y="69"/>
                  </a:moveTo>
                  <a:lnTo>
                    <a:pt x="39" y="91"/>
                  </a:lnTo>
                  <a:lnTo>
                    <a:pt x="0" y="67"/>
                  </a:lnTo>
                  <a:lnTo>
                    <a:pt x="26" y="45"/>
                  </a:lnTo>
                  <a:lnTo>
                    <a:pt x="65" y="69"/>
                  </a:lnTo>
                  <a:close/>
                  <a:moveTo>
                    <a:pt x="101" y="97"/>
                  </a:moveTo>
                  <a:lnTo>
                    <a:pt x="65" y="119"/>
                  </a:lnTo>
                  <a:lnTo>
                    <a:pt x="26" y="97"/>
                  </a:lnTo>
                  <a:lnTo>
                    <a:pt x="26" y="89"/>
                  </a:lnTo>
                  <a:lnTo>
                    <a:pt x="39" y="95"/>
                  </a:lnTo>
                  <a:lnTo>
                    <a:pt x="65" y="74"/>
                  </a:lnTo>
                  <a:lnTo>
                    <a:pt x="91" y="95"/>
                  </a:lnTo>
                  <a:lnTo>
                    <a:pt x="101" y="89"/>
                  </a:lnTo>
                  <a:lnTo>
                    <a:pt x="101" y="97"/>
                  </a:lnTo>
                  <a:close/>
                  <a:moveTo>
                    <a:pt x="127" y="26"/>
                  </a:moveTo>
                  <a:lnTo>
                    <a:pt x="101" y="45"/>
                  </a:lnTo>
                  <a:lnTo>
                    <a:pt x="65" y="22"/>
                  </a:lnTo>
                  <a:lnTo>
                    <a:pt x="91" y="0"/>
                  </a:lnTo>
                  <a:lnTo>
                    <a:pt x="127" y="26"/>
                  </a:lnTo>
                  <a:close/>
                  <a:moveTo>
                    <a:pt x="127" y="67"/>
                  </a:moveTo>
                  <a:lnTo>
                    <a:pt x="91" y="91"/>
                  </a:lnTo>
                  <a:lnTo>
                    <a:pt x="65" y="69"/>
                  </a:lnTo>
                  <a:lnTo>
                    <a:pt x="101" y="45"/>
                  </a:lnTo>
                  <a:lnTo>
                    <a:pt x="127" y="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080860" y="2363405"/>
            <a:ext cx="802640" cy="793115"/>
            <a:chOff x="7565" y="3946"/>
            <a:chExt cx="1264" cy="1249"/>
          </a:xfrm>
        </p:grpSpPr>
        <p:sp>
          <p:nvSpPr>
            <p:cNvPr id="23" name="Freeform: Shape 6"/>
            <p:cNvSpPr/>
            <p:nvPr/>
          </p:nvSpPr>
          <p:spPr bwMode="auto">
            <a:xfrm>
              <a:off x="7565" y="3946"/>
              <a:ext cx="1264" cy="1249"/>
            </a:xfrm>
            <a:custGeom>
              <a:avLst/>
              <a:gdLst>
                <a:gd name="T0" fmla="*/ 162 w 316"/>
                <a:gd name="T1" fmla="*/ 0 h 312"/>
                <a:gd name="T2" fmla="*/ 0 w 316"/>
                <a:gd name="T3" fmla="*/ 0 h 312"/>
                <a:gd name="T4" fmla="*/ 0 w 316"/>
                <a:gd name="T5" fmla="*/ 164 h 312"/>
                <a:gd name="T6" fmla="*/ 150 w 316"/>
                <a:gd name="T7" fmla="*/ 312 h 312"/>
                <a:gd name="T8" fmla="*/ 316 w 316"/>
                <a:gd name="T9" fmla="*/ 312 h 312"/>
                <a:gd name="T10" fmla="*/ 316 w 316"/>
                <a:gd name="T11" fmla="*/ 152 h 312"/>
                <a:gd name="T12" fmla="*/ 162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16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247"/>
                    <a:pt x="67" y="312"/>
                    <a:pt x="150" y="312"/>
                  </a:cubicBezTo>
                  <a:cubicBezTo>
                    <a:pt x="316" y="312"/>
                    <a:pt x="316" y="312"/>
                    <a:pt x="316" y="312"/>
                  </a:cubicBezTo>
                  <a:cubicBezTo>
                    <a:pt x="316" y="152"/>
                    <a:pt x="316" y="152"/>
                    <a:pt x="316" y="152"/>
                  </a:cubicBezTo>
                  <a:cubicBezTo>
                    <a:pt x="316" y="68"/>
                    <a:pt x="245" y="0"/>
                    <a:pt x="162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Freeform: Shape 21"/>
            <p:cNvSpPr/>
            <p:nvPr/>
          </p:nvSpPr>
          <p:spPr bwMode="auto">
            <a:xfrm>
              <a:off x="7856" y="4243"/>
              <a:ext cx="633" cy="512"/>
            </a:xfrm>
            <a:custGeom>
              <a:avLst/>
              <a:gdLst>
                <a:gd name="T0" fmla="*/ 233362 w 68"/>
                <a:gd name="T1" fmla="*/ 168303 h 55"/>
                <a:gd name="T2" fmla="*/ 216203 w 68"/>
                <a:gd name="T3" fmla="*/ 188912 h 55"/>
                <a:gd name="T4" fmla="*/ 17159 w 68"/>
                <a:gd name="T5" fmla="*/ 188912 h 55"/>
                <a:gd name="T6" fmla="*/ 0 w 68"/>
                <a:gd name="T7" fmla="*/ 168303 h 55"/>
                <a:gd name="T8" fmla="*/ 0 w 68"/>
                <a:gd name="T9" fmla="*/ 20609 h 55"/>
                <a:gd name="T10" fmla="*/ 17159 w 68"/>
                <a:gd name="T11" fmla="*/ 0 h 55"/>
                <a:gd name="T12" fmla="*/ 216203 w 68"/>
                <a:gd name="T13" fmla="*/ 0 h 55"/>
                <a:gd name="T14" fmla="*/ 233362 w 68"/>
                <a:gd name="T15" fmla="*/ 20609 h 55"/>
                <a:gd name="T16" fmla="*/ 233362 w 68"/>
                <a:gd name="T17" fmla="*/ 168303 h 55"/>
                <a:gd name="T18" fmla="*/ 17159 w 68"/>
                <a:gd name="T19" fmla="*/ 17174 h 55"/>
                <a:gd name="T20" fmla="*/ 13727 w 68"/>
                <a:gd name="T21" fmla="*/ 20609 h 55"/>
                <a:gd name="T22" fmla="*/ 13727 w 68"/>
                <a:gd name="T23" fmla="*/ 168303 h 55"/>
                <a:gd name="T24" fmla="*/ 17159 w 68"/>
                <a:gd name="T25" fmla="*/ 175173 h 55"/>
                <a:gd name="T26" fmla="*/ 216203 w 68"/>
                <a:gd name="T27" fmla="*/ 175173 h 55"/>
                <a:gd name="T28" fmla="*/ 219635 w 68"/>
                <a:gd name="T29" fmla="*/ 168303 h 55"/>
                <a:gd name="T30" fmla="*/ 219635 w 68"/>
                <a:gd name="T31" fmla="*/ 20609 h 55"/>
                <a:gd name="T32" fmla="*/ 216203 w 68"/>
                <a:gd name="T33" fmla="*/ 17174 h 55"/>
                <a:gd name="T34" fmla="*/ 17159 w 68"/>
                <a:gd name="T35" fmla="*/ 17174 h 55"/>
                <a:gd name="T36" fmla="*/ 54909 w 68"/>
                <a:gd name="T37" fmla="*/ 79000 h 55"/>
                <a:gd name="T38" fmla="*/ 30886 w 68"/>
                <a:gd name="T39" fmla="*/ 54956 h 55"/>
                <a:gd name="T40" fmla="*/ 54909 w 68"/>
                <a:gd name="T41" fmla="*/ 30913 h 55"/>
                <a:gd name="T42" fmla="*/ 78931 w 68"/>
                <a:gd name="T43" fmla="*/ 54956 h 55"/>
                <a:gd name="T44" fmla="*/ 54909 w 68"/>
                <a:gd name="T45" fmla="*/ 79000 h 55"/>
                <a:gd name="T46" fmla="*/ 202476 w 68"/>
                <a:gd name="T47" fmla="*/ 157999 h 55"/>
                <a:gd name="T48" fmla="*/ 30886 w 68"/>
                <a:gd name="T49" fmla="*/ 157999 h 55"/>
                <a:gd name="T50" fmla="*/ 30886 w 68"/>
                <a:gd name="T51" fmla="*/ 133956 h 55"/>
                <a:gd name="T52" fmla="*/ 68636 w 68"/>
                <a:gd name="T53" fmla="*/ 96173 h 55"/>
                <a:gd name="T54" fmla="*/ 89227 w 68"/>
                <a:gd name="T55" fmla="*/ 113347 h 55"/>
                <a:gd name="T56" fmla="*/ 150999 w 68"/>
                <a:gd name="T57" fmla="*/ 51521 h 55"/>
                <a:gd name="T58" fmla="*/ 202476 w 68"/>
                <a:gd name="T59" fmla="*/ 103043 h 55"/>
                <a:gd name="T60" fmla="*/ 202476 w 68"/>
                <a:gd name="T61" fmla="*/ 157999 h 5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68" h="55">
                  <a:moveTo>
                    <a:pt x="68" y="49"/>
                  </a:moveTo>
                  <a:cubicBezTo>
                    <a:pt x="68" y="53"/>
                    <a:pt x="66" y="55"/>
                    <a:pt x="63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2" y="55"/>
                    <a:pt x="0" y="53"/>
                    <a:pt x="0" y="4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6" y="0"/>
                    <a:pt x="68" y="3"/>
                    <a:pt x="68" y="6"/>
                  </a:cubicBezTo>
                  <a:lnTo>
                    <a:pt x="68" y="49"/>
                  </a:lnTo>
                  <a:close/>
                  <a:moveTo>
                    <a:pt x="5" y="5"/>
                  </a:moveTo>
                  <a:cubicBezTo>
                    <a:pt x="5" y="5"/>
                    <a:pt x="4" y="5"/>
                    <a:pt x="4" y="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0"/>
                    <a:pt x="5" y="51"/>
                    <a:pt x="5" y="51"/>
                  </a:cubicBezTo>
                  <a:cubicBezTo>
                    <a:pt x="63" y="51"/>
                    <a:pt x="63" y="51"/>
                    <a:pt x="63" y="51"/>
                  </a:cubicBezTo>
                  <a:cubicBezTo>
                    <a:pt x="63" y="51"/>
                    <a:pt x="64" y="50"/>
                    <a:pt x="64" y="49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5"/>
                    <a:pt x="63" y="5"/>
                  </a:cubicBezTo>
                  <a:lnTo>
                    <a:pt x="5" y="5"/>
                  </a:lnTo>
                  <a:close/>
                  <a:moveTo>
                    <a:pt x="16" y="23"/>
                  </a:moveTo>
                  <a:cubicBezTo>
                    <a:pt x="12" y="23"/>
                    <a:pt x="9" y="20"/>
                    <a:pt x="9" y="16"/>
                  </a:cubicBezTo>
                  <a:cubicBezTo>
                    <a:pt x="9" y="13"/>
                    <a:pt x="12" y="9"/>
                    <a:pt x="16" y="9"/>
                  </a:cubicBezTo>
                  <a:cubicBezTo>
                    <a:pt x="20" y="9"/>
                    <a:pt x="23" y="13"/>
                    <a:pt x="23" y="16"/>
                  </a:cubicBezTo>
                  <a:cubicBezTo>
                    <a:pt x="23" y="20"/>
                    <a:pt x="20" y="23"/>
                    <a:pt x="16" y="23"/>
                  </a:cubicBezTo>
                  <a:close/>
                  <a:moveTo>
                    <a:pt x="59" y="46"/>
                  </a:moveTo>
                  <a:cubicBezTo>
                    <a:pt x="9" y="46"/>
                    <a:pt x="9" y="46"/>
                    <a:pt x="9" y="46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59" y="30"/>
                    <a:pt x="59" y="30"/>
                    <a:pt x="59" y="30"/>
                  </a:cubicBezTo>
                  <a:lnTo>
                    <a:pt x="59" y="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37270" y="2363405"/>
            <a:ext cx="791845" cy="793115"/>
            <a:chOff x="10331" y="3946"/>
            <a:chExt cx="1247" cy="1249"/>
          </a:xfrm>
        </p:grpSpPr>
        <p:sp>
          <p:nvSpPr>
            <p:cNvPr id="26" name="Freeform: Shape 8"/>
            <p:cNvSpPr/>
            <p:nvPr/>
          </p:nvSpPr>
          <p:spPr bwMode="auto">
            <a:xfrm>
              <a:off x="10331" y="3946"/>
              <a:ext cx="1247" cy="1249"/>
            </a:xfrm>
            <a:custGeom>
              <a:avLst/>
              <a:gdLst>
                <a:gd name="T0" fmla="*/ 312 w 312"/>
                <a:gd name="T1" fmla="*/ 0 h 312"/>
                <a:gd name="T2" fmla="*/ 153 w 312"/>
                <a:gd name="T3" fmla="*/ 0 h 312"/>
                <a:gd name="T4" fmla="*/ 0 w 312"/>
                <a:gd name="T5" fmla="*/ 152 h 312"/>
                <a:gd name="T6" fmla="*/ 0 w 312"/>
                <a:gd name="T7" fmla="*/ 312 h 312"/>
                <a:gd name="T8" fmla="*/ 165 w 312"/>
                <a:gd name="T9" fmla="*/ 312 h 312"/>
                <a:gd name="T10" fmla="*/ 312 w 312"/>
                <a:gd name="T11" fmla="*/ 164 h 312"/>
                <a:gd name="T12" fmla="*/ 312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312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69" y="0"/>
                    <a:pt x="0" y="68"/>
                    <a:pt x="0" y="152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5" y="312"/>
                    <a:pt x="165" y="312"/>
                    <a:pt x="165" y="312"/>
                  </a:cubicBezTo>
                  <a:cubicBezTo>
                    <a:pt x="248" y="312"/>
                    <a:pt x="312" y="247"/>
                    <a:pt x="312" y="164"/>
                  </a:cubicBezTo>
                  <a:cubicBezTo>
                    <a:pt x="312" y="0"/>
                    <a:pt x="312" y="0"/>
                    <a:pt x="312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Freeform: Shape 22"/>
            <p:cNvSpPr/>
            <p:nvPr/>
          </p:nvSpPr>
          <p:spPr bwMode="auto">
            <a:xfrm>
              <a:off x="10688" y="4325"/>
              <a:ext cx="594" cy="431"/>
            </a:xfrm>
            <a:custGeom>
              <a:avLst/>
              <a:gdLst>
                <a:gd name="T0" fmla="*/ 219075 w 64"/>
                <a:gd name="T1" fmla="*/ 144946 h 46"/>
                <a:gd name="T2" fmla="*/ 212229 w 64"/>
                <a:gd name="T3" fmla="*/ 151848 h 46"/>
                <a:gd name="T4" fmla="*/ 208806 w 64"/>
                <a:gd name="T5" fmla="*/ 155299 h 46"/>
                <a:gd name="T6" fmla="*/ 205383 w 64"/>
                <a:gd name="T7" fmla="*/ 151848 h 46"/>
                <a:gd name="T8" fmla="*/ 154037 w 64"/>
                <a:gd name="T9" fmla="*/ 103533 h 46"/>
                <a:gd name="T10" fmla="*/ 154037 w 64"/>
                <a:gd name="T11" fmla="*/ 124239 h 46"/>
                <a:gd name="T12" fmla="*/ 119807 w 64"/>
                <a:gd name="T13" fmla="*/ 158750 h 46"/>
                <a:gd name="T14" fmla="*/ 34230 w 64"/>
                <a:gd name="T15" fmla="*/ 158750 h 46"/>
                <a:gd name="T16" fmla="*/ 0 w 64"/>
                <a:gd name="T17" fmla="*/ 124239 h 46"/>
                <a:gd name="T18" fmla="*/ 0 w 64"/>
                <a:gd name="T19" fmla="*/ 34511 h 46"/>
                <a:gd name="T20" fmla="*/ 34230 w 64"/>
                <a:gd name="T21" fmla="*/ 0 h 46"/>
                <a:gd name="T22" fmla="*/ 119807 w 64"/>
                <a:gd name="T23" fmla="*/ 0 h 46"/>
                <a:gd name="T24" fmla="*/ 154037 w 64"/>
                <a:gd name="T25" fmla="*/ 34511 h 46"/>
                <a:gd name="T26" fmla="*/ 154037 w 64"/>
                <a:gd name="T27" fmla="*/ 55217 h 46"/>
                <a:gd name="T28" fmla="*/ 205383 w 64"/>
                <a:gd name="T29" fmla="*/ 6902 h 46"/>
                <a:gd name="T30" fmla="*/ 208806 w 64"/>
                <a:gd name="T31" fmla="*/ 3451 h 46"/>
                <a:gd name="T32" fmla="*/ 212229 w 64"/>
                <a:gd name="T33" fmla="*/ 3451 h 46"/>
                <a:gd name="T34" fmla="*/ 219075 w 64"/>
                <a:gd name="T35" fmla="*/ 13804 h 46"/>
                <a:gd name="T36" fmla="*/ 219075 w 64"/>
                <a:gd name="T37" fmla="*/ 144946 h 4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013675" y="2062415"/>
            <a:ext cx="720090" cy="721360"/>
            <a:chOff x="8962" y="3472"/>
            <a:chExt cx="1134" cy="1136"/>
          </a:xfrm>
        </p:grpSpPr>
        <p:sp>
          <p:nvSpPr>
            <p:cNvPr id="29" name="Oval 15"/>
            <p:cNvSpPr/>
            <p:nvPr/>
          </p:nvSpPr>
          <p:spPr bwMode="auto">
            <a:xfrm rot="18900000">
              <a:off x="8962" y="3472"/>
              <a:ext cx="1134" cy="1136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Freeform: Shape 36"/>
            <p:cNvSpPr/>
            <p:nvPr/>
          </p:nvSpPr>
          <p:spPr bwMode="auto">
            <a:xfrm>
              <a:off x="9240" y="3751"/>
              <a:ext cx="578" cy="579"/>
            </a:xfrm>
            <a:custGeom>
              <a:avLst/>
              <a:gdLst>
                <a:gd name="T0" fmla="*/ 324 w 634"/>
                <a:gd name="T1" fmla="*/ 0 h 634"/>
                <a:gd name="T2" fmla="*/ 324 w 634"/>
                <a:gd name="T3" fmla="*/ 633 h 634"/>
                <a:gd name="T4" fmla="*/ 324 w 634"/>
                <a:gd name="T5" fmla="*/ 0 h 634"/>
                <a:gd name="T6" fmla="*/ 545 w 634"/>
                <a:gd name="T7" fmla="*/ 162 h 634"/>
                <a:gd name="T8" fmla="*/ 442 w 634"/>
                <a:gd name="T9" fmla="*/ 294 h 634"/>
                <a:gd name="T10" fmla="*/ 545 w 634"/>
                <a:gd name="T11" fmla="*/ 162 h 634"/>
                <a:gd name="T12" fmla="*/ 516 w 634"/>
                <a:gd name="T13" fmla="*/ 133 h 634"/>
                <a:gd name="T14" fmla="*/ 383 w 634"/>
                <a:gd name="T15" fmla="*/ 59 h 634"/>
                <a:gd name="T16" fmla="*/ 236 w 634"/>
                <a:gd name="T17" fmla="*/ 294 h 634"/>
                <a:gd name="T18" fmla="*/ 251 w 634"/>
                <a:gd name="T19" fmla="*/ 192 h 634"/>
                <a:gd name="T20" fmla="*/ 383 w 634"/>
                <a:gd name="T21" fmla="*/ 192 h 634"/>
                <a:gd name="T22" fmla="*/ 236 w 634"/>
                <a:gd name="T23" fmla="*/ 294 h 634"/>
                <a:gd name="T24" fmla="*/ 398 w 634"/>
                <a:gd name="T25" fmla="*/ 339 h 634"/>
                <a:gd name="T26" fmla="*/ 324 w 634"/>
                <a:gd name="T27" fmla="*/ 442 h 634"/>
                <a:gd name="T28" fmla="*/ 236 w 634"/>
                <a:gd name="T29" fmla="*/ 339 h 634"/>
                <a:gd name="T30" fmla="*/ 295 w 634"/>
                <a:gd name="T31" fmla="*/ 44 h 634"/>
                <a:gd name="T32" fmla="*/ 324 w 634"/>
                <a:gd name="T33" fmla="*/ 44 h 634"/>
                <a:gd name="T34" fmla="*/ 383 w 634"/>
                <a:gd name="T35" fmla="*/ 162 h 634"/>
                <a:gd name="T36" fmla="*/ 265 w 634"/>
                <a:gd name="T37" fmla="*/ 162 h 634"/>
                <a:gd name="T38" fmla="*/ 251 w 634"/>
                <a:gd name="T39" fmla="*/ 59 h 634"/>
                <a:gd name="T40" fmla="*/ 221 w 634"/>
                <a:gd name="T41" fmla="*/ 147 h 634"/>
                <a:gd name="T42" fmla="*/ 251 w 634"/>
                <a:gd name="T43" fmla="*/ 59 h 634"/>
                <a:gd name="T44" fmla="*/ 89 w 634"/>
                <a:gd name="T45" fmla="*/ 162 h 634"/>
                <a:gd name="T46" fmla="*/ 207 w 634"/>
                <a:gd name="T47" fmla="*/ 294 h 634"/>
                <a:gd name="T48" fmla="*/ 89 w 634"/>
                <a:gd name="T49" fmla="*/ 162 h 634"/>
                <a:gd name="T50" fmla="*/ 89 w 634"/>
                <a:gd name="T51" fmla="*/ 471 h 634"/>
                <a:gd name="T52" fmla="*/ 207 w 634"/>
                <a:gd name="T53" fmla="*/ 339 h 634"/>
                <a:gd name="T54" fmla="*/ 89 w 634"/>
                <a:gd name="T55" fmla="*/ 471 h 634"/>
                <a:gd name="T56" fmla="*/ 118 w 634"/>
                <a:gd name="T57" fmla="*/ 501 h 634"/>
                <a:gd name="T58" fmla="*/ 251 w 634"/>
                <a:gd name="T59" fmla="*/ 589 h 634"/>
                <a:gd name="T60" fmla="*/ 339 w 634"/>
                <a:gd name="T61" fmla="*/ 589 h 634"/>
                <a:gd name="T62" fmla="*/ 324 w 634"/>
                <a:gd name="T63" fmla="*/ 589 h 634"/>
                <a:gd name="T64" fmla="*/ 265 w 634"/>
                <a:gd name="T65" fmla="*/ 471 h 634"/>
                <a:gd name="T66" fmla="*/ 383 w 634"/>
                <a:gd name="T67" fmla="*/ 471 h 634"/>
                <a:gd name="T68" fmla="*/ 383 w 634"/>
                <a:gd name="T69" fmla="*/ 589 h 634"/>
                <a:gd name="T70" fmla="*/ 412 w 634"/>
                <a:gd name="T71" fmla="*/ 486 h 634"/>
                <a:gd name="T72" fmla="*/ 383 w 634"/>
                <a:gd name="T73" fmla="*/ 589 h 634"/>
                <a:gd name="T74" fmla="*/ 545 w 634"/>
                <a:gd name="T75" fmla="*/ 471 h 634"/>
                <a:gd name="T76" fmla="*/ 442 w 634"/>
                <a:gd name="T77" fmla="*/ 339 h 634"/>
                <a:gd name="T78" fmla="*/ 545 w 634"/>
                <a:gd name="T79" fmla="*/ 47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4" h="634">
                  <a:moveTo>
                    <a:pt x="324" y="0"/>
                  </a:moveTo>
                  <a:lnTo>
                    <a:pt x="324" y="0"/>
                  </a:lnTo>
                  <a:cubicBezTo>
                    <a:pt x="148" y="0"/>
                    <a:pt x="0" y="147"/>
                    <a:pt x="0" y="324"/>
                  </a:cubicBezTo>
                  <a:cubicBezTo>
                    <a:pt x="0" y="486"/>
                    <a:pt x="148" y="633"/>
                    <a:pt x="324" y="633"/>
                  </a:cubicBezTo>
                  <a:cubicBezTo>
                    <a:pt x="486" y="633"/>
                    <a:pt x="633" y="486"/>
                    <a:pt x="633" y="324"/>
                  </a:cubicBezTo>
                  <a:cubicBezTo>
                    <a:pt x="633" y="147"/>
                    <a:pt x="486" y="0"/>
                    <a:pt x="324" y="0"/>
                  </a:cubicBezTo>
                  <a:close/>
                  <a:moveTo>
                    <a:pt x="545" y="162"/>
                  </a:moveTo>
                  <a:lnTo>
                    <a:pt x="545" y="162"/>
                  </a:lnTo>
                  <a:cubicBezTo>
                    <a:pt x="574" y="206"/>
                    <a:pt x="589" y="251"/>
                    <a:pt x="589" y="294"/>
                  </a:cubicBezTo>
                  <a:cubicBezTo>
                    <a:pt x="442" y="294"/>
                    <a:pt x="442" y="294"/>
                    <a:pt x="442" y="294"/>
                  </a:cubicBezTo>
                  <a:cubicBezTo>
                    <a:pt x="442" y="265"/>
                    <a:pt x="427" y="221"/>
                    <a:pt x="427" y="192"/>
                  </a:cubicBezTo>
                  <a:cubicBezTo>
                    <a:pt x="471" y="192"/>
                    <a:pt x="516" y="177"/>
                    <a:pt x="545" y="162"/>
                  </a:cubicBezTo>
                  <a:close/>
                  <a:moveTo>
                    <a:pt x="516" y="133"/>
                  </a:moveTo>
                  <a:lnTo>
                    <a:pt x="516" y="133"/>
                  </a:lnTo>
                  <a:cubicBezTo>
                    <a:pt x="486" y="147"/>
                    <a:pt x="457" y="147"/>
                    <a:pt x="412" y="147"/>
                  </a:cubicBezTo>
                  <a:cubicBezTo>
                    <a:pt x="412" y="118"/>
                    <a:pt x="398" y="89"/>
                    <a:pt x="383" y="59"/>
                  </a:cubicBezTo>
                  <a:cubicBezTo>
                    <a:pt x="442" y="59"/>
                    <a:pt x="486" y="89"/>
                    <a:pt x="516" y="133"/>
                  </a:cubicBezTo>
                  <a:close/>
                  <a:moveTo>
                    <a:pt x="236" y="294"/>
                  </a:moveTo>
                  <a:lnTo>
                    <a:pt x="236" y="294"/>
                  </a:lnTo>
                  <a:cubicBezTo>
                    <a:pt x="236" y="265"/>
                    <a:pt x="251" y="236"/>
                    <a:pt x="251" y="192"/>
                  </a:cubicBezTo>
                  <a:cubicBezTo>
                    <a:pt x="280" y="206"/>
                    <a:pt x="295" y="206"/>
                    <a:pt x="324" y="206"/>
                  </a:cubicBezTo>
                  <a:cubicBezTo>
                    <a:pt x="339" y="206"/>
                    <a:pt x="369" y="206"/>
                    <a:pt x="383" y="192"/>
                  </a:cubicBezTo>
                  <a:cubicBezTo>
                    <a:pt x="398" y="236"/>
                    <a:pt x="398" y="265"/>
                    <a:pt x="398" y="294"/>
                  </a:cubicBezTo>
                  <a:lnTo>
                    <a:pt x="236" y="294"/>
                  </a:lnTo>
                  <a:close/>
                  <a:moveTo>
                    <a:pt x="398" y="339"/>
                  </a:moveTo>
                  <a:lnTo>
                    <a:pt x="398" y="339"/>
                  </a:lnTo>
                  <a:cubicBezTo>
                    <a:pt x="398" y="368"/>
                    <a:pt x="398" y="412"/>
                    <a:pt x="383" y="442"/>
                  </a:cubicBezTo>
                  <a:cubicBezTo>
                    <a:pt x="369" y="442"/>
                    <a:pt x="339" y="442"/>
                    <a:pt x="324" y="442"/>
                  </a:cubicBezTo>
                  <a:cubicBezTo>
                    <a:pt x="295" y="442"/>
                    <a:pt x="280" y="442"/>
                    <a:pt x="251" y="442"/>
                  </a:cubicBezTo>
                  <a:cubicBezTo>
                    <a:pt x="251" y="412"/>
                    <a:pt x="236" y="368"/>
                    <a:pt x="236" y="339"/>
                  </a:cubicBezTo>
                  <a:lnTo>
                    <a:pt x="398" y="339"/>
                  </a:lnTo>
                  <a:close/>
                  <a:moveTo>
                    <a:pt x="295" y="44"/>
                  </a:moveTo>
                  <a:lnTo>
                    <a:pt x="295" y="44"/>
                  </a:lnTo>
                  <a:cubicBezTo>
                    <a:pt x="310" y="44"/>
                    <a:pt x="310" y="44"/>
                    <a:pt x="324" y="44"/>
                  </a:cubicBezTo>
                  <a:lnTo>
                    <a:pt x="339" y="44"/>
                  </a:lnTo>
                  <a:cubicBezTo>
                    <a:pt x="354" y="74"/>
                    <a:pt x="369" y="118"/>
                    <a:pt x="383" y="162"/>
                  </a:cubicBezTo>
                  <a:cubicBezTo>
                    <a:pt x="354" y="162"/>
                    <a:pt x="339" y="162"/>
                    <a:pt x="324" y="162"/>
                  </a:cubicBezTo>
                  <a:cubicBezTo>
                    <a:pt x="295" y="162"/>
                    <a:pt x="280" y="162"/>
                    <a:pt x="265" y="162"/>
                  </a:cubicBezTo>
                  <a:cubicBezTo>
                    <a:pt x="265" y="118"/>
                    <a:pt x="280" y="74"/>
                    <a:pt x="295" y="44"/>
                  </a:cubicBezTo>
                  <a:close/>
                  <a:moveTo>
                    <a:pt x="251" y="59"/>
                  </a:moveTo>
                  <a:lnTo>
                    <a:pt x="251" y="59"/>
                  </a:lnTo>
                  <a:cubicBezTo>
                    <a:pt x="236" y="89"/>
                    <a:pt x="221" y="118"/>
                    <a:pt x="221" y="147"/>
                  </a:cubicBezTo>
                  <a:cubicBezTo>
                    <a:pt x="192" y="147"/>
                    <a:pt x="148" y="147"/>
                    <a:pt x="118" y="133"/>
                  </a:cubicBezTo>
                  <a:cubicBezTo>
                    <a:pt x="148" y="89"/>
                    <a:pt x="207" y="59"/>
                    <a:pt x="251" y="59"/>
                  </a:cubicBezTo>
                  <a:close/>
                  <a:moveTo>
                    <a:pt x="89" y="162"/>
                  </a:moveTo>
                  <a:lnTo>
                    <a:pt x="89" y="162"/>
                  </a:lnTo>
                  <a:cubicBezTo>
                    <a:pt x="133" y="177"/>
                    <a:pt x="177" y="192"/>
                    <a:pt x="207" y="192"/>
                  </a:cubicBezTo>
                  <a:cubicBezTo>
                    <a:pt x="207" y="221"/>
                    <a:pt x="207" y="265"/>
                    <a:pt x="207" y="294"/>
                  </a:cubicBezTo>
                  <a:cubicBezTo>
                    <a:pt x="44" y="294"/>
                    <a:pt x="44" y="294"/>
                    <a:pt x="44" y="294"/>
                  </a:cubicBezTo>
                  <a:cubicBezTo>
                    <a:pt x="44" y="251"/>
                    <a:pt x="59" y="206"/>
                    <a:pt x="89" y="162"/>
                  </a:cubicBezTo>
                  <a:close/>
                  <a:moveTo>
                    <a:pt x="89" y="471"/>
                  </a:moveTo>
                  <a:lnTo>
                    <a:pt x="89" y="471"/>
                  </a:lnTo>
                  <a:cubicBezTo>
                    <a:pt x="59" y="427"/>
                    <a:pt x="44" y="383"/>
                    <a:pt x="44" y="339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68"/>
                    <a:pt x="207" y="412"/>
                    <a:pt x="207" y="442"/>
                  </a:cubicBezTo>
                  <a:cubicBezTo>
                    <a:pt x="177" y="457"/>
                    <a:pt x="133" y="457"/>
                    <a:pt x="89" y="471"/>
                  </a:cubicBezTo>
                  <a:close/>
                  <a:moveTo>
                    <a:pt x="118" y="501"/>
                  </a:moveTo>
                  <a:lnTo>
                    <a:pt x="118" y="501"/>
                  </a:lnTo>
                  <a:cubicBezTo>
                    <a:pt x="148" y="501"/>
                    <a:pt x="192" y="486"/>
                    <a:pt x="221" y="486"/>
                  </a:cubicBezTo>
                  <a:cubicBezTo>
                    <a:pt x="221" y="515"/>
                    <a:pt x="236" y="560"/>
                    <a:pt x="251" y="589"/>
                  </a:cubicBezTo>
                  <a:cubicBezTo>
                    <a:pt x="207" y="574"/>
                    <a:pt x="148" y="545"/>
                    <a:pt x="118" y="501"/>
                  </a:cubicBezTo>
                  <a:close/>
                  <a:moveTo>
                    <a:pt x="339" y="589"/>
                  </a:moveTo>
                  <a:lnTo>
                    <a:pt x="339" y="589"/>
                  </a:lnTo>
                  <a:lnTo>
                    <a:pt x="324" y="589"/>
                  </a:lnTo>
                  <a:cubicBezTo>
                    <a:pt x="310" y="589"/>
                    <a:pt x="310" y="589"/>
                    <a:pt x="295" y="589"/>
                  </a:cubicBezTo>
                  <a:cubicBezTo>
                    <a:pt x="280" y="560"/>
                    <a:pt x="265" y="515"/>
                    <a:pt x="265" y="471"/>
                  </a:cubicBezTo>
                  <a:cubicBezTo>
                    <a:pt x="280" y="471"/>
                    <a:pt x="295" y="471"/>
                    <a:pt x="324" y="471"/>
                  </a:cubicBezTo>
                  <a:cubicBezTo>
                    <a:pt x="339" y="471"/>
                    <a:pt x="354" y="471"/>
                    <a:pt x="383" y="471"/>
                  </a:cubicBezTo>
                  <a:cubicBezTo>
                    <a:pt x="369" y="515"/>
                    <a:pt x="354" y="560"/>
                    <a:pt x="339" y="589"/>
                  </a:cubicBezTo>
                  <a:close/>
                  <a:moveTo>
                    <a:pt x="383" y="589"/>
                  </a:moveTo>
                  <a:lnTo>
                    <a:pt x="383" y="589"/>
                  </a:lnTo>
                  <a:cubicBezTo>
                    <a:pt x="398" y="560"/>
                    <a:pt x="412" y="515"/>
                    <a:pt x="412" y="486"/>
                  </a:cubicBezTo>
                  <a:cubicBezTo>
                    <a:pt x="457" y="486"/>
                    <a:pt x="486" y="501"/>
                    <a:pt x="516" y="501"/>
                  </a:cubicBezTo>
                  <a:cubicBezTo>
                    <a:pt x="486" y="545"/>
                    <a:pt x="442" y="574"/>
                    <a:pt x="383" y="589"/>
                  </a:cubicBezTo>
                  <a:close/>
                  <a:moveTo>
                    <a:pt x="545" y="471"/>
                  </a:moveTo>
                  <a:lnTo>
                    <a:pt x="545" y="471"/>
                  </a:lnTo>
                  <a:cubicBezTo>
                    <a:pt x="516" y="457"/>
                    <a:pt x="471" y="457"/>
                    <a:pt x="427" y="442"/>
                  </a:cubicBezTo>
                  <a:cubicBezTo>
                    <a:pt x="427" y="412"/>
                    <a:pt x="442" y="368"/>
                    <a:pt x="442" y="339"/>
                  </a:cubicBezTo>
                  <a:cubicBezTo>
                    <a:pt x="589" y="339"/>
                    <a:pt x="589" y="339"/>
                    <a:pt x="589" y="339"/>
                  </a:cubicBezTo>
                  <a:cubicBezTo>
                    <a:pt x="589" y="383"/>
                    <a:pt x="574" y="427"/>
                    <a:pt x="545" y="4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1" name="Oval 37"/>
          <p:cNvSpPr/>
          <p:nvPr/>
        </p:nvSpPr>
        <p:spPr bwMode="auto">
          <a:xfrm flipH="1">
            <a:off x="7296631" y="2131946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Oval 39"/>
          <p:cNvSpPr/>
          <p:nvPr/>
        </p:nvSpPr>
        <p:spPr bwMode="auto">
          <a:xfrm flipH="1">
            <a:off x="7296631" y="3450177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Oval 40"/>
          <p:cNvSpPr/>
          <p:nvPr/>
        </p:nvSpPr>
        <p:spPr bwMode="auto">
          <a:xfrm flipH="1">
            <a:off x="7296631" y="4768408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Oval 41"/>
          <p:cNvSpPr/>
          <p:nvPr/>
        </p:nvSpPr>
        <p:spPr bwMode="auto">
          <a:xfrm>
            <a:off x="3150617" y="2131946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Oval 42"/>
          <p:cNvSpPr/>
          <p:nvPr/>
        </p:nvSpPr>
        <p:spPr bwMode="auto">
          <a:xfrm>
            <a:off x="3150617" y="3450177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Oval 43"/>
          <p:cNvSpPr/>
          <p:nvPr/>
        </p:nvSpPr>
        <p:spPr bwMode="auto">
          <a:xfrm>
            <a:off x="3150617" y="4768408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9" name="文本框 48"/>
          <p:cNvSpPr txBox="1"/>
          <p:nvPr/>
        </p:nvSpPr>
        <p:spPr>
          <a:xfrm>
            <a:off x="4546806" y="4870727"/>
            <a:ext cx="1691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优秀平台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66180" y="1896985"/>
            <a:ext cx="2860367" cy="746679"/>
            <a:chOff x="3624780" y="2412339"/>
            <a:chExt cx="2772160" cy="746679"/>
          </a:xfrm>
        </p:grpSpPr>
        <p:sp>
          <p:nvSpPr>
            <p:cNvPr id="51" name="文本框 50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服务精神奖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知识图谱平台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16850" y="3211376"/>
            <a:ext cx="1900427" cy="746679"/>
            <a:chOff x="3624780" y="2412339"/>
            <a:chExt cx="2772160" cy="746679"/>
          </a:xfrm>
        </p:grpSpPr>
        <p:sp>
          <p:nvSpPr>
            <p:cNvPr id="54" name="文本框 53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稳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定可靠奖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智能监控体系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37121" y="4592056"/>
            <a:ext cx="1900427" cy="720005"/>
            <a:chOff x="3624780" y="2412339"/>
            <a:chExt cx="2772160" cy="720005"/>
          </a:xfrm>
        </p:grpSpPr>
        <p:sp>
          <p:nvSpPr>
            <p:cNvPr id="57" name="文本框 56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持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续创新奖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语音识别平台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423506" y="938105"/>
            <a:ext cx="1900427" cy="720005"/>
            <a:chOff x="3624780" y="2412339"/>
            <a:chExt cx="2772160" cy="720005"/>
          </a:xfrm>
        </p:grpSpPr>
        <p:sp>
          <p:nvSpPr>
            <p:cNvPr id="60" name="文本框 59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开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源先锋奖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err="1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Echarts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sp>
        <p:nvSpPr>
          <p:cNvPr id="62" name="Oval 41"/>
          <p:cNvSpPr/>
          <p:nvPr/>
        </p:nvSpPr>
        <p:spPr bwMode="auto">
          <a:xfrm>
            <a:off x="5244895" y="1654951"/>
            <a:ext cx="269078" cy="26907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63" name="组合 62"/>
          <p:cNvGrpSpPr/>
          <p:nvPr/>
        </p:nvGrpSpPr>
        <p:grpSpPr>
          <a:xfrm>
            <a:off x="7677971" y="1891789"/>
            <a:ext cx="1900427" cy="720005"/>
            <a:chOff x="3624780" y="2412339"/>
            <a:chExt cx="2772160" cy="720005"/>
          </a:xfrm>
        </p:grpSpPr>
        <p:sp>
          <p:nvSpPr>
            <p:cNvPr id="64" name="文本框 63"/>
            <p:cNvSpPr txBox="1"/>
            <p:nvPr/>
          </p:nvSpPr>
          <p:spPr>
            <a:xfrm>
              <a:off x="3943970" y="2412339"/>
              <a:ext cx="213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开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源回馈奖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CRDB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694745" y="3156520"/>
            <a:ext cx="1900427" cy="746679"/>
            <a:chOff x="3624780" y="2412339"/>
            <a:chExt cx="2772160" cy="746679"/>
          </a:xfrm>
        </p:grpSpPr>
        <p:sp>
          <p:nvSpPr>
            <p:cNvPr id="67" name="文本框 66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智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能先锋奖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624780" y="2750893"/>
              <a:ext cx="2772160" cy="4081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zh-CN" altLang="en-US" b="1" dirty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人脸</a:t>
              </a:r>
              <a:r>
                <a:rPr lang="zh-CN" altLang="en-US" b="1" dirty="0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识别平台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7694745" y="4542944"/>
            <a:ext cx="1900427" cy="720005"/>
            <a:chOff x="3624780" y="2412339"/>
            <a:chExt cx="2772160" cy="720005"/>
          </a:xfrm>
        </p:grpSpPr>
        <p:sp>
          <p:nvSpPr>
            <p:cNvPr id="70" name="文本框 69"/>
            <p:cNvSpPr txBox="1"/>
            <p:nvPr/>
          </p:nvSpPr>
          <p:spPr>
            <a:xfrm>
              <a:off x="3943971" y="2412339"/>
              <a:ext cx="2133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/>
              <a:r>
                <a:rPr lang="zh-CN" altLang="en-US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最受欢迎</a:t>
              </a:r>
              <a:r>
                <a:rPr lang="zh-CN" altLang="en-US" b="1" dirty="0" smtClean="0">
                  <a:solidFill>
                    <a:srgbClr val="000000">
                      <a:lumMod val="85000"/>
                      <a:lumOff val="15000"/>
                    </a:srgbClr>
                  </a:solidFill>
                  <a:latin typeface="Century Gothic" panose="020B0502020202020204" pitchFamily="34" charset="0"/>
                  <a:ea typeface="微软雅黑"/>
                </a:rPr>
                <a:t>奖</a:t>
              </a:r>
              <a:endPara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624780" y="2750893"/>
              <a:ext cx="2772160" cy="38145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457200">
                <a:lnSpc>
                  <a:spcPct val="114000"/>
                </a:lnSpc>
              </a:pPr>
              <a:r>
                <a:rPr lang="en-US" altLang="zh-CN" b="1" dirty="0" err="1" smtClean="0">
                  <a:solidFill>
                    <a:srgbClr val="2B5A93"/>
                  </a:solidFill>
                  <a:latin typeface="Century Gothic" panose="020B0502020202020204" pitchFamily="34" charset="0"/>
                  <a:ea typeface="微软雅黑"/>
                </a:rPr>
                <a:t>JPaaS</a:t>
              </a:r>
              <a:endParaRPr lang="en-US" altLang="zh-CN" b="1" dirty="0">
                <a:solidFill>
                  <a:srgbClr val="2B5A93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73" name="矩形 72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/>
          <p:cNvSpPr/>
          <p:nvPr/>
        </p:nvSpPr>
        <p:spPr>
          <a:xfrm>
            <a:off x="845889" y="275626"/>
            <a:ext cx="5615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年河图评选优秀平台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0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500"/>
                            </p:stCondLst>
                            <p:childTnLst>
                              <p:par>
                                <p:cTn id="8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00"/>
                            </p:stCondLst>
                            <p:childTnLst>
                              <p:par>
                                <p:cTn id="9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500"/>
                            </p:stCondLst>
                            <p:childTnLst>
                              <p:par>
                                <p:cTn id="1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500"/>
                            </p:stCondLst>
                            <p:childTnLst>
                              <p:par>
                                <p:cTn id="116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9000"/>
                            </p:stCondLst>
                            <p:childTnLst>
                              <p:par>
                                <p:cTn id="1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9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6" grpId="0" bldLvl="0" animBg="1"/>
      <p:bldP spid="49" grpId="0"/>
      <p:bldP spid="6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不重复造轮子</a:t>
            </a:r>
            <a:endParaRPr lang="da-DK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8900764"/>
              </p:ext>
            </p:extLst>
          </p:nvPr>
        </p:nvGraphicFramePr>
        <p:xfrm>
          <a:off x="1068417" y="1925811"/>
          <a:ext cx="8454747" cy="3419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矩形 9"/>
          <p:cNvSpPr/>
          <p:nvPr/>
        </p:nvSpPr>
        <p:spPr>
          <a:xfrm>
            <a:off x="553591" y="853234"/>
            <a:ext cx="9703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如果我使用了一个平台的服务，有新增的需求，但是对方的排期不能达到我的要求，我该怎么做，是符合平台化思维的？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gray">
          <a:xfrm>
            <a:off x="1242244" y="2217869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gray">
          <a:xfrm>
            <a:off x="1572473" y="3005931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gray">
          <a:xfrm>
            <a:off x="1558009" y="3802045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gray">
          <a:xfrm>
            <a:off x="1284441" y="4590107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605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5971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：平台化、接口化设计</a:t>
            </a:r>
            <a:endParaRPr lang="da-DK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742730"/>
              </p:ext>
            </p:extLst>
          </p:nvPr>
        </p:nvGraphicFramePr>
        <p:xfrm>
          <a:off x="1026220" y="1997819"/>
          <a:ext cx="8712968" cy="3428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Text Box 16"/>
          <p:cNvSpPr txBox="1">
            <a:spLocks noChangeArrowheads="1"/>
          </p:cNvSpPr>
          <p:nvPr/>
        </p:nvSpPr>
        <p:spPr bwMode="gray">
          <a:xfrm>
            <a:off x="1153471" y="2285851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gray">
          <a:xfrm>
            <a:off x="1458268" y="3077939"/>
            <a:ext cx="3519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gray">
          <a:xfrm>
            <a:off x="1428457" y="3870027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gray">
          <a:xfrm>
            <a:off x="1170236" y="4662115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8118" y="879905"/>
            <a:ext cx="9151069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当一个产品线开发的功能受到另外一产品线的赞赏，他们也希望能用，此时该产品线较好的做法是？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000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845889" y="275626"/>
            <a:ext cx="45865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Dogfood</a:t>
            </a:r>
            <a:endParaRPr lang="da-DK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内容占位符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585831"/>
              </p:ext>
            </p:extLst>
          </p:nvPr>
        </p:nvGraphicFramePr>
        <p:xfrm>
          <a:off x="1030263" y="1997819"/>
          <a:ext cx="8454747" cy="3352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矩形 17"/>
          <p:cNvSpPr/>
          <p:nvPr/>
        </p:nvSpPr>
        <p:spPr>
          <a:xfrm>
            <a:off x="586134" y="989707"/>
            <a:ext cx="93436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某部门的一项新技术成果获得了公司最高奖，公司希望该技术能更快的应用于公司所有业务部门。该部门应该怎么做？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gray">
          <a:xfrm>
            <a:off x="1314252" y="2384092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gray">
          <a:xfrm>
            <a:off x="1572473" y="3449066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gray">
          <a:xfrm>
            <a:off x="1314252" y="4488482"/>
            <a:ext cx="3898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505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rPr>
              <a:t>小结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891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5667</TotalTime>
  <Words>4167</Words>
  <Application>Microsoft Office PowerPoint</Application>
  <PresentationFormat>自定义</PresentationFormat>
  <Paragraphs>364</Paragraphs>
  <Slides>41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Century Gothic</vt:lpstr>
      <vt:lpstr>Gill Sans</vt:lpstr>
      <vt:lpstr>Quattrocento Sans</vt:lpstr>
      <vt:lpstr>等线</vt:lpstr>
      <vt:lpstr>宋体</vt:lpstr>
      <vt:lpstr>Microsoft YaHei</vt:lpstr>
      <vt:lpstr>Microsoft YaHei</vt:lpstr>
      <vt:lpstr>Arial</vt:lpstr>
      <vt:lpstr>Calibri</vt:lpstr>
      <vt:lpstr>Times New Roman</vt:lpstr>
      <vt:lpstr>++1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武敏</dc:creator>
  <cp:lastModifiedBy>Wang,Xuejiao</cp:lastModifiedBy>
  <cp:revision>97</cp:revision>
  <dcterms:created xsi:type="dcterms:W3CDTF">2014-04-29T09:26:26Z</dcterms:created>
  <dcterms:modified xsi:type="dcterms:W3CDTF">2018-05-19T05:42:15Z</dcterms:modified>
</cp:coreProperties>
</file>