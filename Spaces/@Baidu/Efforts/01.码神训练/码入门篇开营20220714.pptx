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1149" r:id="rId2"/>
    <p:sldId id="1247" r:id="rId3"/>
    <p:sldId id="1207" r:id="rId4"/>
    <p:sldId id="1793" r:id="rId5"/>
    <p:sldId id="1244" r:id="rId6"/>
    <p:sldId id="1781" r:id="rId7"/>
    <p:sldId id="1783" r:id="rId8"/>
    <p:sldId id="1251" r:id="rId9"/>
    <p:sldId id="1791" r:id="rId10"/>
    <p:sldId id="1234" r:id="rId11"/>
    <p:sldId id="1249" r:id="rId12"/>
    <p:sldId id="1789" r:id="rId13"/>
    <p:sldId id="1788" r:id="rId14"/>
    <p:sldId id="1794" r:id="rId15"/>
    <p:sldId id="1252" r:id="rId16"/>
    <p:sldId id="1787" r:id="rId17"/>
    <p:sldId id="1780" r:id="rId18"/>
  </p:sldIdLst>
  <p:sldSz cx="12241213" cy="7200900"/>
  <p:notesSz cx="6735763" cy="9866313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1pPr>
    <a:lvl2pPr marL="4996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2pPr>
    <a:lvl3pPr marL="999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3pPr>
    <a:lvl4pPr marL="149903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4pPr>
    <a:lvl5pPr marL="199870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5pPr>
    <a:lvl6pPr marL="2498386" algn="l" defTabSz="999355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6pPr>
    <a:lvl7pPr marL="2998064" algn="l" defTabSz="999355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7pPr>
    <a:lvl8pPr marL="3497743" algn="l" defTabSz="999355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8pPr>
    <a:lvl9pPr marL="3997420" algn="l" defTabSz="999355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orient="horz" pos="499" userDrawn="1">
          <p15:clr>
            <a:srgbClr val="A4A3A4"/>
          </p15:clr>
        </p15:guide>
        <p15:guide id="3" orient="horz" pos="1996" userDrawn="1">
          <p15:clr>
            <a:srgbClr val="A4A3A4"/>
          </p15:clr>
        </p15:guide>
        <p15:guide id="4" orient="horz" pos="3810" userDrawn="1">
          <p15:clr>
            <a:srgbClr val="A4A3A4"/>
          </p15:clr>
        </p15:guide>
        <p15:guide id="5" orient="horz" pos="1043" userDrawn="1">
          <p15:clr>
            <a:srgbClr val="A4A3A4"/>
          </p15:clr>
        </p15:guide>
        <p15:guide id="6" orient="horz" pos="2359" userDrawn="1">
          <p15:clr>
            <a:srgbClr val="A4A3A4"/>
          </p15:clr>
        </p15:guide>
        <p15:guide id="7" orient="horz" pos="1406" userDrawn="1">
          <p15:clr>
            <a:srgbClr val="A4A3A4"/>
          </p15:clr>
        </p15:guide>
        <p15:guide id="8" pos="6441" userDrawn="1">
          <p15:clr>
            <a:srgbClr val="A4A3A4"/>
          </p15:clr>
        </p15:guide>
        <p15:guide id="9" pos="261">
          <p15:clr>
            <a:srgbClr val="A4A3A4"/>
          </p15:clr>
        </p15:guide>
        <p15:guide id="10" pos="998" userDrawn="1">
          <p15:clr>
            <a:srgbClr val="A4A3A4"/>
          </p15:clr>
        </p15:guide>
        <p15:guide id="11" pos="2359" userDrawn="1">
          <p15:clr>
            <a:srgbClr val="A4A3A4"/>
          </p15:clr>
        </p15:guide>
        <p15:guide id="12" pos="3946" userDrawn="1">
          <p15:clr>
            <a:srgbClr val="A4A3A4"/>
          </p15:clr>
        </p15:guide>
        <p15:guide id="13" pos="5113">
          <p15:clr>
            <a:srgbClr val="A4A3A4"/>
          </p15:clr>
        </p15:guide>
        <p15:guide id="14" orient="horz" pos="2268">
          <p15:clr>
            <a:srgbClr val="A4A3A4"/>
          </p15:clr>
        </p15:guide>
        <p15:guide id="15" orient="horz" pos="680" userDrawn="1">
          <p15:clr>
            <a:srgbClr val="A4A3A4"/>
          </p15:clr>
        </p15:guide>
        <p15:guide id="16" orient="horz" pos="2087" userDrawn="1">
          <p15:clr>
            <a:srgbClr val="A4A3A4"/>
          </p15:clr>
        </p15:guide>
        <p15:guide id="17" orient="horz" pos="4037" userDrawn="1">
          <p15:clr>
            <a:srgbClr val="A4A3A4"/>
          </p15:clr>
        </p15:guide>
        <p15:guide id="18" orient="horz" pos="1134" userDrawn="1">
          <p15:clr>
            <a:srgbClr val="A4A3A4"/>
          </p15:clr>
        </p15:guide>
        <p15:guide id="19" orient="horz" pos="3674" userDrawn="1">
          <p15:clr>
            <a:srgbClr val="A4A3A4"/>
          </p15:clr>
        </p15:guide>
        <p15:guide id="20" orient="horz" pos="1452" userDrawn="1">
          <p15:clr>
            <a:srgbClr val="A4A3A4"/>
          </p15:clr>
        </p15:guide>
        <p15:guide id="21" pos="7257" userDrawn="1">
          <p15:clr>
            <a:srgbClr val="A4A3A4"/>
          </p15:clr>
        </p15:guide>
        <p15:guide id="22" pos="293">
          <p15:clr>
            <a:srgbClr val="A4A3A4"/>
          </p15:clr>
        </p15:guide>
        <p15:guide id="23" pos="1134" userDrawn="1">
          <p15:clr>
            <a:srgbClr val="A4A3A4"/>
          </p15:clr>
        </p15:guide>
        <p15:guide id="24" pos="2631" userDrawn="1">
          <p15:clr>
            <a:srgbClr val="A4A3A4"/>
          </p15:clr>
        </p15:guide>
        <p15:guide id="25" pos="4354" userDrawn="1">
          <p15:clr>
            <a:srgbClr val="A4A3A4"/>
          </p15:clr>
        </p15:guide>
        <p15:guide id="26" pos="57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ngzhenxuan" initials="yzx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FFF"/>
    <a:srgbClr val="2F5597"/>
    <a:srgbClr val="4B39FF"/>
    <a:srgbClr val="0070C0"/>
    <a:srgbClr val="2491C2"/>
    <a:srgbClr val="F2825B"/>
    <a:srgbClr val="90CA40"/>
    <a:srgbClr val="D7DF23"/>
    <a:srgbClr val="E57373"/>
    <a:srgbClr val="3D9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6" autoAdjust="0"/>
    <p:restoredTop sz="84902" autoAdjust="0"/>
  </p:normalViewPr>
  <p:slideViewPr>
    <p:cSldViewPr snapToObjects="1">
      <p:cViewPr varScale="1">
        <p:scale>
          <a:sx n="79" d="100"/>
          <a:sy n="79" d="100"/>
        </p:scale>
        <p:origin x="520" y="64"/>
      </p:cViewPr>
      <p:guideLst>
        <p:guide orient="horz" pos="2177"/>
        <p:guide orient="horz" pos="499"/>
        <p:guide orient="horz" pos="1996"/>
        <p:guide orient="horz" pos="3810"/>
        <p:guide orient="horz" pos="1043"/>
        <p:guide orient="horz" pos="2359"/>
        <p:guide orient="horz" pos="1406"/>
        <p:guide pos="6441"/>
        <p:guide pos="261"/>
        <p:guide pos="998"/>
        <p:guide pos="2359"/>
        <p:guide pos="3946"/>
        <p:guide pos="5113"/>
        <p:guide orient="horz" pos="2268"/>
        <p:guide orient="horz" pos="680"/>
        <p:guide orient="horz" pos="2087"/>
        <p:guide orient="horz" pos="4037"/>
        <p:guide orient="horz" pos="1134"/>
        <p:guide orient="horz" pos="3674"/>
        <p:guide orient="horz" pos="1452"/>
        <p:guide pos="7257"/>
        <p:guide pos="293"/>
        <p:guide pos="1134"/>
        <p:guide pos="2631"/>
        <p:guide pos="4354"/>
        <p:guide pos="57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3" d="100"/>
          <a:sy n="53" d="100"/>
        </p:scale>
        <p:origin x="-2952" y="-10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55DC4-2232-46F2-A742-CC5A94A9FF3F}" type="datetimeFigureOut">
              <a:rPr lang="zh-CN" altLang="en-US" smtClean="0"/>
              <a:pPr/>
              <a:t>2022/7/14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CE4DA-0DBD-4BBE-A5A9-1ECE02F12C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573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42F5E4D-A16F-485E-A3A9-2F4D9BE23E2A}" type="datetimeFigureOut">
              <a:rPr lang="zh-CN" altLang="en-US"/>
              <a:pPr>
                <a:defRPr/>
              </a:pPr>
              <a:t>2022/7/14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3838" y="739775"/>
            <a:ext cx="628808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C1D359B-782B-4450-B980-47A789FAFC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5321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967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935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9903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98709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98386" algn="l" defTabSz="99935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98064" algn="l" defTabSz="99935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97743" algn="l" defTabSz="99935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97420" algn="l" defTabSz="99935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E7C8C0-1728-4F26-A079-83D76C981126}" type="slidenum">
              <a:rPr lang="en-US" altLang="zh-CN" smtClean="0"/>
              <a:pPr/>
              <a:t>1</a:t>
            </a:fld>
            <a:endParaRPr lang="en-US" altLang="zh-CN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165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600" dirty="0"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1D359B-782B-4450-B980-47A789FAFC8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884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1D359B-782B-4450-B980-47A789FAFC8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259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1D359B-782B-4450-B980-47A789FAFC8C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740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1D359B-782B-4450-B980-47A789FAFC8C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855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1D359B-782B-4450-B980-47A789FAFC8C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183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1D359B-782B-4450-B980-47A789FAFC8C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144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前置必修课程，需按照课程顺序完成学习才能进行</a:t>
            </a:r>
            <a:r>
              <a:rPr lang="en-US" altLang="zh-CN" dirty="0"/>
              <a:t>QC</a:t>
            </a:r>
            <a:r>
              <a:rPr lang="zh-CN" altLang="en-US" dirty="0"/>
              <a:t>考试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1D359B-782B-4450-B980-47A789FAFC8C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8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C1D359B-782B-4450-B980-47A789FAFC8C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12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7380" y="2237011"/>
            <a:ext cx="10406455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36559" y="4080510"/>
            <a:ext cx="8568137" cy="1840230"/>
          </a:xfrm>
        </p:spPr>
        <p:txBody>
          <a:bodyPr/>
          <a:lstStyle>
            <a:lvl1pPr marL="0" indent="0" algn="ctr">
              <a:buNone/>
              <a:defRPr/>
            </a:lvl1pPr>
            <a:lvl2pPr marL="499676" indent="0" algn="ctr">
              <a:buNone/>
              <a:defRPr/>
            </a:lvl2pPr>
            <a:lvl3pPr marL="999355" indent="0" algn="ctr">
              <a:buNone/>
              <a:defRPr/>
            </a:lvl3pPr>
            <a:lvl4pPr marL="1499033" indent="0" algn="ctr">
              <a:buNone/>
              <a:defRPr/>
            </a:lvl4pPr>
            <a:lvl5pPr marL="1998709" indent="0" algn="ctr">
              <a:buNone/>
              <a:defRPr/>
            </a:lvl5pPr>
            <a:lvl6pPr marL="2498386" indent="0" algn="ctr">
              <a:buNone/>
              <a:defRPr/>
            </a:lvl6pPr>
            <a:lvl7pPr marL="2998064" indent="0" algn="ctr">
              <a:buNone/>
              <a:defRPr/>
            </a:lvl7pPr>
            <a:lvl8pPr marL="3497743" indent="0" algn="ctr">
              <a:buNone/>
              <a:defRPr/>
            </a:lvl8pPr>
            <a:lvl9pPr marL="399742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5990" y="360090"/>
            <a:ext cx="11015668" cy="1200151"/>
          </a:xfrm>
        </p:spPr>
        <p:txBody>
          <a:bodyPr/>
          <a:lstStyle>
            <a:lvl1pPr>
              <a:defRPr sz="28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772" y="286702"/>
            <a:ext cx="4025777" cy="122015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6405" y="286748"/>
            <a:ext cx="6842038" cy="6145769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2772" y="1506869"/>
            <a:ext cx="4025777" cy="4925616"/>
          </a:xfrm>
        </p:spPr>
        <p:txBody>
          <a:bodyPr/>
          <a:lstStyle>
            <a:lvl1pPr marL="0" indent="0">
              <a:buNone/>
              <a:defRPr sz="1500"/>
            </a:lvl1pPr>
            <a:lvl2pPr marL="499676" indent="0">
              <a:buNone/>
              <a:defRPr sz="1300"/>
            </a:lvl2pPr>
            <a:lvl3pPr marL="999355" indent="0">
              <a:buNone/>
              <a:defRPr sz="1100"/>
            </a:lvl3pPr>
            <a:lvl4pPr marL="1499033" indent="0">
              <a:buNone/>
              <a:defRPr sz="1000"/>
            </a:lvl4pPr>
            <a:lvl5pPr marL="1998709" indent="0">
              <a:buNone/>
              <a:defRPr sz="1000"/>
            </a:lvl5pPr>
            <a:lvl6pPr marL="2498386" indent="0">
              <a:buNone/>
              <a:defRPr sz="1000"/>
            </a:lvl6pPr>
            <a:lvl7pPr marL="2998064" indent="0">
              <a:buNone/>
              <a:defRPr sz="1000"/>
            </a:lvl7pPr>
            <a:lvl8pPr marL="3497743" indent="0">
              <a:buNone/>
              <a:defRPr sz="1000"/>
            </a:lvl8pPr>
            <a:lvl9pPr marL="399742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9477" y="5040632"/>
            <a:ext cx="7344370" cy="59507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9477" y="643414"/>
            <a:ext cx="7344370" cy="4320540"/>
          </a:xfrm>
        </p:spPr>
        <p:txBody>
          <a:bodyPr/>
          <a:lstStyle>
            <a:lvl1pPr marL="0" indent="0">
              <a:buNone/>
              <a:defRPr sz="3500"/>
            </a:lvl1pPr>
            <a:lvl2pPr marL="499676" indent="0">
              <a:buNone/>
              <a:defRPr sz="3100"/>
            </a:lvl2pPr>
            <a:lvl3pPr marL="999355" indent="0">
              <a:buNone/>
              <a:defRPr sz="2600"/>
            </a:lvl3pPr>
            <a:lvl4pPr marL="1499033" indent="0">
              <a:buNone/>
              <a:defRPr sz="2200"/>
            </a:lvl4pPr>
            <a:lvl5pPr marL="1998709" indent="0">
              <a:buNone/>
              <a:defRPr sz="2200"/>
            </a:lvl5pPr>
            <a:lvl6pPr marL="2498386" indent="0">
              <a:buNone/>
              <a:defRPr sz="2200"/>
            </a:lvl6pPr>
            <a:lvl7pPr marL="2998064" indent="0">
              <a:buNone/>
              <a:defRPr sz="2200"/>
            </a:lvl7pPr>
            <a:lvl8pPr marL="3497743" indent="0">
              <a:buNone/>
              <a:defRPr sz="2200"/>
            </a:lvl8pPr>
            <a:lvl9pPr marL="3997420" indent="0">
              <a:buNone/>
              <a:defRPr sz="22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9477" y="5635706"/>
            <a:ext cx="7344370" cy="845105"/>
          </a:xfrm>
        </p:spPr>
        <p:txBody>
          <a:bodyPr/>
          <a:lstStyle>
            <a:lvl1pPr marL="0" indent="0">
              <a:buNone/>
              <a:defRPr sz="1500"/>
            </a:lvl1pPr>
            <a:lvl2pPr marL="499676" indent="0">
              <a:buNone/>
              <a:defRPr sz="1300"/>
            </a:lvl2pPr>
            <a:lvl3pPr marL="999355" indent="0">
              <a:buNone/>
              <a:defRPr sz="1100"/>
            </a:lvl3pPr>
            <a:lvl4pPr marL="1499033" indent="0">
              <a:buNone/>
              <a:defRPr sz="1000"/>
            </a:lvl4pPr>
            <a:lvl5pPr marL="1998709" indent="0">
              <a:buNone/>
              <a:defRPr sz="1000"/>
            </a:lvl5pPr>
            <a:lvl6pPr marL="2498386" indent="0">
              <a:buNone/>
              <a:defRPr sz="1000"/>
            </a:lvl6pPr>
            <a:lvl7pPr marL="2998064" indent="0">
              <a:buNone/>
              <a:defRPr sz="1000"/>
            </a:lvl7pPr>
            <a:lvl8pPr marL="3497743" indent="0">
              <a:buNone/>
              <a:defRPr sz="1000"/>
            </a:lvl8pPr>
            <a:lvl9pPr marL="399742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74552" y="600119"/>
            <a:ext cx="2753917" cy="59524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2797" y="600119"/>
            <a:ext cx="8090744" cy="59524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 userDrawn="1"/>
        </p:nvSpPr>
        <p:spPr bwMode="auto">
          <a:xfrm>
            <a:off x="918091" y="2800350"/>
            <a:ext cx="10507041" cy="152019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66636" tIns="0" rIns="199963" bIns="0" anchor="ctr"/>
          <a:lstStyle/>
          <a:p>
            <a:pPr fontAlgn="ctr">
              <a:defRPr/>
            </a:pPr>
            <a:endParaRPr lang="zh-CN" altLang="zh-CN" sz="5800" dirty="0">
              <a:solidFill>
                <a:schemeClr val="bg2"/>
              </a:solidFill>
              <a:ea typeface="宋体" pitchFamily="2" charset="-122"/>
            </a:endParaRPr>
          </a:p>
        </p:txBody>
      </p:sp>
      <p:sp>
        <p:nvSpPr>
          <p:cNvPr id="3" name="Rectangle 12"/>
          <p:cNvSpPr>
            <a:spLocks/>
          </p:cNvSpPr>
          <p:nvPr userDrawn="1"/>
        </p:nvSpPr>
        <p:spPr bwMode="auto">
          <a:xfrm>
            <a:off x="3816350" y="4320540"/>
            <a:ext cx="2304257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266429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2"/>
          <p:cNvSpPr>
            <a:spLocks/>
          </p:cNvSpPr>
          <p:nvPr userDrawn="1"/>
        </p:nvSpPr>
        <p:spPr bwMode="auto">
          <a:xfrm>
            <a:off x="3816350" y="4320540"/>
            <a:ext cx="2304257" cy="1600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Rectangle 15"/>
          <p:cNvSpPr>
            <a:spLocks/>
          </p:cNvSpPr>
          <p:nvPr userDrawn="1"/>
        </p:nvSpPr>
        <p:spPr bwMode="auto">
          <a:xfrm>
            <a:off x="6120607" y="4320540"/>
            <a:ext cx="2664295" cy="160020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89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7435392" y="2922789"/>
            <a:ext cx="4131599" cy="688573"/>
          </a:xfrm>
        </p:spPr>
        <p:txBody>
          <a:bodyPr anchor="ctr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13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7435392" y="3907942"/>
            <a:ext cx="4131599" cy="32641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606" smtClean="0">
                <a:solidFill>
                  <a:schemeClr val="bg1"/>
                </a:solidFill>
              </a:defRPr>
            </a:lvl1pPr>
            <a:lvl2pPr>
              <a:defRPr lang="zh-CN" altLang="en-US" sz="2008" smtClean="0"/>
            </a:lvl2pPr>
            <a:lvl3pPr>
              <a:defRPr lang="zh-CN" altLang="en-US" sz="1807" smtClean="0"/>
            </a:lvl3pPr>
            <a:lvl4pPr>
              <a:defRPr lang="zh-CN" altLang="en-US" sz="1606" smtClean="0"/>
            </a:lvl4pPr>
            <a:lvl5pPr>
              <a:defRPr lang="zh-CN" altLang="en-US" sz="1606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7435392" y="4239357"/>
            <a:ext cx="4131599" cy="32641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606" smtClean="0">
                <a:solidFill>
                  <a:schemeClr val="bg1"/>
                </a:solidFill>
              </a:defRPr>
            </a:lvl1pPr>
            <a:lvl2pPr>
              <a:defRPr lang="zh-CN" altLang="en-US" sz="2008" smtClean="0"/>
            </a:lvl2pPr>
            <a:lvl3pPr>
              <a:defRPr lang="zh-CN" altLang="en-US" sz="1807" smtClean="0"/>
            </a:lvl3pPr>
            <a:lvl4pPr>
              <a:defRPr lang="zh-CN" altLang="en-US" sz="1606" smtClean="0"/>
            </a:lvl4pPr>
            <a:lvl5pPr>
              <a:defRPr lang="zh-CN" altLang="en-US" sz="1606"/>
            </a:lvl5pPr>
          </a:lstStyle>
          <a:p>
            <a:pPr marL="229514" marR="0" lvl="0" indent="-229514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5563672" y="5051449"/>
            <a:ext cx="2280911" cy="550347"/>
            <a:chOff x="8651876" y="3962400"/>
            <a:chExt cx="2552700" cy="588963"/>
          </a:xfrm>
          <a:solidFill>
            <a:schemeClr val="bg1"/>
          </a:solidFill>
        </p:grpSpPr>
        <p:sp>
          <p:nvSpPr>
            <p:cNvPr id="10" name="Freeform 5"/>
            <p:cNvSpPr/>
            <p:nvPr/>
          </p:nvSpPr>
          <p:spPr bwMode="auto">
            <a:xfrm>
              <a:off x="8843963" y="4281488"/>
              <a:ext cx="44450" cy="50800"/>
            </a:xfrm>
            <a:custGeom>
              <a:avLst/>
              <a:gdLst>
                <a:gd name="T0" fmla="*/ 14 w 23"/>
                <a:gd name="T1" fmla="*/ 15 h 25"/>
                <a:gd name="T2" fmla="*/ 14 w 23"/>
                <a:gd name="T3" fmla="*/ 24 h 25"/>
                <a:gd name="T4" fmla="*/ 17 w 23"/>
                <a:gd name="T5" fmla="*/ 24 h 25"/>
                <a:gd name="T6" fmla="*/ 17 w 23"/>
                <a:gd name="T7" fmla="*/ 25 h 25"/>
                <a:gd name="T8" fmla="*/ 5 w 23"/>
                <a:gd name="T9" fmla="*/ 25 h 25"/>
                <a:gd name="T10" fmla="*/ 5 w 23"/>
                <a:gd name="T11" fmla="*/ 24 h 25"/>
                <a:gd name="T12" fmla="*/ 9 w 23"/>
                <a:gd name="T13" fmla="*/ 24 h 25"/>
                <a:gd name="T14" fmla="*/ 9 w 23"/>
                <a:gd name="T15" fmla="*/ 15 h 25"/>
                <a:gd name="T16" fmla="*/ 2 w 23"/>
                <a:gd name="T17" fmla="*/ 1 h 25"/>
                <a:gd name="T18" fmla="*/ 0 w 23"/>
                <a:gd name="T19" fmla="*/ 1 h 25"/>
                <a:gd name="T20" fmla="*/ 0 w 23"/>
                <a:gd name="T21" fmla="*/ 0 h 25"/>
                <a:gd name="T22" fmla="*/ 11 w 23"/>
                <a:gd name="T23" fmla="*/ 0 h 25"/>
                <a:gd name="T24" fmla="*/ 11 w 23"/>
                <a:gd name="T25" fmla="*/ 1 h 25"/>
                <a:gd name="T26" fmla="*/ 7 w 23"/>
                <a:gd name="T27" fmla="*/ 1 h 25"/>
                <a:gd name="T28" fmla="*/ 13 w 23"/>
                <a:gd name="T29" fmla="*/ 13 h 25"/>
                <a:gd name="T30" fmla="*/ 18 w 23"/>
                <a:gd name="T31" fmla="*/ 1 h 25"/>
                <a:gd name="T32" fmla="*/ 15 w 23"/>
                <a:gd name="T33" fmla="*/ 1 h 25"/>
                <a:gd name="T34" fmla="*/ 15 w 23"/>
                <a:gd name="T35" fmla="*/ 0 h 25"/>
                <a:gd name="T36" fmla="*/ 23 w 23"/>
                <a:gd name="T37" fmla="*/ 0 h 25"/>
                <a:gd name="T38" fmla="*/ 23 w 23"/>
                <a:gd name="T39" fmla="*/ 1 h 25"/>
                <a:gd name="T40" fmla="*/ 20 w 23"/>
                <a:gd name="T41" fmla="*/ 1 h 25"/>
                <a:gd name="T42" fmla="*/ 14 w 23"/>
                <a:gd name="T4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5">
                  <a:moveTo>
                    <a:pt x="14" y="15"/>
                  </a:moveTo>
                  <a:cubicBezTo>
                    <a:pt x="14" y="19"/>
                    <a:pt x="14" y="21"/>
                    <a:pt x="14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1"/>
                    <a:pt x="9" y="19"/>
                    <a:pt x="9" y="1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0" y="1"/>
                    <a:pt x="20" y="1"/>
                    <a:pt x="20" y="1"/>
                  </a:cubicBezTo>
                  <a:lnTo>
                    <a:pt x="14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8885238" y="4294188"/>
              <a:ext cx="36513" cy="39688"/>
            </a:xfrm>
            <a:custGeom>
              <a:avLst/>
              <a:gdLst>
                <a:gd name="T0" fmla="*/ 0 w 19"/>
                <a:gd name="T1" fmla="*/ 10 h 20"/>
                <a:gd name="T2" fmla="*/ 10 w 19"/>
                <a:gd name="T3" fmla="*/ 0 h 20"/>
                <a:gd name="T4" fmla="*/ 19 w 19"/>
                <a:gd name="T5" fmla="*/ 10 h 20"/>
                <a:gd name="T6" fmla="*/ 10 w 19"/>
                <a:gd name="T7" fmla="*/ 20 h 20"/>
                <a:gd name="T8" fmla="*/ 0 w 19"/>
                <a:gd name="T9" fmla="*/ 10 h 20"/>
                <a:gd name="T10" fmla="*/ 14 w 19"/>
                <a:gd name="T11" fmla="*/ 10 h 20"/>
                <a:gd name="T12" fmla="*/ 10 w 19"/>
                <a:gd name="T13" fmla="*/ 2 h 20"/>
                <a:gd name="T14" fmla="*/ 5 w 19"/>
                <a:gd name="T15" fmla="*/ 10 h 20"/>
                <a:gd name="T16" fmla="*/ 10 w 19"/>
                <a:gd name="T17" fmla="*/ 19 h 20"/>
                <a:gd name="T18" fmla="*/ 14 w 19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10"/>
                  </a:cubicBezTo>
                  <a:cubicBezTo>
                    <a:pt x="19" y="16"/>
                    <a:pt x="15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10" y="2"/>
                  </a:cubicBezTo>
                  <a:cubicBezTo>
                    <a:pt x="7" y="2"/>
                    <a:pt x="5" y="4"/>
                    <a:pt x="5" y="10"/>
                  </a:cubicBezTo>
                  <a:cubicBezTo>
                    <a:pt x="5" y="16"/>
                    <a:pt x="7" y="19"/>
                    <a:pt x="10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7"/>
            <p:cNvSpPr/>
            <p:nvPr/>
          </p:nvSpPr>
          <p:spPr bwMode="auto">
            <a:xfrm>
              <a:off x="8926513" y="4295775"/>
              <a:ext cx="41275" cy="38100"/>
            </a:xfrm>
            <a:custGeom>
              <a:avLst/>
              <a:gdLst>
                <a:gd name="T0" fmla="*/ 21 w 21"/>
                <a:gd name="T1" fmla="*/ 17 h 19"/>
                <a:gd name="T2" fmla="*/ 21 w 21"/>
                <a:gd name="T3" fmla="*/ 18 h 19"/>
                <a:gd name="T4" fmla="*/ 15 w 21"/>
                <a:gd name="T5" fmla="*/ 19 h 19"/>
                <a:gd name="T6" fmla="*/ 14 w 21"/>
                <a:gd name="T7" fmla="*/ 15 h 19"/>
                <a:gd name="T8" fmla="*/ 8 w 21"/>
                <a:gd name="T9" fmla="*/ 19 h 19"/>
                <a:gd name="T10" fmla="*/ 3 w 21"/>
                <a:gd name="T11" fmla="*/ 12 h 19"/>
                <a:gd name="T12" fmla="*/ 3 w 21"/>
                <a:gd name="T13" fmla="*/ 2 h 19"/>
                <a:gd name="T14" fmla="*/ 0 w 21"/>
                <a:gd name="T15" fmla="*/ 1 h 19"/>
                <a:gd name="T16" fmla="*/ 0 w 21"/>
                <a:gd name="T17" fmla="*/ 0 h 19"/>
                <a:gd name="T18" fmla="*/ 7 w 21"/>
                <a:gd name="T19" fmla="*/ 0 h 19"/>
                <a:gd name="T20" fmla="*/ 7 w 21"/>
                <a:gd name="T21" fmla="*/ 0 h 19"/>
                <a:gd name="T22" fmla="*/ 7 w 21"/>
                <a:gd name="T23" fmla="*/ 5 h 19"/>
                <a:gd name="T24" fmla="*/ 7 w 21"/>
                <a:gd name="T25" fmla="*/ 12 h 19"/>
                <a:gd name="T26" fmla="*/ 10 w 21"/>
                <a:gd name="T27" fmla="*/ 16 h 19"/>
                <a:gd name="T28" fmla="*/ 14 w 21"/>
                <a:gd name="T29" fmla="*/ 14 h 19"/>
                <a:gd name="T30" fmla="*/ 14 w 21"/>
                <a:gd name="T31" fmla="*/ 2 h 19"/>
                <a:gd name="T32" fmla="*/ 12 w 21"/>
                <a:gd name="T33" fmla="*/ 1 h 19"/>
                <a:gd name="T34" fmla="*/ 12 w 21"/>
                <a:gd name="T35" fmla="*/ 1 h 19"/>
                <a:gd name="T36" fmla="*/ 19 w 21"/>
                <a:gd name="T37" fmla="*/ 0 h 19"/>
                <a:gd name="T38" fmla="*/ 19 w 21"/>
                <a:gd name="T39" fmla="*/ 0 h 19"/>
                <a:gd name="T40" fmla="*/ 19 w 21"/>
                <a:gd name="T41" fmla="*/ 5 h 19"/>
                <a:gd name="T42" fmla="*/ 19 w 21"/>
                <a:gd name="T43" fmla="*/ 17 h 19"/>
                <a:gd name="T44" fmla="*/ 21 w 21"/>
                <a:gd name="T45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19">
                  <a:moveTo>
                    <a:pt x="21" y="17"/>
                  </a:moveTo>
                  <a:cubicBezTo>
                    <a:pt x="21" y="18"/>
                    <a:pt x="21" y="18"/>
                    <a:pt x="21" y="18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7"/>
                    <a:pt x="10" y="19"/>
                    <a:pt x="8" y="19"/>
                  </a:cubicBezTo>
                  <a:cubicBezTo>
                    <a:pt x="5" y="19"/>
                    <a:pt x="2" y="17"/>
                    <a:pt x="3" y="1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5"/>
                    <a:pt x="8" y="16"/>
                    <a:pt x="10" y="16"/>
                  </a:cubicBezTo>
                  <a:cubicBezTo>
                    <a:pt x="12" y="16"/>
                    <a:pt x="13" y="15"/>
                    <a:pt x="14" y="14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17"/>
                    <a:pt x="19" y="17"/>
                    <a:pt x="19" y="17"/>
                  </a:cubicBezTo>
                  <a:lnTo>
                    <a:pt x="2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8988426" y="4276725"/>
              <a:ext cx="44450" cy="55563"/>
            </a:xfrm>
            <a:custGeom>
              <a:avLst/>
              <a:gdLst>
                <a:gd name="T0" fmla="*/ 22 w 22"/>
                <a:gd name="T1" fmla="*/ 27 h 28"/>
                <a:gd name="T2" fmla="*/ 22 w 22"/>
                <a:gd name="T3" fmla="*/ 28 h 28"/>
                <a:gd name="T4" fmla="*/ 12 w 22"/>
                <a:gd name="T5" fmla="*/ 28 h 28"/>
                <a:gd name="T6" fmla="*/ 12 w 22"/>
                <a:gd name="T7" fmla="*/ 27 h 28"/>
                <a:gd name="T8" fmla="*/ 15 w 22"/>
                <a:gd name="T9" fmla="*/ 27 h 28"/>
                <a:gd name="T10" fmla="*/ 15 w 22"/>
                <a:gd name="T11" fmla="*/ 20 h 28"/>
                <a:gd name="T12" fmla="*/ 15 w 22"/>
                <a:gd name="T13" fmla="*/ 16 h 28"/>
                <a:gd name="T14" fmla="*/ 12 w 22"/>
                <a:gd name="T15" fmla="*/ 12 h 28"/>
                <a:gd name="T16" fmla="*/ 7 w 22"/>
                <a:gd name="T17" fmla="*/ 14 h 28"/>
                <a:gd name="T18" fmla="*/ 7 w 22"/>
                <a:gd name="T19" fmla="*/ 20 h 28"/>
                <a:gd name="T20" fmla="*/ 7 w 22"/>
                <a:gd name="T21" fmla="*/ 27 h 28"/>
                <a:gd name="T22" fmla="*/ 10 w 22"/>
                <a:gd name="T23" fmla="*/ 27 h 28"/>
                <a:gd name="T24" fmla="*/ 10 w 22"/>
                <a:gd name="T25" fmla="*/ 28 h 28"/>
                <a:gd name="T26" fmla="*/ 0 w 22"/>
                <a:gd name="T27" fmla="*/ 28 h 28"/>
                <a:gd name="T28" fmla="*/ 0 w 22"/>
                <a:gd name="T29" fmla="*/ 27 h 28"/>
                <a:gd name="T30" fmla="*/ 3 w 22"/>
                <a:gd name="T31" fmla="*/ 27 h 28"/>
                <a:gd name="T32" fmla="*/ 3 w 22"/>
                <a:gd name="T33" fmla="*/ 20 h 28"/>
                <a:gd name="T34" fmla="*/ 3 w 22"/>
                <a:gd name="T35" fmla="*/ 3 h 28"/>
                <a:gd name="T36" fmla="*/ 0 w 22"/>
                <a:gd name="T37" fmla="*/ 3 h 28"/>
                <a:gd name="T38" fmla="*/ 0 w 22"/>
                <a:gd name="T39" fmla="*/ 2 h 28"/>
                <a:gd name="T40" fmla="*/ 7 w 22"/>
                <a:gd name="T41" fmla="*/ 0 h 28"/>
                <a:gd name="T42" fmla="*/ 7 w 22"/>
                <a:gd name="T43" fmla="*/ 0 h 28"/>
                <a:gd name="T44" fmla="*/ 7 w 22"/>
                <a:gd name="T45" fmla="*/ 6 h 28"/>
                <a:gd name="T46" fmla="*/ 7 w 22"/>
                <a:gd name="T47" fmla="*/ 13 h 28"/>
                <a:gd name="T48" fmla="*/ 14 w 22"/>
                <a:gd name="T49" fmla="*/ 9 h 28"/>
                <a:gd name="T50" fmla="*/ 19 w 22"/>
                <a:gd name="T51" fmla="*/ 16 h 28"/>
                <a:gd name="T52" fmla="*/ 19 w 22"/>
                <a:gd name="T53" fmla="*/ 20 h 28"/>
                <a:gd name="T54" fmla="*/ 19 w 22"/>
                <a:gd name="T55" fmla="*/ 27 h 28"/>
                <a:gd name="T56" fmla="*/ 22 w 22"/>
                <a:gd name="T5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" h="28">
                  <a:moveTo>
                    <a:pt x="22" y="27"/>
                  </a:moveTo>
                  <a:cubicBezTo>
                    <a:pt x="22" y="28"/>
                    <a:pt x="22" y="28"/>
                    <a:pt x="2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5"/>
                    <a:pt x="15" y="22"/>
                    <a:pt x="15" y="2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3"/>
                    <a:pt x="14" y="12"/>
                    <a:pt x="12" y="12"/>
                  </a:cubicBezTo>
                  <a:cubicBezTo>
                    <a:pt x="10" y="12"/>
                    <a:pt x="9" y="12"/>
                    <a:pt x="7" y="1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9" y="11"/>
                    <a:pt x="11" y="9"/>
                    <a:pt x="14" y="9"/>
                  </a:cubicBezTo>
                  <a:cubicBezTo>
                    <a:pt x="17" y="9"/>
                    <a:pt x="19" y="11"/>
                    <a:pt x="19" y="16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2"/>
                    <a:pt x="19" y="25"/>
                    <a:pt x="19" y="27"/>
                  </a:cubicBezTo>
                  <a:lnTo>
                    <a:pt x="22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36051" y="4294188"/>
              <a:ext cx="34925" cy="39688"/>
            </a:xfrm>
            <a:custGeom>
              <a:avLst/>
              <a:gdLst>
                <a:gd name="T0" fmla="*/ 18 w 18"/>
                <a:gd name="T1" fmla="*/ 17 h 20"/>
                <a:gd name="T2" fmla="*/ 14 w 18"/>
                <a:gd name="T3" fmla="*/ 20 h 20"/>
                <a:gd name="T4" fmla="*/ 11 w 18"/>
                <a:gd name="T5" fmla="*/ 17 h 20"/>
                <a:gd name="T6" fmla="*/ 5 w 18"/>
                <a:gd name="T7" fmla="*/ 20 h 20"/>
                <a:gd name="T8" fmla="*/ 0 w 18"/>
                <a:gd name="T9" fmla="*/ 15 h 20"/>
                <a:gd name="T10" fmla="*/ 7 w 18"/>
                <a:gd name="T11" fmla="*/ 9 h 20"/>
                <a:gd name="T12" fmla="*/ 11 w 18"/>
                <a:gd name="T13" fmla="*/ 8 h 20"/>
                <a:gd name="T14" fmla="*/ 11 w 18"/>
                <a:gd name="T15" fmla="*/ 6 h 20"/>
                <a:gd name="T16" fmla="*/ 7 w 18"/>
                <a:gd name="T17" fmla="*/ 2 h 20"/>
                <a:gd name="T18" fmla="*/ 5 w 18"/>
                <a:gd name="T19" fmla="*/ 2 h 20"/>
                <a:gd name="T20" fmla="*/ 5 w 18"/>
                <a:gd name="T21" fmla="*/ 4 h 20"/>
                <a:gd name="T22" fmla="*/ 3 w 18"/>
                <a:gd name="T23" fmla="*/ 7 h 20"/>
                <a:gd name="T24" fmla="*/ 0 w 18"/>
                <a:gd name="T25" fmla="*/ 5 h 20"/>
                <a:gd name="T26" fmla="*/ 9 w 18"/>
                <a:gd name="T27" fmla="*/ 0 h 20"/>
                <a:gd name="T28" fmla="*/ 15 w 18"/>
                <a:gd name="T29" fmla="*/ 7 h 20"/>
                <a:gd name="T30" fmla="*/ 15 w 18"/>
                <a:gd name="T31" fmla="*/ 16 h 20"/>
                <a:gd name="T32" fmla="*/ 16 w 18"/>
                <a:gd name="T33" fmla="*/ 18 h 20"/>
                <a:gd name="T34" fmla="*/ 18 w 18"/>
                <a:gd name="T35" fmla="*/ 17 h 20"/>
                <a:gd name="T36" fmla="*/ 11 w 18"/>
                <a:gd name="T37" fmla="*/ 9 h 20"/>
                <a:gd name="T38" fmla="*/ 8 w 18"/>
                <a:gd name="T39" fmla="*/ 10 h 20"/>
                <a:gd name="T40" fmla="*/ 4 w 18"/>
                <a:gd name="T41" fmla="*/ 15 h 20"/>
                <a:gd name="T42" fmla="*/ 7 w 18"/>
                <a:gd name="T43" fmla="*/ 18 h 20"/>
                <a:gd name="T44" fmla="*/ 11 w 18"/>
                <a:gd name="T45" fmla="*/ 16 h 20"/>
                <a:gd name="T46" fmla="*/ 11 w 18"/>
                <a:gd name="T47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" h="20">
                  <a:moveTo>
                    <a:pt x="18" y="17"/>
                  </a:moveTo>
                  <a:cubicBezTo>
                    <a:pt x="17" y="19"/>
                    <a:pt x="16" y="20"/>
                    <a:pt x="14" y="20"/>
                  </a:cubicBezTo>
                  <a:cubicBezTo>
                    <a:pt x="12" y="20"/>
                    <a:pt x="11" y="19"/>
                    <a:pt x="11" y="17"/>
                  </a:cubicBezTo>
                  <a:cubicBezTo>
                    <a:pt x="9" y="19"/>
                    <a:pt x="7" y="20"/>
                    <a:pt x="5" y="20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2"/>
                    <a:pt x="1" y="11"/>
                    <a:pt x="7" y="9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10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6"/>
                    <a:pt x="4" y="7"/>
                    <a:pt x="3" y="7"/>
                  </a:cubicBezTo>
                  <a:cubicBezTo>
                    <a:pt x="1" y="7"/>
                    <a:pt x="1" y="6"/>
                    <a:pt x="0" y="5"/>
                  </a:cubicBezTo>
                  <a:cubicBezTo>
                    <a:pt x="1" y="2"/>
                    <a:pt x="4" y="0"/>
                    <a:pt x="9" y="0"/>
                  </a:cubicBezTo>
                  <a:cubicBezTo>
                    <a:pt x="13" y="0"/>
                    <a:pt x="15" y="2"/>
                    <a:pt x="15" y="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6" y="18"/>
                  </a:cubicBezTo>
                  <a:cubicBezTo>
                    <a:pt x="17" y="18"/>
                    <a:pt x="17" y="18"/>
                    <a:pt x="18" y="17"/>
                  </a:cubicBezTo>
                  <a:close/>
                  <a:moveTo>
                    <a:pt x="11" y="9"/>
                  </a:moveTo>
                  <a:cubicBezTo>
                    <a:pt x="9" y="9"/>
                    <a:pt x="9" y="10"/>
                    <a:pt x="8" y="10"/>
                  </a:cubicBezTo>
                  <a:cubicBezTo>
                    <a:pt x="5" y="11"/>
                    <a:pt x="4" y="13"/>
                    <a:pt x="4" y="15"/>
                  </a:cubicBezTo>
                  <a:cubicBezTo>
                    <a:pt x="4" y="17"/>
                    <a:pt x="5" y="18"/>
                    <a:pt x="7" y="18"/>
                  </a:cubicBezTo>
                  <a:cubicBezTo>
                    <a:pt x="8" y="18"/>
                    <a:pt x="9" y="17"/>
                    <a:pt x="11" y="16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0"/>
            <p:cNvSpPr/>
            <p:nvPr/>
          </p:nvSpPr>
          <p:spPr bwMode="auto">
            <a:xfrm>
              <a:off x="9069388" y="4295775"/>
              <a:ext cx="39688" cy="36513"/>
            </a:xfrm>
            <a:custGeom>
              <a:avLst/>
              <a:gdLst>
                <a:gd name="T0" fmla="*/ 25 w 25"/>
                <a:gd name="T1" fmla="*/ 1 h 23"/>
                <a:gd name="T2" fmla="*/ 22 w 25"/>
                <a:gd name="T3" fmla="*/ 1 h 23"/>
                <a:gd name="T4" fmla="*/ 15 w 25"/>
                <a:gd name="T5" fmla="*/ 23 h 23"/>
                <a:gd name="T6" fmla="*/ 12 w 25"/>
                <a:gd name="T7" fmla="*/ 23 h 23"/>
                <a:gd name="T8" fmla="*/ 4 w 25"/>
                <a:gd name="T9" fmla="*/ 1 h 23"/>
                <a:gd name="T10" fmla="*/ 0 w 25"/>
                <a:gd name="T11" fmla="*/ 1 h 23"/>
                <a:gd name="T12" fmla="*/ 0 w 25"/>
                <a:gd name="T13" fmla="*/ 0 h 23"/>
                <a:gd name="T14" fmla="*/ 12 w 25"/>
                <a:gd name="T15" fmla="*/ 0 h 23"/>
                <a:gd name="T16" fmla="*/ 12 w 25"/>
                <a:gd name="T17" fmla="*/ 1 h 23"/>
                <a:gd name="T18" fmla="*/ 10 w 25"/>
                <a:gd name="T19" fmla="*/ 1 h 23"/>
                <a:gd name="T20" fmla="*/ 15 w 25"/>
                <a:gd name="T21" fmla="*/ 18 h 23"/>
                <a:gd name="T22" fmla="*/ 20 w 25"/>
                <a:gd name="T23" fmla="*/ 1 h 23"/>
                <a:gd name="T24" fmla="*/ 17 w 25"/>
                <a:gd name="T25" fmla="*/ 1 h 23"/>
                <a:gd name="T26" fmla="*/ 17 w 25"/>
                <a:gd name="T27" fmla="*/ 0 h 23"/>
                <a:gd name="T28" fmla="*/ 25 w 25"/>
                <a:gd name="T29" fmla="*/ 0 h 23"/>
                <a:gd name="T30" fmla="*/ 25 w 25"/>
                <a:gd name="T31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23">
                  <a:moveTo>
                    <a:pt x="25" y="1"/>
                  </a:moveTo>
                  <a:lnTo>
                    <a:pt x="22" y="1"/>
                  </a:lnTo>
                  <a:lnTo>
                    <a:pt x="15" y="23"/>
                  </a:lnTo>
                  <a:lnTo>
                    <a:pt x="12" y="23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15" y="18"/>
                  </a:lnTo>
                  <a:lnTo>
                    <a:pt x="20" y="1"/>
                  </a:lnTo>
                  <a:lnTo>
                    <a:pt x="17" y="1"/>
                  </a:lnTo>
                  <a:lnTo>
                    <a:pt x="17" y="0"/>
                  </a:lnTo>
                  <a:lnTo>
                    <a:pt x="25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1"/>
            <p:cNvSpPr>
              <a:spLocks noEditPoints="1"/>
            </p:cNvSpPr>
            <p:nvPr/>
          </p:nvSpPr>
          <p:spPr bwMode="auto">
            <a:xfrm>
              <a:off x="9110663" y="4294188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10 w 17"/>
                <a:gd name="T9" fmla="*/ 20 h 20"/>
                <a:gd name="T10" fmla="*/ 0 w 17"/>
                <a:gd name="T11" fmla="*/ 10 h 20"/>
                <a:gd name="T12" fmla="*/ 10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4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8"/>
                    <a:pt x="13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2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2"/>
            <p:cNvSpPr/>
            <p:nvPr/>
          </p:nvSpPr>
          <p:spPr bwMode="auto">
            <a:xfrm>
              <a:off x="9166226" y="4284663"/>
              <a:ext cx="22225" cy="49213"/>
            </a:xfrm>
            <a:custGeom>
              <a:avLst/>
              <a:gdLst>
                <a:gd name="T0" fmla="*/ 12 w 12"/>
                <a:gd name="T1" fmla="*/ 22 h 25"/>
                <a:gd name="T2" fmla="*/ 7 w 12"/>
                <a:gd name="T3" fmla="*/ 25 h 25"/>
                <a:gd name="T4" fmla="*/ 3 w 12"/>
                <a:gd name="T5" fmla="*/ 20 h 25"/>
                <a:gd name="T6" fmla="*/ 3 w 12"/>
                <a:gd name="T7" fmla="*/ 16 h 25"/>
                <a:gd name="T8" fmla="*/ 3 w 12"/>
                <a:gd name="T9" fmla="*/ 7 h 25"/>
                <a:gd name="T10" fmla="*/ 0 w 12"/>
                <a:gd name="T11" fmla="*/ 7 h 25"/>
                <a:gd name="T12" fmla="*/ 0 w 12"/>
                <a:gd name="T13" fmla="*/ 6 h 25"/>
                <a:gd name="T14" fmla="*/ 3 w 12"/>
                <a:gd name="T15" fmla="*/ 6 h 25"/>
                <a:gd name="T16" fmla="*/ 4 w 12"/>
                <a:gd name="T17" fmla="*/ 0 h 25"/>
                <a:gd name="T18" fmla="*/ 7 w 12"/>
                <a:gd name="T19" fmla="*/ 0 h 25"/>
                <a:gd name="T20" fmla="*/ 7 w 12"/>
                <a:gd name="T21" fmla="*/ 6 h 25"/>
                <a:gd name="T22" fmla="*/ 12 w 12"/>
                <a:gd name="T23" fmla="*/ 6 h 25"/>
                <a:gd name="T24" fmla="*/ 12 w 12"/>
                <a:gd name="T25" fmla="*/ 7 h 25"/>
                <a:gd name="T26" fmla="*/ 7 w 12"/>
                <a:gd name="T27" fmla="*/ 7 h 25"/>
                <a:gd name="T28" fmla="*/ 7 w 12"/>
                <a:gd name="T29" fmla="*/ 20 h 25"/>
                <a:gd name="T30" fmla="*/ 9 w 12"/>
                <a:gd name="T31" fmla="*/ 23 h 25"/>
                <a:gd name="T32" fmla="*/ 12 w 12"/>
                <a:gd name="T33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25">
                  <a:moveTo>
                    <a:pt x="12" y="22"/>
                  </a:moveTo>
                  <a:cubicBezTo>
                    <a:pt x="11" y="24"/>
                    <a:pt x="10" y="25"/>
                    <a:pt x="7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3"/>
                    <a:pt x="9" y="23"/>
                  </a:cubicBezTo>
                  <a:cubicBezTo>
                    <a:pt x="10" y="23"/>
                    <a:pt x="11" y="22"/>
                    <a:pt x="1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3"/>
            <p:cNvSpPr>
              <a:spLocks noEditPoints="1"/>
            </p:cNvSpPr>
            <p:nvPr/>
          </p:nvSpPr>
          <p:spPr bwMode="auto">
            <a:xfrm>
              <a:off x="9193213" y="4294188"/>
              <a:ext cx="34925" cy="39688"/>
            </a:xfrm>
            <a:custGeom>
              <a:avLst/>
              <a:gdLst>
                <a:gd name="T0" fmla="*/ 0 w 18"/>
                <a:gd name="T1" fmla="*/ 10 h 20"/>
                <a:gd name="T2" fmla="*/ 9 w 18"/>
                <a:gd name="T3" fmla="*/ 0 h 20"/>
                <a:gd name="T4" fmla="*/ 18 w 18"/>
                <a:gd name="T5" fmla="*/ 10 h 20"/>
                <a:gd name="T6" fmla="*/ 9 w 18"/>
                <a:gd name="T7" fmla="*/ 20 h 20"/>
                <a:gd name="T8" fmla="*/ 0 w 18"/>
                <a:gd name="T9" fmla="*/ 10 h 20"/>
                <a:gd name="T10" fmla="*/ 14 w 18"/>
                <a:gd name="T11" fmla="*/ 10 h 20"/>
                <a:gd name="T12" fmla="*/ 9 w 18"/>
                <a:gd name="T13" fmla="*/ 2 h 20"/>
                <a:gd name="T14" fmla="*/ 5 w 18"/>
                <a:gd name="T15" fmla="*/ 10 h 20"/>
                <a:gd name="T16" fmla="*/ 9 w 18"/>
                <a:gd name="T17" fmla="*/ 19 h 20"/>
                <a:gd name="T18" fmla="*/ 14 w 18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20">
                  <a:moveTo>
                    <a:pt x="0" y="10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10"/>
                  </a:cubicBezTo>
                  <a:cubicBezTo>
                    <a:pt x="18" y="16"/>
                    <a:pt x="14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9" y="2"/>
                  </a:cubicBezTo>
                  <a:cubicBezTo>
                    <a:pt x="6" y="2"/>
                    <a:pt x="5" y="4"/>
                    <a:pt x="5" y="10"/>
                  </a:cubicBezTo>
                  <a:cubicBezTo>
                    <a:pt x="5" y="16"/>
                    <a:pt x="6" y="19"/>
                    <a:pt x="9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4"/>
            <p:cNvSpPr>
              <a:spLocks noEditPoints="1"/>
            </p:cNvSpPr>
            <p:nvPr/>
          </p:nvSpPr>
          <p:spPr bwMode="auto">
            <a:xfrm>
              <a:off x="9251951" y="4276725"/>
              <a:ext cx="39688" cy="57150"/>
            </a:xfrm>
            <a:custGeom>
              <a:avLst/>
              <a:gdLst>
                <a:gd name="T0" fmla="*/ 7 w 20"/>
                <a:gd name="T1" fmla="*/ 12 h 29"/>
                <a:gd name="T2" fmla="*/ 13 w 20"/>
                <a:gd name="T3" fmla="*/ 9 h 29"/>
                <a:gd name="T4" fmla="*/ 20 w 20"/>
                <a:gd name="T5" fmla="*/ 19 h 29"/>
                <a:gd name="T6" fmla="*/ 12 w 20"/>
                <a:gd name="T7" fmla="*/ 29 h 29"/>
                <a:gd name="T8" fmla="*/ 7 w 20"/>
                <a:gd name="T9" fmla="*/ 26 h 29"/>
                <a:gd name="T10" fmla="*/ 6 w 20"/>
                <a:gd name="T11" fmla="*/ 29 h 29"/>
                <a:gd name="T12" fmla="*/ 0 w 20"/>
                <a:gd name="T13" fmla="*/ 28 h 29"/>
                <a:gd name="T14" fmla="*/ 0 w 20"/>
                <a:gd name="T15" fmla="*/ 27 h 29"/>
                <a:gd name="T16" fmla="*/ 2 w 20"/>
                <a:gd name="T17" fmla="*/ 27 h 29"/>
                <a:gd name="T18" fmla="*/ 2 w 20"/>
                <a:gd name="T19" fmla="*/ 20 h 29"/>
                <a:gd name="T20" fmla="*/ 2 w 20"/>
                <a:gd name="T21" fmla="*/ 3 h 29"/>
                <a:gd name="T22" fmla="*/ 0 w 20"/>
                <a:gd name="T23" fmla="*/ 3 h 29"/>
                <a:gd name="T24" fmla="*/ 0 w 20"/>
                <a:gd name="T25" fmla="*/ 2 h 29"/>
                <a:gd name="T26" fmla="*/ 6 w 20"/>
                <a:gd name="T27" fmla="*/ 0 h 29"/>
                <a:gd name="T28" fmla="*/ 7 w 20"/>
                <a:gd name="T29" fmla="*/ 0 h 29"/>
                <a:gd name="T30" fmla="*/ 7 w 20"/>
                <a:gd name="T31" fmla="*/ 6 h 29"/>
                <a:gd name="T32" fmla="*/ 7 w 20"/>
                <a:gd name="T33" fmla="*/ 12 h 29"/>
                <a:gd name="T34" fmla="*/ 7 w 20"/>
                <a:gd name="T35" fmla="*/ 25 h 29"/>
                <a:gd name="T36" fmla="*/ 10 w 20"/>
                <a:gd name="T37" fmla="*/ 27 h 29"/>
                <a:gd name="T38" fmla="*/ 15 w 20"/>
                <a:gd name="T39" fmla="*/ 19 h 29"/>
                <a:gd name="T40" fmla="*/ 11 w 20"/>
                <a:gd name="T41" fmla="*/ 11 h 29"/>
                <a:gd name="T42" fmla="*/ 7 w 20"/>
                <a:gd name="T43" fmla="*/ 13 h 29"/>
                <a:gd name="T44" fmla="*/ 7 w 20"/>
                <a:gd name="T45" fmla="*/ 2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9">
                  <a:moveTo>
                    <a:pt x="7" y="12"/>
                  </a:moveTo>
                  <a:cubicBezTo>
                    <a:pt x="8" y="10"/>
                    <a:pt x="11" y="9"/>
                    <a:pt x="13" y="9"/>
                  </a:cubicBezTo>
                  <a:cubicBezTo>
                    <a:pt x="17" y="9"/>
                    <a:pt x="20" y="13"/>
                    <a:pt x="20" y="19"/>
                  </a:cubicBezTo>
                  <a:cubicBezTo>
                    <a:pt x="20" y="25"/>
                    <a:pt x="17" y="29"/>
                    <a:pt x="12" y="29"/>
                  </a:cubicBezTo>
                  <a:cubicBezTo>
                    <a:pt x="10" y="29"/>
                    <a:pt x="8" y="28"/>
                    <a:pt x="7" y="26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5"/>
                    <a:pt x="2" y="22"/>
                    <a:pt x="2" y="2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12"/>
                  </a:lnTo>
                  <a:close/>
                  <a:moveTo>
                    <a:pt x="7" y="25"/>
                  </a:moveTo>
                  <a:cubicBezTo>
                    <a:pt x="8" y="26"/>
                    <a:pt x="9" y="27"/>
                    <a:pt x="10" y="27"/>
                  </a:cubicBezTo>
                  <a:cubicBezTo>
                    <a:pt x="13" y="27"/>
                    <a:pt x="15" y="25"/>
                    <a:pt x="15" y="19"/>
                  </a:cubicBezTo>
                  <a:cubicBezTo>
                    <a:pt x="15" y="14"/>
                    <a:pt x="13" y="11"/>
                    <a:pt x="11" y="11"/>
                  </a:cubicBezTo>
                  <a:cubicBezTo>
                    <a:pt x="9" y="11"/>
                    <a:pt x="8" y="12"/>
                    <a:pt x="7" y="13"/>
                  </a:cubicBezTo>
                  <a:lnTo>
                    <a:pt x="7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9296401" y="4294188"/>
              <a:ext cx="34925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5" y="18"/>
                    <a:pt x="13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2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6"/>
            <p:cNvSpPr/>
            <p:nvPr/>
          </p:nvSpPr>
          <p:spPr bwMode="auto">
            <a:xfrm>
              <a:off x="9334501" y="4276725"/>
              <a:ext cx="19050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0 w 10"/>
                <a:gd name="T5" fmla="*/ 28 h 28"/>
                <a:gd name="T6" fmla="*/ 0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3 h 28"/>
                <a:gd name="T14" fmla="*/ 0 w 10"/>
                <a:gd name="T15" fmla="*/ 3 h 28"/>
                <a:gd name="T16" fmla="*/ 0 w 10"/>
                <a:gd name="T17" fmla="*/ 2 h 28"/>
                <a:gd name="T18" fmla="*/ 7 w 10"/>
                <a:gd name="T19" fmla="*/ 0 h 28"/>
                <a:gd name="T20" fmla="*/ 7 w 10"/>
                <a:gd name="T21" fmla="*/ 0 h 28"/>
                <a:gd name="T22" fmla="*/ 7 w 10"/>
                <a:gd name="T23" fmla="*/ 6 h 28"/>
                <a:gd name="T24" fmla="*/ 7 w 10"/>
                <a:gd name="T25" fmla="*/ 20 h 28"/>
                <a:gd name="T26" fmla="*/ 7 w 10"/>
                <a:gd name="T27" fmla="*/ 27 h 28"/>
                <a:gd name="T28" fmla="*/ 10 w 10"/>
                <a:gd name="T29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lnTo>
                    <a:pt x="1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7"/>
            <p:cNvSpPr>
              <a:spLocks noEditPoints="1"/>
            </p:cNvSpPr>
            <p:nvPr/>
          </p:nvSpPr>
          <p:spPr bwMode="auto">
            <a:xfrm>
              <a:off x="9358313" y="4276725"/>
              <a:ext cx="19050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0 w 10"/>
                <a:gd name="T5" fmla="*/ 28 h 28"/>
                <a:gd name="T6" fmla="*/ 0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18 h 28"/>
                <a:gd name="T14" fmla="*/ 3 w 10"/>
                <a:gd name="T15" fmla="*/ 13 h 28"/>
                <a:gd name="T16" fmla="*/ 0 w 10"/>
                <a:gd name="T17" fmla="*/ 12 h 28"/>
                <a:gd name="T18" fmla="*/ 0 w 10"/>
                <a:gd name="T19" fmla="*/ 11 h 28"/>
                <a:gd name="T20" fmla="*/ 7 w 10"/>
                <a:gd name="T21" fmla="*/ 9 h 28"/>
                <a:gd name="T22" fmla="*/ 7 w 10"/>
                <a:gd name="T23" fmla="*/ 10 h 28"/>
                <a:gd name="T24" fmla="*/ 7 w 10"/>
                <a:gd name="T25" fmla="*/ 15 h 28"/>
                <a:gd name="T26" fmla="*/ 7 w 10"/>
                <a:gd name="T27" fmla="*/ 20 h 28"/>
                <a:gd name="T28" fmla="*/ 7 w 10"/>
                <a:gd name="T29" fmla="*/ 27 h 28"/>
                <a:gd name="T30" fmla="*/ 10 w 10"/>
                <a:gd name="T31" fmla="*/ 27 h 28"/>
                <a:gd name="T32" fmla="*/ 2 w 10"/>
                <a:gd name="T33" fmla="*/ 3 h 28"/>
                <a:gd name="T34" fmla="*/ 5 w 10"/>
                <a:gd name="T35" fmla="*/ 0 h 28"/>
                <a:gd name="T36" fmla="*/ 8 w 10"/>
                <a:gd name="T37" fmla="*/ 3 h 28"/>
                <a:gd name="T38" fmla="*/ 5 w 10"/>
                <a:gd name="T39" fmla="*/ 6 h 28"/>
                <a:gd name="T40" fmla="*/ 2 w 10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4"/>
                    <a:pt x="3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lnTo>
                    <a:pt x="10" y="27"/>
                  </a:lnTo>
                  <a:close/>
                  <a:moveTo>
                    <a:pt x="2" y="3"/>
                  </a:moveTo>
                  <a:cubicBezTo>
                    <a:pt x="2" y="1"/>
                    <a:pt x="4" y="0"/>
                    <a:pt x="5" y="0"/>
                  </a:cubicBezTo>
                  <a:cubicBezTo>
                    <a:pt x="6" y="0"/>
                    <a:pt x="8" y="1"/>
                    <a:pt x="8" y="3"/>
                  </a:cubicBezTo>
                  <a:cubicBezTo>
                    <a:pt x="8" y="4"/>
                    <a:pt x="6" y="6"/>
                    <a:pt x="5" y="6"/>
                  </a:cubicBezTo>
                  <a:cubicBezTo>
                    <a:pt x="4" y="6"/>
                    <a:pt x="2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8"/>
            <p:cNvSpPr>
              <a:spLocks noEditPoints="1"/>
            </p:cNvSpPr>
            <p:nvPr/>
          </p:nvSpPr>
          <p:spPr bwMode="auto">
            <a:xfrm>
              <a:off x="9382126" y="4294188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10 w 17"/>
                <a:gd name="T9" fmla="*/ 20 h 20"/>
                <a:gd name="T10" fmla="*/ 0 w 17"/>
                <a:gd name="T11" fmla="*/ 10 h 20"/>
                <a:gd name="T12" fmla="*/ 10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4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8"/>
                    <a:pt x="13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3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9"/>
            <p:cNvSpPr/>
            <p:nvPr/>
          </p:nvSpPr>
          <p:spPr bwMode="auto">
            <a:xfrm>
              <a:off x="9417051" y="4295775"/>
              <a:ext cx="39688" cy="36513"/>
            </a:xfrm>
            <a:custGeom>
              <a:avLst/>
              <a:gdLst>
                <a:gd name="T0" fmla="*/ 25 w 25"/>
                <a:gd name="T1" fmla="*/ 1 h 23"/>
                <a:gd name="T2" fmla="*/ 22 w 25"/>
                <a:gd name="T3" fmla="*/ 1 h 23"/>
                <a:gd name="T4" fmla="*/ 14 w 25"/>
                <a:gd name="T5" fmla="*/ 23 h 23"/>
                <a:gd name="T6" fmla="*/ 11 w 25"/>
                <a:gd name="T7" fmla="*/ 23 h 23"/>
                <a:gd name="T8" fmla="*/ 2 w 25"/>
                <a:gd name="T9" fmla="*/ 1 h 23"/>
                <a:gd name="T10" fmla="*/ 0 w 25"/>
                <a:gd name="T11" fmla="*/ 1 h 23"/>
                <a:gd name="T12" fmla="*/ 0 w 25"/>
                <a:gd name="T13" fmla="*/ 0 h 23"/>
                <a:gd name="T14" fmla="*/ 12 w 25"/>
                <a:gd name="T15" fmla="*/ 0 h 23"/>
                <a:gd name="T16" fmla="*/ 12 w 25"/>
                <a:gd name="T17" fmla="*/ 1 h 23"/>
                <a:gd name="T18" fmla="*/ 9 w 25"/>
                <a:gd name="T19" fmla="*/ 1 h 23"/>
                <a:gd name="T20" fmla="*/ 15 w 25"/>
                <a:gd name="T21" fmla="*/ 18 h 23"/>
                <a:gd name="T22" fmla="*/ 20 w 25"/>
                <a:gd name="T23" fmla="*/ 1 h 23"/>
                <a:gd name="T24" fmla="*/ 16 w 25"/>
                <a:gd name="T25" fmla="*/ 1 h 23"/>
                <a:gd name="T26" fmla="*/ 16 w 25"/>
                <a:gd name="T27" fmla="*/ 0 h 23"/>
                <a:gd name="T28" fmla="*/ 25 w 25"/>
                <a:gd name="T29" fmla="*/ 0 h 23"/>
                <a:gd name="T30" fmla="*/ 25 w 25"/>
                <a:gd name="T31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23">
                  <a:moveTo>
                    <a:pt x="25" y="1"/>
                  </a:moveTo>
                  <a:lnTo>
                    <a:pt x="22" y="1"/>
                  </a:lnTo>
                  <a:lnTo>
                    <a:pt x="14" y="23"/>
                  </a:lnTo>
                  <a:lnTo>
                    <a:pt x="11" y="23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1"/>
                  </a:lnTo>
                  <a:lnTo>
                    <a:pt x="9" y="1"/>
                  </a:lnTo>
                  <a:lnTo>
                    <a:pt x="15" y="18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6" y="0"/>
                  </a:lnTo>
                  <a:lnTo>
                    <a:pt x="25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0"/>
            <p:cNvSpPr>
              <a:spLocks noEditPoints="1"/>
            </p:cNvSpPr>
            <p:nvPr/>
          </p:nvSpPr>
          <p:spPr bwMode="auto">
            <a:xfrm>
              <a:off x="9458326" y="4294188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7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5" y="18"/>
                    <a:pt x="13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2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1"/>
            <p:cNvSpPr>
              <a:spLocks noEditPoints="1"/>
            </p:cNvSpPr>
            <p:nvPr/>
          </p:nvSpPr>
          <p:spPr bwMode="auto">
            <a:xfrm>
              <a:off x="9512301" y="4276725"/>
              <a:ext cx="20638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0 w 10"/>
                <a:gd name="T5" fmla="*/ 28 h 28"/>
                <a:gd name="T6" fmla="*/ 0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18 h 28"/>
                <a:gd name="T14" fmla="*/ 3 w 10"/>
                <a:gd name="T15" fmla="*/ 13 h 28"/>
                <a:gd name="T16" fmla="*/ 0 w 10"/>
                <a:gd name="T17" fmla="*/ 12 h 28"/>
                <a:gd name="T18" fmla="*/ 0 w 10"/>
                <a:gd name="T19" fmla="*/ 11 h 28"/>
                <a:gd name="T20" fmla="*/ 7 w 10"/>
                <a:gd name="T21" fmla="*/ 9 h 28"/>
                <a:gd name="T22" fmla="*/ 7 w 10"/>
                <a:gd name="T23" fmla="*/ 10 h 28"/>
                <a:gd name="T24" fmla="*/ 7 w 10"/>
                <a:gd name="T25" fmla="*/ 15 h 28"/>
                <a:gd name="T26" fmla="*/ 7 w 10"/>
                <a:gd name="T27" fmla="*/ 20 h 28"/>
                <a:gd name="T28" fmla="*/ 7 w 10"/>
                <a:gd name="T29" fmla="*/ 27 h 28"/>
                <a:gd name="T30" fmla="*/ 10 w 10"/>
                <a:gd name="T31" fmla="*/ 27 h 28"/>
                <a:gd name="T32" fmla="*/ 2 w 10"/>
                <a:gd name="T33" fmla="*/ 3 h 28"/>
                <a:gd name="T34" fmla="*/ 5 w 10"/>
                <a:gd name="T35" fmla="*/ 0 h 28"/>
                <a:gd name="T36" fmla="*/ 8 w 10"/>
                <a:gd name="T37" fmla="*/ 3 h 28"/>
                <a:gd name="T38" fmla="*/ 5 w 10"/>
                <a:gd name="T39" fmla="*/ 6 h 28"/>
                <a:gd name="T40" fmla="*/ 2 w 10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4"/>
                    <a:pt x="3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lnTo>
                    <a:pt x="10" y="27"/>
                  </a:lnTo>
                  <a:close/>
                  <a:moveTo>
                    <a:pt x="2" y="3"/>
                  </a:moveTo>
                  <a:cubicBezTo>
                    <a:pt x="2" y="1"/>
                    <a:pt x="3" y="0"/>
                    <a:pt x="5" y="0"/>
                  </a:cubicBezTo>
                  <a:cubicBezTo>
                    <a:pt x="6" y="0"/>
                    <a:pt x="8" y="1"/>
                    <a:pt x="8" y="3"/>
                  </a:cubicBezTo>
                  <a:cubicBezTo>
                    <a:pt x="8" y="4"/>
                    <a:pt x="6" y="6"/>
                    <a:pt x="5" y="6"/>
                  </a:cubicBezTo>
                  <a:cubicBezTo>
                    <a:pt x="3" y="6"/>
                    <a:pt x="2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2"/>
            <p:cNvSpPr/>
            <p:nvPr/>
          </p:nvSpPr>
          <p:spPr bwMode="auto">
            <a:xfrm>
              <a:off x="9536113" y="4294188"/>
              <a:ext cx="41275" cy="38100"/>
            </a:xfrm>
            <a:custGeom>
              <a:avLst/>
              <a:gdLst>
                <a:gd name="T0" fmla="*/ 21 w 21"/>
                <a:gd name="T1" fmla="*/ 18 h 19"/>
                <a:gd name="T2" fmla="*/ 21 w 21"/>
                <a:gd name="T3" fmla="*/ 19 h 19"/>
                <a:gd name="T4" fmla="*/ 12 w 21"/>
                <a:gd name="T5" fmla="*/ 19 h 19"/>
                <a:gd name="T6" fmla="*/ 12 w 21"/>
                <a:gd name="T7" fmla="*/ 18 h 19"/>
                <a:gd name="T8" fmla="*/ 14 w 21"/>
                <a:gd name="T9" fmla="*/ 18 h 19"/>
                <a:gd name="T10" fmla="*/ 14 w 21"/>
                <a:gd name="T11" fmla="*/ 11 h 19"/>
                <a:gd name="T12" fmla="*/ 14 w 21"/>
                <a:gd name="T13" fmla="*/ 7 h 19"/>
                <a:gd name="T14" fmla="*/ 12 w 21"/>
                <a:gd name="T15" fmla="*/ 3 h 19"/>
                <a:gd name="T16" fmla="*/ 7 w 21"/>
                <a:gd name="T17" fmla="*/ 5 h 19"/>
                <a:gd name="T18" fmla="*/ 7 w 21"/>
                <a:gd name="T19" fmla="*/ 11 h 19"/>
                <a:gd name="T20" fmla="*/ 7 w 21"/>
                <a:gd name="T21" fmla="*/ 18 h 19"/>
                <a:gd name="T22" fmla="*/ 10 w 21"/>
                <a:gd name="T23" fmla="*/ 18 h 19"/>
                <a:gd name="T24" fmla="*/ 10 w 21"/>
                <a:gd name="T25" fmla="*/ 19 h 19"/>
                <a:gd name="T26" fmla="*/ 0 w 21"/>
                <a:gd name="T27" fmla="*/ 19 h 19"/>
                <a:gd name="T28" fmla="*/ 0 w 21"/>
                <a:gd name="T29" fmla="*/ 18 h 19"/>
                <a:gd name="T30" fmla="*/ 3 w 21"/>
                <a:gd name="T31" fmla="*/ 18 h 19"/>
                <a:gd name="T32" fmla="*/ 3 w 21"/>
                <a:gd name="T33" fmla="*/ 11 h 19"/>
                <a:gd name="T34" fmla="*/ 3 w 21"/>
                <a:gd name="T35" fmla="*/ 9 h 19"/>
                <a:gd name="T36" fmla="*/ 3 w 21"/>
                <a:gd name="T37" fmla="*/ 4 h 19"/>
                <a:gd name="T38" fmla="*/ 0 w 21"/>
                <a:gd name="T39" fmla="*/ 3 h 19"/>
                <a:gd name="T40" fmla="*/ 0 w 21"/>
                <a:gd name="T41" fmla="*/ 2 h 19"/>
                <a:gd name="T42" fmla="*/ 6 w 21"/>
                <a:gd name="T43" fmla="*/ 0 h 19"/>
                <a:gd name="T44" fmla="*/ 7 w 21"/>
                <a:gd name="T45" fmla="*/ 1 h 19"/>
                <a:gd name="T46" fmla="*/ 7 w 21"/>
                <a:gd name="T47" fmla="*/ 4 h 19"/>
                <a:gd name="T48" fmla="*/ 14 w 21"/>
                <a:gd name="T49" fmla="*/ 0 h 19"/>
                <a:gd name="T50" fmla="*/ 19 w 21"/>
                <a:gd name="T51" fmla="*/ 7 h 19"/>
                <a:gd name="T52" fmla="*/ 19 w 21"/>
                <a:gd name="T53" fmla="*/ 11 h 19"/>
                <a:gd name="T54" fmla="*/ 19 w 21"/>
                <a:gd name="T55" fmla="*/ 18 h 19"/>
                <a:gd name="T56" fmla="*/ 21 w 21"/>
                <a:gd name="T57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" h="19">
                  <a:moveTo>
                    <a:pt x="21" y="18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6"/>
                    <a:pt x="14" y="13"/>
                    <a:pt x="14" y="1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4"/>
                    <a:pt x="14" y="3"/>
                    <a:pt x="12" y="3"/>
                  </a:cubicBezTo>
                  <a:cubicBezTo>
                    <a:pt x="10" y="3"/>
                    <a:pt x="9" y="3"/>
                    <a:pt x="7" y="5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6"/>
                    <a:pt x="7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7"/>
                    <a:pt x="3" y="5"/>
                    <a:pt x="3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1"/>
                    <a:pt x="11" y="0"/>
                    <a:pt x="14" y="0"/>
                  </a:cubicBezTo>
                  <a:cubicBezTo>
                    <a:pt x="17" y="0"/>
                    <a:pt x="19" y="2"/>
                    <a:pt x="19" y="7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3"/>
                    <a:pt x="19" y="16"/>
                    <a:pt x="19" y="18"/>
                  </a:cubicBezTo>
                  <a:lnTo>
                    <a:pt x="2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3"/>
            <p:cNvSpPr/>
            <p:nvPr/>
          </p:nvSpPr>
          <p:spPr bwMode="auto">
            <a:xfrm>
              <a:off x="9598026" y="4295775"/>
              <a:ext cx="38100" cy="55563"/>
            </a:xfrm>
            <a:custGeom>
              <a:avLst/>
              <a:gdLst>
                <a:gd name="T0" fmla="*/ 20 w 20"/>
                <a:gd name="T1" fmla="*/ 1 h 28"/>
                <a:gd name="T2" fmla="*/ 18 w 20"/>
                <a:gd name="T3" fmla="*/ 1 h 28"/>
                <a:gd name="T4" fmla="*/ 11 w 20"/>
                <a:gd name="T5" fmla="*/ 20 h 28"/>
                <a:gd name="T6" fmla="*/ 3 w 20"/>
                <a:gd name="T7" fmla="*/ 28 h 28"/>
                <a:gd name="T8" fmla="*/ 0 w 20"/>
                <a:gd name="T9" fmla="*/ 25 h 28"/>
                <a:gd name="T10" fmla="*/ 3 w 20"/>
                <a:gd name="T11" fmla="*/ 23 h 28"/>
                <a:gd name="T12" fmla="*/ 6 w 20"/>
                <a:gd name="T13" fmla="*/ 25 h 28"/>
                <a:gd name="T14" fmla="*/ 6 w 20"/>
                <a:gd name="T15" fmla="*/ 25 h 28"/>
                <a:gd name="T16" fmla="*/ 10 w 20"/>
                <a:gd name="T17" fmla="*/ 20 h 28"/>
                <a:gd name="T18" fmla="*/ 2 w 20"/>
                <a:gd name="T19" fmla="*/ 1 h 28"/>
                <a:gd name="T20" fmla="*/ 0 w 20"/>
                <a:gd name="T21" fmla="*/ 1 h 28"/>
                <a:gd name="T22" fmla="*/ 0 w 20"/>
                <a:gd name="T23" fmla="*/ 0 h 28"/>
                <a:gd name="T24" fmla="*/ 10 w 20"/>
                <a:gd name="T25" fmla="*/ 0 h 28"/>
                <a:gd name="T26" fmla="*/ 10 w 20"/>
                <a:gd name="T27" fmla="*/ 1 h 28"/>
                <a:gd name="T28" fmla="*/ 7 w 20"/>
                <a:gd name="T29" fmla="*/ 1 h 28"/>
                <a:gd name="T30" fmla="*/ 12 w 20"/>
                <a:gd name="T31" fmla="*/ 15 h 28"/>
                <a:gd name="T32" fmla="*/ 16 w 20"/>
                <a:gd name="T33" fmla="*/ 1 h 28"/>
                <a:gd name="T34" fmla="*/ 13 w 20"/>
                <a:gd name="T35" fmla="*/ 1 h 28"/>
                <a:gd name="T36" fmla="*/ 13 w 20"/>
                <a:gd name="T37" fmla="*/ 0 h 28"/>
                <a:gd name="T38" fmla="*/ 20 w 20"/>
                <a:gd name="T39" fmla="*/ 0 h 28"/>
                <a:gd name="T40" fmla="*/ 20 w 20"/>
                <a:gd name="T41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28">
                  <a:moveTo>
                    <a:pt x="20" y="1"/>
                  </a:moveTo>
                  <a:cubicBezTo>
                    <a:pt x="18" y="1"/>
                    <a:pt x="18" y="1"/>
                    <a:pt x="18" y="1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9" y="26"/>
                    <a:pt x="6" y="28"/>
                    <a:pt x="3" y="28"/>
                  </a:cubicBezTo>
                  <a:cubicBezTo>
                    <a:pt x="2" y="28"/>
                    <a:pt x="0" y="27"/>
                    <a:pt x="0" y="25"/>
                  </a:cubicBezTo>
                  <a:cubicBezTo>
                    <a:pt x="0" y="24"/>
                    <a:pt x="1" y="23"/>
                    <a:pt x="3" y="23"/>
                  </a:cubicBezTo>
                  <a:cubicBezTo>
                    <a:pt x="4" y="23"/>
                    <a:pt x="5" y="24"/>
                    <a:pt x="6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8" y="24"/>
                    <a:pt x="9" y="22"/>
                    <a:pt x="10" y="2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2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4"/>
            <p:cNvSpPr>
              <a:spLocks noEditPoints="1"/>
            </p:cNvSpPr>
            <p:nvPr/>
          </p:nvSpPr>
          <p:spPr bwMode="auto">
            <a:xfrm>
              <a:off x="9639301" y="4294188"/>
              <a:ext cx="34925" cy="39688"/>
            </a:xfrm>
            <a:custGeom>
              <a:avLst/>
              <a:gdLst>
                <a:gd name="T0" fmla="*/ 0 w 18"/>
                <a:gd name="T1" fmla="*/ 10 h 20"/>
                <a:gd name="T2" fmla="*/ 9 w 18"/>
                <a:gd name="T3" fmla="*/ 0 h 20"/>
                <a:gd name="T4" fmla="*/ 18 w 18"/>
                <a:gd name="T5" fmla="*/ 10 h 20"/>
                <a:gd name="T6" fmla="*/ 9 w 18"/>
                <a:gd name="T7" fmla="*/ 20 h 20"/>
                <a:gd name="T8" fmla="*/ 0 w 18"/>
                <a:gd name="T9" fmla="*/ 10 h 20"/>
                <a:gd name="T10" fmla="*/ 13 w 18"/>
                <a:gd name="T11" fmla="*/ 10 h 20"/>
                <a:gd name="T12" fmla="*/ 9 w 18"/>
                <a:gd name="T13" fmla="*/ 2 h 20"/>
                <a:gd name="T14" fmla="*/ 4 w 18"/>
                <a:gd name="T15" fmla="*/ 10 h 20"/>
                <a:gd name="T16" fmla="*/ 9 w 18"/>
                <a:gd name="T17" fmla="*/ 19 h 20"/>
                <a:gd name="T18" fmla="*/ 13 w 18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20">
                  <a:moveTo>
                    <a:pt x="0" y="10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10"/>
                  </a:cubicBezTo>
                  <a:cubicBezTo>
                    <a:pt x="18" y="16"/>
                    <a:pt x="14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3" y="10"/>
                  </a:moveTo>
                  <a:cubicBezTo>
                    <a:pt x="13" y="4"/>
                    <a:pt x="12" y="2"/>
                    <a:pt x="9" y="2"/>
                  </a:cubicBezTo>
                  <a:cubicBezTo>
                    <a:pt x="6" y="2"/>
                    <a:pt x="4" y="4"/>
                    <a:pt x="4" y="10"/>
                  </a:cubicBezTo>
                  <a:cubicBezTo>
                    <a:pt x="4" y="16"/>
                    <a:pt x="6" y="19"/>
                    <a:pt x="9" y="19"/>
                  </a:cubicBezTo>
                  <a:cubicBezTo>
                    <a:pt x="12" y="19"/>
                    <a:pt x="13" y="16"/>
                    <a:pt x="13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9677401" y="4295775"/>
              <a:ext cx="44450" cy="38100"/>
            </a:xfrm>
            <a:custGeom>
              <a:avLst/>
              <a:gdLst>
                <a:gd name="T0" fmla="*/ 22 w 22"/>
                <a:gd name="T1" fmla="*/ 17 h 19"/>
                <a:gd name="T2" fmla="*/ 22 w 22"/>
                <a:gd name="T3" fmla="*/ 18 h 19"/>
                <a:gd name="T4" fmla="*/ 15 w 22"/>
                <a:gd name="T5" fmla="*/ 19 h 19"/>
                <a:gd name="T6" fmla="*/ 15 w 22"/>
                <a:gd name="T7" fmla="*/ 15 h 19"/>
                <a:gd name="T8" fmla="*/ 8 w 22"/>
                <a:gd name="T9" fmla="*/ 19 h 19"/>
                <a:gd name="T10" fmla="*/ 3 w 22"/>
                <a:gd name="T11" fmla="*/ 12 h 19"/>
                <a:gd name="T12" fmla="*/ 3 w 22"/>
                <a:gd name="T13" fmla="*/ 2 h 19"/>
                <a:gd name="T14" fmla="*/ 0 w 22"/>
                <a:gd name="T15" fmla="*/ 1 h 19"/>
                <a:gd name="T16" fmla="*/ 0 w 22"/>
                <a:gd name="T17" fmla="*/ 0 h 19"/>
                <a:gd name="T18" fmla="*/ 7 w 22"/>
                <a:gd name="T19" fmla="*/ 0 h 19"/>
                <a:gd name="T20" fmla="*/ 8 w 22"/>
                <a:gd name="T21" fmla="*/ 0 h 19"/>
                <a:gd name="T22" fmla="*/ 7 w 22"/>
                <a:gd name="T23" fmla="*/ 5 h 19"/>
                <a:gd name="T24" fmla="*/ 7 w 22"/>
                <a:gd name="T25" fmla="*/ 12 h 19"/>
                <a:gd name="T26" fmla="*/ 10 w 22"/>
                <a:gd name="T27" fmla="*/ 16 h 19"/>
                <a:gd name="T28" fmla="*/ 15 w 22"/>
                <a:gd name="T29" fmla="*/ 14 h 19"/>
                <a:gd name="T30" fmla="*/ 15 w 22"/>
                <a:gd name="T31" fmla="*/ 2 h 19"/>
                <a:gd name="T32" fmla="*/ 12 w 22"/>
                <a:gd name="T33" fmla="*/ 1 h 19"/>
                <a:gd name="T34" fmla="*/ 12 w 22"/>
                <a:gd name="T35" fmla="*/ 1 h 19"/>
                <a:gd name="T36" fmla="*/ 19 w 22"/>
                <a:gd name="T37" fmla="*/ 0 h 19"/>
                <a:gd name="T38" fmla="*/ 19 w 22"/>
                <a:gd name="T39" fmla="*/ 0 h 19"/>
                <a:gd name="T40" fmla="*/ 19 w 22"/>
                <a:gd name="T41" fmla="*/ 5 h 19"/>
                <a:gd name="T42" fmla="*/ 19 w 22"/>
                <a:gd name="T43" fmla="*/ 17 h 19"/>
                <a:gd name="T44" fmla="*/ 22 w 22"/>
                <a:gd name="T45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19">
                  <a:moveTo>
                    <a:pt x="22" y="17"/>
                  </a:moveTo>
                  <a:cubicBezTo>
                    <a:pt x="22" y="18"/>
                    <a:pt x="22" y="18"/>
                    <a:pt x="22" y="18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7"/>
                    <a:pt x="11" y="19"/>
                    <a:pt x="8" y="19"/>
                  </a:cubicBezTo>
                  <a:cubicBezTo>
                    <a:pt x="5" y="19"/>
                    <a:pt x="3" y="17"/>
                    <a:pt x="3" y="1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5"/>
                    <a:pt x="8" y="16"/>
                    <a:pt x="10" y="16"/>
                  </a:cubicBezTo>
                  <a:cubicBezTo>
                    <a:pt x="12" y="16"/>
                    <a:pt x="13" y="15"/>
                    <a:pt x="15" y="14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17"/>
                    <a:pt x="19" y="17"/>
                    <a:pt x="19" y="17"/>
                  </a:cubicBezTo>
                  <a:lnTo>
                    <a:pt x="22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6"/>
            <p:cNvSpPr/>
            <p:nvPr/>
          </p:nvSpPr>
          <p:spPr bwMode="auto">
            <a:xfrm>
              <a:off x="9725026" y="4294188"/>
              <a:ext cx="31750" cy="38100"/>
            </a:xfrm>
            <a:custGeom>
              <a:avLst/>
              <a:gdLst>
                <a:gd name="T0" fmla="*/ 7 w 16"/>
                <a:gd name="T1" fmla="*/ 5 h 19"/>
                <a:gd name="T2" fmla="*/ 13 w 16"/>
                <a:gd name="T3" fmla="*/ 0 h 19"/>
                <a:gd name="T4" fmla="*/ 16 w 16"/>
                <a:gd name="T5" fmla="*/ 3 h 19"/>
                <a:gd name="T6" fmla="*/ 13 w 16"/>
                <a:gd name="T7" fmla="*/ 5 h 19"/>
                <a:gd name="T8" fmla="*/ 11 w 16"/>
                <a:gd name="T9" fmla="*/ 4 h 19"/>
                <a:gd name="T10" fmla="*/ 10 w 16"/>
                <a:gd name="T11" fmla="*/ 3 h 19"/>
                <a:gd name="T12" fmla="*/ 7 w 16"/>
                <a:gd name="T13" fmla="*/ 8 h 19"/>
                <a:gd name="T14" fmla="*/ 7 w 16"/>
                <a:gd name="T15" fmla="*/ 11 h 19"/>
                <a:gd name="T16" fmla="*/ 7 w 16"/>
                <a:gd name="T17" fmla="*/ 18 h 19"/>
                <a:gd name="T18" fmla="*/ 10 w 16"/>
                <a:gd name="T19" fmla="*/ 18 h 19"/>
                <a:gd name="T20" fmla="*/ 10 w 16"/>
                <a:gd name="T21" fmla="*/ 19 h 19"/>
                <a:gd name="T22" fmla="*/ 0 w 16"/>
                <a:gd name="T23" fmla="*/ 19 h 19"/>
                <a:gd name="T24" fmla="*/ 0 w 16"/>
                <a:gd name="T25" fmla="*/ 18 h 19"/>
                <a:gd name="T26" fmla="*/ 2 w 16"/>
                <a:gd name="T27" fmla="*/ 18 h 19"/>
                <a:gd name="T28" fmla="*/ 3 w 16"/>
                <a:gd name="T29" fmla="*/ 11 h 19"/>
                <a:gd name="T30" fmla="*/ 3 w 16"/>
                <a:gd name="T31" fmla="*/ 9 h 19"/>
                <a:gd name="T32" fmla="*/ 2 w 16"/>
                <a:gd name="T33" fmla="*/ 4 h 19"/>
                <a:gd name="T34" fmla="*/ 0 w 16"/>
                <a:gd name="T35" fmla="*/ 3 h 19"/>
                <a:gd name="T36" fmla="*/ 0 w 16"/>
                <a:gd name="T37" fmla="*/ 2 h 19"/>
                <a:gd name="T38" fmla="*/ 6 w 16"/>
                <a:gd name="T39" fmla="*/ 0 h 19"/>
                <a:gd name="T40" fmla="*/ 7 w 16"/>
                <a:gd name="T41" fmla="*/ 1 h 19"/>
                <a:gd name="T42" fmla="*/ 7 w 16"/>
                <a:gd name="T43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9">
                  <a:moveTo>
                    <a:pt x="7" y="5"/>
                  </a:moveTo>
                  <a:cubicBezTo>
                    <a:pt x="8" y="2"/>
                    <a:pt x="10" y="0"/>
                    <a:pt x="13" y="0"/>
                  </a:cubicBezTo>
                  <a:cubicBezTo>
                    <a:pt x="14" y="0"/>
                    <a:pt x="15" y="1"/>
                    <a:pt x="16" y="3"/>
                  </a:cubicBezTo>
                  <a:cubicBezTo>
                    <a:pt x="16" y="4"/>
                    <a:pt x="15" y="5"/>
                    <a:pt x="13" y="5"/>
                  </a:cubicBezTo>
                  <a:cubicBezTo>
                    <a:pt x="12" y="5"/>
                    <a:pt x="11" y="5"/>
                    <a:pt x="11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4"/>
                    <a:pt x="8" y="6"/>
                    <a:pt x="7" y="8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6"/>
                    <a:pt x="7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7"/>
                    <a:pt x="2" y="5"/>
                    <a:pt x="2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7"/>
            <p:cNvSpPr/>
            <p:nvPr/>
          </p:nvSpPr>
          <p:spPr bwMode="auto">
            <a:xfrm>
              <a:off x="9758363" y="4294188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9 h 20"/>
                <a:gd name="T16" fmla="*/ 10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8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8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2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9" y="19"/>
                    <a:pt x="10" y="17"/>
                    <a:pt x="10" y="16"/>
                  </a:cubicBezTo>
                  <a:cubicBezTo>
                    <a:pt x="10" y="14"/>
                    <a:pt x="10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0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9" y="2"/>
                    <a:pt x="8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8"/>
            <p:cNvSpPr>
              <a:spLocks noEditPoints="1"/>
            </p:cNvSpPr>
            <p:nvPr/>
          </p:nvSpPr>
          <p:spPr bwMode="auto">
            <a:xfrm>
              <a:off x="9791701" y="4294188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5" y="18"/>
                    <a:pt x="13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2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9"/>
            <p:cNvSpPr/>
            <p:nvPr/>
          </p:nvSpPr>
          <p:spPr bwMode="auto">
            <a:xfrm>
              <a:off x="9829801" y="4276725"/>
              <a:ext cx="19050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0 w 10"/>
                <a:gd name="T5" fmla="*/ 28 h 28"/>
                <a:gd name="T6" fmla="*/ 0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3 h 28"/>
                <a:gd name="T14" fmla="*/ 0 w 10"/>
                <a:gd name="T15" fmla="*/ 3 h 28"/>
                <a:gd name="T16" fmla="*/ 0 w 10"/>
                <a:gd name="T17" fmla="*/ 2 h 28"/>
                <a:gd name="T18" fmla="*/ 7 w 10"/>
                <a:gd name="T19" fmla="*/ 0 h 28"/>
                <a:gd name="T20" fmla="*/ 7 w 10"/>
                <a:gd name="T21" fmla="*/ 0 h 28"/>
                <a:gd name="T22" fmla="*/ 7 w 10"/>
                <a:gd name="T23" fmla="*/ 6 h 28"/>
                <a:gd name="T24" fmla="*/ 7 w 10"/>
                <a:gd name="T25" fmla="*/ 20 h 28"/>
                <a:gd name="T26" fmla="*/ 7 w 10"/>
                <a:gd name="T27" fmla="*/ 27 h 28"/>
                <a:gd name="T28" fmla="*/ 10 w 10"/>
                <a:gd name="T29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lnTo>
                    <a:pt x="1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0"/>
            <p:cNvSpPr/>
            <p:nvPr/>
          </p:nvSpPr>
          <p:spPr bwMode="auto">
            <a:xfrm>
              <a:off x="9852026" y="4276725"/>
              <a:ext cx="31750" cy="55563"/>
            </a:xfrm>
            <a:custGeom>
              <a:avLst/>
              <a:gdLst>
                <a:gd name="T0" fmla="*/ 3 w 16"/>
                <a:gd name="T1" fmla="*/ 10 h 28"/>
                <a:gd name="T2" fmla="*/ 6 w 16"/>
                <a:gd name="T3" fmla="*/ 2 h 28"/>
                <a:gd name="T4" fmla="*/ 12 w 16"/>
                <a:gd name="T5" fmla="*/ 0 h 28"/>
                <a:gd name="T6" fmla="*/ 16 w 16"/>
                <a:gd name="T7" fmla="*/ 2 h 28"/>
                <a:gd name="T8" fmla="*/ 14 w 16"/>
                <a:gd name="T9" fmla="*/ 4 h 28"/>
                <a:gd name="T10" fmla="*/ 10 w 16"/>
                <a:gd name="T11" fmla="*/ 2 h 28"/>
                <a:gd name="T12" fmla="*/ 10 w 16"/>
                <a:gd name="T13" fmla="*/ 1 h 28"/>
                <a:gd name="T14" fmla="*/ 9 w 16"/>
                <a:gd name="T15" fmla="*/ 2 h 28"/>
                <a:gd name="T16" fmla="*/ 7 w 16"/>
                <a:gd name="T17" fmla="*/ 10 h 28"/>
                <a:gd name="T18" fmla="*/ 12 w 16"/>
                <a:gd name="T19" fmla="*/ 10 h 28"/>
                <a:gd name="T20" fmla="*/ 12 w 16"/>
                <a:gd name="T21" fmla="*/ 11 h 28"/>
                <a:gd name="T22" fmla="*/ 7 w 16"/>
                <a:gd name="T23" fmla="*/ 11 h 28"/>
                <a:gd name="T24" fmla="*/ 7 w 16"/>
                <a:gd name="T25" fmla="*/ 20 h 28"/>
                <a:gd name="T26" fmla="*/ 7 w 16"/>
                <a:gd name="T27" fmla="*/ 27 h 28"/>
                <a:gd name="T28" fmla="*/ 11 w 16"/>
                <a:gd name="T29" fmla="*/ 27 h 28"/>
                <a:gd name="T30" fmla="*/ 11 w 16"/>
                <a:gd name="T31" fmla="*/ 28 h 28"/>
                <a:gd name="T32" fmla="*/ 0 w 16"/>
                <a:gd name="T33" fmla="*/ 28 h 28"/>
                <a:gd name="T34" fmla="*/ 0 w 16"/>
                <a:gd name="T35" fmla="*/ 27 h 28"/>
                <a:gd name="T36" fmla="*/ 3 w 16"/>
                <a:gd name="T37" fmla="*/ 27 h 28"/>
                <a:gd name="T38" fmla="*/ 3 w 16"/>
                <a:gd name="T39" fmla="*/ 20 h 28"/>
                <a:gd name="T40" fmla="*/ 3 w 16"/>
                <a:gd name="T41" fmla="*/ 11 h 28"/>
                <a:gd name="T42" fmla="*/ 0 w 16"/>
                <a:gd name="T43" fmla="*/ 11 h 28"/>
                <a:gd name="T44" fmla="*/ 0 w 16"/>
                <a:gd name="T45" fmla="*/ 10 h 28"/>
                <a:gd name="T46" fmla="*/ 3 w 16"/>
                <a:gd name="T4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" h="28">
                  <a:moveTo>
                    <a:pt x="3" y="10"/>
                  </a:moveTo>
                  <a:cubicBezTo>
                    <a:pt x="3" y="6"/>
                    <a:pt x="4" y="4"/>
                    <a:pt x="6" y="2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4" y="0"/>
                    <a:pt x="15" y="0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ubicBezTo>
                    <a:pt x="12" y="4"/>
                    <a:pt x="11" y="4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1"/>
                    <a:pt x="9" y="2"/>
                    <a:pt x="9" y="2"/>
                  </a:cubicBezTo>
                  <a:cubicBezTo>
                    <a:pt x="8" y="4"/>
                    <a:pt x="7" y="6"/>
                    <a:pt x="7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3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Oval 31"/>
            <p:cNvSpPr>
              <a:spLocks noChangeArrowheads="1"/>
            </p:cNvSpPr>
            <p:nvPr/>
          </p:nvSpPr>
          <p:spPr bwMode="auto">
            <a:xfrm>
              <a:off x="9882188" y="4321175"/>
              <a:ext cx="9525" cy="127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2"/>
            <p:cNvSpPr/>
            <p:nvPr/>
          </p:nvSpPr>
          <p:spPr bwMode="auto">
            <a:xfrm>
              <a:off x="9917113" y="4281488"/>
              <a:ext cx="42863" cy="50800"/>
            </a:xfrm>
            <a:custGeom>
              <a:avLst/>
              <a:gdLst>
                <a:gd name="T0" fmla="*/ 13 w 22"/>
                <a:gd name="T1" fmla="*/ 1 h 25"/>
                <a:gd name="T2" fmla="*/ 13 w 22"/>
                <a:gd name="T3" fmla="*/ 12 h 25"/>
                <a:gd name="T4" fmla="*/ 13 w 22"/>
                <a:gd name="T5" fmla="*/ 13 h 25"/>
                <a:gd name="T6" fmla="*/ 13 w 22"/>
                <a:gd name="T7" fmla="*/ 24 h 25"/>
                <a:gd name="T8" fmla="*/ 17 w 22"/>
                <a:gd name="T9" fmla="*/ 24 h 25"/>
                <a:gd name="T10" fmla="*/ 17 w 22"/>
                <a:gd name="T11" fmla="*/ 25 h 25"/>
                <a:gd name="T12" fmla="*/ 5 w 22"/>
                <a:gd name="T13" fmla="*/ 25 h 25"/>
                <a:gd name="T14" fmla="*/ 5 w 22"/>
                <a:gd name="T15" fmla="*/ 24 h 25"/>
                <a:gd name="T16" fmla="*/ 8 w 22"/>
                <a:gd name="T17" fmla="*/ 24 h 25"/>
                <a:gd name="T18" fmla="*/ 8 w 22"/>
                <a:gd name="T19" fmla="*/ 13 h 25"/>
                <a:gd name="T20" fmla="*/ 8 w 22"/>
                <a:gd name="T21" fmla="*/ 12 h 25"/>
                <a:gd name="T22" fmla="*/ 8 w 22"/>
                <a:gd name="T23" fmla="*/ 1 h 25"/>
                <a:gd name="T24" fmla="*/ 3 w 22"/>
                <a:gd name="T25" fmla="*/ 1 h 25"/>
                <a:gd name="T26" fmla="*/ 2 w 22"/>
                <a:gd name="T27" fmla="*/ 7 h 25"/>
                <a:gd name="T28" fmla="*/ 0 w 22"/>
                <a:gd name="T29" fmla="*/ 7 h 25"/>
                <a:gd name="T30" fmla="*/ 0 w 22"/>
                <a:gd name="T31" fmla="*/ 0 h 25"/>
                <a:gd name="T32" fmla="*/ 22 w 22"/>
                <a:gd name="T33" fmla="*/ 0 h 25"/>
                <a:gd name="T34" fmla="*/ 22 w 22"/>
                <a:gd name="T35" fmla="*/ 7 h 25"/>
                <a:gd name="T36" fmla="*/ 20 w 22"/>
                <a:gd name="T37" fmla="*/ 7 h 25"/>
                <a:gd name="T38" fmla="*/ 19 w 22"/>
                <a:gd name="T39" fmla="*/ 1 h 25"/>
                <a:gd name="T40" fmla="*/ 13 w 22"/>
                <a:gd name="T41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25">
                  <a:moveTo>
                    <a:pt x="13" y="1"/>
                  </a:moveTo>
                  <a:cubicBezTo>
                    <a:pt x="13" y="5"/>
                    <a:pt x="13" y="8"/>
                    <a:pt x="13" y="12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7"/>
                    <a:pt x="13" y="20"/>
                    <a:pt x="13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0"/>
                    <a:pt x="8" y="17"/>
                    <a:pt x="8" y="13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8"/>
                    <a:pt x="8" y="5"/>
                    <a:pt x="8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1"/>
                    <a:pt x="19" y="1"/>
                    <a:pt x="19" y="1"/>
                  </a:cubicBezTo>
                  <a:lnTo>
                    <a:pt x="13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3"/>
            <p:cNvSpPr/>
            <p:nvPr/>
          </p:nvSpPr>
          <p:spPr bwMode="auto">
            <a:xfrm>
              <a:off x="9964738" y="4276725"/>
              <a:ext cx="41275" cy="55563"/>
            </a:xfrm>
            <a:custGeom>
              <a:avLst/>
              <a:gdLst>
                <a:gd name="T0" fmla="*/ 21 w 21"/>
                <a:gd name="T1" fmla="*/ 27 h 28"/>
                <a:gd name="T2" fmla="*/ 21 w 21"/>
                <a:gd name="T3" fmla="*/ 28 h 28"/>
                <a:gd name="T4" fmla="*/ 12 w 21"/>
                <a:gd name="T5" fmla="*/ 28 h 28"/>
                <a:gd name="T6" fmla="*/ 12 w 21"/>
                <a:gd name="T7" fmla="*/ 27 h 28"/>
                <a:gd name="T8" fmla="*/ 14 w 21"/>
                <a:gd name="T9" fmla="*/ 27 h 28"/>
                <a:gd name="T10" fmla="*/ 14 w 21"/>
                <a:gd name="T11" fmla="*/ 20 h 28"/>
                <a:gd name="T12" fmla="*/ 14 w 21"/>
                <a:gd name="T13" fmla="*/ 16 h 28"/>
                <a:gd name="T14" fmla="*/ 12 w 21"/>
                <a:gd name="T15" fmla="*/ 12 h 28"/>
                <a:gd name="T16" fmla="*/ 7 w 21"/>
                <a:gd name="T17" fmla="*/ 14 h 28"/>
                <a:gd name="T18" fmla="*/ 7 w 21"/>
                <a:gd name="T19" fmla="*/ 20 h 28"/>
                <a:gd name="T20" fmla="*/ 7 w 21"/>
                <a:gd name="T21" fmla="*/ 27 h 28"/>
                <a:gd name="T22" fmla="*/ 9 w 21"/>
                <a:gd name="T23" fmla="*/ 27 h 28"/>
                <a:gd name="T24" fmla="*/ 9 w 21"/>
                <a:gd name="T25" fmla="*/ 28 h 28"/>
                <a:gd name="T26" fmla="*/ 0 w 21"/>
                <a:gd name="T27" fmla="*/ 28 h 28"/>
                <a:gd name="T28" fmla="*/ 0 w 21"/>
                <a:gd name="T29" fmla="*/ 27 h 28"/>
                <a:gd name="T30" fmla="*/ 2 w 21"/>
                <a:gd name="T31" fmla="*/ 27 h 28"/>
                <a:gd name="T32" fmla="*/ 3 w 21"/>
                <a:gd name="T33" fmla="*/ 20 h 28"/>
                <a:gd name="T34" fmla="*/ 3 w 21"/>
                <a:gd name="T35" fmla="*/ 3 h 28"/>
                <a:gd name="T36" fmla="*/ 0 w 21"/>
                <a:gd name="T37" fmla="*/ 3 h 28"/>
                <a:gd name="T38" fmla="*/ 0 w 21"/>
                <a:gd name="T39" fmla="*/ 2 h 28"/>
                <a:gd name="T40" fmla="*/ 7 w 21"/>
                <a:gd name="T41" fmla="*/ 0 h 28"/>
                <a:gd name="T42" fmla="*/ 7 w 21"/>
                <a:gd name="T43" fmla="*/ 0 h 28"/>
                <a:gd name="T44" fmla="*/ 7 w 21"/>
                <a:gd name="T45" fmla="*/ 6 h 28"/>
                <a:gd name="T46" fmla="*/ 7 w 21"/>
                <a:gd name="T47" fmla="*/ 13 h 28"/>
                <a:gd name="T48" fmla="*/ 14 w 21"/>
                <a:gd name="T49" fmla="*/ 9 h 28"/>
                <a:gd name="T50" fmla="*/ 19 w 21"/>
                <a:gd name="T51" fmla="*/ 16 h 28"/>
                <a:gd name="T52" fmla="*/ 19 w 21"/>
                <a:gd name="T53" fmla="*/ 20 h 28"/>
                <a:gd name="T54" fmla="*/ 19 w 21"/>
                <a:gd name="T55" fmla="*/ 27 h 28"/>
                <a:gd name="T56" fmla="*/ 21 w 21"/>
                <a:gd name="T5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" h="28">
                  <a:moveTo>
                    <a:pt x="21" y="27"/>
                  </a:moveTo>
                  <a:cubicBezTo>
                    <a:pt x="21" y="28"/>
                    <a:pt x="21" y="28"/>
                    <a:pt x="2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5"/>
                    <a:pt x="14" y="22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0" y="12"/>
                    <a:pt x="9" y="12"/>
                    <a:pt x="7" y="1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9" y="11"/>
                    <a:pt x="11" y="9"/>
                    <a:pt x="14" y="9"/>
                  </a:cubicBezTo>
                  <a:cubicBezTo>
                    <a:pt x="17" y="9"/>
                    <a:pt x="19" y="11"/>
                    <a:pt x="19" y="16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2"/>
                    <a:pt x="19" y="25"/>
                    <a:pt x="19" y="27"/>
                  </a:cubicBezTo>
                  <a:lnTo>
                    <a:pt x="21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4"/>
            <p:cNvSpPr>
              <a:spLocks noEditPoints="1"/>
            </p:cNvSpPr>
            <p:nvPr/>
          </p:nvSpPr>
          <p:spPr bwMode="auto">
            <a:xfrm>
              <a:off x="10012363" y="4294188"/>
              <a:ext cx="34925" cy="39688"/>
            </a:xfrm>
            <a:custGeom>
              <a:avLst/>
              <a:gdLst>
                <a:gd name="T0" fmla="*/ 18 w 18"/>
                <a:gd name="T1" fmla="*/ 17 h 20"/>
                <a:gd name="T2" fmla="*/ 14 w 18"/>
                <a:gd name="T3" fmla="*/ 20 h 20"/>
                <a:gd name="T4" fmla="*/ 10 w 18"/>
                <a:gd name="T5" fmla="*/ 17 h 20"/>
                <a:gd name="T6" fmla="*/ 5 w 18"/>
                <a:gd name="T7" fmla="*/ 20 h 20"/>
                <a:gd name="T8" fmla="*/ 0 w 18"/>
                <a:gd name="T9" fmla="*/ 15 h 20"/>
                <a:gd name="T10" fmla="*/ 7 w 18"/>
                <a:gd name="T11" fmla="*/ 9 h 20"/>
                <a:gd name="T12" fmla="*/ 10 w 18"/>
                <a:gd name="T13" fmla="*/ 8 h 20"/>
                <a:gd name="T14" fmla="*/ 10 w 18"/>
                <a:gd name="T15" fmla="*/ 6 h 20"/>
                <a:gd name="T16" fmla="*/ 7 w 18"/>
                <a:gd name="T17" fmla="*/ 2 h 20"/>
                <a:gd name="T18" fmla="*/ 5 w 18"/>
                <a:gd name="T19" fmla="*/ 2 h 20"/>
                <a:gd name="T20" fmla="*/ 5 w 18"/>
                <a:gd name="T21" fmla="*/ 4 h 20"/>
                <a:gd name="T22" fmla="*/ 2 w 18"/>
                <a:gd name="T23" fmla="*/ 7 h 20"/>
                <a:gd name="T24" fmla="*/ 0 w 18"/>
                <a:gd name="T25" fmla="*/ 5 h 20"/>
                <a:gd name="T26" fmla="*/ 8 w 18"/>
                <a:gd name="T27" fmla="*/ 0 h 20"/>
                <a:gd name="T28" fmla="*/ 15 w 18"/>
                <a:gd name="T29" fmla="*/ 7 h 20"/>
                <a:gd name="T30" fmla="*/ 15 w 18"/>
                <a:gd name="T31" fmla="*/ 16 h 20"/>
                <a:gd name="T32" fmla="*/ 16 w 18"/>
                <a:gd name="T33" fmla="*/ 18 h 20"/>
                <a:gd name="T34" fmla="*/ 17 w 18"/>
                <a:gd name="T35" fmla="*/ 17 h 20"/>
                <a:gd name="T36" fmla="*/ 18 w 18"/>
                <a:gd name="T37" fmla="*/ 17 h 20"/>
                <a:gd name="T38" fmla="*/ 10 w 18"/>
                <a:gd name="T39" fmla="*/ 9 h 20"/>
                <a:gd name="T40" fmla="*/ 8 w 18"/>
                <a:gd name="T41" fmla="*/ 10 h 20"/>
                <a:gd name="T42" fmla="*/ 4 w 18"/>
                <a:gd name="T43" fmla="*/ 15 h 20"/>
                <a:gd name="T44" fmla="*/ 7 w 18"/>
                <a:gd name="T45" fmla="*/ 18 h 20"/>
                <a:gd name="T46" fmla="*/ 10 w 18"/>
                <a:gd name="T47" fmla="*/ 16 h 20"/>
                <a:gd name="T48" fmla="*/ 10 w 18"/>
                <a:gd name="T4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0">
                  <a:moveTo>
                    <a:pt x="18" y="17"/>
                  </a:moveTo>
                  <a:cubicBezTo>
                    <a:pt x="17" y="19"/>
                    <a:pt x="16" y="20"/>
                    <a:pt x="14" y="20"/>
                  </a:cubicBezTo>
                  <a:cubicBezTo>
                    <a:pt x="12" y="20"/>
                    <a:pt x="11" y="19"/>
                    <a:pt x="10" y="17"/>
                  </a:cubicBezTo>
                  <a:cubicBezTo>
                    <a:pt x="9" y="19"/>
                    <a:pt x="7" y="20"/>
                    <a:pt x="5" y="20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2"/>
                    <a:pt x="1" y="11"/>
                    <a:pt x="7" y="9"/>
                  </a:cubicBezTo>
                  <a:cubicBezTo>
                    <a:pt x="8" y="9"/>
                    <a:pt x="9" y="8"/>
                    <a:pt x="10" y="8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3"/>
                    <a:pt x="9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6"/>
                    <a:pt x="3" y="7"/>
                    <a:pt x="2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1" y="2"/>
                    <a:pt x="4" y="0"/>
                    <a:pt x="8" y="0"/>
                  </a:cubicBezTo>
                  <a:cubicBezTo>
                    <a:pt x="13" y="0"/>
                    <a:pt x="15" y="2"/>
                    <a:pt x="15" y="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6" y="18"/>
                  </a:cubicBezTo>
                  <a:cubicBezTo>
                    <a:pt x="16" y="18"/>
                    <a:pt x="17" y="18"/>
                    <a:pt x="17" y="17"/>
                  </a:cubicBezTo>
                  <a:lnTo>
                    <a:pt x="18" y="17"/>
                  </a:lnTo>
                  <a:close/>
                  <a:moveTo>
                    <a:pt x="10" y="9"/>
                  </a:moveTo>
                  <a:cubicBezTo>
                    <a:pt x="9" y="9"/>
                    <a:pt x="8" y="10"/>
                    <a:pt x="8" y="10"/>
                  </a:cubicBezTo>
                  <a:cubicBezTo>
                    <a:pt x="5" y="11"/>
                    <a:pt x="4" y="13"/>
                    <a:pt x="4" y="15"/>
                  </a:cubicBezTo>
                  <a:cubicBezTo>
                    <a:pt x="4" y="17"/>
                    <a:pt x="5" y="18"/>
                    <a:pt x="7" y="18"/>
                  </a:cubicBezTo>
                  <a:cubicBezTo>
                    <a:pt x="8" y="18"/>
                    <a:pt x="9" y="17"/>
                    <a:pt x="10" y="16"/>
                  </a:cubicBezTo>
                  <a:lnTo>
                    <a:pt x="1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5"/>
            <p:cNvSpPr/>
            <p:nvPr/>
          </p:nvSpPr>
          <p:spPr bwMode="auto">
            <a:xfrm>
              <a:off x="10048876" y="4284663"/>
              <a:ext cx="23813" cy="49213"/>
            </a:xfrm>
            <a:custGeom>
              <a:avLst/>
              <a:gdLst>
                <a:gd name="T0" fmla="*/ 12 w 12"/>
                <a:gd name="T1" fmla="*/ 22 h 25"/>
                <a:gd name="T2" fmla="*/ 7 w 12"/>
                <a:gd name="T3" fmla="*/ 25 h 25"/>
                <a:gd name="T4" fmla="*/ 3 w 12"/>
                <a:gd name="T5" fmla="*/ 20 h 25"/>
                <a:gd name="T6" fmla="*/ 3 w 12"/>
                <a:gd name="T7" fmla="*/ 16 h 25"/>
                <a:gd name="T8" fmla="*/ 3 w 12"/>
                <a:gd name="T9" fmla="*/ 7 h 25"/>
                <a:gd name="T10" fmla="*/ 0 w 12"/>
                <a:gd name="T11" fmla="*/ 7 h 25"/>
                <a:gd name="T12" fmla="*/ 0 w 12"/>
                <a:gd name="T13" fmla="*/ 6 h 25"/>
                <a:gd name="T14" fmla="*/ 3 w 12"/>
                <a:gd name="T15" fmla="*/ 6 h 25"/>
                <a:gd name="T16" fmla="*/ 4 w 12"/>
                <a:gd name="T17" fmla="*/ 0 h 25"/>
                <a:gd name="T18" fmla="*/ 7 w 12"/>
                <a:gd name="T19" fmla="*/ 0 h 25"/>
                <a:gd name="T20" fmla="*/ 7 w 12"/>
                <a:gd name="T21" fmla="*/ 6 h 25"/>
                <a:gd name="T22" fmla="*/ 12 w 12"/>
                <a:gd name="T23" fmla="*/ 6 h 25"/>
                <a:gd name="T24" fmla="*/ 12 w 12"/>
                <a:gd name="T25" fmla="*/ 7 h 25"/>
                <a:gd name="T26" fmla="*/ 7 w 12"/>
                <a:gd name="T27" fmla="*/ 7 h 25"/>
                <a:gd name="T28" fmla="*/ 7 w 12"/>
                <a:gd name="T29" fmla="*/ 20 h 25"/>
                <a:gd name="T30" fmla="*/ 9 w 12"/>
                <a:gd name="T31" fmla="*/ 23 h 25"/>
                <a:gd name="T32" fmla="*/ 12 w 12"/>
                <a:gd name="T33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25">
                  <a:moveTo>
                    <a:pt x="12" y="22"/>
                  </a:moveTo>
                  <a:cubicBezTo>
                    <a:pt x="11" y="24"/>
                    <a:pt x="10" y="25"/>
                    <a:pt x="7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3"/>
                    <a:pt x="9" y="23"/>
                  </a:cubicBezTo>
                  <a:cubicBezTo>
                    <a:pt x="10" y="23"/>
                    <a:pt x="11" y="22"/>
                    <a:pt x="1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6"/>
            <p:cNvSpPr/>
            <p:nvPr/>
          </p:nvSpPr>
          <p:spPr bwMode="auto">
            <a:xfrm>
              <a:off x="10088563" y="4294188"/>
              <a:ext cx="28575" cy="39688"/>
            </a:xfrm>
            <a:custGeom>
              <a:avLst/>
              <a:gdLst>
                <a:gd name="T0" fmla="*/ 9 w 15"/>
                <a:gd name="T1" fmla="*/ 8 h 20"/>
                <a:gd name="T2" fmla="*/ 15 w 15"/>
                <a:gd name="T3" fmla="*/ 14 h 20"/>
                <a:gd name="T4" fmla="*/ 7 w 15"/>
                <a:gd name="T5" fmla="*/ 20 h 20"/>
                <a:gd name="T6" fmla="*/ 0 w 15"/>
                <a:gd name="T7" fmla="*/ 18 h 20"/>
                <a:gd name="T8" fmla="*/ 0 w 15"/>
                <a:gd name="T9" fmla="*/ 14 h 20"/>
                <a:gd name="T10" fmla="*/ 2 w 15"/>
                <a:gd name="T11" fmla="*/ 14 h 20"/>
                <a:gd name="T12" fmla="*/ 3 w 15"/>
                <a:gd name="T13" fmla="*/ 18 h 20"/>
                <a:gd name="T14" fmla="*/ 6 w 15"/>
                <a:gd name="T15" fmla="*/ 19 h 20"/>
                <a:gd name="T16" fmla="*/ 11 w 15"/>
                <a:gd name="T17" fmla="*/ 16 h 20"/>
                <a:gd name="T18" fmla="*/ 7 w 15"/>
                <a:gd name="T19" fmla="*/ 12 h 20"/>
                <a:gd name="T20" fmla="*/ 5 w 15"/>
                <a:gd name="T21" fmla="*/ 12 h 20"/>
                <a:gd name="T22" fmla="*/ 0 w 15"/>
                <a:gd name="T23" fmla="*/ 6 h 20"/>
                <a:gd name="T24" fmla="*/ 8 w 15"/>
                <a:gd name="T25" fmla="*/ 0 h 20"/>
                <a:gd name="T26" fmla="*/ 14 w 15"/>
                <a:gd name="T27" fmla="*/ 2 h 20"/>
                <a:gd name="T28" fmla="*/ 13 w 15"/>
                <a:gd name="T29" fmla="*/ 6 h 20"/>
                <a:gd name="T30" fmla="*/ 12 w 15"/>
                <a:gd name="T31" fmla="*/ 6 h 20"/>
                <a:gd name="T32" fmla="*/ 10 w 15"/>
                <a:gd name="T33" fmla="*/ 2 h 20"/>
                <a:gd name="T34" fmla="*/ 8 w 15"/>
                <a:gd name="T35" fmla="*/ 2 h 20"/>
                <a:gd name="T36" fmla="*/ 4 w 15"/>
                <a:gd name="T37" fmla="*/ 4 h 20"/>
                <a:gd name="T38" fmla="*/ 8 w 15"/>
                <a:gd name="T39" fmla="*/ 8 h 20"/>
                <a:gd name="T40" fmla="*/ 9 w 15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20">
                  <a:moveTo>
                    <a:pt x="9" y="8"/>
                  </a:moveTo>
                  <a:cubicBezTo>
                    <a:pt x="13" y="9"/>
                    <a:pt x="15" y="11"/>
                    <a:pt x="15" y="14"/>
                  </a:cubicBezTo>
                  <a:cubicBezTo>
                    <a:pt x="15" y="17"/>
                    <a:pt x="12" y="20"/>
                    <a:pt x="7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9" y="19"/>
                    <a:pt x="11" y="17"/>
                    <a:pt x="11" y="16"/>
                  </a:cubicBezTo>
                  <a:cubicBezTo>
                    <a:pt x="11" y="14"/>
                    <a:pt x="10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0" y="0"/>
                    <a:pt x="12" y="1"/>
                    <a:pt x="14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6" y="2"/>
                    <a:pt x="4" y="3"/>
                    <a:pt x="4" y="4"/>
                  </a:cubicBezTo>
                  <a:cubicBezTo>
                    <a:pt x="4" y="6"/>
                    <a:pt x="5" y="7"/>
                    <a:pt x="8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7"/>
            <p:cNvSpPr/>
            <p:nvPr/>
          </p:nvSpPr>
          <p:spPr bwMode="auto">
            <a:xfrm>
              <a:off x="10137776" y="4284663"/>
              <a:ext cx="25400" cy="49213"/>
            </a:xfrm>
            <a:custGeom>
              <a:avLst/>
              <a:gdLst>
                <a:gd name="T0" fmla="*/ 13 w 13"/>
                <a:gd name="T1" fmla="*/ 22 h 25"/>
                <a:gd name="T2" fmla="*/ 8 w 13"/>
                <a:gd name="T3" fmla="*/ 25 h 25"/>
                <a:gd name="T4" fmla="*/ 3 w 13"/>
                <a:gd name="T5" fmla="*/ 20 h 25"/>
                <a:gd name="T6" fmla="*/ 3 w 13"/>
                <a:gd name="T7" fmla="*/ 16 h 25"/>
                <a:gd name="T8" fmla="*/ 3 w 13"/>
                <a:gd name="T9" fmla="*/ 7 h 25"/>
                <a:gd name="T10" fmla="*/ 0 w 13"/>
                <a:gd name="T11" fmla="*/ 7 h 25"/>
                <a:gd name="T12" fmla="*/ 0 w 13"/>
                <a:gd name="T13" fmla="*/ 6 h 25"/>
                <a:gd name="T14" fmla="*/ 3 w 13"/>
                <a:gd name="T15" fmla="*/ 6 h 25"/>
                <a:gd name="T16" fmla="*/ 5 w 13"/>
                <a:gd name="T17" fmla="*/ 0 h 25"/>
                <a:gd name="T18" fmla="*/ 8 w 13"/>
                <a:gd name="T19" fmla="*/ 0 h 25"/>
                <a:gd name="T20" fmla="*/ 7 w 13"/>
                <a:gd name="T21" fmla="*/ 6 h 25"/>
                <a:gd name="T22" fmla="*/ 12 w 13"/>
                <a:gd name="T23" fmla="*/ 6 h 25"/>
                <a:gd name="T24" fmla="*/ 12 w 13"/>
                <a:gd name="T25" fmla="*/ 7 h 25"/>
                <a:gd name="T26" fmla="*/ 7 w 13"/>
                <a:gd name="T27" fmla="*/ 7 h 25"/>
                <a:gd name="T28" fmla="*/ 7 w 13"/>
                <a:gd name="T29" fmla="*/ 20 h 25"/>
                <a:gd name="T30" fmla="*/ 10 w 13"/>
                <a:gd name="T31" fmla="*/ 23 h 25"/>
                <a:gd name="T32" fmla="*/ 12 w 13"/>
                <a:gd name="T33" fmla="*/ 22 h 25"/>
                <a:gd name="T34" fmla="*/ 13 w 13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25">
                  <a:moveTo>
                    <a:pt x="13" y="22"/>
                  </a:moveTo>
                  <a:cubicBezTo>
                    <a:pt x="12" y="24"/>
                    <a:pt x="10" y="25"/>
                    <a:pt x="8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1" y="22"/>
                    <a:pt x="12" y="22"/>
                  </a:cubicBezTo>
                  <a:lnTo>
                    <a:pt x="13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8"/>
            <p:cNvSpPr/>
            <p:nvPr/>
          </p:nvSpPr>
          <p:spPr bwMode="auto">
            <a:xfrm>
              <a:off x="10164763" y="4276725"/>
              <a:ext cx="41275" cy="55563"/>
            </a:xfrm>
            <a:custGeom>
              <a:avLst/>
              <a:gdLst>
                <a:gd name="T0" fmla="*/ 21 w 21"/>
                <a:gd name="T1" fmla="*/ 27 h 28"/>
                <a:gd name="T2" fmla="*/ 21 w 21"/>
                <a:gd name="T3" fmla="*/ 28 h 28"/>
                <a:gd name="T4" fmla="*/ 12 w 21"/>
                <a:gd name="T5" fmla="*/ 28 h 28"/>
                <a:gd name="T6" fmla="*/ 12 w 21"/>
                <a:gd name="T7" fmla="*/ 27 h 28"/>
                <a:gd name="T8" fmla="*/ 14 w 21"/>
                <a:gd name="T9" fmla="*/ 27 h 28"/>
                <a:gd name="T10" fmla="*/ 14 w 21"/>
                <a:gd name="T11" fmla="*/ 20 h 28"/>
                <a:gd name="T12" fmla="*/ 14 w 21"/>
                <a:gd name="T13" fmla="*/ 16 h 28"/>
                <a:gd name="T14" fmla="*/ 12 w 21"/>
                <a:gd name="T15" fmla="*/ 12 h 28"/>
                <a:gd name="T16" fmla="*/ 7 w 21"/>
                <a:gd name="T17" fmla="*/ 14 h 28"/>
                <a:gd name="T18" fmla="*/ 7 w 21"/>
                <a:gd name="T19" fmla="*/ 20 h 28"/>
                <a:gd name="T20" fmla="*/ 7 w 21"/>
                <a:gd name="T21" fmla="*/ 27 h 28"/>
                <a:gd name="T22" fmla="*/ 9 w 21"/>
                <a:gd name="T23" fmla="*/ 27 h 28"/>
                <a:gd name="T24" fmla="*/ 9 w 21"/>
                <a:gd name="T25" fmla="*/ 28 h 28"/>
                <a:gd name="T26" fmla="*/ 0 w 21"/>
                <a:gd name="T27" fmla="*/ 28 h 28"/>
                <a:gd name="T28" fmla="*/ 0 w 21"/>
                <a:gd name="T29" fmla="*/ 27 h 28"/>
                <a:gd name="T30" fmla="*/ 3 w 21"/>
                <a:gd name="T31" fmla="*/ 27 h 28"/>
                <a:gd name="T32" fmla="*/ 3 w 21"/>
                <a:gd name="T33" fmla="*/ 20 h 28"/>
                <a:gd name="T34" fmla="*/ 3 w 21"/>
                <a:gd name="T35" fmla="*/ 3 h 28"/>
                <a:gd name="T36" fmla="*/ 0 w 21"/>
                <a:gd name="T37" fmla="*/ 3 h 28"/>
                <a:gd name="T38" fmla="*/ 0 w 21"/>
                <a:gd name="T39" fmla="*/ 2 h 28"/>
                <a:gd name="T40" fmla="*/ 7 w 21"/>
                <a:gd name="T41" fmla="*/ 0 h 28"/>
                <a:gd name="T42" fmla="*/ 7 w 21"/>
                <a:gd name="T43" fmla="*/ 0 h 28"/>
                <a:gd name="T44" fmla="*/ 7 w 21"/>
                <a:gd name="T45" fmla="*/ 6 h 28"/>
                <a:gd name="T46" fmla="*/ 7 w 21"/>
                <a:gd name="T47" fmla="*/ 13 h 28"/>
                <a:gd name="T48" fmla="*/ 14 w 21"/>
                <a:gd name="T49" fmla="*/ 9 h 28"/>
                <a:gd name="T50" fmla="*/ 19 w 21"/>
                <a:gd name="T51" fmla="*/ 16 h 28"/>
                <a:gd name="T52" fmla="*/ 19 w 21"/>
                <a:gd name="T53" fmla="*/ 20 h 28"/>
                <a:gd name="T54" fmla="*/ 19 w 21"/>
                <a:gd name="T55" fmla="*/ 27 h 28"/>
                <a:gd name="T56" fmla="*/ 21 w 21"/>
                <a:gd name="T5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" h="28">
                  <a:moveTo>
                    <a:pt x="21" y="27"/>
                  </a:moveTo>
                  <a:cubicBezTo>
                    <a:pt x="21" y="28"/>
                    <a:pt x="21" y="28"/>
                    <a:pt x="2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5"/>
                    <a:pt x="14" y="22"/>
                    <a:pt x="14" y="20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3"/>
                    <a:pt x="13" y="12"/>
                    <a:pt x="12" y="12"/>
                  </a:cubicBezTo>
                  <a:cubicBezTo>
                    <a:pt x="10" y="12"/>
                    <a:pt x="9" y="12"/>
                    <a:pt x="7" y="1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9" y="11"/>
                    <a:pt x="11" y="9"/>
                    <a:pt x="14" y="9"/>
                  </a:cubicBezTo>
                  <a:cubicBezTo>
                    <a:pt x="17" y="9"/>
                    <a:pt x="19" y="11"/>
                    <a:pt x="19" y="16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2"/>
                    <a:pt x="19" y="25"/>
                    <a:pt x="19" y="27"/>
                  </a:cubicBezTo>
                  <a:lnTo>
                    <a:pt x="21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9"/>
            <p:cNvSpPr>
              <a:spLocks noEditPoints="1"/>
            </p:cNvSpPr>
            <p:nvPr/>
          </p:nvSpPr>
          <p:spPr bwMode="auto">
            <a:xfrm>
              <a:off x="10212388" y="4294188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6 w 17"/>
                <a:gd name="T17" fmla="*/ 10 h 20"/>
                <a:gd name="T18" fmla="*/ 5 w 17"/>
                <a:gd name="T19" fmla="*/ 10 h 20"/>
                <a:gd name="T20" fmla="*/ 10 w 17"/>
                <a:gd name="T21" fmla="*/ 9 h 20"/>
                <a:gd name="T22" fmla="*/ 12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0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7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5" y="18"/>
                    <a:pt x="13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6" y="10"/>
                  </a:cubicBezTo>
                  <a:lnTo>
                    <a:pt x="5" y="10"/>
                  </a:lnTo>
                  <a:close/>
                  <a:moveTo>
                    <a:pt x="10" y="9"/>
                  </a:moveTo>
                  <a:cubicBezTo>
                    <a:pt x="12" y="9"/>
                    <a:pt x="12" y="8"/>
                    <a:pt x="12" y="6"/>
                  </a:cubicBezTo>
                  <a:cubicBezTo>
                    <a:pt x="12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0"/>
            <p:cNvSpPr/>
            <p:nvPr/>
          </p:nvSpPr>
          <p:spPr bwMode="auto">
            <a:xfrm>
              <a:off x="10266363" y="4294188"/>
              <a:ext cx="30163" cy="39688"/>
            </a:xfrm>
            <a:custGeom>
              <a:avLst/>
              <a:gdLst>
                <a:gd name="T0" fmla="*/ 10 w 15"/>
                <a:gd name="T1" fmla="*/ 8 h 20"/>
                <a:gd name="T2" fmla="*/ 15 w 15"/>
                <a:gd name="T3" fmla="*/ 14 h 20"/>
                <a:gd name="T4" fmla="*/ 7 w 15"/>
                <a:gd name="T5" fmla="*/ 20 h 20"/>
                <a:gd name="T6" fmla="*/ 0 w 15"/>
                <a:gd name="T7" fmla="*/ 18 h 20"/>
                <a:gd name="T8" fmla="*/ 0 w 15"/>
                <a:gd name="T9" fmla="*/ 14 h 20"/>
                <a:gd name="T10" fmla="*/ 2 w 15"/>
                <a:gd name="T11" fmla="*/ 14 h 20"/>
                <a:gd name="T12" fmla="*/ 3 w 15"/>
                <a:gd name="T13" fmla="*/ 18 h 20"/>
                <a:gd name="T14" fmla="*/ 6 w 15"/>
                <a:gd name="T15" fmla="*/ 19 h 20"/>
                <a:gd name="T16" fmla="*/ 11 w 15"/>
                <a:gd name="T17" fmla="*/ 16 h 20"/>
                <a:gd name="T18" fmla="*/ 7 w 15"/>
                <a:gd name="T19" fmla="*/ 12 h 20"/>
                <a:gd name="T20" fmla="*/ 5 w 15"/>
                <a:gd name="T21" fmla="*/ 12 h 20"/>
                <a:gd name="T22" fmla="*/ 0 w 15"/>
                <a:gd name="T23" fmla="*/ 6 h 20"/>
                <a:gd name="T24" fmla="*/ 8 w 15"/>
                <a:gd name="T25" fmla="*/ 0 h 20"/>
                <a:gd name="T26" fmla="*/ 14 w 15"/>
                <a:gd name="T27" fmla="*/ 2 h 20"/>
                <a:gd name="T28" fmla="*/ 13 w 15"/>
                <a:gd name="T29" fmla="*/ 6 h 20"/>
                <a:gd name="T30" fmla="*/ 12 w 15"/>
                <a:gd name="T31" fmla="*/ 6 h 20"/>
                <a:gd name="T32" fmla="*/ 11 w 15"/>
                <a:gd name="T33" fmla="*/ 2 h 20"/>
                <a:gd name="T34" fmla="*/ 8 w 15"/>
                <a:gd name="T35" fmla="*/ 2 h 20"/>
                <a:gd name="T36" fmla="*/ 4 w 15"/>
                <a:gd name="T37" fmla="*/ 4 h 20"/>
                <a:gd name="T38" fmla="*/ 8 w 15"/>
                <a:gd name="T39" fmla="*/ 8 h 20"/>
                <a:gd name="T40" fmla="*/ 10 w 15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20">
                  <a:moveTo>
                    <a:pt x="10" y="8"/>
                  </a:moveTo>
                  <a:cubicBezTo>
                    <a:pt x="13" y="9"/>
                    <a:pt x="15" y="11"/>
                    <a:pt x="15" y="14"/>
                  </a:cubicBezTo>
                  <a:cubicBezTo>
                    <a:pt x="15" y="17"/>
                    <a:pt x="12" y="20"/>
                    <a:pt x="7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9" y="19"/>
                    <a:pt x="11" y="17"/>
                    <a:pt x="11" y="16"/>
                  </a:cubicBezTo>
                  <a:cubicBezTo>
                    <a:pt x="11" y="14"/>
                    <a:pt x="10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0" y="0"/>
                    <a:pt x="12" y="1"/>
                    <a:pt x="14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6" y="2"/>
                    <a:pt x="4" y="3"/>
                    <a:pt x="4" y="4"/>
                  </a:cubicBezTo>
                  <a:cubicBezTo>
                    <a:pt x="4" y="6"/>
                    <a:pt x="5" y="7"/>
                    <a:pt x="8" y="8"/>
                  </a:cubicBezTo>
                  <a:lnTo>
                    <a:pt x="1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1"/>
            <p:cNvSpPr>
              <a:spLocks noEditPoints="1"/>
            </p:cNvSpPr>
            <p:nvPr/>
          </p:nvSpPr>
          <p:spPr bwMode="auto">
            <a:xfrm>
              <a:off x="10299701" y="4294188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10 w 17"/>
                <a:gd name="T9" fmla="*/ 20 h 20"/>
                <a:gd name="T10" fmla="*/ 0 w 17"/>
                <a:gd name="T11" fmla="*/ 10 h 20"/>
                <a:gd name="T12" fmla="*/ 10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4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8"/>
                    <a:pt x="13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3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2"/>
            <p:cNvSpPr/>
            <p:nvPr/>
          </p:nvSpPr>
          <p:spPr bwMode="auto">
            <a:xfrm>
              <a:off x="10339388" y="4294188"/>
              <a:ext cx="33338" cy="39688"/>
            </a:xfrm>
            <a:custGeom>
              <a:avLst/>
              <a:gdLst>
                <a:gd name="T0" fmla="*/ 12 w 17"/>
                <a:gd name="T1" fmla="*/ 2 h 20"/>
                <a:gd name="T2" fmla="*/ 10 w 17"/>
                <a:gd name="T3" fmla="*/ 2 h 20"/>
                <a:gd name="T4" fmla="*/ 5 w 17"/>
                <a:gd name="T5" fmla="*/ 10 h 20"/>
                <a:gd name="T6" fmla="*/ 11 w 17"/>
                <a:gd name="T7" fmla="*/ 18 h 20"/>
                <a:gd name="T8" fmla="*/ 16 w 17"/>
                <a:gd name="T9" fmla="*/ 15 h 20"/>
                <a:gd name="T10" fmla="*/ 17 w 17"/>
                <a:gd name="T11" fmla="*/ 15 h 20"/>
                <a:gd name="T12" fmla="*/ 9 w 17"/>
                <a:gd name="T13" fmla="*/ 20 h 20"/>
                <a:gd name="T14" fmla="*/ 0 w 17"/>
                <a:gd name="T15" fmla="*/ 10 h 20"/>
                <a:gd name="T16" fmla="*/ 10 w 17"/>
                <a:gd name="T17" fmla="*/ 0 h 20"/>
                <a:gd name="T18" fmla="*/ 17 w 17"/>
                <a:gd name="T19" fmla="*/ 6 h 20"/>
                <a:gd name="T20" fmla="*/ 15 w 17"/>
                <a:gd name="T21" fmla="*/ 7 h 20"/>
                <a:gd name="T22" fmla="*/ 12 w 17"/>
                <a:gd name="T23" fmla="*/ 4 h 20"/>
                <a:gd name="T24" fmla="*/ 12 w 17"/>
                <a:gd name="T2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20">
                  <a:moveTo>
                    <a:pt x="12" y="2"/>
                  </a:moveTo>
                  <a:cubicBezTo>
                    <a:pt x="11" y="2"/>
                    <a:pt x="11" y="2"/>
                    <a:pt x="10" y="2"/>
                  </a:cubicBezTo>
                  <a:cubicBezTo>
                    <a:pt x="7" y="2"/>
                    <a:pt x="5" y="5"/>
                    <a:pt x="5" y="10"/>
                  </a:cubicBezTo>
                  <a:cubicBezTo>
                    <a:pt x="5" y="15"/>
                    <a:pt x="7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5" y="18"/>
                    <a:pt x="13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3" y="0"/>
                    <a:pt x="16" y="3"/>
                    <a:pt x="17" y="6"/>
                  </a:cubicBezTo>
                  <a:cubicBezTo>
                    <a:pt x="16" y="7"/>
                    <a:pt x="16" y="7"/>
                    <a:pt x="15" y="7"/>
                  </a:cubicBezTo>
                  <a:cubicBezTo>
                    <a:pt x="13" y="7"/>
                    <a:pt x="12" y="6"/>
                    <a:pt x="12" y="4"/>
                  </a:cubicBezTo>
                  <a:lnTo>
                    <a:pt x="1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3"/>
            <p:cNvSpPr/>
            <p:nvPr/>
          </p:nvSpPr>
          <p:spPr bwMode="auto">
            <a:xfrm>
              <a:off x="10375901" y="4294188"/>
              <a:ext cx="31750" cy="38100"/>
            </a:xfrm>
            <a:custGeom>
              <a:avLst/>
              <a:gdLst>
                <a:gd name="T0" fmla="*/ 7 w 16"/>
                <a:gd name="T1" fmla="*/ 5 h 19"/>
                <a:gd name="T2" fmla="*/ 13 w 16"/>
                <a:gd name="T3" fmla="*/ 0 h 19"/>
                <a:gd name="T4" fmla="*/ 16 w 16"/>
                <a:gd name="T5" fmla="*/ 3 h 19"/>
                <a:gd name="T6" fmla="*/ 14 w 16"/>
                <a:gd name="T7" fmla="*/ 5 h 19"/>
                <a:gd name="T8" fmla="*/ 11 w 16"/>
                <a:gd name="T9" fmla="*/ 4 h 19"/>
                <a:gd name="T10" fmla="*/ 10 w 16"/>
                <a:gd name="T11" fmla="*/ 3 h 19"/>
                <a:gd name="T12" fmla="*/ 7 w 16"/>
                <a:gd name="T13" fmla="*/ 8 h 19"/>
                <a:gd name="T14" fmla="*/ 7 w 16"/>
                <a:gd name="T15" fmla="*/ 11 h 19"/>
                <a:gd name="T16" fmla="*/ 7 w 16"/>
                <a:gd name="T17" fmla="*/ 18 h 19"/>
                <a:gd name="T18" fmla="*/ 11 w 16"/>
                <a:gd name="T19" fmla="*/ 18 h 19"/>
                <a:gd name="T20" fmla="*/ 11 w 16"/>
                <a:gd name="T21" fmla="*/ 19 h 19"/>
                <a:gd name="T22" fmla="*/ 0 w 16"/>
                <a:gd name="T23" fmla="*/ 19 h 19"/>
                <a:gd name="T24" fmla="*/ 0 w 16"/>
                <a:gd name="T25" fmla="*/ 18 h 19"/>
                <a:gd name="T26" fmla="*/ 3 w 16"/>
                <a:gd name="T27" fmla="*/ 18 h 19"/>
                <a:gd name="T28" fmla="*/ 3 w 16"/>
                <a:gd name="T29" fmla="*/ 11 h 19"/>
                <a:gd name="T30" fmla="*/ 3 w 16"/>
                <a:gd name="T31" fmla="*/ 9 h 19"/>
                <a:gd name="T32" fmla="*/ 3 w 16"/>
                <a:gd name="T33" fmla="*/ 4 h 19"/>
                <a:gd name="T34" fmla="*/ 0 w 16"/>
                <a:gd name="T35" fmla="*/ 3 h 19"/>
                <a:gd name="T36" fmla="*/ 0 w 16"/>
                <a:gd name="T37" fmla="*/ 2 h 19"/>
                <a:gd name="T38" fmla="*/ 7 w 16"/>
                <a:gd name="T39" fmla="*/ 0 h 19"/>
                <a:gd name="T40" fmla="*/ 7 w 16"/>
                <a:gd name="T41" fmla="*/ 1 h 19"/>
                <a:gd name="T42" fmla="*/ 7 w 16"/>
                <a:gd name="T43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9">
                  <a:moveTo>
                    <a:pt x="7" y="5"/>
                  </a:moveTo>
                  <a:cubicBezTo>
                    <a:pt x="8" y="2"/>
                    <a:pt x="11" y="0"/>
                    <a:pt x="13" y="0"/>
                  </a:cubicBezTo>
                  <a:cubicBezTo>
                    <a:pt x="14" y="0"/>
                    <a:pt x="16" y="1"/>
                    <a:pt x="16" y="3"/>
                  </a:cubicBezTo>
                  <a:cubicBezTo>
                    <a:pt x="16" y="4"/>
                    <a:pt x="15" y="5"/>
                    <a:pt x="14" y="5"/>
                  </a:cubicBezTo>
                  <a:cubicBezTo>
                    <a:pt x="12" y="5"/>
                    <a:pt x="12" y="5"/>
                    <a:pt x="11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4"/>
                    <a:pt x="8" y="6"/>
                    <a:pt x="7" y="8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6"/>
                    <a:pt x="7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7"/>
                    <a:pt x="3" y="5"/>
                    <a:pt x="3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4"/>
            <p:cNvSpPr>
              <a:spLocks noEditPoints="1"/>
            </p:cNvSpPr>
            <p:nvPr/>
          </p:nvSpPr>
          <p:spPr bwMode="auto">
            <a:xfrm>
              <a:off x="10410826" y="4294188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7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5" y="18"/>
                    <a:pt x="13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2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5"/>
            <p:cNvSpPr/>
            <p:nvPr/>
          </p:nvSpPr>
          <p:spPr bwMode="auto">
            <a:xfrm>
              <a:off x="10447338" y="4284663"/>
              <a:ext cx="25400" cy="49213"/>
            </a:xfrm>
            <a:custGeom>
              <a:avLst/>
              <a:gdLst>
                <a:gd name="T0" fmla="*/ 13 w 13"/>
                <a:gd name="T1" fmla="*/ 22 h 25"/>
                <a:gd name="T2" fmla="*/ 8 w 13"/>
                <a:gd name="T3" fmla="*/ 25 h 25"/>
                <a:gd name="T4" fmla="*/ 3 w 13"/>
                <a:gd name="T5" fmla="*/ 20 h 25"/>
                <a:gd name="T6" fmla="*/ 3 w 13"/>
                <a:gd name="T7" fmla="*/ 16 h 25"/>
                <a:gd name="T8" fmla="*/ 3 w 13"/>
                <a:gd name="T9" fmla="*/ 7 h 25"/>
                <a:gd name="T10" fmla="*/ 0 w 13"/>
                <a:gd name="T11" fmla="*/ 7 h 25"/>
                <a:gd name="T12" fmla="*/ 0 w 13"/>
                <a:gd name="T13" fmla="*/ 6 h 25"/>
                <a:gd name="T14" fmla="*/ 3 w 13"/>
                <a:gd name="T15" fmla="*/ 6 h 25"/>
                <a:gd name="T16" fmla="*/ 4 w 13"/>
                <a:gd name="T17" fmla="*/ 0 h 25"/>
                <a:gd name="T18" fmla="*/ 7 w 13"/>
                <a:gd name="T19" fmla="*/ 0 h 25"/>
                <a:gd name="T20" fmla="*/ 7 w 13"/>
                <a:gd name="T21" fmla="*/ 6 h 25"/>
                <a:gd name="T22" fmla="*/ 12 w 13"/>
                <a:gd name="T23" fmla="*/ 6 h 25"/>
                <a:gd name="T24" fmla="*/ 12 w 13"/>
                <a:gd name="T25" fmla="*/ 7 h 25"/>
                <a:gd name="T26" fmla="*/ 7 w 13"/>
                <a:gd name="T27" fmla="*/ 7 h 25"/>
                <a:gd name="T28" fmla="*/ 7 w 13"/>
                <a:gd name="T29" fmla="*/ 20 h 25"/>
                <a:gd name="T30" fmla="*/ 9 w 13"/>
                <a:gd name="T31" fmla="*/ 23 h 25"/>
                <a:gd name="T32" fmla="*/ 12 w 13"/>
                <a:gd name="T33" fmla="*/ 22 h 25"/>
                <a:gd name="T34" fmla="*/ 13 w 13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25">
                  <a:moveTo>
                    <a:pt x="13" y="22"/>
                  </a:moveTo>
                  <a:cubicBezTo>
                    <a:pt x="12" y="24"/>
                    <a:pt x="10" y="25"/>
                    <a:pt x="8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3"/>
                    <a:pt x="9" y="23"/>
                  </a:cubicBezTo>
                  <a:cubicBezTo>
                    <a:pt x="10" y="23"/>
                    <a:pt x="11" y="22"/>
                    <a:pt x="12" y="22"/>
                  </a:cubicBezTo>
                  <a:lnTo>
                    <a:pt x="13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6"/>
            <p:cNvSpPr>
              <a:spLocks noEditPoints="1"/>
            </p:cNvSpPr>
            <p:nvPr/>
          </p:nvSpPr>
          <p:spPr bwMode="auto">
            <a:xfrm>
              <a:off x="10491788" y="4294188"/>
              <a:ext cx="36513" cy="39688"/>
            </a:xfrm>
            <a:custGeom>
              <a:avLst/>
              <a:gdLst>
                <a:gd name="T0" fmla="*/ 0 w 18"/>
                <a:gd name="T1" fmla="*/ 10 h 20"/>
                <a:gd name="T2" fmla="*/ 9 w 18"/>
                <a:gd name="T3" fmla="*/ 0 h 20"/>
                <a:gd name="T4" fmla="*/ 18 w 18"/>
                <a:gd name="T5" fmla="*/ 10 h 20"/>
                <a:gd name="T6" fmla="*/ 9 w 18"/>
                <a:gd name="T7" fmla="*/ 20 h 20"/>
                <a:gd name="T8" fmla="*/ 0 w 18"/>
                <a:gd name="T9" fmla="*/ 10 h 20"/>
                <a:gd name="T10" fmla="*/ 13 w 18"/>
                <a:gd name="T11" fmla="*/ 10 h 20"/>
                <a:gd name="T12" fmla="*/ 9 w 18"/>
                <a:gd name="T13" fmla="*/ 2 h 20"/>
                <a:gd name="T14" fmla="*/ 4 w 18"/>
                <a:gd name="T15" fmla="*/ 10 h 20"/>
                <a:gd name="T16" fmla="*/ 9 w 18"/>
                <a:gd name="T17" fmla="*/ 19 h 20"/>
                <a:gd name="T18" fmla="*/ 13 w 18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20">
                  <a:moveTo>
                    <a:pt x="0" y="10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10"/>
                  </a:cubicBezTo>
                  <a:cubicBezTo>
                    <a:pt x="18" y="16"/>
                    <a:pt x="14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3" y="10"/>
                  </a:moveTo>
                  <a:cubicBezTo>
                    <a:pt x="13" y="4"/>
                    <a:pt x="12" y="2"/>
                    <a:pt x="9" y="2"/>
                  </a:cubicBezTo>
                  <a:cubicBezTo>
                    <a:pt x="6" y="2"/>
                    <a:pt x="4" y="4"/>
                    <a:pt x="4" y="10"/>
                  </a:cubicBezTo>
                  <a:cubicBezTo>
                    <a:pt x="4" y="16"/>
                    <a:pt x="6" y="19"/>
                    <a:pt x="9" y="19"/>
                  </a:cubicBezTo>
                  <a:cubicBezTo>
                    <a:pt x="12" y="19"/>
                    <a:pt x="13" y="16"/>
                    <a:pt x="13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47"/>
            <p:cNvSpPr/>
            <p:nvPr/>
          </p:nvSpPr>
          <p:spPr bwMode="auto">
            <a:xfrm>
              <a:off x="10533063" y="4276725"/>
              <a:ext cx="30163" cy="55563"/>
            </a:xfrm>
            <a:custGeom>
              <a:avLst/>
              <a:gdLst>
                <a:gd name="T0" fmla="*/ 3 w 15"/>
                <a:gd name="T1" fmla="*/ 10 h 28"/>
                <a:gd name="T2" fmla="*/ 6 w 15"/>
                <a:gd name="T3" fmla="*/ 2 h 28"/>
                <a:gd name="T4" fmla="*/ 11 w 15"/>
                <a:gd name="T5" fmla="*/ 0 h 28"/>
                <a:gd name="T6" fmla="*/ 15 w 15"/>
                <a:gd name="T7" fmla="*/ 2 h 28"/>
                <a:gd name="T8" fmla="*/ 13 w 15"/>
                <a:gd name="T9" fmla="*/ 4 h 28"/>
                <a:gd name="T10" fmla="*/ 10 w 15"/>
                <a:gd name="T11" fmla="*/ 2 h 28"/>
                <a:gd name="T12" fmla="*/ 9 w 15"/>
                <a:gd name="T13" fmla="*/ 1 h 28"/>
                <a:gd name="T14" fmla="*/ 8 w 15"/>
                <a:gd name="T15" fmla="*/ 2 h 28"/>
                <a:gd name="T16" fmla="*/ 7 w 15"/>
                <a:gd name="T17" fmla="*/ 10 h 28"/>
                <a:gd name="T18" fmla="*/ 12 w 15"/>
                <a:gd name="T19" fmla="*/ 10 h 28"/>
                <a:gd name="T20" fmla="*/ 12 w 15"/>
                <a:gd name="T21" fmla="*/ 11 h 28"/>
                <a:gd name="T22" fmla="*/ 7 w 15"/>
                <a:gd name="T23" fmla="*/ 11 h 28"/>
                <a:gd name="T24" fmla="*/ 7 w 15"/>
                <a:gd name="T25" fmla="*/ 20 h 28"/>
                <a:gd name="T26" fmla="*/ 7 w 15"/>
                <a:gd name="T27" fmla="*/ 27 h 28"/>
                <a:gd name="T28" fmla="*/ 10 w 15"/>
                <a:gd name="T29" fmla="*/ 27 h 28"/>
                <a:gd name="T30" fmla="*/ 10 w 15"/>
                <a:gd name="T31" fmla="*/ 28 h 28"/>
                <a:gd name="T32" fmla="*/ 0 w 15"/>
                <a:gd name="T33" fmla="*/ 28 h 28"/>
                <a:gd name="T34" fmla="*/ 0 w 15"/>
                <a:gd name="T35" fmla="*/ 27 h 28"/>
                <a:gd name="T36" fmla="*/ 2 w 15"/>
                <a:gd name="T37" fmla="*/ 27 h 28"/>
                <a:gd name="T38" fmla="*/ 3 w 15"/>
                <a:gd name="T39" fmla="*/ 20 h 28"/>
                <a:gd name="T40" fmla="*/ 3 w 15"/>
                <a:gd name="T41" fmla="*/ 11 h 28"/>
                <a:gd name="T42" fmla="*/ 0 w 15"/>
                <a:gd name="T43" fmla="*/ 11 h 28"/>
                <a:gd name="T44" fmla="*/ 0 w 15"/>
                <a:gd name="T45" fmla="*/ 10 h 28"/>
                <a:gd name="T46" fmla="*/ 3 w 15"/>
                <a:gd name="T4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" h="28">
                  <a:moveTo>
                    <a:pt x="3" y="10"/>
                  </a:moveTo>
                  <a:cubicBezTo>
                    <a:pt x="3" y="6"/>
                    <a:pt x="4" y="4"/>
                    <a:pt x="6" y="2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3" y="0"/>
                    <a:pt x="15" y="0"/>
                    <a:pt x="15" y="2"/>
                  </a:cubicBezTo>
                  <a:cubicBezTo>
                    <a:pt x="15" y="3"/>
                    <a:pt x="15" y="4"/>
                    <a:pt x="13" y="4"/>
                  </a:cubicBezTo>
                  <a:cubicBezTo>
                    <a:pt x="12" y="4"/>
                    <a:pt x="11" y="4"/>
                    <a:pt x="10" y="2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2"/>
                    <a:pt x="8" y="2"/>
                  </a:cubicBezTo>
                  <a:cubicBezTo>
                    <a:pt x="7" y="4"/>
                    <a:pt x="7" y="6"/>
                    <a:pt x="7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5"/>
                    <a:pt x="3" y="23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48"/>
            <p:cNvSpPr/>
            <p:nvPr/>
          </p:nvSpPr>
          <p:spPr bwMode="auto">
            <a:xfrm>
              <a:off x="10579101" y="4294188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9 h 20"/>
                <a:gd name="T16" fmla="*/ 10 w 14"/>
                <a:gd name="T17" fmla="*/ 16 h 20"/>
                <a:gd name="T18" fmla="*/ 6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7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7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2" y="9"/>
                    <a:pt x="14" y="11"/>
                    <a:pt x="14" y="14"/>
                  </a:cubicBezTo>
                  <a:cubicBezTo>
                    <a:pt x="14" y="17"/>
                    <a:pt x="11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8" y="19"/>
                    <a:pt x="10" y="17"/>
                    <a:pt x="10" y="16"/>
                  </a:cubicBezTo>
                  <a:cubicBezTo>
                    <a:pt x="10" y="14"/>
                    <a:pt x="9" y="13"/>
                    <a:pt x="6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2" y="0"/>
                    <a:pt x="7" y="0"/>
                  </a:cubicBezTo>
                  <a:cubicBezTo>
                    <a:pt x="9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8" y="2"/>
                    <a:pt x="7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4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9"/>
            <p:cNvSpPr/>
            <p:nvPr/>
          </p:nvSpPr>
          <p:spPr bwMode="auto">
            <a:xfrm>
              <a:off x="10610851" y="4295775"/>
              <a:ext cx="41275" cy="38100"/>
            </a:xfrm>
            <a:custGeom>
              <a:avLst/>
              <a:gdLst>
                <a:gd name="T0" fmla="*/ 21 w 21"/>
                <a:gd name="T1" fmla="*/ 17 h 19"/>
                <a:gd name="T2" fmla="*/ 21 w 21"/>
                <a:gd name="T3" fmla="*/ 18 h 19"/>
                <a:gd name="T4" fmla="*/ 14 w 21"/>
                <a:gd name="T5" fmla="*/ 19 h 19"/>
                <a:gd name="T6" fmla="*/ 14 w 21"/>
                <a:gd name="T7" fmla="*/ 15 h 19"/>
                <a:gd name="T8" fmla="*/ 8 w 21"/>
                <a:gd name="T9" fmla="*/ 19 h 19"/>
                <a:gd name="T10" fmla="*/ 2 w 21"/>
                <a:gd name="T11" fmla="*/ 12 h 19"/>
                <a:gd name="T12" fmla="*/ 3 w 21"/>
                <a:gd name="T13" fmla="*/ 2 h 19"/>
                <a:gd name="T14" fmla="*/ 0 w 21"/>
                <a:gd name="T15" fmla="*/ 1 h 19"/>
                <a:gd name="T16" fmla="*/ 0 w 21"/>
                <a:gd name="T17" fmla="*/ 0 h 19"/>
                <a:gd name="T18" fmla="*/ 7 w 21"/>
                <a:gd name="T19" fmla="*/ 0 h 19"/>
                <a:gd name="T20" fmla="*/ 7 w 21"/>
                <a:gd name="T21" fmla="*/ 0 h 19"/>
                <a:gd name="T22" fmla="*/ 7 w 21"/>
                <a:gd name="T23" fmla="*/ 5 h 19"/>
                <a:gd name="T24" fmla="*/ 7 w 21"/>
                <a:gd name="T25" fmla="*/ 12 h 19"/>
                <a:gd name="T26" fmla="*/ 10 w 21"/>
                <a:gd name="T27" fmla="*/ 16 h 19"/>
                <a:gd name="T28" fmla="*/ 14 w 21"/>
                <a:gd name="T29" fmla="*/ 14 h 19"/>
                <a:gd name="T30" fmla="*/ 14 w 21"/>
                <a:gd name="T31" fmla="*/ 2 h 19"/>
                <a:gd name="T32" fmla="*/ 12 w 21"/>
                <a:gd name="T33" fmla="*/ 1 h 19"/>
                <a:gd name="T34" fmla="*/ 12 w 21"/>
                <a:gd name="T35" fmla="*/ 1 h 19"/>
                <a:gd name="T36" fmla="*/ 18 w 21"/>
                <a:gd name="T37" fmla="*/ 0 h 19"/>
                <a:gd name="T38" fmla="*/ 19 w 21"/>
                <a:gd name="T39" fmla="*/ 0 h 19"/>
                <a:gd name="T40" fmla="*/ 19 w 21"/>
                <a:gd name="T41" fmla="*/ 5 h 19"/>
                <a:gd name="T42" fmla="*/ 19 w 21"/>
                <a:gd name="T43" fmla="*/ 17 h 19"/>
                <a:gd name="T44" fmla="*/ 21 w 21"/>
                <a:gd name="T45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19">
                  <a:moveTo>
                    <a:pt x="21" y="17"/>
                  </a:moveTo>
                  <a:cubicBezTo>
                    <a:pt x="21" y="18"/>
                    <a:pt x="21" y="18"/>
                    <a:pt x="21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7"/>
                    <a:pt x="10" y="19"/>
                    <a:pt x="8" y="19"/>
                  </a:cubicBezTo>
                  <a:cubicBezTo>
                    <a:pt x="4" y="19"/>
                    <a:pt x="2" y="17"/>
                    <a:pt x="2" y="1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5"/>
                    <a:pt x="8" y="16"/>
                    <a:pt x="10" y="16"/>
                  </a:cubicBezTo>
                  <a:cubicBezTo>
                    <a:pt x="11" y="16"/>
                    <a:pt x="13" y="15"/>
                    <a:pt x="14" y="14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17"/>
                    <a:pt x="19" y="17"/>
                    <a:pt x="19" y="17"/>
                  </a:cubicBezTo>
                  <a:lnTo>
                    <a:pt x="2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50"/>
            <p:cNvSpPr/>
            <p:nvPr/>
          </p:nvSpPr>
          <p:spPr bwMode="auto">
            <a:xfrm>
              <a:off x="10655301" y="4294188"/>
              <a:ext cx="33338" cy="39688"/>
            </a:xfrm>
            <a:custGeom>
              <a:avLst/>
              <a:gdLst>
                <a:gd name="T0" fmla="*/ 12 w 17"/>
                <a:gd name="T1" fmla="*/ 2 h 20"/>
                <a:gd name="T2" fmla="*/ 11 w 17"/>
                <a:gd name="T3" fmla="*/ 2 h 20"/>
                <a:gd name="T4" fmla="*/ 5 w 17"/>
                <a:gd name="T5" fmla="*/ 10 h 20"/>
                <a:gd name="T6" fmla="*/ 11 w 17"/>
                <a:gd name="T7" fmla="*/ 18 h 20"/>
                <a:gd name="T8" fmla="*/ 16 w 17"/>
                <a:gd name="T9" fmla="*/ 15 h 20"/>
                <a:gd name="T10" fmla="*/ 17 w 17"/>
                <a:gd name="T11" fmla="*/ 15 h 20"/>
                <a:gd name="T12" fmla="*/ 10 w 17"/>
                <a:gd name="T13" fmla="*/ 20 h 20"/>
                <a:gd name="T14" fmla="*/ 0 w 17"/>
                <a:gd name="T15" fmla="*/ 10 h 20"/>
                <a:gd name="T16" fmla="*/ 10 w 17"/>
                <a:gd name="T17" fmla="*/ 0 h 20"/>
                <a:gd name="T18" fmla="*/ 17 w 17"/>
                <a:gd name="T19" fmla="*/ 6 h 20"/>
                <a:gd name="T20" fmla="*/ 15 w 17"/>
                <a:gd name="T21" fmla="*/ 7 h 20"/>
                <a:gd name="T22" fmla="*/ 13 w 17"/>
                <a:gd name="T23" fmla="*/ 4 h 20"/>
                <a:gd name="T24" fmla="*/ 12 w 17"/>
                <a:gd name="T2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20">
                  <a:moveTo>
                    <a:pt x="12" y="2"/>
                  </a:moveTo>
                  <a:cubicBezTo>
                    <a:pt x="12" y="2"/>
                    <a:pt x="11" y="2"/>
                    <a:pt x="11" y="2"/>
                  </a:cubicBezTo>
                  <a:cubicBezTo>
                    <a:pt x="8" y="2"/>
                    <a:pt x="5" y="5"/>
                    <a:pt x="5" y="10"/>
                  </a:cubicBezTo>
                  <a:cubicBezTo>
                    <a:pt x="5" y="15"/>
                    <a:pt x="8" y="18"/>
                    <a:pt x="11" y="18"/>
                  </a:cubicBezTo>
                  <a:cubicBezTo>
                    <a:pt x="14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8"/>
                    <a:pt x="13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4" y="0"/>
                    <a:pt x="17" y="3"/>
                    <a:pt x="17" y="6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6"/>
                    <a:pt x="13" y="4"/>
                  </a:cubicBezTo>
                  <a:lnTo>
                    <a:pt x="1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51"/>
            <p:cNvSpPr/>
            <p:nvPr/>
          </p:nvSpPr>
          <p:spPr bwMode="auto">
            <a:xfrm>
              <a:off x="10694988" y="4294188"/>
              <a:ext cx="31750" cy="39688"/>
            </a:xfrm>
            <a:custGeom>
              <a:avLst/>
              <a:gdLst>
                <a:gd name="T0" fmla="*/ 11 w 16"/>
                <a:gd name="T1" fmla="*/ 2 h 20"/>
                <a:gd name="T2" fmla="*/ 10 w 16"/>
                <a:gd name="T3" fmla="*/ 2 h 20"/>
                <a:gd name="T4" fmla="*/ 4 w 16"/>
                <a:gd name="T5" fmla="*/ 10 h 20"/>
                <a:gd name="T6" fmla="*/ 11 w 16"/>
                <a:gd name="T7" fmla="*/ 18 h 20"/>
                <a:gd name="T8" fmla="*/ 16 w 16"/>
                <a:gd name="T9" fmla="*/ 15 h 20"/>
                <a:gd name="T10" fmla="*/ 16 w 16"/>
                <a:gd name="T11" fmla="*/ 15 h 20"/>
                <a:gd name="T12" fmla="*/ 9 w 16"/>
                <a:gd name="T13" fmla="*/ 20 h 20"/>
                <a:gd name="T14" fmla="*/ 0 w 16"/>
                <a:gd name="T15" fmla="*/ 10 h 20"/>
                <a:gd name="T16" fmla="*/ 9 w 16"/>
                <a:gd name="T17" fmla="*/ 0 h 20"/>
                <a:gd name="T18" fmla="*/ 16 w 16"/>
                <a:gd name="T19" fmla="*/ 6 h 20"/>
                <a:gd name="T20" fmla="*/ 14 w 16"/>
                <a:gd name="T21" fmla="*/ 7 h 20"/>
                <a:gd name="T22" fmla="*/ 12 w 16"/>
                <a:gd name="T23" fmla="*/ 4 h 20"/>
                <a:gd name="T24" fmla="*/ 11 w 16"/>
                <a:gd name="T2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" h="20">
                  <a:moveTo>
                    <a:pt x="11" y="2"/>
                  </a:moveTo>
                  <a:cubicBezTo>
                    <a:pt x="11" y="2"/>
                    <a:pt x="10" y="2"/>
                    <a:pt x="10" y="2"/>
                  </a:cubicBezTo>
                  <a:cubicBezTo>
                    <a:pt x="7" y="2"/>
                    <a:pt x="4" y="5"/>
                    <a:pt x="4" y="10"/>
                  </a:cubicBezTo>
                  <a:cubicBezTo>
                    <a:pt x="4" y="15"/>
                    <a:pt x="7" y="18"/>
                    <a:pt x="11" y="18"/>
                  </a:cubicBezTo>
                  <a:cubicBezTo>
                    <a:pt x="13" y="18"/>
                    <a:pt x="14" y="17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5" y="18"/>
                    <a:pt x="12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6" y="3"/>
                    <a:pt x="16" y="6"/>
                  </a:cubicBezTo>
                  <a:cubicBezTo>
                    <a:pt x="16" y="7"/>
                    <a:pt x="15" y="7"/>
                    <a:pt x="14" y="7"/>
                  </a:cubicBezTo>
                  <a:cubicBezTo>
                    <a:pt x="13" y="7"/>
                    <a:pt x="12" y="6"/>
                    <a:pt x="12" y="4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52"/>
            <p:cNvSpPr>
              <a:spLocks noEditPoints="1"/>
            </p:cNvSpPr>
            <p:nvPr/>
          </p:nvSpPr>
          <p:spPr bwMode="auto">
            <a:xfrm>
              <a:off x="10731501" y="4294188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7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5" y="18"/>
                    <a:pt x="13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2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53"/>
            <p:cNvSpPr/>
            <p:nvPr/>
          </p:nvSpPr>
          <p:spPr bwMode="auto">
            <a:xfrm>
              <a:off x="10771188" y="4294188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9 h 20"/>
                <a:gd name="T16" fmla="*/ 10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7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7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1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9" y="19"/>
                    <a:pt x="10" y="17"/>
                    <a:pt x="10" y="16"/>
                  </a:cubicBezTo>
                  <a:cubicBezTo>
                    <a:pt x="10" y="14"/>
                    <a:pt x="9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8" y="2"/>
                    <a:pt x="7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54"/>
            <p:cNvSpPr/>
            <p:nvPr/>
          </p:nvSpPr>
          <p:spPr bwMode="auto">
            <a:xfrm>
              <a:off x="10804526" y="4294188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9 h 20"/>
                <a:gd name="T16" fmla="*/ 10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7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8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1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9" y="19"/>
                    <a:pt x="10" y="17"/>
                    <a:pt x="10" y="16"/>
                  </a:cubicBezTo>
                  <a:cubicBezTo>
                    <a:pt x="10" y="14"/>
                    <a:pt x="10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9" y="2"/>
                    <a:pt x="8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55"/>
            <p:cNvSpPr/>
            <p:nvPr/>
          </p:nvSpPr>
          <p:spPr bwMode="auto">
            <a:xfrm>
              <a:off x="9296401" y="4383088"/>
              <a:ext cx="44450" cy="49213"/>
            </a:xfrm>
            <a:custGeom>
              <a:avLst/>
              <a:gdLst>
                <a:gd name="T0" fmla="*/ 14 w 22"/>
                <a:gd name="T1" fmla="*/ 1 h 25"/>
                <a:gd name="T2" fmla="*/ 14 w 22"/>
                <a:gd name="T3" fmla="*/ 12 h 25"/>
                <a:gd name="T4" fmla="*/ 14 w 22"/>
                <a:gd name="T5" fmla="*/ 13 h 25"/>
                <a:gd name="T6" fmla="*/ 14 w 22"/>
                <a:gd name="T7" fmla="*/ 24 h 25"/>
                <a:gd name="T8" fmla="*/ 17 w 22"/>
                <a:gd name="T9" fmla="*/ 24 h 25"/>
                <a:gd name="T10" fmla="*/ 17 w 22"/>
                <a:gd name="T11" fmla="*/ 25 h 25"/>
                <a:gd name="T12" fmla="*/ 5 w 22"/>
                <a:gd name="T13" fmla="*/ 25 h 25"/>
                <a:gd name="T14" fmla="*/ 5 w 22"/>
                <a:gd name="T15" fmla="*/ 24 h 25"/>
                <a:gd name="T16" fmla="*/ 9 w 22"/>
                <a:gd name="T17" fmla="*/ 24 h 25"/>
                <a:gd name="T18" fmla="*/ 9 w 22"/>
                <a:gd name="T19" fmla="*/ 13 h 25"/>
                <a:gd name="T20" fmla="*/ 9 w 22"/>
                <a:gd name="T21" fmla="*/ 12 h 25"/>
                <a:gd name="T22" fmla="*/ 9 w 22"/>
                <a:gd name="T23" fmla="*/ 1 h 25"/>
                <a:gd name="T24" fmla="*/ 4 w 22"/>
                <a:gd name="T25" fmla="*/ 1 h 25"/>
                <a:gd name="T26" fmla="*/ 2 w 22"/>
                <a:gd name="T27" fmla="*/ 7 h 25"/>
                <a:gd name="T28" fmla="*/ 0 w 22"/>
                <a:gd name="T29" fmla="*/ 7 h 25"/>
                <a:gd name="T30" fmla="*/ 0 w 22"/>
                <a:gd name="T31" fmla="*/ 0 h 25"/>
                <a:gd name="T32" fmla="*/ 22 w 22"/>
                <a:gd name="T33" fmla="*/ 0 h 25"/>
                <a:gd name="T34" fmla="*/ 22 w 22"/>
                <a:gd name="T35" fmla="*/ 7 h 25"/>
                <a:gd name="T36" fmla="*/ 21 w 22"/>
                <a:gd name="T37" fmla="*/ 7 h 25"/>
                <a:gd name="T38" fmla="*/ 19 w 22"/>
                <a:gd name="T39" fmla="*/ 1 h 25"/>
                <a:gd name="T40" fmla="*/ 14 w 22"/>
                <a:gd name="T41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25">
                  <a:moveTo>
                    <a:pt x="14" y="1"/>
                  </a:moveTo>
                  <a:cubicBezTo>
                    <a:pt x="14" y="5"/>
                    <a:pt x="14" y="8"/>
                    <a:pt x="14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7"/>
                    <a:pt x="14" y="20"/>
                    <a:pt x="14" y="24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0"/>
                    <a:pt x="9" y="17"/>
                    <a:pt x="9" y="1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8"/>
                    <a:pt x="9" y="5"/>
                    <a:pt x="9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19" y="1"/>
                    <a:pt x="19" y="1"/>
                    <a:pt x="19" y="1"/>
                  </a:cubicBezTo>
                  <a:lnTo>
                    <a:pt x="14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56"/>
            <p:cNvSpPr/>
            <p:nvPr/>
          </p:nvSpPr>
          <p:spPr bwMode="auto">
            <a:xfrm>
              <a:off x="9344026" y="4376738"/>
              <a:ext cx="42863" cy="55563"/>
            </a:xfrm>
            <a:custGeom>
              <a:avLst/>
              <a:gdLst>
                <a:gd name="T0" fmla="*/ 22 w 22"/>
                <a:gd name="T1" fmla="*/ 27 h 28"/>
                <a:gd name="T2" fmla="*/ 22 w 22"/>
                <a:gd name="T3" fmla="*/ 28 h 28"/>
                <a:gd name="T4" fmla="*/ 12 w 22"/>
                <a:gd name="T5" fmla="*/ 28 h 28"/>
                <a:gd name="T6" fmla="*/ 12 w 22"/>
                <a:gd name="T7" fmla="*/ 27 h 28"/>
                <a:gd name="T8" fmla="*/ 15 w 22"/>
                <a:gd name="T9" fmla="*/ 27 h 28"/>
                <a:gd name="T10" fmla="*/ 15 w 22"/>
                <a:gd name="T11" fmla="*/ 20 h 28"/>
                <a:gd name="T12" fmla="*/ 15 w 22"/>
                <a:gd name="T13" fmla="*/ 16 h 28"/>
                <a:gd name="T14" fmla="*/ 12 w 22"/>
                <a:gd name="T15" fmla="*/ 12 h 28"/>
                <a:gd name="T16" fmla="*/ 8 w 22"/>
                <a:gd name="T17" fmla="*/ 14 h 28"/>
                <a:gd name="T18" fmla="*/ 8 w 22"/>
                <a:gd name="T19" fmla="*/ 20 h 28"/>
                <a:gd name="T20" fmla="*/ 8 w 22"/>
                <a:gd name="T21" fmla="*/ 27 h 28"/>
                <a:gd name="T22" fmla="*/ 10 w 22"/>
                <a:gd name="T23" fmla="*/ 27 h 28"/>
                <a:gd name="T24" fmla="*/ 10 w 22"/>
                <a:gd name="T25" fmla="*/ 28 h 28"/>
                <a:gd name="T26" fmla="*/ 1 w 22"/>
                <a:gd name="T27" fmla="*/ 28 h 28"/>
                <a:gd name="T28" fmla="*/ 1 w 22"/>
                <a:gd name="T29" fmla="*/ 27 h 28"/>
                <a:gd name="T30" fmla="*/ 3 w 22"/>
                <a:gd name="T31" fmla="*/ 27 h 28"/>
                <a:gd name="T32" fmla="*/ 3 w 22"/>
                <a:gd name="T33" fmla="*/ 20 h 28"/>
                <a:gd name="T34" fmla="*/ 3 w 22"/>
                <a:gd name="T35" fmla="*/ 3 h 28"/>
                <a:gd name="T36" fmla="*/ 0 w 22"/>
                <a:gd name="T37" fmla="*/ 3 h 28"/>
                <a:gd name="T38" fmla="*/ 0 w 22"/>
                <a:gd name="T39" fmla="*/ 2 h 28"/>
                <a:gd name="T40" fmla="*/ 7 w 22"/>
                <a:gd name="T41" fmla="*/ 0 h 28"/>
                <a:gd name="T42" fmla="*/ 8 w 22"/>
                <a:gd name="T43" fmla="*/ 0 h 28"/>
                <a:gd name="T44" fmla="*/ 8 w 22"/>
                <a:gd name="T45" fmla="*/ 6 h 28"/>
                <a:gd name="T46" fmla="*/ 8 w 22"/>
                <a:gd name="T47" fmla="*/ 13 h 28"/>
                <a:gd name="T48" fmla="*/ 14 w 22"/>
                <a:gd name="T49" fmla="*/ 9 h 28"/>
                <a:gd name="T50" fmla="*/ 19 w 22"/>
                <a:gd name="T51" fmla="*/ 16 h 28"/>
                <a:gd name="T52" fmla="*/ 19 w 22"/>
                <a:gd name="T53" fmla="*/ 20 h 28"/>
                <a:gd name="T54" fmla="*/ 20 w 22"/>
                <a:gd name="T55" fmla="*/ 27 h 28"/>
                <a:gd name="T56" fmla="*/ 22 w 22"/>
                <a:gd name="T5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" h="28">
                  <a:moveTo>
                    <a:pt x="22" y="27"/>
                  </a:moveTo>
                  <a:cubicBezTo>
                    <a:pt x="22" y="28"/>
                    <a:pt x="22" y="28"/>
                    <a:pt x="2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5"/>
                    <a:pt x="15" y="22"/>
                    <a:pt x="15" y="2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3"/>
                    <a:pt x="14" y="12"/>
                    <a:pt x="12" y="12"/>
                  </a:cubicBezTo>
                  <a:cubicBezTo>
                    <a:pt x="11" y="12"/>
                    <a:pt x="9" y="12"/>
                    <a:pt x="8" y="14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5"/>
                    <a:pt x="8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10" y="10"/>
                    <a:pt x="12" y="9"/>
                    <a:pt x="14" y="9"/>
                  </a:cubicBezTo>
                  <a:cubicBezTo>
                    <a:pt x="17" y="9"/>
                    <a:pt x="19" y="11"/>
                    <a:pt x="19" y="16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2"/>
                    <a:pt x="19" y="25"/>
                    <a:pt x="20" y="27"/>
                  </a:cubicBezTo>
                  <a:lnTo>
                    <a:pt x="22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57"/>
            <p:cNvSpPr>
              <a:spLocks noEditPoints="1"/>
            </p:cNvSpPr>
            <p:nvPr/>
          </p:nvSpPr>
          <p:spPr bwMode="auto">
            <a:xfrm>
              <a:off x="9391651" y="4394200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10 w 17"/>
                <a:gd name="T9" fmla="*/ 20 h 20"/>
                <a:gd name="T10" fmla="*/ 0 w 17"/>
                <a:gd name="T11" fmla="*/ 10 h 20"/>
                <a:gd name="T12" fmla="*/ 10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4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8"/>
                    <a:pt x="13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3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58"/>
            <p:cNvSpPr/>
            <p:nvPr/>
          </p:nvSpPr>
          <p:spPr bwMode="auto">
            <a:xfrm>
              <a:off x="9431338" y="4394200"/>
              <a:ext cx="30163" cy="38100"/>
            </a:xfrm>
            <a:custGeom>
              <a:avLst/>
              <a:gdLst>
                <a:gd name="T0" fmla="*/ 7 w 16"/>
                <a:gd name="T1" fmla="*/ 5 h 19"/>
                <a:gd name="T2" fmla="*/ 12 w 16"/>
                <a:gd name="T3" fmla="*/ 0 h 19"/>
                <a:gd name="T4" fmla="*/ 16 w 16"/>
                <a:gd name="T5" fmla="*/ 3 h 19"/>
                <a:gd name="T6" fmla="*/ 13 w 16"/>
                <a:gd name="T7" fmla="*/ 5 h 19"/>
                <a:gd name="T8" fmla="*/ 10 w 16"/>
                <a:gd name="T9" fmla="*/ 3 h 19"/>
                <a:gd name="T10" fmla="*/ 10 w 16"/>
                <a:gd name="T11" fmla="*/ 3 h 19"/>
                <a:gd name="T12" fmla="*/ 7 w 16"/>
                <a:gd name="T13" fmla="*/ 8 h 19"/>
                <a:gd name="T14" fmla="*/ 7 w 16"/>
                <a:gd name="T15" fmla="*/ 11 h 19"/>
                <a:gd name="T16" fmla="*/ 7 w 16"/>
                <a:gd name="T17" fmla="*/ 18 h 19"/>
                <a:gd name="T18" fmla="*/ 10 w 16"/>
                <a:gd name="T19" fmla="*/ 18 h 19"/>
                <a:gd name="T20" fmla="*/ 10 w 16"/>
                <a:gd name="T21" fmla="*/ 19 h 19"/>
                <a:gd name="T22" fmla="*/ 0 w 16"/>
                <a:gd name="T23" fmla="*/ 19 h 19"/>
                <a:gd name="T24" fmla="*/ 0 w 16"/>
                <a:gd name="T25" fmla="*/ 18 h 19"/>
                <a:gd name="T26" fmla="*/ 2 w 16"/>
                <a:gd name="T27" fmla="*/ 18 h 19"/>
                <a:gd name="T28" fmla="*/ 2 w 16"/>
                <a:gd name="T29" fmla="*/ 11 h 19"/>
                <a:gd name="T30" fmla="*/ 2 w 16"/>
                <a:gd name="T31" fmla="*/ 9 h 19"/>
                <a:gd name="T32" fmla="*/ 2 w 16"/>
                <a:gd name="T33" fmla="*/ 4 h 19"/>
                <a:gd name="T34" fmla="*/ 0 w 16"/>
                <a:gd name="T35" fmla="*/ 3 h 19"/>
                <a:gd name="T36" fmla="*/ 0 w 16"/>
                <a:gd name="T37" fmla="*/ 2 h 19"/>
                <a:gd name="T38" fmla="*/ 6 w 16"/>
                <a:gd name="T39" fmla="*/ 0 h 19"/>
                <a:gd name="T40" fmla="*/ 7 w 16"/>
                <a:gd name="T41" fmla="*/ 1 h 19"/>
                <a:gd name="T42" fmla="*/ 7 w 16"/>
                <a:gd name="T43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9">
                  <a:moveTo>
                    <a:pt x="7" y="5"/>
                  </a:moveTo>
                  <a:cubicBezTo>
                    <a:pt x="8" y="2"/>
                    <a:pt x="10" y="0"/>
                    <a:pt x="12" y="0"/>
                  </a:cubicBezTo>
                  <a:cubicBezTo>
                    <a:pt x="14" y="0"/>
                    <a:pt x="15" y="1"/>
                    <a:pt x="16" y="3"/>
                  </a:cubicBezTo>
                  <a:cubicBezTo>
                    <a:pt x="15" y="4"/>
                    <a:pt x="15" y="5"/>
                    <a:pt x="13" y="5"/>
                  </a:cubicBezTo>
                  <a:cubicBezTo>
                    <a:pt x="12" y="5"/>
                    <a:pt x="11" y="4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4"/>
                    <a:pt x="8" y="6"/>
                    <a:pt x="7" y="8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6"/>
                    <a:pt x="7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3"/>
                    <a:pt x="2" y="11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6"/>
                    <a:pt x="2" y="5"/>
                    <a:pt x="2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9"/>
            <p:cNvSpPr>
              <a:spLocks noEditPoints="1"/>
            </p:cNvSpPr>
            <p:nvPr/>
          </p:nvSpPr>
          <p:spPr bwMode="auto">
            <a:xfrm>
              <a:off x="9464676" y="4394200"/>
              <a:ext cx="30163" cy="39688"/>
            </a:xfrm>
            <a:custGeom>
              <a:avLst/>
              <a:gdLst>
                <a:gd name="T0" fmla="*/ 4 w 16"/>
                <a:gd name="T1" fmla="*/ 10 h 20"/>
                <a:gd name="T2" fmla="*/ 10 w 16"/>
                <a:gd name="T3" fmla="*/ 18 h 20"/>
                <a:gd name="T4" fmla="*/ 16 w 16"/>
                <a:gd name="T5" fmla="*/ 15 h 20"/>
                <a:gd name="T6" fmla="*/ 16 w 16"/>
                <a:gd name="T7" fmla="*/ 15 h 20"/>
                <a:gd name="T8" fmla="*/ 9 w 16"/>
                <a:gd name="T9" fmla="*/ 20 h 20"/>
                <a:gd name="T10" fmla="*/ 0 w 16"/>
                <a:gd name="T11" fmla="*/ 10 h 20"/>
                <a:gd name="T12" fmla="*/ 9 w 16"/>
                <a:gd name="T13" fmla="*/ 0 h 20"/>
                <a:gd name="T14" fmla="*/ 16 w 16"/>
                <a:gd name="T15" fmla="*/ 8 h 20"/>
                <a:gd name="T16" fmla="*/ 16 w 16"/>
                <a:gd name="T17" fmla="*/ 10 h 20"/>
                <a:gd name="T18" fmla="*/ 4 w 16"/>
                <a:gd name="T19" fmla="*/ 10 h 20"/>
                <a:gd name="T20" fmla="*/ 10 w 16"/>
                <a:gd name="T21" fmla="*/ 9 h 20"/>
                <a:gd name="T22" fmla="*/ 12 w 16"/>
                <a:gd name="T23" fmla="*/ 6 h 20"/>
                <a:gd name="T24" fmla="*/ 9 w 16"/>
                <a:gd name="T25" fmla="*/ 2 h 20"/>
                <a:gd name="T26" fmla="*/ 4 w 16"/>
                <a:gd name="T27" fmla="*/ 9 h 20"/>
                <a:gd name="T28" fmla="*/ 10 w 16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20">
                  <a:moveTo>
                    <a:pt x="4" y="10"/>
                  </a:moveTo>
                  <a:cubicBezTo>
                    <a:pt x="4" y="15"/>
                    <a:pt x="7" y="18"/>
                    <a:pt x="10" y="18"/>
                  </a:cubicBezTo>
                  <a:cubicBezTo>
                    <a:pt x="13" y="18"/>
                    <a:pt x="14" y="17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5" y="18"/>
                    <a:pt x="12" y="20"/>
                    <a:pt x="9" y="20"/>
                  </a:cubicBezTo>
                  <a:cubicBezTo>
                    <a:pt x="3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6" y="4"/>
                    <a:pt x="16" y="8"/>
                  </a:cubicBezTo>
                  <a:cubicBezTo>
                    <a:pt x="16" y="9"/>
                    <a:pt x="16" y="9"/>
                    <a:pt x="16" y="10"/>
                  </a:cubicBezTo>
                  <a:lnTo>
                    <a:pt x="4" y="10"/>
                  </a:lnTo>
                  <a:close/>
                  <a:moveTo>
                    <a:pt x="10" y="9"/>
                  </a:moveTo>
                  <a:cubicBezTo>
                    <a:pt x="12" y="9"/>
                    <a:pt x="12" y="8"/>
                    <a:pt x="12" y="6"/>
                  </a:cubicBezTo>
                  <a:cubicBezTo>
                    <a:pt x="12" y="3"/>
                    <a:pt x="11" y="2"/>
                    <a:pt x="9" y="2"/>
                  </a:cubicBezTo>
                  <a:cubicBezTo>
                    <a:pt x="6" y="2"/>
                    <a:pt x="5" y="4"/>
                    <a:pt x="4" y="9"/>
                  </a:cubicBezTo>
                  <a:lnTo>
                    <a:pt x="1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60"/>
            <p:cNvSpPr>
              <a:spLocks noEditPoints="1"/>
            </p:cNvSpPr>
            <p:nvPr/>
          </p:nvSpPr>
          <p:spPr bwMode="auto">
            <a:xfrm>
              <a:off x="9518651" y="4376738"/>
              <a:ext cx="17463" cy="55563"/>
            </a:xfrm>
            <a:custGeom>
              <a:avLst/>
              <a:gdLst>
                <a:gd name="T0" fmla="*/ 9 w 9"/>
                <a:gd name="T1" fmla="*/ 27 h 28"/>
                <a:gd name="T2" fmla="*/ 9 w 9"/>
                <a:gd name="T3" fmla="*/ 28 h 28"/>
                <a:gd name="T4" fmla="*/ 0 w 9"/>
                <a:gd name="T5" fmla="*/ 28 h 28"/>
                <a:gd name="T6" fmla="*/ 0 w 9"/>
                <a:gd name="T7" fmla="*/ 27 h 28"/>
                <a:gd name="T8" fmla="*/ 2 w 9"/>
                <a:gd name="T9" fmla="*/ 27 h 28"/>
                <a:gd name="T10" fmla="*/ 2 w 9"/>
                <a:gd name="T11" fmla="*/ 20 h 28"/>
                <a:gd name="T12" fmla="*/ 2 w 9"/>
                <a:gd name="T13" fmla="*/ 18 h 28"/>
                <a:gd name="T14" fmla="*/ 2 w 9"/>
                <a:gd name="T15" fmla="*/ 13 h 28"/>
                <a:gd name="T16" fmla="*/ 0 w 9"/>
                <a:gd name="T17" fmla="*/ 12 h 28"/>
                <a:gd name="T18" fmla="*/ 0 w 9"/>
                <a:gd name="T19" fmla="*/ 11 h 28"/>
                <a:gd name="T20" fmla="*/ 7 w 9"/>
                <a:gd name="T21" fmla="*/ 9 h 28"/>
                <a:gd name="T22" fmla="*/ 7 w 9"/>
                <a:gd name="T23" fmla="*/ 10 h 28"/>
                <a:gd name="T24" fmla="*/ 7 w 9"/>
                <a:gd name="T25" fmla="*/ 15 h 28"/>
                <a:gd name="T26" fmla="*/ 7 w 9"/>
                <a:gd name="T27" fmla="*/ 20 h 28"/>
                <a:gd name="T28" fmla="*/ 7 w 9"/>
                <a:gd name="T29" fmla="*/ 27 h 28"/>
                <a:gd name="T30" fmla="*/ 9 w 9"/>
                <a:gd name="T31" fmla="*/ 27 h 28"/>
                <a:gd name="T32" fmla="*/ 2 w 9"/>
                <a:gd name="T33" fmla="*/ 3 h 28"/>
                <a:gd name="T34" fmla="*/ 5 w 9"/>
                <a:gd name="T35" fmla="*/ 0 h 28"/>
                <a:gd name="T36" fmla="*/ 7 w 9"/>
                <a:gd name="T37" fmla="*/ 3 h 28"/>
                <a:gd name="T38" fmla="*/ 5 w 9"/>
                <a:gd name="T39" fmla="*/ 5 h 28"/>
                <a:gd name="T40" fmla="*/ 2 w 9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28">
                  <a:moveTo>
                    <a:pt x="9" y="27"/>
                  </a:moveTo>
                  <a:cubicBezTo>
                    <a:pt x="9" y="28"/>
                    <a:pt x="9" y="28"/>
                    <a:pt x="9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5"/>
                    <a:pt x="2" y="22"/>
                    <a:pt x="2" y="20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4"/>
                    <a:pt x="2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lnTo>
                    <a:pt x="9" y="27"/>
                  </a:lnTo>
                  <a:close/>
                  <a:moveTo>
                    <a:pt x="2" y="3"/>
                  </a:moveTo>
                  <a:cubicBezTo>
                    <a:pt x="2" y="1"/>
                    <a:pt x="3" y="0"/>
                    <a:pt x="5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6" y="5"/>
                    <a:pt x="5" y="5"/>
                  </a:cubicBezTo>
                  <a:cubicBezTo>
                    <a:pt x="3" y="5"/>
                    <a:pt x="2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61"/>
            <p:cNvSpPr/>
            <p:nvPr/>
          </p:nvSpPr>
          <p:spPr bwMode="auto">
            <a:xfrm>
              <a:off x="9542463" y="4394200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9 h 20"/>
                <a:gd name="T16" fmla="*/ 10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7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8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1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9" y="19"/>
                    <a:pt x="10" y="17"/>
                    <a:pt x="10" y="16"/>
                  </a:cubicBezTo>
                  <a:cubicBezTo>
                    <a:pt x="10" y="14"/>
                    <a:pt x="10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9" y="2"/>
                    <a:pt x="8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62"/>
            <p:cNvSpPr>
              <a:spLocks noEditPoints="1"/>
            </p:cNvSpPr>
            <p:nvPr/>
          </p:nvSpPr>
          <p:spPr bwMode="auto">
            <a:xfrm>
              <a:off x="9591676" y="4394200"/>
              <a:ext cx="41275" cy="55563"/>
            </a:xfrm>
            <a:custGeom>
              <a:avLst/>
              <a:gdLst>
                <a:gd name="T0" fmla="*/ 8 w 21"/>
                <a:gd name="T1" fmla="*/ 3 h 28"/>
                <a:gd name="T2" fmla="*/ 13 w 21"/>
                <a:gd name="T3" fmla="*/ 0 h 28"/>
                <a:gd name="T4" fmla="*/ 21 w 21"/>
                <a:gd name="T5" fmla="*/ 10 h 28"/>
                <a:gd name="T6" fmla="*/ 13 w 21"/>
                <a:gd name="T7" fmla="*/ 20 h 28"/>
                <a:gd name="T8" fmla="*/ 8 w 21"/>
                <a:gd name="T9" fmla="*/ 17 h 28"/>
                <a:gd name="T10" fmla="*/ 8 w 21"/>
                <a:gd name="T11" fmla="*/ 20 h 28"/>
                <a:gd name="T12" fmla="*/ 8 w 21"/>
                <a:gd name="T13" fmla="*/ 27 h 28"/>
                <a:gd name="T14" fmla="*/ 11 w 21"/>
                <a:gd name="T15" fmla="*/ 27 h 28"/>
                <a:gd name="T16" fmla="*/ 11 w 21"/>
                <a:gd name="T17" fmla="*/ 28 h 28"/>
                <a:gd name="T18" fmla="*/ 0 w 21"/>
                <a:gd name="T19" fmla="*/ 28 h 28"/>
                <a:gd name="T20" fmla="*/ 0 w 21"/>
                <a:gd name="T21" fmla="*/ 27 h 28"/>
                <a:gd name="T22" fmla="*/ 3 w 21"/>
                <a:gd name="T23" fmla="*/ 27 h 28"/>
                <a:gd name="T24" fmla="*/ 3 w 21"/>
                <a:gd name="T25" fmla="*/ 20 h 28"/>
                <a:gd name="T26" fmla="*/ 3 w 21"/>
                <a:gd name="T27" fmla="*/ 9 h 28"/>
                <a:gd name="T28" fmla="*/ 3 w 21"/>
                <a:gd name="T29" fmla="*/ 4 h 28"/>
                <a:gd name="T30" fmla="*/ 0 w 21"/>
                <a:gd name="T31" fmla="*/ 3 h 28"/>
                <a:gd name="T32" fmla="*/ 0 w 21"/>
                <a:gd name="T33" fmla="*/ 2 h 28"/>
                <a:gd name="T34" fmla="*/ 7 w 21"/>
                <a:gd name="T35" fmla="*/ 0 h 28"/>
                <a:gd name="T36" fmla="*/ 7 w 21"/>
                <a:gd name="T37" fmla="*/ 1 h 28"/>
                <a:gd name="T38" fmla="*/ 8 w 21"/>
                <a:gd name="T39" fmla="*/ 3 h 28"/>
                <a:gd name="T40" fmla="*/ 8 w 21"/>
                <a:gd name="T41" fmla="*/ 16 h 28"/>
                <a:gd name="T42" fmla="*/ 11 w 21"/>
                <a:gd name="T43" fmla="*/ 18 h 28"/>
                <a:gd name="T44" fmla="*/ 16 w 21"/>
                <a:gd name="T45" fmla="*/ 10 h 28"/>
                <a:gd name="T46" fmla="*/ 11 w 21"/>
                <a:gd name="T47" fmla="*/ 2 h 28"/>
                <a:gd name="T48" fmla="*/ 8 w 21"/>
                <a:gd name="T49" fmla="*/ 4 h 28"/>
                <a:gd name="T50" fmla="*/ 8 w 21"/>
                <a:gd name="T51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1" h="28">
                  <a:moveTo>
                    <a:pt x="8" y="3"/>
                  </a:moveTo>
                  <a:cubicBezTo>
                    <a:pt x="9" y="1"/>
                    <a:pt x="11" y="0"/>
                    <a:pt x="13" y="0"/>
                  </a:cubicBezTo>
                  <a:cubicBezTo>
                    <a:pt x="18" y="0"/>
                    <a:pt x="21" y="4"/>
                    <a:pt x="21" y="10"/>
                  </a:cubicBezTo>
                  <a:cubicBezTo>
                    <a:pt x="21" y="16"/>
                    <a:pt x="17" y="20"/>
                    <a:pt x="13" y="20"/>
                  </a:cubicBezTo>
                  <a:cubicBezTo>
                    <a:pt x="11" y="20"/>
                    <a:pt x="9" y="19"/>
                    <a:pt x="8" y="1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4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4"/>
                    <a:pt x="3" y="22"/>
                    <a:pt x="3" y="2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7"/>
                    <a:pt x="3" y="5"/>
                    <a:pt x="3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8" y="3"/>
                  </a:lnTo>
                  <a:close/>
                  <a:moveTo>
                    <a:pt x="8" y="16"/>
                  </a:moveTo>
                  <a:cubicBezTo>
                    <a:pt x="9" y="17"/>
                    <a:pt x="10" y="18"/>
                    <a:pt x="11" y="18"/>
                  </a:cubicBezTo>
                  <a:cubicBezTo>
                    <a:pt x="14" y="18"/>
                    <a:pt x="16" y="16"/>
                    <a:pt x="16" y="10"/>
                  </a:cubicBezTo>
                  <a:cubicBezTo>
                    <a:pt x="16" y="5"/>
                    <a:pt x="14" y="2"/>
                    <a:pt x="11" y="2"/>
                  </a:cubicBezTo>
                  <a:cubicBezTo>
                    <a:pt x="10" y="2"/>
                    <a:pt x="9" y="3"/>
                    <a:pt x="8" y="4"/>
                  </a:cubicBezTo>
                  <a:lnTo>
                    <a:pt x="8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63"/>
            <p:cNvSpPr/>
            <p:nvPr/>
          </p:nvSpPr>
          <p:spPr bwMode="auto">
            <a:xfrm>
              <a:off x="9636126" y="4376738"/>
              <a:ext cx="20638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0 w 10"/>
                <a:gd name="T5" fmla="*/ 28 h 28"/>
                <a:gd name="T6" fmla="*/ 0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3 h 28"/>
                <a:gd name="T14" fmla="*/ 0 w 10"/>
                <a:gd name="T15" fmla="*/ 3 h 28"/>
                <a:gd name="T16" fmla="*/ 0 w 10"/>
                <a:gd name="T17" fmla="*/ 2 h 28"/>
                <a:gd name="T18" fmla="*/ 7 w 10"/>
                <a:gd name="T19" fmla="*/ 0 h 28"/>
                <a:gd name="T20" fmla="*/ 8 w 10"/>
                <a:gd name="T21" fmla="*/ 0 h 28"/>
                <a:gd name="T22" fmla="*/ 7 w 10"/>
                <a:gd name="T23" fmla="*/ 6 h 28"/>
                <a:gd name="T24" fmla="*/ 7 w 10"/>
                <a:gd name="T25" fmla="*/ 20 h 28"/>
                <a:gd name="T26" fmla="*/ 8 w 10"/>
                <a:gd name="T27" fmla="*/ 27 h 28"/>
                <a:gd name="T28" fmla="*/ 10 w 10"/>
                <a:gd name="T29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8" y="27"/>
                  </a:cubicBezTo>
                  <a:lnTo>
                    <a:pt x="1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64"/>
            <p:cNvSpPr>
              <a:spLocks noEditPoints="1"/>
            </p:cNvSpPr>
            <p:nvPr/>
          </p:nvSpPr>
          <p:spPr bwMode="auto">
            <a:xfrm>
              <a:off x="9661526" y="4394200"/>
              <a:ext cx="33338" cy="39688"/>
            </a:xfrm>
            <a:custGeom>
              <a:avLst/>
              <a:gdLst>
                <a:gd name="T0" fmla="*/ 4 w 17"/>
                <a:gd name="T1" fmla="*/ 10 h 20"/>
                <a:gd name="T2" fmla="*/ 10 w 17"/>
                <a:gd name="T3" fmla="*/ 18 h 20"/>
                <a:gd name="T4" fmla="*/ 16 w 17"/>
                <a:gd name="T5" fmla="*/ 15 h 20"/>
                <a:gd name="T6" fmla="*/ 16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6 w 17"/>
                <a:gd name="T17" fmla="*/ 10 h 20"/>
                <a:gd name="T18" fmla="*/ 4 w 17"/>
                <a:gd name="T19" fmla="*/ 10 h 20"/>
                <a:gd name="T20" fmla="*/ 10 w 17"/>
                <a:gd name="T21" fmla="*/ 9 h 20"/>
                <a:gd name="T22" fmla="*/ 12 w 17"/>
                <a:gd name="T23" fmla="*/ 6 h 20"/>
                <a:gd name="T24" fmla="*/ 9 w 17"/>
                <a:gd name="T25" fmla="*/ 2 h 20"/>
                <a:gd name="T26" fmla="*/ 4 w 17"/>
                <a:gd name="T27" fmla="*/ 9 h 20"/>
                <a:gd name="T28" fmla="*/ 10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4" y="10"/>
                  </a:moveTo>
                  <a:cubicBezTo>
                    <a:pt x="5" y="15"/>
                    <a:pt x="7" y="18"/>
                    <a:pt x="10" y="18"/>
                  </a:cubicBezTo>
                  <a:cubicBezTo>
                    <a:pt x="13" y="18"/>
                    <a:pt x="14" y="17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5" y="18"/>
                    <a:pt x="12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6" y="9"/>
                    <a:pt x="16" y="10"/>
                  </a:cubicBezTo>
                  <a:lnTo>
                    <a:pt x="4" y="10"/>
                  </a:lnTo>
                  <a:close/>
                  <a:moveTo>
                    <a:pt x="10" y="9"/>
                  </a:moveTo>
                  <a:cubicBezTo>
                    <a:pt x="12" y="9"/>
                    <a:pt x="12" y="8"/>
                    <a:pt x="12" y="6"/>
                  </a:cubicBezTo>
                  <a:cubicBezTo>
                    <a:pt x="12" y="3"/>
                    <a:pt x="11" y="2"/>
                    <a:pt x="9" y="2"/>
                  </a:cubicBezTo>
                  <a:cubicBezTo>
                    <a:pt x="6" y="2"/>
                    <a:pt x="5" y="4"/>
                    <a:pt x="4" y="9"/>
                  </a:cubicBezTo>
                  <a:lnTo>
                    <a:pt x="1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65"/>
            <p:cNvSpPr/>
            <p:nvPr/>
          </p:nvSpPr>
          <p:spPr bwMode="auto">
            <a:xfrm>
              <a:off x="9699626" y="4394200"/>
              <a:ext cx="42863" cy="38100"/>
            </a:xfrm>
            <a:custGeom>
              <a:avLst/>
              <a:gdLst>
                <a:gd name="T0" fmla="*/ 22 w 22"/>
                <a:gd name="T1" fmla="*/ 18 h 19"/>
                <a:gd name="T2" fmla="*/ 22 w 22"/>
                <a:gd name="T3" fmla="*/ 19 h 19"/>
                <a:gd name="T4" fmla="*/ 12 w 22"/>
                <a:gd name="T5" fmla="*/ 19 h 19"/>
                <a:gd name="T6" fmla="*/ 12 w 22"/>
                <a:gd name="T7" fmla="*/ 18 h 19"/>
                <a:gd name="T8" fmla="*/ 14 w 22"/>
                <a:gd name="T9" fmla="*/ 18 h 19"/>
                <a:gd name="T10" fmla="*/ 15 w 22"/>
                <a:gd name="T11" fmla="*/ 11 h 19"/>
                <a:gd name="T12" fmla="*/ 15 w 22"/>
                <a:gd name="T13" fmla="*/ 7 h 19"/>
                <a:gd name="T14" fmla="*/ 12 w 22"/>
                <a:gd name="T15" fmla="*/ 3 h 19"/>
                <a:gd name="T16" fmla="*/ 7 w 22"/>
                <a:gd name="T17" fmla="*/ 5 h 19"/>
                <a:gd name="T18" fmla="*/ 7 w 22"/>
                <a:gd name="T19" fmla="*/ 11 h 19"/>
                <a:gd name="T20" fmla="*/ 7 w 22"/>
                <a:gd name="T21" fmla="*/ 18 h 19"/>
                <a:gd name="T22" fmla="*/ 10 w 22"/>
                <a:gd name="T23" fmla="*/ 18 h 19"/>
                <a:gd name="T24" fmla="*/ 10 w 22"/>
                <a:gd name="T25" fmla="*/ 19 h 19"/>
                <a:gd name="T26" fmla="*/ 0 w 22"/>
                <a:gd name="T27" fmla="*/ 19 h 19"/>
                <a:gd name="T28" fmla="*/ 0 w 22"/>
                <a:gd name="T29" fmla="*/ 18 h 19"/>
                <a:gd name="T30" fmla="*/ 3 w 22"/>
                <a:gd name="T31" fmla="*/ 18 h 19"/>
                <a:gd name="T32" fmla="*/ 3 w 22"/>
                <a:gd name="T33" fmla="*/ 11 h 19"/>
                <a:gd name="T34" fmla="*/ 3 w 22"/>
                <a:gd name="T35" fmla="*/ 9 h 19"/>
                <a:gd name="T36" fmla="*/ 3 w 22"/>
                <a:gd name="T37" fmla="*/ 4 h 19"/>
                <a:gd name="T38" fmla="*/ 0 w 22"/>
                <a:gd name="T39" fmla="*/ 3 h 19"/>
                <a:gd name="T40" fmla="*/ 0 w 22"/>
                <a:gd name="T41" fmla="*/ 2 h 19"/>
                <a:gd name="T42" fmla="*/ 7 w 22"/>
                <a:gd name="T43" fmla="*/ 0 h 19"/>
                <a:gd name="T44" fmla="*/ 7 w 22"/>
                <a:gd name="T45" fmla="*/ 1 h 19"/>
                <a:gd name="T46" fmla="*/ 7 w 22"/>
                <a:gd name="T47" fmla="*/ 4 h 19"/>
                <a:gd name="T48" fmla="*/ 14 w 22"/>
                <a:gd name="T49" fmla="*/ 0 h 19"/>
                <a:gd name="T50" fmla="*/ 19 w 22"/>
                <a:gd name="T51" fmla="*/ 7 h 19"/>
                <a:gd name="T52" fmla="*/ 19 w 22"/>
                <a:gd name="T53" fmla="*/ 11 h 19"/>
                <a:gd name="T54" fmla="*/ 19 w 22"/>
                <a:gd name="T55" fmla="*/ 18 h 19"/>
                <a:gd name="T56" fmla="*/ 22 w 22"/>
                <a:gd name="T57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" h="19">
                  <a:moveTo>
                    <a:pt x="22" y="18"/>
                  </a:moveTo>
                  <a:cubicBezTo>
                    <a:pt x="22" y="19"/>
                    <a:pt x="22" y="19"/>
                    <a:pt x="2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16"/>
                    <a:pt x="15" y="13"/>
                    <a:pt x="15" y="11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4"/>
                    <a:pt x="14" y="3"/>
                    <a:pt x="12" y="3"/>
                  </a:cubicBezTo>
                  <a:cubicBezTo>
                    <a:pt x="11" y="3"/>
                    <a:pt x="9" y="3"/>
                    <a:pt x="7" y="5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6"/>
                    <a:pt x="7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5"/>
                    <a:pt x="3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1"/>
                    <a:pt x="12" y="0"/>
                    <a:pt x="14" y="0"/>
                  </a:cubicBezTo>
                  <a:cubicBezTo>
                    <a:pt x="17" y="0"/>
                    <a:pt x="19" y="2"/>
                    <a:pt x="19" y="7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3"/>
                    <a:pt x="19" y="16"/>
                    <a:pt x="19" y="18"/>
                  </a:cubicBezTo>
                  <a:lnTo>
                    <a:pt x="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66"/>
            <p:cNvSpPr/>
            <p:nvPr/>
          </p:nvSpPr>
          <p:spPr bwMode="auto">
            <a:xfrm>
              <a:off x="9744076" y="4384675"/>
              <a:ext cx="25400" cy="49213"/>
            </a:xfrm>
            <a:custGeom>
              <a:avLst/>
              <a:gdLst>
                <a:gd name="T0" fmla="*/ 13 w 13"/>
                <a:gd name="T1" fmla="*/ 22 h 25"/>
                <a:gd name="T2" fmla="*/ 8 w 13"/>
                <a:gd name="T3" fmla="*/ 25 h 25"/>
                <a:gd name="T4" fmla="*/ 3 w 13"/>
                <a:gd name="T5" fmla="*/ 20 h 25"/>
                <a:gd name="T6" fmla="*/ 3 w 13"/>
                <a:gd name="T7" fmla="*/ 16 h 25"/>
                <a:gd name="T8" fmla="*/ 3 w 13"/>
                <a:gd name="T9" fmla="*/ 7 h 25"/>
                <a:gd name="T10" fmla="*/ 0 w 13"/>
                <a:gd name="T11" fmla="*/ 7 h 25"/>
                <a:gd name="T12" fmla="*/ 0 w 13"/>
                <a:gd name="T13" fmla="*/ 6 h 25"/>
                <a:gd name="T14" fmla="*/ 3 w 13"/>
                <a:gd name="T15" fmla="*/ 6 h 25"/>
                <a:gd name="T16" fmla="*/ 4 w 13"/>
                <a:gd name="T17" fmla="*/ 0 h 25"/>
                <a:gd name="T18" fmla="*/ 7 w 13"/>
                <a:gd name="T19" fmla="*/ 0 h 25"/>
                <a:gd name="T20" fmla="*/ 7 w 13"/>
                <a:gd name="T21" fmla="*/ 6 h 25"/>
                <a:gd name="T22" fmla="*/ 12 w 13"/>
                <a:gd name="T23" fmla="*/ 6 h 25"/>
                <a:gd name="T24" fmla="*/ 12 w 13"/>
                <a:gd name="T25" fmla="*/ 7 h 25"/>
                <a:gd name="T26" fmla="*/ 7 w 13"/>
                <a:gd name="T27" fmla="*/ 7 h 25"/>
                <a:gd name="T28" fmla="*/ 7 w 13"/>
                <a:gd name="T29" fmla="*/ 20 h 25"/>
                <a:gd name="T30" fmla="*/ 10 w 13"/>
                <a:gd name="T31" fmla="*/ 23 h 25"/>
                <a:gd name="T32" fmla="*/ 12 w 13"/>
                <a:gd name="T33" fmla="*/ 22 h 25"/>
                <a:gd name="T34" fmla="*/ 13 w 13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25">
                  <a:moveTo>
                    <a:pt x="13" y="22"/>
                  </a:moveTo>
                  <a:cubicBezTo>
                    <a:pt x="12" y="24"/>
                    <a:pt x="10" y="25"/>
                    <a:pt x="8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0" y="23"/>
                    <a:pt x="11" y="22"/>
                    <a:pt x="12" y="22"/>
                  </a:cubicBezTo>
                  <a:lnTo>
                    <a:pt x="13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67"/>
            <p:cNvSpPr/>
            <p:nvPr/>
          </p:nvSpPr>
          <p:spPr bwMode="auto">
            <a:xfrm>
              <a:off x="9767888" y="4397375"/>
              <a:ext cx="41275" cy="55563"/>
            </a:xfrm>
            <a:custGeom>
              <a:avLst/>
              <a:gdLst>
                <a:gd name="T0" fmla="*/ 21 w 21"/>
                <a:gd name="T1" fmla="*/ 1 h 28"/>
                <a:gd name="T2" fmla="*/ 18 w 21"/>
                <a:gd name="T3" fmla="*/ 1 h 28"/>
                <a:gd name="T4" fmla="*/ 11 w 21"/>
                <a:gd name="T5" fmla="*/ 20 h 28"/>
                <a:gd name="T6" fmla="*/ 4 w 21"/>
                <a:gd name="T7" fmla="*/ 28 h 28"/>
                <a:gd name="T8" fmla="*/ 0 w 21"/>
                <a:gd name="T9" fmla="*/ 25 h 28"/>
                <a:gd name="T10" fmla="*/ 3 w 21"/>
                <a:gd name="T11" fmla="*/ 23 h 28"/>
                <a:gd name="T12" fmla="*/ 6 w 21"/>
                <a:gd name="T13" fmla="*/ 25 h 28"/>
                <a:gd name="T14" fmla="*/ 7 w 21"/>
                <a:gd name="T15" fmla="*/ 25 h 28"/>
                <a:gd name="T16" fmla="*/ 10 w 21"/>
                <a:gd name="T17" fmla="*/ 20 h 28"/>
                <a:gd name="T18" fmla="*/ 2 w 21"/>
                <a:gd name="T19" fmla="*/ 1 h 28"/>
                <a:gd name="T20" fmla="*/ 0 w 21"/>
                <a:gd name="T21" fmla="*/ 1 h 28"/>
                <a:gd name="T22" fmla="*/ 0 w 21"/>
                <a:gd name="T23" fmla="*/ 0 h 28"/>
                <a:gd name="T24" fmla="*/ 10 w 21"/>
                <a:gd name="T25" fmla="*/ 0 h 28"/>
                <a:gd name="T26" fmla="*/ 10 w 21"/>
                <a:gd name="T27" fmla="*/ 1 h 28"/>
                <a:gd name="T28" fmla="*/ 7 w 21"/>
                <a:gd name="T29" fmla="*/ 1 h 28"/>
                <a:gd name="T30" fmla="*/ 12 w 21"/>
                <a:gd name="T31" fmla="*/ 15 h 28"/>
                <a:gd name="T32" fmla="*/ 17 w 21"/>
                <a:gd name="T33" fmla="*/ 1 h 28"/>
                <a:gd name="T34" fmla="*/ 14 w 21"/>
                <a:gd name="T35" fmla="*/ 1 h 28"/>
                <a:gd name="T36" fmla="*/ 14 w 21"/>
                <a:gd name="T37" fmla="*/ 0 h 28"/>
                <a:gd name="T38" fmla="*/ 21 w 21"/>
                <a:gd name="T39" fmla="*/ 0 h 28"/>
                <a:gd name="T40" fmla="*/ 21 w 21"/>
                <a:gd name="T41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8">
                  <a:moveTo>
                    <a:pt x="21" y="1"/>
                  </a:moveTo>
                  <a:cubicBezTo>
                    <a:pt x="18" y="1"/>
                    <a:pt x="18" y="1"/>
                    <a:pt x="18" y="1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9" y="26"/>
                    <a:pt x="6" y="28"/>
                    <a:pt x="4" y="28"/>
                  </a:cubicBezTo>
                  <a:cubicBezTo>
                    <a:pt x="2" y="28"/>
                    <a:pt x="1" y="27"/>
                    <a:pt x="0" y="25"/>
                  </a:cubicBezTo>
                  <a:cubicBezTo>
                    <a:pt x="1" y="24"/>
                    <a:pt x="2" y="23"/>
                    <a:pt x="3" y="23"/>
                  </a:cubicBezTo>
                  <a:cubicBezTo>
                    <a:pt x="4" y="23"/>
                    <a:pt x="5" y="24"/>
                    <a:pt x="6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8" y="24"/>
                    <a:pt x="9" y="22"/>
                    <a:pt x="10" y="2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1" y="0"/>
                    <a:pt x="21" y="0"/>
                    <a:pt x="21" y="0"/>
                  </a:cubicBezTo>
                  <a:lnTo>
                    <a:pt x="2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68"/>
            <p:cNvSpPr>
              <a:spLocks noEditPoints="1"/>
            </p:cNvSpPr>
            <p:nvPr/>
          </p:nvSpPr>
          <p:spPr bwMode="auto">
            <a:xfrm>
              <a:off x="9829801" y="4394200"/>
              <a:ext cx="34925" cy="39688"/>
            </a:xfrm>
            <a:custGeom>
              <a:avLst/>
              <a:gdLst>
                <a:gd name="T0" fmla="*/ 0 w 18"/>
                <a:gd name="T1" fmla="*/ 10 h 20"/>
                <a:gd name="T2" fmla="*/ 9 w 18"/>
                <a:gd name="T3" fmla="*/ 0 h 20"/>
                <a:gd name="T4" fmla="*/ 18 w 18"/>
                <a:gd name="T5" fmla="*/ 10 h 20"/>
                <a:gd name="T6" fmla="*/ 9 w 18"/>
                <a:gd name="T7" fmla="*/ 20 h 20"/>
                <a:gd name="T8" fmla="*/ 0 w 18"/>
                <a:gd name="T9" fmla="*/ 10 h 20"/>
                <a:gd name="T10" fmla="*/ 13 w 18"/>
                <a:gd name="T11" fmla="*/ 10 h 20"/>
                <a:gd name="T12" fmla="*/ 9 w 18"/>
                <a:gd name="T13" fmla="*/ 2 h 20"/>
                <a:gd name="T14" fmla="*/ 5 w 18"/>
                <a:gd name="T15" fmla="*/ 10 h 20"/>
                <a:gd name="T16" fmla="*/ 9 w 18"/>
                <a:gd name="T17" fmla="*/ 19 h 20"/>
                <a:gd name="T18" fmla="*/ 13 w 18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20">
                  <a:moveTo>
                    <a:pt x="0" y="10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10"/>
                  </a:cubicBezTo>
                  <a:cubicBezTo>
                    <a:pt x="18" y="16"/>
                    <a:pt x="14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3" y="10"/>
                  </a:moveTo>
                  <a:cubicBezTo>
                    <a:pt x="13" y="4"/>
                    <a:pt x="12" y="2"/>
                    <a:pt x="9" y="2"/>
                  </a:cubicBezTo>
                  <a:cubicBezTo>
                    <a:pt x="6" y="2"/>
                    <a:pt x="5" y="4"/>
                    <a:pt x="5" y="10"/>
                  </a:cubicBezTo>
                  <a:cubicBezTo>
                    <a:pt x="5" y="16"/>
                    <a:pt x="6" y="19"/>
                    <a:pt x="9" y="19"/>
                  </a:cubicBezTo>
                  <a:cubicBezTo>
                    <a:pt x="12" y="19"/>
                    <a:pt x="13" y="16"/>
                    <a:pt x="13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69"/>
            <p:cNvSpPr/>
            <p:nvPr/>
          </p:nvSpPr>
          <p:spPr bwMode="auto">
            <a:xfrm>
              <a:off x="9871076" y="4376738"/>
              <a:ext cx="30163" cy="55563"/>
            </a:xfrm>
            <a:custGeom>
              <a:avLst/>
              <a:gdLst>
                <a:gd name="T0" fmla="*/ 3 w 16"/>
                <a:gd name="T1" fmla="*/ 10 h 28"/>
                <a:gd name="T2" fmla="*/ 6 w 16"/>
                <a:gd name="T3" fmla="*/ 2 h 28"/>
                <a:gd name="T4" fmla="*/ 12 w 16"/>
                <a:gd name="T5" fmla="*/ 0 h 28"/>
                <a:gd name="T6" fmla="*/ 16 w 16"/>
                <a:gd name="T7" fmla="*/ 2 h 28"/>
                <a:gd name="T8" fmla="*/ 13 w 16"/>
                <a:gd name="T9" fmla="*/ 4 h 28"/>
                <a:gd name="T10" fmla="*/ 10 w 16"/>
                <a:gd name="T11" fmla="*/ 2 h 28"/>
                <a:gd name="T12" fmla="*/ 10 w 16"/>
                <a:gd name="T13" fmla="*/ 1 h 28"/>
                <a:gd name="T14" fmla="*/ 8 w 16"/>
                <a:gd name="T15" fmla="*/ 2 h 28"/>
                <a:gd name="T16" fmla="*/ 7 w 16"/>
                <a:gd name="T17" fmla="*/ 10 h 28"/>
                <a:gd name="T18" fmla="*/ 12 w 16"/>
                <a:gd name="T19" fmla="*/ 10 h 28"/>
                <a:gd name="T20" fmla="*/ 12 w 16"/>
                <a:gd name="T21" fmla="*/ 11 h 28"/>
                <a:gd name="T22" fmla="*/ 7 w 16"/>
                <a:gd name="T23" fmla="*/ 11 h 28"/>
                <a:gd name="T24" fmla="*/ 7 w 16"/>
                <a:gd name="T25" fmla="*/ 20 h 28"/>
                <a:gd name="T26" fmla="*/ 7 w 16"/>
                <a:gd name="T27" fmla="*/ 27 h 28"/>
                <a:gd name="T28" fmla="*/ 11 w 16"/>
                <a:gd name="T29" fmla="*/ 27 h 28"/>
                <a:gd name="T30" fmla="*/ 11 w 16"/>
                <a:gd name="T31" fmla="*/ 28 h 28"/>
                <a:gd name="T32" fmla="*/ 0 w 16"/>
                <a:gd name="T33" fmla="*/ 28 h 28"/>
                <a:gd name="T34" fmla="*/ 0 w 16"/>
                <a:gd name="T35" fmla="*/ 27 h 28"/>
                <a:gd name="T36" fmla="*/ 3 w 16"/>
                <a:gd name="T37" fmla="*/ 27 h 28"/>
                <a:gd name="T38" fmla="*/ 3 w 16"/>
                <a:gd name="T39" fmla="*/ 20 h 28"/>
                <a:gd name="T40" fmla="*/ 3 w 16"/>
                <a:gd name="T41" fmla="*/ 11 h 28"/>
                <a:gd name="T42" fmla="*/ 0 w 16"/>
                <a:gd name="T43" fmla="*/ 11 h 28"/>
                <a:gd name="T44" fmla="*/ 0 w 16"/>
                <a:gd name="T45" fmla="*/ 10 h 28"/>
                <a:gd name="T46" fmla="*/ 3 w 16"/>
                <a:gd name="T4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" h="28">
                  <a:moveTo>
                    <a:pt x="3" y="10"/>
                  </a:moveTo>
                  <a:cubicBezTo>
                    <a:pt x="3" y="6"/>
                    <a:pt x="4" y="4"/>
                    <a:pt x="6" y="2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3" y="0"/>
                    <a:pt x="15" y="0"/>
                    <a:pt x="16" y="2"/>
                  </a:cubicBezTo>
                  <a:cubicBezTo>
                    <a:pt x="16" y="3"/>
                    <a:pt x="15" y="4"/>
                    <a:pt x="13" y="4"/>
                  </a:cubicBezTo>
                  <a:cubicBezTo>
                    <a:pt x="12" y="4"/>
                    <a:pt x="11" y="3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1"/>
                    <a:pt x="9" y="2"/>
                    <a:pt x="8" y="2"/>
                  </a:cubicBezTo>
                  <a:cubicBezTo>
                    <a:pt x="7" y="4"/>
                    <a:pt x="7" y="6"/>
                    <a:pt x="7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70"/>
            <p:cNvSpPr/>
            <p:nvPr/>
          </p:nvSpPr>
          <p:spPr bwMode="auto">
            <a:xfrm>
              <a:off x="9913938" y="4376738"/>
              <a:ext cx="42863" cy="55563"/>
            </a:xfrm>
            <a:custGeom>
              <a:avLst/>
              <a:gdLst>
                <a:gd name="T0" fmla="*/ 22 w 22"/>
                <a:gd name="T1" fmla="*/ 27 h 28"/>
                <a:gd name="T2" fmla="*/ 22 w 22"/>
                <a:gd name="T3" fmla="*/ 28 h 28"/>
                <a:gd name="T4" fmla="*/ 13 w 22"/>
                <a:gd name="T5" fmla="*/ 28 h 28"/>
                <a:gd name="T6" fmla="*/ 13 w 22"/>
                <a:gd name="T7" fmla="*/ 27 h 28"/>
                <a:gd name="T8" fmla="*/ 15 w 22"/>
                <a:gd name="T9" fmla="*/ 27 h 28"/>
                <a:gd name="T10" fmla="*/ 15 w 22"/>
                <a:gd name="T11" fmla="*/ 20 h 28"/>
                <a:gd name="T12" fmla="*/ 15 w 22"/>
                <a:gd name="T13" fmla="*/ 17 h 28"/>
                <a:gd name="T14" fmla="*/ 15 w 22"/>
                <a:gd name="T15" fmla="*/ 11 h 28"/>
                <a:gd name="T16" fmla="*/ 8 w 22"/>
                <a:gd name="T17" fmla="*/ 11 h 28"/>
                <a:gd name="T18" fmla="*/ 8 w 22"/>
                <a:gd name="T19" fmla="*/ 20 h 28"/>
                <a:gd name="T20" fmla="*/ 8 w 22"/>
                <a:gd name="T21" fmla="*/ 27 h 28"/>
                <a:gd name="T22" fmla="*/ 11 w 22"/>
                <a:gd name="T23" fmla="*/ 27 h 28"/>
                <a:gd name="T24" fmla="*/ 11 w 22"/>
                <a:gd name="T25" fmla="*/ 28 h 28"/>
                <a:gd name="T26" fmla="*/ 0 w 22"/>
                <a:gd name="T27" fmla="*/ 28 h 28"/>
                <a:gd name="T28" fmla="*/ 0 w 22"/>
                <a:gd name="T29" fmla="*/ 27 h 28"/>
                <a:gd name="T30" fmla="*/ 3 w 22"/>
                <a:gd name="T31" fmla="*/ 27 h 28"/>
                <a:gd name="T32" fmla="*/ 3 w 22"/>
                <a:gd name="T33" fmla="*/ 20 h 28"/>
                <a:gd name="T34" fmla="*/ 3 w 22"/>
                <a:gd name="T35" fmla="*/ 11 h 28"/>
                <a:gd name="T36" fmla="*/ 0 w 22"/>
                <a:gd name="T37" fmla="*/ 11 h 28"/>
                <a:gd name="T38" fmla="*/ 0 w 22"/>
                <a:gd name="T39" fmla="*/ 10 h 28"/>
                <a:gd name="T40" fmla="*/ 3 w 22"/>
                <a:gd name="T41" fmla="*/ 10 h 28"/>
                <a:gd name="T42" fmla="*/ 7 w 22"/>
                <a:gd name="T43" fmla="*/ 2 h 28"/>
                <a:gd name="T44" fmla="*/ 14 w 22"/>
                <a:gd name="T45" fmla="*/ 0 h 28"/>
                <a:gd name="T46" fmla="*/ 19 w 22"/>
                <a:gd name="T47" fmla="*/ 3 h 28"/>
                <a:gd name="T48" fmla="*/ 17 w 22"/>
                <a:gd name="T49" fmla="*/ 5 h 28"/>
                <a:gd name="T50" fmla="*/ 14 w 22"/>
                <a:gd name="T51" fmla="*/ 2 h 28"/>
                <a:gd name="T52" fmla="*/ 13 w 22"/>
                <a:gd name="T53" fmla="*/ 1 h 28"/>
                <a:gd name="T54" fmla="*/ 10 w 22"/>
                <a:gd name="T55" fmla="*/ 2 h 28"/>
                <a:gd name="T56" fmla="*/ 8 w 22"/>
                <a:gd name="T57" fmla="*/ 10 h 28"/>
                <a:gd name="T58" fmla="*/ 15 w 22"/>
                <a:gd name="T59" fmla="*/ 10 h 28"/>
                <a:gd name="T60" fmla="*/ 19 w 22"/>
                <a:gd name="T61" fmla="*/ 9 h 28"/>
                <a:gd name="T62" fmla="*/ 20 w 22"/>
                <a:gd name="T63" fmla="*/ 10 h 28"/>
                <a:gd name="T64" fmla="*/ 20 w 22"/>
                <a:gd name="T65" fmla="*/ 15 h 28"/>
                <a:gd name="T66" fmla="*/ 20 w 22"/>
                <a:gd name="T67" fmla="*/ 20 h 28"/>
                <a:gd name="T68" fmla="*/ 20 w 22"/>
                <a:gd name="T69" fmla="*/ 27 h 28"/>
                <a:gd name="T70" fmla="*/ 22 w 22"/>
                <a:gd name="T71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2" h="28">
                  <a:moveTo>
                    <a:pt x="22" y="27"/>
                  </a:moveTo>
                  <a:cubicBezTo>
                    <a:pt x="22" y="28"/>
                    <a:pt x="22" y="28"/>
                    <a:pt x="2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5"/>
                    <a:pt x="15" y="22"/>
                    <a:pt x="15" y="20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5"/>
                    <a:pt x="15" y="13"/>
                    <a:pt x="15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5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6"/>
                    <a:pt x="5" y="4"/>
                    <a:pt x="7" y="2"/>
                  </a:cubicBezTo>
                  <a:cubicBezTo>
                    <a:pt x="9" y="0"/>
                    <a:pt x="11" y="0"/>
                    <a:pt x="14" y="0"/>
                  </a:cubicBezTo>
                  <a:cubicBezTo>
                    <a:pt x="16" y="0"/>
                    <a:pt x="19" y="1"/>
                    <a:pt x="19" y="3"/>
                  </a:cubicBezTo>
                  <a:cubicBezTo>
                    <a:pt x="19" y="4"/>
                    <a:pt x="18" y="5"/>
                    <a:pt x="17" y="5"/>
                  </a:cubicBezTo>
                  <a:cubicBezTo>
                    <a:pt x="16" y="5"/>
                    <a:pt x="15" y="4"/>
                    <a:pt x="14" y="2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2" y="1"/>
                    <a:pt x="11" y="1"/>
                    <a:pt x="10" y="2"/>
                  </a:cubicBezTo>
                  <a:cubicBezTo>
                    <a:pt x="9" y="4"/>
                    <a:pt x="8" y="6"/>
                    <a:pt x="8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2"/>
                    <a:pt x="20" y="25"/>
                    <a:pt x="20" y="27"/>
                  </a:cubicBezTo>
                  <a:lnTo>
                    <a:pt x="22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71"/>
            <p:cNvSpPr/>
            <p:nvPr/>
          </p:nvSpPr>
          <p:spPr bwMode="auto">
            <a:xfrm>
              <a:off x="9963151" y="4394200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9 h 20"/>
                <a:gd name="T16" fmla="*/ 10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7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7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1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9" y="19"/>
                    <a:pt x="10" y="17"/>
                    <a:pt x="10" y="16"/>
                  </a:cubicBezTo>
                  <a:cubicBezTo>
                    <a:pt x="10" y="14"/>
                    <a:pt x="9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9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8" y="2"/>
                    <a:pt x="7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72"/>
            <p:cNvSpPr/>
            <p:nvPr/>
          </p:nvSpPr>
          <p:spPr bwMode="auto">
            <a:xfrm>
              <a:off x="9993313" y="4376738"/>
              <a:ext cx="41275" cy="55563"/>
            </a:xfrm>
            <a:custGeom>
              <a:avLst/>
              <a:gdLst>
                <a:gd name="T0" fmla="*/ 21 w 21"/>
                <a:gd name="T1" fmla="*/ 27 h 28"/>
                <a:gd name="T2" fmla="*/ 21 w 21"/>
                <a:gd name="T3" fmla="*/ 28 h 28"/>
                <a:gd name="T4" fmla="*/ 12 w 21"/>
                <a:gd name="T5" fmla="*/ 28 h 28"/>
                <a:gd name="T6" fmla="*/ 12 w 21"/>
                <a:gd name="T7" fmla="*/ 27 h 28"/>
                <a:gd name="T8" fmla="*/ 14 w 21"/>
                <a:gd name="T9" fmla="*/ 27 h 28"/>
                <a:gd name="T10" fmla="*/ 15 w 21"/>
                <a:gd name="T11" fmla="*/ 20 h 28"/>
                <a:gd name="T12" fmla="*/ 15 w 21"/>
                <a:gd name="T13" fmla="*/ 16 h 28"/>
                <a:gd name="T14" fmla="*/ 12 w 21"/>
                <a:gd name="T15" fmla="*/ 12 h 28"/>
                <a:gd name="T16" fmla="*/ 7 w 21"/>
                <a:gd name="T17" fmla="*/ 14 h 28"/>
                <a:gd name="T18" fmla="*/ 7 w 21"/>
                <a:gd name="T19" fmla="*/ 20 h 28"/>
                <a:gd name="T20" fmla="*/ 7 w 21"/>
                <a:gd name="T21" fmla="*/ 27 h 28"/>
                <a:gd name="T22" fmla="*/ 9 w 21"/>
                <a:gd name="T23" fmla="*/ 27 h 28"/>
                <a:gd name="T24" fmla="*/ 9 w 21"/>
                <a:gd name="T25" fmla="*/ 28 h 28"/>
                <a:gd name="T26" fmla="*/ 0 w 21"/>
                <a:gd name="T27" fmla="*/ 28 h 28"/>
                <a:gd name="T28" fmla="*/ 0 w 21"/>
                <a:gd name="T29" fmla="*/ 27 h 28"/>
                <a:gd name="T30" fmla="*/ 3 w 21"/>
                <a:gd name="T31" fmla="*/ 27 h 28"/>
                <a:gd name="T32" fmla="*/ 3 w 21"/>
                <a:gd name="T33" fmla="*/ 20 h 28"/>
                <a:gd name="T34" fmla="*/ 3 w 21"/>
                <a:gd name="T35" fmla="*/ 3 h 28"/>
                <a:gd name="T36" fmla="*/ 0 w 21"/>
                <a:gd name="T37" fmla="*/ 3 h 28"/>
                <a:gd name="T38" fmla="*/ 0 w 21"/>
                <a:gd name="T39" fmla="*/ 2 h 28"/>
                <a:gd name="T40" fmla="*/ 7 w 21"/>
                <a:gd name="T41" fmla="*/ 0 h 28"/>
                <a:gd name="T42" fmla="*/ 7 w 21"/>
                <a:gd name="T43" fmla="*/ 0 h 28"/>
                <a:gd name="T44" fmla="*/ 7 w 21"/>
                <a:gd name="T45" fmla="*/ 6 h 28"/>
                <a:gd name="T46" fmla="*/ 7 w 21"/>
                <a:gd name="T47" fmla="*/ 13 h 28"/>
                <a:gd name="T48" fmla="*/ 14 w 21"/>
                <a:gd name="T49" fmla="*/ 9 h 28"/>
                <a:gd name="T50" fmla="*/ 19 w 21"/>
                <a:gd name="T51" fmla="*/ 16 h 28"/>
                <a:gd name="T52" fmla="*/ 19 w 21"/>
                <a:gd name="T53" fmla="*/ 20 h 28"/>
                <a:gd name="T54" fmla="*/ 19 w 21"/>
                <a:gd name="T55" fmla="*/ 27 h 28"/>
                <a:gd name="T56" fmla="*/ 21 w 21"/>
                <a:gd name="T5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" h="28">
                  <a:moveTo>
                    <a:pt x="21" y="27"/>
                  </a:moveTo>
                  <a:cubicBezTo>
                    <a:pt x="21" y="28"/>
                    <a:pt x="21" y="28"/>
                    <a:pt x="2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5"/>
                    <a:pt x="15" y="22"/>
                    <a:pt x="15" y="2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3"/>
                    <a:pt x="14" y="12"/>
                    <a:pt x="12" y="12"/>
                  </a:cubicBezTo>
                  <a:cubicBezTo>
                    <a:pt x="10" y="12"/>
                    <a:pt x="9" y="12"/>
                    <a:pt x="7" y="1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9" y="10"/>
                    <a:pt x="11" y="9"/>
                    <a:pt x="14" y="9"/>
                  </a:cubicBezTo>
                  <a:cubicBezTo>
                    <a:pt x="17" y="9"/>
                    <a:pt x="19" y="11"/>
                    <a:pt x="19" y="16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2"/>
                    <a:pt x="19" y="25"/>
                    <a:pt x="19" y="27"/>
                  </a:cubicBezTo>
                  <a:lnTo>
                    <a:pt x="21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73"/>
            <p:cNvSpPr>
              <a:spLocks noEditPoints="1"/>
            </p:cNvSpPr>
            <p:nvPr/>
          </p:nvSpPr>
          <p:spPr bwMode="auto">
            <a:xfrm>
              <a:off x="10056813" y="4376738"/>
              <a:ext cx="19050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0 w 10"/>
                <a:gd name="T5" fmla="*/ 28 h 28"/>
                <a:gd name="T6" fmla="*/ 0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18 h 28"/>
                <a:gd name="T14" fmla="*/ 3 w 10"/>
                <a:gd name="T15" fmla="*/ 13 h 28"/>
                <a:gd name="T16" fmla="*/ 0 w 10"/>
                <a:gd name="T17" fmla="*/ 12 h 28"/>
                <a:gd name="T18" fmla="*/ 0 w 10"/>
                <a:gd name="T19" fmla="*/ 11 h 28"/>
                <a:gd name="T20" fmla="*/ 7 w 10"/>
                <a:gd name="T21" fmla="*/ 9 h 28"/>
                <a:gd name="T22" fmla="*/ 8 w 10"/>
                <a:gd name="T23" fmla="*/ 10 h 28"/>
                <a:gd name="T24" fmla="*/ 7 w 10"/>
                <a:gd name="T25" fmla="*/ 15 h 28"/>
                <a:gd name="T26" fmla="*/ 7 w 10"/>
                <a:gd name="T27" fmla="*/ 20 h 28"/>
                <a:gd name="T28" fmla="*/ 8 w 10"/>
                <a:gd name="T29" fmla="*/ 27 h 28"/>
                <a:gd name="T30" fmla="*/ 10 w 10"/>
                <a:gd name="T31" fmla="*/ 27 h 28"/>
                <a:gd name="T32" fmla="*/ 2 w 10"/>
                <a:gd name="T33" fmla="*/ 3 h 28"/>
                <a:gd name="T34" fmla="*/ 5 w 10"/>
                <a:gd name="T35" fmla="*/ 0 h 28"/>
                <a:gd name="T36" fmla="*/ 8 w 10"/>
                <a:gd name="T37" fmla="*/ 3 h 28"/>
                <a:gd name="T38" fmla="*/ 5 w 10"/>
                <a:gd name="T39" fmla="*/ 5 h 28"/>
                <a:gd name="T40" fmla="*/ 2 w 10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4"/>
                    <a:pt x="3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5"/>
                    <a:pt x="8" y="27"/>
                  </a:cubicBezTo>
                  <a:lnTo>
                    <a:pt x="10" y="27"/>
                  </a:lnTo>
                  <a:close/>
                  <a:moveTo>
                    <a:pt x="2" y="3"/>
                  </a:moveTo>
                  <a:cubicBezTo>
                    <a:pt x="2" y="1"/>
                    <a:pt x="4" y="0"/>
                    <a:pt x="5" y="0"/>
                  </a:cubicBezTo>
                  <a:cubicBezTo>
                    <a:pt x="7" y="0"/>
                    <a:pt x="8" y="1"/>
                    <a:pt x="8" y="3"/>
                  </a:cubicBezTo>
                  <a:cubicBezTo>
                    <a:pt x="8" y="4"/>
                    <a:pt x="7" y="5"/>
                    <a:pt x="5" y="5"/>
                  </a:cubicBezTo>
                  <a:cubicBezTo>
                    <a:pt x="4" y="5"/>
                    <a:pt x="2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74"/>
            <p:cNvSpPr/>
            <p:nvPr/>
          </p:nvSpPr>
          <p:spPr bwMode="auto">
            <a:xfrm>
              <a:off x="10080626" y="4394200"/>
              <a:ext cx="42863" cy="38100"/>
            </a:xfrm>
            <a:custGeom>
              <a:avLst/>
              <a:gdLst>
                <a:gd name="T0" fmla="*/ 22 w 22"/>
                <a:gd name="T1" fmla="*/ 18 h 19"/>
                <a:gd name="T2" fmla="*/ 22 w 22"/>
                <a:gd name="T3" fmla="*/ 19 h 19"/>
                <a:gd name="T4" fmla="*/ 12 w 22"/>
                <a:gd name="T5" fmla="*/ 19 h 19"/>
                <a:gd name="T6" fmla="*/ 12 w 22"/>
                <a:gd name="T7" fmla="*/ 18 h 19"/>
                <a:gd name="T8" fmla="*/ 15 w 22"/>
                <a:gd name="T9" fmla="*/ 18 h 19"/>
                <a:gd name="T10" fmla="*/ 15 w 22"/>
                <a:gd name="T11" fmla="*/ 11 h 19"/>
                <a:gd name="T12" fmla="*/ 15 w 22"/>
                <a:gd name="T13" fmla="*/ 7 h 19"/>
                <a:gd name="T14" fmla="*/ 12 w 22"/>
                <a:gd name="T15" fmla="*/ 3 h 19"/>
                <a:gd name="T16" fmla="*/ 7 w 22"/>
                <a:gd name="T17" fmla="*/ 5 h 19"/>
                <a:gd name="T18" fmla="*/ 7 w 22"/>
                <a:gd name="T19" fmla="*/ 11 h 19"/>
                <a:gd name="T20" fmla="*/ 7 w 22"/>
                <a:gd name="T21" fmla="*/ 18 h 19"/>
                <a:gd name="T22" fmla="*/ 10 w 22"/>
                <a:gd name="T23" fmla="*/ 18 h 19"/>
                <a:gd name="T24" fmla="*/ 10 w 22"/>
                <a:gd name="T25" fmla="*/ 19 h 19"/>
                <a:gd name="T26" fmla="*/ 0 w 22"/>
                <a:gd name="T27" fmla="*/ 19 h 19"/>
                <a:gd name="T28" fmla="*/ 0 w 22"/>
                <a:gd name="T29" fmla="*/ 18 h 19"/>
                <a:gd name="T30" fmla="*/ 3 w 22"/>
                <a:gd name="T31" fmla="*/ 18 h 19"/>
                <a:gd name="T32" fmla="*/ 3 w 22"/>
                <a:gd name="T33" fmla="*/ 11 h 19"/>
                <a:gd name="T34" fmla="*/ 3 w 22"/>
                <a:gd name="T35" fmla="*/ 9 h 19"/>
                <a:gd name="T36" fmla="*/ 3 w 22"/>
                <a:gd name="T37" fmla="*/ 4 h 19"/>
                <a:gd name="T38" fmla="*/ 0 w 22"/>
                <a:gd name="T39" fmla="*/ 3 h 19"/>
                <a:gd name="T40" fmla="*/ 0 w 22"/>
                <a:gd name="T41" fmla="*/ 2 h 19"/>
                <a:gd name="T42" fmla="*/ 7 w 22"/>
                <a:gd name="T43" fmla="*/ 0 h 19"/>
                <a:gd name="T44" fmla="*/ 7 w 22"/>
                <a:gd name="T45" fmla="*/ 1 h 19"/>
                <a:gd name="T46" fmla="*/ 7 w 22"/>
                <a:gd name="T47" fmla="*/ 4 h 19"/>
                <a:gd name="T48" fmla="*/ 14 w 22"/>
                <a:gd name="T49" fmla="*/ 0 h 19"/>
                <a:gd name="T50" fmla="*/ 19 w 22"/>
                <a:gd name="T51" fmla="*/ 7 h 19"/>
                <a:gd name="T52" fmla="*/ 19 w 22"/>
                <a:gd name="T53" fmla="*/ 11 h 19"/>
                <a:gd name="T54" fmla="*/ 19 w 22"/>
                <a:gd name="T55" fmla="*/ 18 h 19"/>
                <a:gd name="T56" fmla="*/ 22 w 22"/>
                <a:gd name="T57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" h="19">
                  <a:moveTo>
                    <a:pt x="22" y="18"/>
                  </a:moveTo>
                  <a:cubicBezTo>
                    <a:pt x="22" y="19"/>
                    <a:pt x="22" y="19"/>
                    <a:pt x="2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6"/>
                    <a:pt x="15" y="13"/>
                    <a:pt x="15" y="11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4"/>
                    <a:pt x="14" y="3"/>
                    <a:pt x="12" y="3"/>
                  </a:cubicBezTo>
                  <a:cubicBezTo>
                    <a:pt x="11" y="3"/>
                    <a:pt x="9" y="3"/>
                    <a:pt x="7" y="5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6"/>
                    <a:pt x="7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5"/>
                    <a:pt x="3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1"/>
                    <a:pt x="12" y="0"/>
                    <a:pt x="14" y="0"/>
                  </a:cubicBezTo>
                  <a:cubicBezTo>
                    <a:pt x="17" y="0"/>
                    <a:pt x="19" y="2"/>
                    <a:pt x="19" y="7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3"/>
                    <a:pt x="19" y="16"/>
                    <a:pt x="19" y="18"/>
                  </a:cubicBezTo>
                  <a:lnTo>
                    <a:pt x="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75"/>
            <p:cNvSpPr/>
            <p:nvPr/>
          </p:nvSpPr>
          <p:spPr bwMode="auto">
            <a:xfrm>
              <a:off x="10142538" y="4384675"/>
              <a:ext cx="23813" cy="49213"/>
            </a:xfrm>
            <a:custGeom>
              <a:avLst/>
              <a:gdLst>
                <a:gd name="T0" fmla="*/ 12 w 12"/>
                <a:gd name="T1" fmla="*/ 22 h 25"/>
                <a:gd name="T2" fmla="*/ 7 w 12"/>
                <a:gd name="T3" fmla="*/ 25 h 25"/>
                <a:gd name="T4" fmla="*/ 2 w 12"/>
                <a:gd name="T5" fmla="*/ 20 h 25"/>
                <a:gd name="T6" fmla="*/ 3 w 12"/>
                <a:gd name="T7" fmla="*/ 16 h 25"/>
                <a:gd name="T8" fmla="*/ 3 w 12"/>
                <a:gd name="T9" fmla="*/ 7 h 25"/>
                <a:gd name="T10" fmla="*/ 0 w 12"/>
                <a:gd name="T11" fmla="*/ 7 h 25"/>
                <a:gd name="T12" fmla="*/ 0 w 12"/>
                <a:gd name="T13" fmla="*/ 6 h 25"/>
                <a:gd name="T14" fmla="*/ 3 w 12"/>
                <a:gd name="T15" fmla="*/ 6 h 25"/>
                <a:gd name="T16" fmla="*/ 4 w 12"/>
                <a:gd name="T17" fmla="*/ 0 h 25"/>
                <a:gd name="T18" fmla="*/ 7 w 12"/>
                <a:gd name="T19" fmla="*/ 0 h 25"/>
                <a:gd name="T20" fmla="*/ 7 w 12"/>
                <a:gd name="T21" fmla="*/ 6 h 25"/>
                <a:gd name="T22" fmla="*/ 12 w 12"/>
                <a:gd name="T23" fmla="*/ 6 h 25"/>
                <a:gd name="T24" fmla="*/ 12 w 12"/>
                <a:gd name="T25" fmla="*/ 7 h 25"/>
                <a:gd name="T26" fmla="*/ 7 w 12"/>
                <a:gd name="T27" fmla="*/ 7 h 25"/>
                <a:gd name="T28" fmla="*/ 7 w 12"/>
                <a:gd name="T29" fmla="*/ 20 h 25"/>
                <a:gd name="T30" fmla="*/ 9 w 12"/>
                <a:gd name="T31" fmla="*/ 23 h 25"/>
                <a:gd name="T32" fmla="*/ 12 w 12"/>
                <a:gd name="T33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25">
                  <a:moveTo>
                    <a:pt x="12" y="22"/>
                  </a:moveTo>
                  <a:cubicBezTo>
                    <a:pt x="11" y="24"/>
                    <a:pt x="10" y="25"/>
                    <a:pt x="7" y="25"/>
                  </a:cubicBezTo>
                  <a:cubicBezTo>
                    <a:pt x="4" y="25"/>
                    <a:pt x="2" y="23"/>
                    <a:pt x="2" y="20"/>
                  </a:cubicBezTo>
                  <a:cubicBezTo>
                    <a:pt x="2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3"/>
                    <a:pt x="9" y="23"/>
                  </a:cubicBezTo>
                  <a:cubicBezTo>
                    <a:pt x="10" y="23"/>
                    <a:pt x="11" y="22"/>
                    <a:pt x="1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76"/>
            <p:cNvSpPr/>
            <p:nvPr/>
          </p:nvSpPr>
          <p:spPr bwMode="auto">
            <a:xfrm>
              <a:off x="10167938" y="4376738"/>
              <a:ext cx="44450" cy="55563"/>
            </a:xfrm>
            <a:custGeom>
              <a:avLst/>
              <a:gdLst>
                <a:gd name="T0" fmla="*/ 22 w 22"/>
                <a:gd name="T1" fmla="*/ 27 h 28"/>
                <a:gd name="T2" fmla="*/ 22 w 22"/>
                <a:gd name="T3" fmla="*/ 28 h 28"/>
                <a:gd name="T4" fmla="*/ 13 w 22"/>
                <a:gd name="T5" fmla="*/ 28 h 28"/>
                <a:gd name="T6" fmla="*/ 13 w 22"/>
                <a:gd name="T7" fmla="*/ 27 h 28"/>
                <a:gd name="T8" fmla="*/ 15 w 22"/>
                <a:gd name="T9" fmla="*/ 27 h 28"/>
                <a:gd name="T10" fmla="*/ 15 w 22"/>
                <a:gd name="T11" fmla="*/ 20 h 28"/>
                <a:gd name="T12" fmla="*/ 15 w 22"/>
                <a:gd name="T13" fmla="*/ 16 h 28"/>
                <a:gd name="T14" fmla="*/ 12 w 22"/>
                <a:gd name="T15" fmla="*/ 12 h 28"/>
                <a:gd name="T16" fmla="*/ 8 w 22"/>
                <a:gd name="T17" fmla="*/ 14 h 28"/>
                <a:gd name="T18" fmla="*/ 8 w 22"/>
                <a:gd name="T19" fmla="*/ 20 h 28"/>
                <a:gd name="T20" fmla="*/ 8 w 22"/>
                <a:gd name="T21" fmla="*/ 27 h 28"/>
                <a:gd name="T22" fmla="*/ 10 w 22"/>
                <a:gd name="T23" fmla="*/ 27 h 28"/>
                <a:gd name="T24" fmla="*/ 10 w 22"/>
                <a:gd name="T25" fmla="*/ 28 h 28"/>
                <a:gd name="T26" fmla="*/ 1 w 22"/>
                <a:gd name="T27" fmla="*/ 28 h 28"/>
                <a:gd name="T28" fmla="*/ 1 w 22"/>
                <a:gd name="T29" fmla="*/ 27 h 28"/>
                <a:gd name="T30" fmla="*/ 3 w 22"/>
                <a:gd name="T31" fmla="*/ 27 h 28"/>
                <a:gd name="T32" fmla="*/ 3 w 22"/>
                <a:gd name="T33" fmla="*/ 20 h 28"/>
                <a:gd name="T34" fmla="*/ 3 w 22"/>
                <a:gd name="T35" fmla="*/ 3 h 28"/>
                <a:gd name="T36" fmla="*/ 0 w 22"/>
                <a:gd name="T37" fmla="*/ 3 h 28"/>
                <a:gd name="T38" fmla="*/ 0 w 22"/>
                <a:gd name="T39" fmla="*/ 2 h 28"/>
                <a:gd name="T40" fmla="*/ 7 w 22"/>
                <a:gd name="T41" fmla="*/ 0 h 28"/>
                <a:gd name="T42" fmla="*/ 8 w 22"/>
                <a:gd name="T43" fmla="*/ 0 h 28"/>
                <a:gd name="T44" fmla="*/ 8 w 22"/>
                <a:gd name="T45" fmla="*/ 6 h 28"/>
                <a:gd name="T46" fmla="*/ 8 w 22"/>
                <a:gd name="T47" fmla="*/ 13 h 28"/>
                <a:gd name="T48" fmla="*/ 14 w 22"/>
                <a:gd name="T49" fmla="*/ 9 h 28"/>
                <a:gd name="T50" fmla="*/ 20 w 22"/>
                <a:gd name="T51" fmla="*/ 16 h 28"/>
                <a:gd name="T52" fmla="*/ 20 w 22"/>
                <a:gd name="T53" fmla="*/ 20 h 28"/>
                <a:gd name="T54" fmla="*/ 20 w 22"/>
                <a:gd name="T55" fmla="*/ 27 h 28"/>
                <a:gd name="T56" fmla="*/ 22 w 22"/>
                <a:gd name="T5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" h="28">
                  <a:moveTo>
                    <a:pt x="22" y="27"/>
                  </a:moveTo>
                  <a:cubicBezTo>
                    <a:pt x="22" y="28"/>
                    <a:pt x="22" y="28"/>
                    <a:pt x="22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5"/>
                    <a:pt x="15" y="22"/>
                    <a:pt x="15" y="2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3"/>
                    <a:pt x="14" y="12"/>
                    <a:pt x="12" y="12"/>
                  </a:cubicBezTo>
                  <a:cubicBezTo>
                    <a:pt x="11" y="12"/>
                    <a:pt x="9" y="12"/>
                    <a:pt x="8" y="14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5"/>
                    <a:pt x="8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10" y="10"/>
                    <a:pt x="12" y="9"/>
                    <a:pt x="14" y="9"/>
                  </a:cubicBezTo>
                  <a:cubicBezTo>
                    <a:pt x="18" y="9"/>
                    <a:pt x="20" y="11"/>
                    <a:pt x="20" y="16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2"/>
                    <a:pt x="20" y="25"/>
                    <a:pt x="20" y="27"/>
                  </a:cubicBezTo>
                  <a:lnTo>
                    <a:pt x="22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77"/>
            <p:cNvSpPr>
              <a:spLocks noEditPoints="1"/>
            </p:cNvSpPr>
            <p:nvPr/>
          </p:nvSpPr>
          <p:spPr bwMode="auto">
            <a:xfrm>
              <a:off x="10215563" y="4394200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10 w 17"/>
                <a:gd name="T9" fmla="*/ 20 h 20"/>
                <a:gd name="T10" fmla="*/ 0 w 17"/>
                <a:gd name="T11" fmla="*/ 10 h 20"/>
                <a:gd name="T12" fmla="*/ 10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4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8"/>
                    <a:pt x="13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3" y="9"/>
                    <a:pt x="13" y="8"/>
                    <a:pt x="13" y="6"/>
                  </a:cubicBezTo>
                  <a:cubicBezTo>
                    <a:pt x="13" y="3"/>
                    <a:pt x="12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78"/>
            <p:cNvSpPr/>
            <p:nvPr/>
          </p:nvSpPr>
          <p:spPr bwMode="auto">
            <a:xfrm>
              <a:off x="10272713" y="4394200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9 h 20"/>
                <a:gd name="T16" fmla="*/ 10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7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8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1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9"/>
                    <a:pt x="6" y="19"/>
                  </a:cubicBezTo>
                  <a:cubicBezTo>
                    <a:pt x="9" y="19"/>
                    <a:pt x="10" y="17"/>
                    <a:pt x="10" y="16"/>
                  </a:cubicBezTo>
                  <a:cubicBezTo>
                    <a:pt x="10" y="14"/>
                    <a:pt x="9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9" y="2"/>
                    <a:pt x="8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79"/>
            <p:cNvSpPr>
              <a:spLocks noEditPoints="1"/>
            </p:cNvSpPr>
            <p:nvPr/>
          </p:nvSpPr>
          <p:spPr bwMode="auto">
            <a:xfrm>
              <a:off x="10306051" y="4394200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7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5" y="18"/>
                    <a:pt x="13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4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2" y="9"/>
                    <a:pt x="13" y="8"/>
                    <a:pt x="13" y="6"/>
                  </a:cubicBezTo>
                  <a:cubicBezTo>
                    <a:pt x="13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80"/>
            <p:cNvSpPr>
              <a:spLocks noEditPoints="1"/>
            </p:cNvSpPr>
            <p:nvPr/>
          </p:nvSpPr>
          <p:spPr bwMode="auto">
            <a:xfrm>
              <a:off x="10345738" y="4394200"/>
              <a:ext cx="34925" cy="39688"/>
            </a:xfrm>
            <a:custGeom>
              <a:avLst/>
              <a:gdLst>
                <a:gd name="T0" fmla="*/ 18 w 18"/>
                <a:gd name="T1" fmla="*/ 17 h 20"/>
                <a:gd name="T2" fmla="*/ 14 w 18"/>
                <a:gd name="T3" fmla="*/ 20 h 20"/>
                <a:gd name="T4" fmla="*/ 10 w 18"/>
                <a:gd name="T5" fmla="*/ 17 h 20"/>
                <a:gd name="T6" fmla="*/ 5 w 18"/>
                <a:gd name="T7" fmla="*/ 20 h 20"/>
                <a:gd name="T8" fmla="*/ 0 w 18"/>
                <a:gd name="T9" fmla="*/ 15 h 20"/>
                <a:gd name="T10" fmla="*/ 7 w 18"/>
                <a:gd name="T11" fmla="*/ 9 h 20"/>
                <a:gd name="T12" fmla="*/ 10 w 18"/>
                <a:gd name="T13" fmla="*/ 8 h 20"/>
                <a:gd name="T14" fmla="*/ 10 w 18"/>
                <a:gd name="T15" fmla="*/ 6 h 20"/>
                <a:gd name="T16" fmla="*/ 7 w 18"/>
                <a:gd name="T17" fmla="*/ 2 h 20"/>
                <a:gd name="T18" fmla="*/ 5 w 18"/>
                <a:gd name="T19" fmla="*/ 2 h 20"/>
                <a:gd name="T20" fmla="*/ 5 w 18"/>
                <a:gd name="T21" fmla="*/ 4 h 20"/>
                <a:gd name="T22" fmla="*/ 2 w 18"/>
                <a:gd name="T23" fmla="*/ 7 h 20"/>
                <a:gd name="T24" fmla="*/ 0 w 18"/>
                <a:gd name="T25" fmla="*/ 5 h 20"/>
                <a:gd name="T26" fmla="*/ 8 w 18"/>
                <a:gd name="T27" fmla="*/ 0 h 20"/>
                <a:gd name="T28" fmla="*/ 15 w 18"/>
                <a:gd name="T29" fmla="*/ 7 h 20"/>
                <a:gd name="T30" fmla="*/ 15 w 18"/>
                <a:gd name="T31" fmla="*/ 16 h 20"/>
                <a:gd name="T32" fmla="*/ 16 w 18"/>
                <a:gd name="T33" fmla="*/ 18 h 20"/>
                <a:gd name="T34" fmla="*/ 18 w 18"/>
                <a:gd name="T35" fmla="*/ 17 h 20"/>
                <a:gd name="T36" fmla="*/ 10 w 18"/>
                <a:gd name="T37" fmla="*/ 9 h 20"/>
                <a:gd name="T38" fmla="*/ 8 w 18"/>
                <a:gd name="T39" fmla="*/ 10 h 20"/>
                <a:gd name="T40" fmla="*/ 4 w 18"/>
                <a:gd name="T41" fmla="*/ 15 h 20"/>
                <a:gd name="T42" fmla="*/ 7 w 18"/>
                <a:gd name="T43" fmla="*/ 18 h 20"/>
                <a:gd name="T44" fmla="*/ 10 w 18"/>
                <a:gd name="T45" fmla="*/ 16 h 20"/>
                <a:gd name="T46" fmla="*/ 10 w 18"/>
                <a:gd name="T47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" h="20">
                  <a:moveTo>
                    <a:pt x="18" y="17"/>
                  </a:moveTo>
                  <a:cubicBezTo>
                    <a:pt x="17" y="19"/>
                    <a:pt x="16" y="20"/>
                    <a:pt x="14" y="20"/>
                  </a:cubicBezTo>
                  <a:cubicBezTo>
                    <a:pt x="12" y="20"/>
                    <a:pt x="11" y="19"/>
                    <a:pt x="10" y="17"/>
                  </a:cubicBezTo>
                  <a:cubicBezTo>
                    <a:pt x="9" y="19"/>
                    <a:pt x="7" y="20"/>
                    <a:pt x="5" y="20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2"/>
                    <a:pt x="1" y="11"/>
                    <a:pt x="7" y="9"/>
                  </a:cubicBezTo>
                  <a:cubicBezTo>
                    <a:pt x="8" y="9"/>
                    <a:pt x="9" y="8"/>
                    <a:pt x="10" y="8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3"/>
                    <a:pt x="9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6"/>
                    <a:pt x="3" y="7"/>
                    <a:pt x="2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1" y="2"/>
                    <a:pt x="4" y="0"/>
                    <a:pt x="8" y="0"/>
                  </a:cubicBezTo>
                  <a:cubicBezTo>
                    <a:pt x="13" y="0"/>
                    <a:pt x="15" y="2"/>
                    <a:pt x="15" y="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6" y="18"/>
                  </a:cubicBezTo>
                  <a:cubicBezTo>
                    <a:pt x="16" y="18"/>
                    <a:pt x="17" y="18"/>
                    <a:pt x="18" y="17"/>
                  </a:cubicBezTo>
                  <a:close/>
                  <a:moveTo>
                    <a:pt x="10" y="9"/>
                  </a:moveTo>
                  <a:cubicBezTo>
                    <a:pt x="9" y="9"/>
                    <a:pt x="8" y="10"/>
                    <a:pt x="8" y="10"/>
                  </a:cubicBezTo>
                  <a:cubicBezTo>
                    <a:pt x="5" y="11"/>
                    <a:pt x="4" y="12"/>
                    <a:pt x="4" y="15"/>
                  </a:cubicBezTo>
                  <a:cubicBezTo>
                    <a:pt x="4" y="17"/>
                    <a:pt x="5" y="18"/>
                    <a:pt x="7" y="18"/>
                  </a:cubicBezTo>
                  <a:cubicBezTo>
                    <a:pt x="8" y="18"/>
                    <a:pt x="9" y="17"/>
                    <a:pt x="10" y="16"/>
                  </a:cubicBezTo>
                  <a:lnTo>
                    <a:pt x="1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81"/>
            <p:cNvSpPr>
              <a:spLocks noEditPoints="1"/>
            </p:cNvSpPr>
            <p:nvPr/>
          </p:nvSpPr>
          <p:spPr bwMode="auto">
            <a:xfrm>
              <a:off x="9074151" y="4483100"/>
              <a:ext cx="47625" cy="50800"/>
            </a:xfrm>
            <a:custGeom>
              <a:avLst/>
              <a:gdLst>
                <a:gd name="T0" fmla="*/ 30 w 30"/>
                <a:gd name="T1" fmla="*/ 30 h 32"/>
                <a:gd name="T2" fmla="*/ 30 w 30"/>
                <a:gd name="T3" fmla="*/ 32 h 32"/>
                <a:gd name="T4" fmla="*/ 17 w 30"/>
                <a:gd name="T5" fmla="*/ 32 h 32"/>
                <a:gd name="T6" fmla="*/ 17 w 30"/>
                <a:gd name="T7" fmla="*/ 30 h 32"/>
                <a:gd name="T8" fmla="*/ 21 w 30"/>
                <a:gd name="T9" fmla="*/ 30 h 32"/>
                <a:gd name="T10" fmla="*/ 18 w 30"/>
                <a:gd name="T11" fmla="*/ 22 h 32"/>
                <a:gd name="T12" fmla="*/ 8 w 30"/>
                <a:gd name="T13" fmla="*/ 22 h 32"/>
                <a:gd name="T14" fmla="*/ 6 w 30"/>
                <a:gd name="T15" fmla="*/ 30 h 32"/>
                <a:gd name="T16" fmla="*/ 9 w 30"/>
                <a:gd name="T17" fmla="*/ 30 h 32"/>
                <a:gd name="T18" fmla="*/ 9 w 30"/>
                <a:gd name="T19" fmla="*/ 32 h 32"/>
                <a:gd name="T20" fmla="*/ 0 w 30"/>
                <a:gd name="T21" fmla="*/ 32 h 32"/>
                <a:gd name="T22" fmla="*/ 0 w 30"/>
                <a:gd name="T23" fmla="*/ 30 h 32"/>
                <a:gd name="T24" fmla="*/ 3 w 30"/>
                <a:gd name="T25" fmla="*/ 30 h 32"/>
                <a:gd name="T26" fmla="*/ 13 w 30"/>
                <a:gd name="T27" fmla="*/ 0 h 32"/>
                <a:gd name="T28" fmla="*/ 17 w 30"/>
                <a:gd name="T29" fmla="*/ 0 h 32"/>
                <a:gd name="T30" fmla="*/ 27 w 30"/>
                <a:gd name="T31" fmla="*/ 30 h 32"/>
                <a:gd name="T32" fmla="*/ 30 w 30"/>
                <a:gd name="T33" fmla="*/ 30 h 32"/>
                <a:gd name="T34" fmla="*/ 18 w 30"/>
                <a:gd name="T35" fmla="*/ 20 h 32"/>
                <a:gd name="T36" fmla="*/ 13 w 30"/>
                <a:gd name="T37" fmla="*/ 5 h 32"/>
                <a:gd name="T38" fmla="*/ 8 w 30"/>
                <a:gd name="T39" fmla="*/ 20 h 32"/>
                <a:gd name="T40" fmla="*/ 18 w 30"/>
                <a:gd name="T4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2">
                  <a:moveTo>
                    <a:pt x="30" y="30"/>
                  </a:moveTo>
                  <a:lnTo>
                    <a:pt x="30" y="32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21" y="30"/>
                  </a:lnTo>
                  <a:lnTo>
                    <a:pt x="18" y="22"/>
                  </a:lnTo>
                  <a:lnTo>
                    <a:pt x="8" y="22"/>
                  </a:lnTo>
                  <a:lnTo>
                    <a:pt x="6" y="30"/>
                  </a:lnTo>
                  <a:lnTo>
                    <a:pt x="9" y="30"/>
                  </a:lnTo>
                  <a:lnTo>
                    <a:pt x="9" y="32"/>
                  </a:lnTo>
                  <a:lnTo>
                    <a:pt x="0" y="32"/>
                  </a:lnTo>
                  <a:lnTo>
                    <a:pt x="0" y="30"/>
                  </a:lnTo>
                  <a:lnTo>
                    <a:pt x="3" y="30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27" y="30"/>
                  </a:lnTo>
                  <a:lnTo>
                    <a:pt x="30" y="30"/>
                  </a:lnTo>
                  <a:close/>
                  <a:moveTo>
                    <a:pt x="18" y="20"/>
                  </a:moveTo>
                  <a:lnTo>
                    <a:pt x="13" y="5"/>
                  </a:lnTo>
                  <a:lnTo>
                    <a:pt x="8" y="20"/>
                  </a:lnTo>
                  <a:lnTo>
                    <a:pt x="18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82"/>
            <p:cNvSpPr/>
            <p:nvPr/>
          </p:nvSpPr>
          <p:spPr bwMode="auto">
            <a:xfrm>
              <a:off x="9144001" y="4495800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8 h 20"/>
                <a:gd name="T16" fmla="*/ 10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7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7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1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8"/>
                    <a:pt x="6" y="18"/>
                  </a:cubicBezTo>
                  <a:cubicBezTo>
                    <a:pt x="9" y="18"/>
                    <a:pt x="10" y="17"/>
                    <a:pt x="10" y="16"/>
                  </a:cubicBezTo>
                  <a:cubicBezTo>
                    <a:pt x="10" y="14"/>
                    <a:pt x="9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8" y="2"/>
                    <a:pt x="7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83"/>
            <p:cNvSpPr/>
            <p:nvPr/>
          </p:nvSpPr>
          <p:spPr bwMode="auto">
            <a:xfrm>
              <a:off x="9175751" y="4486275"/>
              <a:ext cx="25400" cy="49213"/>
            </a:xfrm>
            <a:custGeom>
              <a:avLst/>
              <a:gdLst>
                <a:gd name="T0" fmla="*/ 13 w 13"/>
                <a:gd name="T1" fmla="*/ 22 h 25"/>
                <a:gd name="T2" fmla="*/ 8 w 13"/>
                <a:gd name="T3" fmla="*/ 25 h 25"/>
                <a:gd name="T4" fmla="*/ 3 w 13"/>
                <a:gd name="T5" fmla="*/ 20 h 25"/>
                <a:gd name="T6" fmla="*/ 3 w 13"/>
                <a:gd name="T7" fmla="*/ 16 h 25"/>
                <a:gd name="T8" fmla="*/ 3 w 13"/>
                <a:gd name="T9" fmla="*/ 7 h 25"/>
                <a:gd name="T10" fmla="*/ 0 w 13"/>
                <a:gd name="T11" fmla="*/ 7 h 25"/>
                <a:gd name="T12" fmla="*/ 0 w 13"/>
                <a:gd name="T13" fmla="*/ 6 h 25"/>
                <a:gd name="T14" fmla="*/ 3 w 13"/>
                <a:gd name="T15" fmla="*/ 6 h 25"/>
                <a:gd name="T16" fmla="*/ 5 w 13"/>
                <a:gd name="T17" fmla="*/ 0 h 25"/>
                <a:gd name="T18" fmla="*/ 7 w 13"/>
                <a:gd name="T19" fmla="*/ 0 h 25"/>
                <a:gd name="T20" fmla="*/ 7 w 13"/>
                <a:gd name="T21" fmla="*/ 6 h 25"/>
                <a:gd name="T22" fmla="*/ 12 w 13"/>
                <a:gd name="T23" fmla="*/ 6 h 25"/>
                <a:gd name="T24" fmla="*/ 12 w 13"/>
                <a:gd name="T25" fmla="*/ 7 h 25"/>
                <a:gd name="T26" fmla="*/ 7 w 13"/>
                <a:gd name="T27" fmla="*/ 7 h 25"/>
                <a:gd name="T28" fmla="*/ 7 w 13"/>
                <a:gd name="T29" fmla="*/ 20 h 25"/>
                <a:gd name="T30" fmla="*/ 10 w 13"/>
                <a:gd name="T31" fmla="*/ 23 h 25"/>
                <a:gd name="T32" fmla="*/ 12 w 13"/>
                <a:gd name="T33" fmla="*/ 22 h 25"/>
                <a:gd name="T34" fmla="*/ 13 w 13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25">
                  <a:moveTo>
                    <a:pt x="13" y="22"/>
                  </a:moveTo>
                  <a:cubicBezTo>
                    <a:pt x="12" y="24"/>
                    <a:pt x="10" y="25"/>
                    <a:pt x="8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0" y="23"/>
                    <a:pt x="11" y="22"/>
                    <a:pt x="12" y="22"/>
                  </a:cubicBezTo>
                  <a:lnTo>
                    <a:pt x="13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84"/>
            <p:cNvSpPr/>
            <p:nvPr/>
          </p:nvSpPr>
          <p:spPr bwMode="auto">
            <a:xfrm>
              <a:off x="9202738" y="4495800"/>
              <a:ext cx="31750" cy="38100"/>
            </a:xfrm>
            <a:custGeom>
              <a:avLst/>
              <a:gdLst>
                <a:gd name="T0" fmla="*/ 7 w 16"/>
                <a:gd name="T1" fmla="*/ 5 h 19"/>
                <a:gd name="T2" fmla="*/ 13 w 16"/>
                <a:gd name="T3" fmla="*/ 0 h 19"/>
                <a:gd name="T4" fmla="*/ 16 w 16"/>
                <a:gd name="T5" fmla="*/ 2 h 19"/>
                <a:gd name="T6" fmla="*/ 13 w 16"/>
                <a:gd name="T7" fmla="*/ 5 h 19"/>
                <a:gd name="T8" fmla="*/ 11 w 16"/>
                <a:gd name="T9" fmla="*/ 3 h 19"/>
                <a:gd name="T10" fmla="*/ 10 w 16"/>
                <a:gd name="T11" fmla="*/ 3 h 19"/>
                <a:gd name="T12" fmla="*/ 7 w 16"/>
                <a:gd name="T13" fmla="*/ 8 h 19"/>
                <a:gd name="T14" fmla="*/ 7 w 16"/>
                <a:gd name="T15" fmla="*/ 11 h 19"/>
                <a:gd name="T16" fmla="*/ 7 w 16"/>
                <a:gd name="T17" fmla="*/ 18 h 19"/>
                <a:gd name="T18" fmla="*/ 10 w 16"/>
                <a:gd name="T19" fmla="*/ 18 h 19"/>
                <a:gd name="T20" fmla="*/ 10 w 16"/>
                <a:gd name="T21" fmla="*/ 19 h 19"/>
                <a:gd name="T22" fmla="*/ 0 w 16"/>
                <a:gd name="T23" fmla="*/ 19 h 19"/>
                <a:gd name="T24" fmla="*/ 0 w 16"/>
                <a:gd name="T25" fmla="*/ 18 h 19"/>
                <a:gd name="T26" fmla="*/ 2 w 16"/>
                <a:gd name="T27" fmla="*/ 18 h 19"/>
                <a:gd name="T28" fmla="*/ 3 w 16"/>
                <a:gd name="T29" fmla="*/ 11 h 19"/>
                <a:gd name="T30" fmla="*/ 3 w 16"/>
                <a:gd name="T31" fmla="*/ 9 h 19"/>
                <a:gd name="T32" fmla="*/ 2 w 16"/>
                <a:gd name="T33" fmla="*/ 4 h 19"/>
                <a:gd name="T34" fmla="*/ 0 w 16"/>
                <a:gd name="T35" fmla="*/ 3 h 19"/>
                <a:gd name="T36" fmla="*/ 0 w 16"/>
                <a:gd name="T37" fmla="*/ 2 h 19"/>
                <a:gd name="T38" fmla="*/ 6 w 16"/>
                <a:gd name="T39" fmla="*/ 0 h 19"/>
                <a:gd name="T40" fmla="*/ 7 w 16"/>
                <a:gd name="T41" fmla="*/ 1 h 19"/>
                <a:gd name="T42" fmla="*/ 7 w 16"/>
                <a:gd name="T43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9">
                  <a:moveTo>
                    <a:pt x="7" y="5"/>
                  </a:moveTo>
                  <a:cubicBezTo>
                    <a:pt x="8" y="2"/>
                    <a:pt x="11" y="0"/>
                    <a:pt x="13" y="0"/>
                  </a:cubicBezTo>
                  <a:cubicBezTo>
                    <a:pt x="14" y="0"/>
                    <a:pt x="15" y="1"/>
                    <a:pt x="16" y="2"/>
                  </a:cubicBezTo>
                  <a:cubicBezTo>
                    <a:pt x="16" y="4"/>
                    <a:pt x="15" y="5"/>
                    <a:pt x="13" y="5"/>
                  </a:cubicBezTo>
                  <a:cubicBezTo>
                    <a:pt x="12" y="5"/>
                    <a:pt x="11" y="4"/>
                    <a:pt x="11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4"/>
                    <a:pt x="8" y="6"/>
                    <a:pt x="7" y="8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6"/>
                    <a:pt x="7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5"/>
                    <a:pt x="2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85"/>
            <p:cNvSpPr>
              <a:spLocks noEditPoints="1"/>
            </p:cNvSpPr>
            <p:nvPr/>
          </p:nvSpPr>
          <p:spPr bwMode="auto">
            <a:xfrm>
              <a:off x="9236076" y="4495800"/>
              <a:ext cx="34925" cy="39688"/>
            </a:xfrm>
            <a:custGeom>
              <a:avLst/>
              <a:gdLst>
                <a:gd name="T0" fmla="*/ 18 w 18"/>
                <a:gd name="T1" fmla="*/ 17 h 20"/>
                <a:gd name="T2" fmla="*/ 14 w 18"/>
                <a:gd name="T3" fmla="*/ 20 h 20"/>
                <a:gd name="T4" fmla="*/ 10 w 18"/>
                <a:gd name="T5" fmla="*/ 17 h 20"/>
                <a:gd name="T6" fmla="*/ 5 w 18"/>
                <a:gd name="T7" fmla="*/ 20 h 20"/>
                <a:gd name="T8" fmla="*/ 0 w 18"/>
                <a:gd name="T9" fmla="*/ 15 h 20"/>
                <a:gd name="T10" fmla="*/ 7 w 18"/>
                <a:gd name="T11" fmla="*/ 9 h 20"/>
                <a:gd name="T12" fmla="*/ 10 w 18"/>
                <a:gd name="T13" fmla="*/ 8 h 20"/>
                <a:gd name="T14" fmla="*/ 10 w 18"/>
                <a:gd name="T15" fmla="*/ 6 h 20"/>
                <a:gd name="T16" fmla="*/ 7 w 18"/>
                <a:gd name="T17" fmla="*/ 2 h 20"/>
                <a:gd name="T18" fmla="*/ 5 w 18"/>
                <a:gd name="T19" fmla="*/ 2 h 20"/>
                <a:gd name="T20" fmla="*/ 4 w 18"/>
                <a:gd name="T21" fmla="*/ 4 h 20"/>
                <a:gd name="T22" fmla="*/ 2 w 18"/>
                <a:gd name="T23" fmla="*/ 7 h 20"/>
                <a:gd name="T24" fmla="*/ 0 w 18"/>
                <a:gd name="T25" fmla="*/ 5 h 20"/>
                <a:gd name="T26" fmla="*/ 8 w 18"/>
                <a:gd name="T27" fmla="*/ 0 h 20"/>
                <a:gd name="T28" fmla="*/ 15 w 18"/>
                <a:gd name="T29" fmla="*/ 7 h 20"/>
                <a:gd name="T30" fmla="*/ 15 w 18"/>
                <a:gd name="T31" fmla="*/ 16 h 20"/>
                <a:gd name="T32" fmla="*/ 16 w 18"/>
                <a:gd name="T33" fmla="*/ 18 h 20"/>
                <a:gd name="T34" fmla="*/ 17 w 18"/>
                <a:gd name="T35" fmla="*/ 17 h 20"/>
                <a:gd name="T36" fmla="*/ 18 w 18"/>
                <a:gd name="T37" fmla="*/ 17 h 20"/>
                <a:gd name="T38" fmla="*/ 10 w 18"/>
                <a:gd name="T39" fmla="*/ 9 h 20"/>
                <a:gd name="T40" fmla="*/ 8 w 18"/>
                <a:gd name="T41" fmla="*/ 10 h 20"/>
                <a:gd name="T42" fmla="*/ 4 w 18"/>
                <a:gd name="T43" fmla="*/ 15 h 20"/>
                <a:gd name="T44" fmla="*/ 7 w 18"/>
                <a:gd name="T45" fmla="*/ 18 h 20"/>
                <a:gd name="T46" fmla="*/ 10 w 18"/>
                <a:gd name="T47" fmla="*/ 16 h 20"/>
                <a:gd name="T48" fmla="*/ 10 w 18"/>
                <a:gd name="T4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0">
                  <a:moveTo>
                    <a:pt x="18" y="17"/>
                  </a:moveTo>
                  <a:cubicBezTo>
                    <a:pt x="17" y="19"/>
                    <a:pt x="16" y="20"/>
                    <a:pt x="14" y="20"/>
                  </a:cubicBezTo>
                  <a:cubicBezTo>
                    <a:pt x="12" y="20"/>
                    <a:pt x="11" y="19"/>
                    <a:pt x="10" y="17"/>
                  </a:cubicBezTo>
                  <a:cubicBezTo>
                    <a:pt x="9" y="19"/>
                    <a:pt x="7" y="20"/>
                    <a:pt x="5" y="20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2"/>
                    <a:pt x="1" y="11"/>
                    <a:pt x="7" y="9"/>
                  </a:cubicBezTo>
                  <a:cubicBezTo>
                    <a:pt x="8" y="9"/>
                    <a:pt x="9" y="8"/>
                    <a:pt x="10" y="8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3"/>
                    <a:pt x="9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3" y="7"/>
                    <a:pt x="2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1" y="2"/>
                    <a:pt x="3" y="0"/>
                    <a:pt x="8" y="0"/>
                  </a:cubicBezTo>
                  <a:cubicBezTo>
                    <a:pt x="13" y="0"/>
                    <a:pt x="15" y="2"/>
                    <a:pt x="15" y="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6" y="18"/>
                  </a:cubicBezTo>
                  <a:cubicBezTo>
                    <a:pt x="16" y="18"/>
                    <a:pt x="17" y="18"/>
                    <a:pt x="17" y="17"/>
                  </a:cubicBezTo>
                  <a:lnTo>
                    <a:pt x="18" y="17"/>
                  </a:lnTo>
                  <a:close/>
                  <a:moveTo>
                    <a:pt x="10" y="9"/>
                  </a:moveTo>
                  <a:cubicBezTo>
                    <a:pt x="9" y="9"/>
                    <a:pt x="8" y="10"/>
                    <a:pt x="8" y="10"/>
                  </a:cubicBezTo>
                  <a:cubicBezTo>
                    <a:pt x="5" y="11"/>
                    <a:pt x="4" y="12"/>
                    <a:pt x="4" y="15"/>
                  </a:cubicBezTo>
                  <a:cubicBezTo>
                    <a:pt x="4" y="17"/>
                    <a:pt x="5" y="18"/>
                    <a:pt x="7" y="18"/>
                  </a:cubicBezTo>
                  <a:cubicBezTo>
                    <a:pt x="8" y="18"/>
                    <a:pt x="9" y="17"/>
                    <a:pt x="10" y="16"/>
                  </a:cubicBezTo>
                  <a:lnTo>
                    <a:pt x="1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86"/>
            <p:cNvSpPr>
              <a:spLocks noEditPoints="1"/>
            </p:cNvSpPr>
            <p:nvPr/>
          </p:nvSpPr>
          <p:spPr bwMode="auto">
            <a:xfrm>
              <a:off x="9274176" y="4478338"/>
              <a:ext cx="19050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0 w 10"/>
                <a:gd name="T5" fmla="*/ 28 h 28"/>
                <a:gd name="T6" fmla="*/ 0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18 h 28"/>
                <a:gd name="T14" fmla="*/ 3 w 10"/>
                <a:gd name="T15" fmla="*/ 12 h 28"/>
                <a:gd name="T16" fmla="*/ 0 w 10"/>
                <a:gd name="T17" fmla="*/ 12 h 28"/>
                <a:gd name="T18" fmla="*/ 0 w 10"/>
                <a:gd name="T19" fmla="*/ 11 h 28"/>
                <a:gd name="T20" fmla="*/ 7 w 10"/>
                <a:gd name="T21" fmla="*/ 9 h 28"/>
                <a:gd name="T22" fmla="*/ 8 w 10"/>
                <a:gd name="T23" fmla="*/ 10 h 28"/>
                <a:gd name="T24" fmla="*/ 8 w 10"/>
                <a:gd name="T25" fmla="*/ 15 h 28"/>
                <a:gd name="T26" fmla="*/ 8 w 10"/>
                <a:gd name="T27" fmla="*/ 20 h 28"/>
                <a:gd name="T28" fmla="*/ 8 w 10"/>
                <a:gd name="T29" fmla="*/ 27 h 28"/>
                <a:gd name="T30" fmla="*/ 10 w 10"/>
                <a:gd name="T31" fmla="*/ 27 h 28"/>
                <a:gd name="T32" fmla="*/ 2 w 10"/>
                <a:gd name="T33" fmla="*/ 3 h 28"/>
                <a:gd name="T34" fmla="*/ 5 w 10"/>
                <a:gd name="T35" fmla="*/ 0 h 28"/>
                <a:gd name="T36" fmla="*/ 8 w 10"/>
                <a:gd name="T37" fmla="*/ 3 h 28"/>
                <a:gd name="T38" fmla="*/ 5 w 10"/>
                <a:gd name="T39" fmla="*/ 5 h 28"/>
                <a:gd name="T40" fmla="*/ 2 w 10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4"/>
                    <a:pt x="3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5"/>
                    <a:pt x="8" y="27"/>
                  </a:cubicBezTo>
                  <a:lnTo>
                    <a:pt x="10" y="27"/>
                  </a:lnTo>
                  <a:close/>
                  <a:moveTo>
                    <a:pt x="2" y="3"/>
                  </a:moveTo>
                  <a:cubicBezTo>
                    <a:pt x="2" y="1"/>
                    <a:pt x="4" y="0"/>
                    <a:pt x="5" y="0"/>
                  </a:cubicBezTo>
                  <a:cubicBezTo>
                    <a:pt x="7" y="0"/>
                    <a:pt x="8" y="1"/>
                    <a:pt x="8" y="3"/>
                  </a:cubicBezTo>
                  <a:cubicBezTo>
                    <a:pt x="8" y="4"/>
                    <a:pt x="7" y="5"/>
                    <a:pt x="5" y="5"/>
                  </a:cubicBezTo>
                  <a:cubicBezTo>
                    <a:pt x="4" y="5"/>
                    <a:pt x="2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87"/>
            <p:cNvSpPr>
              <a:spLocks noEditPoints="1"/>
            </p:cNvSpPr>
            <p:nvPr/>
          </p:nvSpPr>
          <p:spPr bwMode="auto">
            <a:xfrm>
              <a:off x="9296401" y="4495800"/>
              <a:ext cx="38100" cy="55563"/>
            </a:xfrm>
            <a:custGeom>
              <a:avLst/>
              <a:gdLst>
                <a:gd name="T0" fmla="*/ 19 w 19"/>
                <a:gd name="T1" fmla="*/ 3 h 28"/>
                <a:gd name="T2" fmla="*/ 15 w 19"/>
                <a:gd name="T3" fmla="*/ 3 h 28"/>
                <a:gd name="T4" fmla="*/ 16 w 19"/>
                <a:gd name="T5" fmla="*/ 7 h 28"/>
                <a:gd name="T6" fmla="*/ 8 w 19"/>
                <a:gd name="T7" fmla="*/ 13 h 28"/>
                <a:gd name="T8" fmla="*/ 5 w 19"/>
                <a:gd name="T9" fmla="*/ 12 h 28"/>
                <a:gd name="T10" fmla="*/ 4 w 19"/>
                <a:gd name="T11" fmla="*/ 14 h 28"/>
                <a:gd name="T12" fmla="*/ 7 w 19"/>
                <a:gd name="T13" fmla="*/ 16 h 28"/>
                <a:gd name="T14" fmla="*/ 12 w 19"/>
                <a:gd name="T15" fmla="*/ 16 h 28"/>
                <a:gd name="T16" fmla="*/ 19 w 19"/>
                <a:gd name="T17" fmla="*/ 21 h 28"/>
                <a:gd name="T18" fmla="*/ 8 w 19"/>
                <a:gd name="T19" fmla="*/ 28 h 28"/>
                <a:gd name="T20" fmla="*/ 0 w 19"/>
                <a:gd name="T21" fmla="*/ 24 h 28"/>
                <a:gd name="T22" fmla="*/ 4 w 19"/>
                <a:gd name="T23" fmla="*/ 20 h 28"/>
                <a:gd name="T24" fmla="*/ 1 w 19"/>
                <a:gd name="T25" fmla="*/ 17 h 28"/>
                <a:gd name="T26" fmla="*/ 4 w 19"/>
                <a:gd name="T27" fmla="*/ 12 h 28"/>
                <a:gd name="T28" fmla="*/ 1 w 19"/>
                <a:gd name="T29" fmla="*/ 7 h 28"/>
                <a:gd name="T30" fmla="*/ 8 w 19"/>
                <a:gd name="T31" fmla="*/ 0 h 28"/>
                <a:gd name="T32" fmla="*/ 14 w 19"/>
                <a:gd name="T33" fmla="*/ 2 h 28"/>
                <a:gd name="T34" fmla="*/ 18 w 19"/>
                <a:gd name="T35" fmla="*/ 0 h 28"/>
                <a:gd name="T36" fmla="*/ 19 w 19"/>
                <a:gd name="T37" fmla="*/ 1 h 28"/>
                <a:gd name="T38" fmla="*/ 19 w 19"/>
                <a:gd name="T39" fmla="*/ 3 h 28"/>
                <a:gd name="T40" fmla="*/ 8 w 19"/>
                <a:gd name="T41" fmla="*/ 20 h 28"/>
                <a:gd name="T42" fmla="*/ 4 w 19"/>
                <a:gd name="T43" fmla="*/ 20 h 28"/>
                <a:gd name="T44" fmla="*/ 3 w 19"/>
                <a:gd name="T45" fmla="*/ 23 h 28"/>
                <a:gd name="T46" fmla="*/ 8 w 19"/>
                <a:gd name="T47" fmla="*/ 27 h 28"/>
                <a:gd name="T48" fmla="*/ 15 w 19"/>
                <a:gd name="T49" fmla="*/ 23 h 28"/>
                <a:gd name="T50" fmla="*/ 12 w 19"/>
                <a:gd name="T51" fmla="*/ 20 h 28"/>
                <a:gd name="T52" fmla="*/ 8 w 19"/>
                <a:gd name="T53" fmla="*/ 20 h 28"/>
                <a:gd name="T54" fmla="*/ 12 w 19"/>
                <a:gd name="T55" fmla="*/ 7 h 28"/>
                <a:gd name="T56" fmla="*/ 8 w 19"/>
                <a:gd name="T57" fmla="*/ 1 h 28"/>
                <a:gd name="T58" fmla="*/ 5 w 19"/>
                <a:gd name="T59" fmla="*/ 7 h 28"/>
                <a:gd name="T60" fmla="*/ 8 w 19"/>
                <a:gd name="T61" fmla="*/ 12 h 28"/>
                <a:gd name="T62" fmla="*/ 12 w 19"/>
                <a:gd name="T63" fmla="*/ 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" h="28">
                  <a:moveTo>
                    <a:pt x="19" y="3"/>
                  </a:moveTo>
                  <a:cubicBezTo>
                    <a:pt x="15" y="3"/>
                    <a:pt x="15" y="3"/>
                    <a:pt x="15" y="3"/>
                  </a:cubicBezTo>
                  <a:cubicBezTo>
                    <a:pt x="16" y="4"/>
                    <a:pt x="16" y="5"/>
                    <a:pt x="16" y="7"/>
                  </a:cubicBezTo>
                  <a:cubicBezTo>
                    <a:pt x="16" y="10"/>
                    <a:pt x="13" y="13"/>
                    <a:pt x="8" y="13"/>
                  </a:cubicBezTo>
                  <a:cubicBezTo>
                    <a:pt x="7" y="13"/>
                    <a:pt x="6" y="13"/>
                    <a:pt x="5" y="12"/>
                  </a:cubicBezTo>
                  <a:cubicBezTo>
                    <a:pt x="4" y="13"/>
                    <a:pt x="4" y="14"/>
                    <a:pt x="4" y="14"/>
                  </a:cubicBezTo>
                  <a:cubicBezTo>
                    <a:pt x="4" y="16"/>
                    <a:pt x="5" y="16"/>
                    <a:pt x="7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7" y="16"/>
                    <a:pt x="19" y="18"/>
                    <a:pt x="19" y="21"/>
                  </a:cubicBezTo>
                  <a:cubicBezTo>
                    <a:pt x="19" y="25"/>
                    <a:pt x="15" y="28"/>
                    <a:pt x="8" y="28"/>
                  </a:cubicBezTo>
                  <a:cubicBezTo>
                    <a:pt x="2" y="28"/>
                    <a:pt x="0" y="26"/>
                    <a:pt x="0" y="24"/>
                  </a:cubicBezTo>
                  <a:cubicBezTo>
                    <a:pt x="0" y="22"/>
                    <a:pt x="1" y="21"/>
                    <a:pt x="4" y="20"/>
                  </a:cubicBezTo>
                  <a:cubicBezTo>
                    <a:pt x="2" y="19"/>
                    <a:pt x="1" y="18"/>
                    <a:pt x="1" y="17"/>
                  </a:cubicBezTo>
                  <a:cubicBezTo>
                    <a:pt x="1" y="15"/>
                    <a:pt x="2" y="14"/>
                    <a:pt x="4" y="12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3"/>
                    <a:pt x="4" y="0"/>
                    <a:pt x="8" y="0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1"/>
                    <a:pt x="19" y="1"/>
                    <a:pt x="19" y="1"/>
                  </a:cubicBezTo>
                  <a:lnTo>
                    <a:pt x="19" y="3"/>
                  </a:lnTo>
                  <a:close/>
                  <a:moveTo>
                    <a:pt x="8" y="20"/>
                  </a:moveTo>
                  <a:cubicBezTo>
                    <a:pt x="6" y="20"/>
                    <a:pt x="5" y="20"/>
                    <a:pt x="4" y="20"/>
                  </a:cubicBezTo>
                  <a:cubicBezTo>
                    <a:pt x="3" y="21"/>
                    <a:pt x="3" y="22"/>
                    <a:pt x="3" y="23"/>
                  </a:cubicBezTo>
                  <a:cubicBezTo>
                    <a:pt x="3" y="25"/>
                    <a:pt x="5" y="27"/>
                    <a:pt x="8" y="27"/>
                  </a:cubicBezTo>
                  <a:cubicBezTo>
                    <a:pt x="13" y="27"/>
                    <a:pt x="15" y="25"/>
                    <a:pt x="15" y="23"/>
                  </a:cubicBezTo>
                  <a:cubicBezTo>
                    <a:pt x="15" y="22"/>
                    <a:pt x="14" y="20"/>
                    <a:pt x="12" y="20"/>
                  </a:cubicBezTo>
                  <a:lnTo>
                    <a:pt x="8" y="20"/>
                  </a:lnTo>
                  <a:close/>
                  <a:moveTo>
                    <a:pt x="12" y="7"/>
                  </a:moveTo>
                  <a:cubicBezTo>
                    <a:pt x="12" y="3"/>
                    <a:pt x="11" y="1"/>
                    <a:pt x="8" y="1"/>
                  </a:cubicBezTo>
                  <a:cubicBezTo>
                    <a:pt x="6" y="1"/>
                    <a:pt x="5" y="3"/>
                    <a:pt x="5" y="7"/>
                  </a:cubicBezTo>
                  <a:cubicBezTo>
                    <a:pt x="5" y="10"/>
                    <a:pt x="6" y="12"/>
                    <a:pt x="8" y="12"/>
                  </a:cubicBezTo>
                  <a:cubicBezTo>
                    <a:pt x="11" y="12"/>
                    <a:pt x="12" y="10"/>
                    <a:pt x="12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88"/>
            <p:cNvSpPr/>
            <p:nvPr/>
          </p:nvSpPr>
          <p:spPr bwMode="auto">
            <a:xfrm>
              <a:off x="9336088" y="4478338"/>
              <a:ext cx="42863" cy="55563"/>
            </a:xfrm>
            <a:custGeom>
              <a:avLst/>
              <a:gdLst>
                <a:gd name="T0" fmla="*/ 22 w 22"/>
                <a:gd name="T1" fmla="*/ 27 h 28"/>
                <a:gd name="T2" fmla="*/ 22 w 22"/>
                <a:gd name="T3" fmla="*/ 28 h 28"/>
                <a:gd name="T4" fmla="*/ 12 w 22"/>
                <a:gd name="T5" fmla="*/ 28 h 28"/>
                <a:gd name="T6" fmla="*/ 12 w 22"/>
                <a:gd name="T7" fmla="*/ 27 h 28"/>
                <a:gd name="T8" fmla="*/ 15 w 22"/>
                <a:gd name="T9" fmla="*/ 27 h 28"/>
                <a:gd name="T10" fmla="*/ 15 w 22"/>
                <a:gd name="T11" fmla="*/ 20 h 28"/>
                <a:gd name="T12" fmla="*/ 15 w 22"/>
                <a:gd name="T13" fmla="*/ 16 h 28"/>
                <a:gd name="T14" fmla="*/ 12 w 22"/>
                <a:gd name="T15" fmla="*/ 12 h 28"/>
                <a:gd name="T16" fmla="*/ 8 w 22"/>
                <a:gd name="T17" fmla="*/ 14 h 28"/>
                <a:gd name="T18" fmla="*/ 8 w 22"/>
                <a:gd name="T19" fmla="*/ 20 h 28"/>
                <a:gd name="T20" fmla="*/ 8 w 22"/>
                <a:gd name="T21" fmla="*/ 27 h 28"/>
                <a:gd name="T22" fmla="*/ 10 w 22"/>
                <a:gd name="T23" fmla="*/ 27 h 28"/>
                <a:gd name="T24" fmla="*/ 10 w 22"/>
                <a:gd name="T25" fmla="*/ 28 h 28"/>
                <a:gd name="T26" fmla="*/ 1 w 22"/>
                <a:gd name="T27" fmla="*/ 28 h 28"/>
                <a:gd name="T28" fmla="*/ 1 w 22"/>
                <a:gd name="T29" fmla="*/ 27 h 28"/>
                <a:gd name="T30" fmla="*/ 3 w 22"/>
                <a:gd name="T31" fmla="*/ 27 h 28"/>
                <a:gd name="T32" fmla="*/ 3 w 22"/>
                <a:gd name="T33" fmla="*/ 20 h 28"/>
                <a:gd name="T34" fmla="*/ 3 w 22"/>
                <a:gd name="T35" fmla="*/ 3 h 28"/>
                <a:gd name="T36" fmla="*/ 0 w 22"/>
                <a:gd name="T37" fmla="*/ 2 h 28"/>
                <a:gd name="T38" fmla="*/ 0 w 22"/>
                <a:gd name="T39" fmla="*/ 2 h 28"/>
                <a:gd name="T40" fmla="*/ 7 w 22"/>
                <a:gd name="T41" fmla="*/ 0 h 28"/>
                <a:gd name="T42" fmla="*/ 8 w 22"/>
                <a:gd name="T43" fmla="*/ 0 h 28"/>
                <a:gd name="T44" fmla="*/ 8 w 22"/>
                <a:gd name="T45" fmla="*/ 6 h 28"/>
                <a:gd name="T46" fmla="*/ 8 w 22"/>
                <a:gd name="T47" fmla="*/ 13 h 28"/>
                <a:gd name="T48" fmla="*/ 14 w 22"/>
                <a:gd name="T49" fmla="*/ 9 h 28"/>
                <a:gd name="T50" fmla="*/ 19 w 22"/>
                <a:gd name="T51" fmla="*/ 16 h 28"/>
                <a:gd name="T52" fmla="*/ 19 w 22"/>
                <a:gd name="T53" fmla="*/ 20 h 28"/>
                <a:gd name="T54" fmla="*/ 19 w 22"/>
                <a:gd name="T55" fmla="*/ 27 h 28"/>
                <a:gd name="T56" fmla="*/ 22 w 22"/>
                <a:gd name="T5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" h="28">
                  <a:moveTo>
                    <a:pt x="22" y="27"/>
                  </a:moveTo>
                  <a:cubicBezTo>
                    <a:pt x="22" y="28"/>
                    <a:pt x="22" y="28"/>
                    <a:pt x="2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5"/>
                    <a:pt x="15" y="22"/>
                    <a:pt x="15" y="2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3"/>
                    <a:pt x="14" y="12"/>
                    <a:pt x="12" y="12"/>
                  </a:cubicBezTo>
                  <a:cubicBezTo>
                    <a:pt x="11" y="12"/>
                    <a:pt x="9" y="12"/>
                    <a:pt x="8" y="14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5"/>
                    <a:pt x="8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10" y="10"/>
                    <a:pt x="12" y="9"/>
                    <a:pt x="14" y="9"/>
                  </a:cubicBezTo>
                  <a:cubicBezTo>
                    <a:pt x="17" y="9"/>
                    <a:pt x="19" y="11"/>
                    <a:pt x="19" y="16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2"/>
                    <a:pt x="19" y="25"/>
                    <a:pt x="19" y="27"/>
                  </a:cubicBezTo>
                  <a:lnTo>
                    <a:pt x="22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89"/>
            <p:cNvSpPr/>
            <p:nvPr/>
          </p:nvSpPr>
          <p:spPr bwMode="auto">
            <a:xfrm>
              <a:off x="9382126" y="4486275"/>
              <a:ext cx="25400" cy="49213"/>
            </a:xfrm>
            <a:custGeom>
              <a:avLst/>
              <a:gdLst>
                <a:gd name="T0" fmla="*/ 13 w 13"/>
                <a:gd name="T1" fmla="*/ 22 h 25"/>
                <a:gd name="T2" fmla="*/ 8 w 13"/>
                <a:gd name="T3" fmla="*/ 25 h 25"/>
                <a:gd name="T4" fmla="*/ 3 w 13"/>
                <a:gd name="T5" fmla="*/ 20 h 25"/>
                <a:gd name="T6" fmla="*/ 3 w 13"/>
                <a:gd name="T7" fmla="*/ 16 h 25"/>
                <a:gd name="T8" fmla="*/ 3 w 13"/>
                <a:gd name="T9" fmla="*/ 7 h 25"/>
                <a:gd name="T10" fmla="*/ 0 w 13"/>
                <a:gd name="T11" fmla="*/ 7 h 25"/>
                <a:gd name="T12" fmla="*/ 0 w 13"/>
                <a:gd name="T13" fmla="*/ 6 h 25"/>
                <a:gd name="T14" fmla="*/ 3 w 13"/>
                <a:gd name="T15" fmla="*/ 6 h 25"/>
                <a:gd name="T16" fmla="*/ 5 w 13"/>
                <a:gd name="T17" fmla="*/ 0 h 25"/>
                <a:gd name="T18" fmla="*/ 8 w 13"/>
                <a:gd name="T19" fmla="*/ 0 h 25"/>
                <a:gd name="T20" fmla="*/ 8 w 13"/>
                <a:gd name="T21" fmla="*/ 6 h 25"/>
                <a:gd name="T22" fmla="*/ 12 w 13"/>
                <a:gd name="T23" fmla="*/ 6 h 25"/>
                <a:gd name="T24" fmla="*/ 12 w 13"/>
                <a:gd name="T25" fmla="*/ 7 h 25"/>
                <a:gd name="T26" fmla="*/ 8 w 13"/>
                <a:gd name="T27" fmla="*/ 7 h 25"/>
                <a:gd name="T28" fmla="*/ 8 w 13"/>
                <a:gd name="T29" fmla="*/ 20 h 25"/>
                <a:gd name="T30" fmla="*/ 10 w 13"/>
                <a:gd name="T31" fmla="*/ 23 h 25"/>
                <a:gd name="T32" fmla="*/ 12 w 13"/>
                <a:gd name="T33" fmla="*/ 22 h 25"/>
                <a:gd name="T34" fmla="*/ 13 w 13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25">
                  <a:moveTo>
                    <a:pt x="13" y="22"/>
                  </a:moveTo>
                  <a:cubicBezTo>
                    <a:pt x="12" y="24"/>
                    <a:pt x="10" y="25"/>
                    <a:pt x="8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3"/>
                    <a:pt x="10" y="23"/>
                  </a:cubicBezTo>
                  <a:cubicBezTo>
                    <a:pt x="11" y="23"/>
                    <a:pt x="11" y="22"/>
                    <a:pt x="12" y="22"/>
                  </a:cubicBezTo>
                  <a:lnTo>
                    <a:pt x="13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90"/>
            <p:cNvSpPr/>
            <p:nvPr/>
          </p:nvSpPr>
          <p:spPr bwMode="auto">
            <a:xfrm>
              <a:off x="9426576" y="4478338"/>
              <a:ext cx="31750" cy="55563"/>
            </a:xfrm>
            <a:custGeom>
              <a:avLst/>
              <a:gdLst>
                <a:gd name="T0" fmla="*/ 3 w 16"/>
                <a:gd name="T1" fmla="*/ 10 h 28"/>
                <a:gd name="T2" fmla="*/ 6 w 16"/>
                <a:gd name="T3" fmla="*/ 2 h 28"/>
                <a:gd name="T4" fmla="*/ 11 w 16"/>
                <a:gd name="T5" fmla="*/ 0 h 28"/>
                <a:gd name="T6" fmla="*/ 16 w 16"/>
                <a:gd name="T7" fmla="*/ 2 h 28"/>
                <a:gd name="T8" fmla="*/ 13 w 16"/>
                <a:gd name="T9" fmla="*/ 4 h 28"/>
                <a:gd name="T10" fmla="*/ 10 w 16"/>
                <a:gd name="T11" fmla="*/ 2 h 28"/>
                <a:gd name="T12" fmla="*/ 9 w 16"/>
                <a:gd name="T13" fmla="*/ 1 h 28"/>
                <a:gd name="T14" fmla="*/ 8 w 16"/>
                <a:gd name="T15" fmla="*/ 2 h 28"/>
                <a:gd name="T16" fmla="*/ 7 w 16"/>
                <a:gd name="T17" fmla="*/ 10 h 28"/>
                <a:gd name="T18" fmla="*/ 12 w 16"/>
                <a:gd name="T19" fmla="*/ 10 h 28"/>
                <a:gd name="T20" fmla="*/ 12 w 16"/>
                <a:gd name="T21" fmla="*/ 11 h 28"/>
                <a:gd name="T22" fmla="*/ 7 w 16"/>
                <a:gd name="T23" fmla="*/ 11 h 28"/>
                <a:gd name="T24" fmla="*/ 7 w 16"/>
                <a:gd name="T25" fmla="*/ 20 h 28"/>
                <a:gd name="T26" fmla="*/ 7 w 16"/>
                <a:gd name="T27" fmla="*/ 27 h 28"/>
                <a:gd name="T28" fmla="*/ 10 w 16"/>
                <a:gd name="T29" fmla="*/ 27 h 28"/>
                <a:gd name="T30" fmla="*/ 10 w 16"/>
                <a:gd name="T31" fmla="*/ 28 h 28"/>
                <a:gd name="T32" fmla="*/ 0 w 16"/>
                <a:gd name="T33" fmla="*/ 28 h 28"/>
                <a:gd name="T34" fmla="*/ 0 w 16"/>
                <a:gd name="T35" fmla="*/ 27 h 28"/>
                <a:gd name="T36" fmla="*/ 2 w 16"/>
                <a:gd name="T37" fmla="*/ 27 h 28"/>
                <a:gd name="T38" fmla="*/ 3 w 16"/>
                <a:gd name="T39" fmla="*/ 20 h 28"/>
                <a:gd name="T40" fmla="*/ 3 w 16"/>
                <a:gd name="T41" fmla="*/ 11 h 28"/>
                <a:gd name="T42" fmla="*/ 0 w 16"/>
                <a:gd name="T43" fmla="*/ 11 h 28"/>
                <a:gd name="T44" fmla="*/ 0 w 16"/>
                <a:gd name="T45" fmla="*/ 10 h 28"/>
                <a:gd name="T46" fmla="*/ 3 w 16"/>
                <a:gd name="T4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" h="28">
                  <a:moveTo>
                    <a:pt x="3" y="10"/>
                  </a:moveTo>
                  <a:cubicBezTo>
                    <a:pt x="3" y="6"/>
                    <a:pt x="4" y="4"/>
                    <a:pt x="6" y="2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3" y="0"/>
                    <a:pt x="15" y="0"/>
                    <a:pt x="16" y="2"/>
                  </a:cubicBezTo>
                  <a:cubicBezTo>
                    <a:pt x="15" y="3"/>
                    <a:pt x="15" y="4"/>
                    <a:pt x="13" y="4"/>
                  </a:cubicBezTo>
                  <a:cubicBezTo>
                    <a:pt x="12" y="4"/>
                    <a:pt x="11" y="3"/>
                    <a:pt x="10" y="2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2"/>
                    <a:pt x="8" y="2"/>
                  </a:cubicBezTo>
                  <a:cubicBezTo>
                    <a:pt x="7" y="4"/>
                    <a:pt x="7" y="6"/>
                    <a:pt x="7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91"/>
            <p:cNvSpPr>
              <a:spLocks noEditPoints="1"/>
            </p:cNvSpPr>
            <p:nvPr/>
          </p:nvSpPr>
          <p:spPr bwMode="auto">
            <a:xfrm>
              <a:off x="9451976" y="4495800"/>
              <a:ext cx="38100" cy="39688"/>
            </a:xfrm>
            <a:custGeom>
              <a:avLst/>
              <a:gdLst>
                <a:gd name="T0" fmla="*/ 0 w 19"/>
                <a:gd name="T1" fmla="*/ 10 h 20"/>
                <a:gd name="T2" fmla="*/ 10 w 19"/>
                <a:gd name="T3" fmla="*/ 0 h 20"/>
                <a:gd name="T4" fmla="*/ 19 w 19"/>
                <a:gd name="T5" fmla="*/ 10 h 20"/>
                <a:gd name="T6" fmla="*/ 10 w 19"/>
                <a:gd name="T7" fmla="*/ 20 h 20"/>
                <a:gd name="T8" fmla="*/ 0 w 19"/>
                <a:gd name="T9" fmla="*/ 10 h 20"/>
                <a:gd name="T10" fmla="*/ 14 w 19"/>
                <a:gd name="T11" fmla="*/ 10 h 20"/>
                <a:gd name="T12" fmla="*/ 10 w 19"/>
                <a:gd name="T13" fmla="*/ 2 h 20"/>
                <a:gd name="T14" fmla="*/ 5 w 19"/>
                <a:gd name="T15" fmla="*/ 10 h 20"/>
                <a:gd name="T16" fmla="*/ 10 w 19"/>
                <a:gd name="T17" fmla="*/ 19 h 20"/>
                <a:gd name="T18" fmla="*/ 14 w 19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10"/>
                  </a:cubicBezTo>
                  <a:cubicBezTo>
                    <a:pt x="19" y="16"/>
                    <a:pt x="15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10" y="2"/>
                  </a:cubicBezTo>
                  <a:cubicBezTo>
                    <a:pt x="7" y="2"/>
                    <a:pt x="5" y="4"/>
                    <a:pt x="5" y="10"/>
                  </a:cubicBezTo>
                  <a:cubicBezTo>
                    <a:pt x="5" y="16"/>
                    <a:pt x="7" y="19"/>
                    <a:pt x="10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92"/>
            <p:cNvSpPr>
              <a:spLocks noEditPoints="1"/>
            </p:cNvSpPr>
            <p:nvPr/>
          </p:nvSpPr>
          <p:spPr bwMode="auto">
            <a:xfrm>
              <a:off x="9494838" y="4495800"/>
              <a:ext cx="36513" cy="39688"/>
            </a:xfrm>
            <a:custGeom>
              <a:avLst/>
              <a:gdLst>
                <a:gd name="T0" fmla="*/ 0 w 18"/>
                <a:gd name="T1" fmla="*/ 10 h 20"/>
                <a:gd name="T2" fmla="*/ 9 w 18"/>
                <a:gd name="T3" fmla="*/ 0 h 20"/>
                <a:gd name="T4" fmla="*/ 18 w 18"/>
                <a:gd name="T5" fmla="*/ 10 h 20"/>
                <a:gd name="T6" fmla="*/ 9 w 18"/>
                <a:gd name="T7" fmla="*/ 20 h 20"/>
                <a:gd name="T8" fmla="*/ 0 w 18"/>
                <a:gd name="T9" fmla="*/ 10 h 20"/>
                <a:gd name="T10" fmla="*/ 14 w 18"/>
                <a:gd name="T11" fmla="*/ 10 h 20"/>
                <a:gd name="T12" fmla="*/ 9 w 18"/>
                <a:gd name="T13" fmla="*/ 2 h 20"/>
                <a:gd name="T14" fmla="*/ 5 w 18"/>
                <a:gd name="T15" fmla="*/ 10 h 20"/>
                <a:gd name="T16" fmla="*/ 9 w 18"/>
                <a:gd name="T17" fmla="*/ 19 h 20"/>
                <a:gd name="T18" fmla="*/ 14 w 18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20">
                  <a:moveTo>
                    <a:pt x="0" y="10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10"/>
                  </a:cubicBezTo>
                  <a:cubicBezTo>
                    <a:pt x="18" y="16"/>
                    <a:pt x="14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9" y="2"/>
                  </a:cubicBezTo>
                  <a:cubicBezTo>
                    <a:pt x="6" y="2"/>
                    <a:pt x="5" y="4"/>
                    <a:pt x="5" y="10"/>
                  </a:cubicBezTo>
                  <a:cubicBezTo>
                    <a:pt x="5" y="16"/>
                    <a:pt x="6" y="19"/>
                    <a:pt x="9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93"/>
            <p:cNvSpPr/>
            <p:nvPr/>
          </p:nvSpPr>
          <p:spPr bwMode="auto">
            <a:xfrm>
              <a:off x="9534526" y="4486275"/>
              <a:ext cx="25400" cy="49213"/>
            </a:xfrm>
            <a:custGeom>
              <a:avLst/>
              <a:gdLst>
                <a:gd name="T0" fmla="*/ 13 w 13"/>
                <a:gd name="T1" fmla="*/ 22 h 25"/>
                <a:gd name="T2" fmla="*/ 8 w 13"/>
                <a:gd name="T3" fmla="*/ 25 h 25"/>
                <a:gd name="T4" fmla="*/ 3 w 13"/>
                <a:gd name="T5" fmla="*/ 20 h 25"/>
                <a:gd name="T6" fmla="*/ 3 w 13"/>
                <a:gd name="T7" fmla="*/ 16 h 25"/>
                <a:gd name="T8" fmla="*/ 3 w 13"/>
                <a:gd name="T9" fmla="*/ 7 h 25"/>
                <a:gd name="T10" fmla="*/ 0 w 13"/>
                <a:gd name="T11" fmla="*/ 7 h 25"/>
                <a:gd name="T12" fmla="*/ 0 w 13"/>
                <a:gd name="T13" fmla="*/ 6 h 25"/>
                <a:gd name="T14" fmla="*/ 3 w 13"/>
                <a:gd name="T15" fmla="*/ 6 h 25"/>
                <a:gd name="T16" fmla="*/ 5 w 13"/>
                <a:gd name="T17" fmla="*/ 0 h 25"/>
                <a:gd name="T18" fmla="*/ 8 w 13"/>
                <a:gd name="T19" fmla="*/ 0 h 25"/>
                <a:gd name="T20" fmla="*/ 8 w 13"/>
                <a:gd name="T21" fmla="*/ 6 h 25"/>
                <a:gd name="T22" fmla="*/ 12 w 13"/>
                <a:gd name="T23" fmla="*/ 6 h 25"/>
                <a:gd name="T24" fmla="*/ 12 w 13"/>
                <a:gd name="T25" fmla="*/ 7 h 25"/>
                <a:gd name="T26" fmla="*/ 8 w 13"/>
                <a:gd name="T27" fmla="*/ 7 h 25"/>
                <a:gd name="T28" fmla="*/ 8 w 13"/>
                <a:gd name="T29" fmla="*/ 20 h 25"/>
                <a:gd name="T30" fmla="*/ 10 w 13"/>
                <a:gd name="T31" fmla="*/ 23 h 25"/>
                <a:gd name="T32" fmla="*/ 12 w 13"/>
                <a:gd name="T33" fmla="*/ 22 h 25"/>
                <a:gd name="T34" fmla="*/ 13 w 13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" h="25">
                  <a:moveTo>
                    <a:pt x="13" y="22"/>
                  </a:moveTo>
                  <a:cubicBezTo>
                    <a:pt x="12" y="24"/>
                    <a:pt x="10" y="25"/>
                    <a:pt x="8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9" y="23"/>
                    <a:pt x="10" y="23"/>
                  </a:cubicBezTo>
                  <a:cubicBezTo>
                    <a:pt x="11" y="23"/>
                    <a:pt x="11" y="22"/>
                    <a:pt x="12" y="22"/>
                  </a:cubicBezTo>
                  <a:lnTo>
                    <a:pt x="13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94"/>
            <p:cNvSpPr>
              <a:spLocks noEditPoints="1"/>
            </p:cNvSpPr>
            <p:nvPr/>
          </p:nvSpPr>
          <p:spPr bwMode="auto">
            <a:xfrm>
              <a:off x="9580563" y="4478338"/>
              <a:ext cx="19050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0 w 10"/>
                <a:gd name="T5" fmla="*/ 28 h 28"/>
                <a:gd name="T6" fmla="*/ 0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18 h 28"/>
                <a:gd name="T14" fmla="*/ 3 w 10"/>
                <a:gd name="T15" fmla="*/ 12 h 28"/>
                <a:gd name="T16" fmla="*/ 0 w 10"/>
                <a:gd name="T17" fmla="*/ 12 h 28"/>
                <a:gd name="T18" fmla="*/ 0 w 10"/>
                <a:gd name="T19" fmla="*/ 11 h 28"/>
                <a:gd name="T20" fmla="*/ 7 w 10"/>
                <a:gd name="T21" fmla="*/ 9 h 28"/>
                <a:gd name="T22" fmla="*/ 7 w 10"/>
                <a:gd name="T23" fmla="*/ 10 h 28"/>
                <a:gd name="T24" fmla="*/ 7 w 10"/>
                <a:gd name="T25" fmla="*/ 15 h 28"/>
                <a:gd name="T26" fmla="*/ 7 w 10"/>
                <a:gd name="T27" fmla="*/ 20 h 28"/>
                <a:gd name="T28" fmla="*/ 7 w 10"/>
                <a:gd name="T29" fmla="*/ 27 h 28"/>
                <a:gd name="T30" fmla="*/ 10 w 10"/>
                <a:gd name="T31" fmla="*/ 27 h 28"/>
                <a:gd name="T32" fmla="*/ 2 w 10"/>
                <a:gd name="T33" fmla="*/ 3 h 28"/>
                <a:gd name="T34" fmla="*/ 5 w 10"/>
                <a:gd name="T35" fmla="*/ 0 h 28"/>
                <a:gd name="T36" fmla="*/ 7 w 10"/>
                <a:gd name="T37" fmla="*/ 3 h 28"/>
                <a:gd name="T38" fmla="*/ 5 w 10"/>
                <a:gd name="T39" fmla="*/ 5 h 28"/>
                <a:gd name="T40" fmla="*/ 2 w 10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4"/>
                    <a:pt x="3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lnTo>
                    <a:pt x="10" y="27"/>
                  </a:lnTo>
                  <a:close/>
                  <a:moveTo>
                    <a:pt x="2" y="3"/>
                  </a:moveTo>
                  <a:cubicBezTo>
                    <a:pt x="2" y="1"/>
                    <a:pt x="3" y="0"/>
                    <a:pt x="5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6" y="5"/>
                    <a:pt x="5" y="5"/>
                  </a:cubicBezTo>
                  <a:cubicBezTo>
                    <a:pt x="3" y="5"/>
                    <a:pt x="2" y="4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95"/>
            <p:cNvSpPr/>
            <p:nvPr/>
          </p:nvSpPr>
          <p:spPr bwMode="auto">
            <a:xfrm>
              <a:off x="9602788" y="4495800"/>
              <a:ext cx="28575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7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8 h 20"/>
                <a:gd name="T16" fmla="*/ 11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8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8 w 14"/>
                <a:gd name="T35" fmla="*/ 2 h 20"/>
                <a:gd name="T36" fmla="*/ 4 w 14"/>
                <a:gd name="T37" fmla="*/ 4 h 20"/>
                <a:gd name="T38" fmla="*/ 8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2" y="20"/>
                    <a:pt x="7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8"/>
                    <a:pt x="6" y="18"/>
                  </a:cubicBezTo>
                  <a:cubicBezTo>
                    <a:pt x="9" y="18"/>
                    <a:pt x="11" y="17"/>
                    <a:pt x="11" y="16"/>
                  </a:cubicBezTo>
                  <a:cubicBezTo>
                    <a:pt x="11" y="14"/>
                    <a:pt x="10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8" y="0"/>
                  </a:cubicBezTo>
                  <a:cubicBezTo>
                    <a:pt x="10" y="0"/>
                    <a:pt x="12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8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96"/>
            <p:cNvSpPr/>
            <p:nvPr/>
          </p:nvSpPr>
          <p:spPr bwMode="auto">
            <a:xfrm>
              <a:off x="9652001" y="4495800"/>
              <a:ext cx="42863" cy="38100"/>
            </a:xfrm>
            <a:custGeom>
              <a:avLst/>
              <a:gdLst>
                <a:gd name="T0" fmla="*/ 22 w 22"/>
                <a:gd name="T1" fmla="*/ 18 h 19"/>
                <a:gd name="T2" fmla="*/ 22 w 22"/>
                <a:gd name="T3" fmla="*/ 19 h 19"/>
                <a:gd name="T4" fmla="*/ 13 w 22"/>
                <a:gd name="T5" fmla="*/ 19 h 19"/>
                <a:gd name="T6" fmla="*/ 13 w 22"/>
                <a:gd name="T7" fmla="*/ 18 h 19"/>
                <a:gd name="T8" fmla="*/ 15 w 22"/>
                <a:gd name="T9" fmla="*/ 18 h 19"/>
                <a:gd name="T10" fmla="*/ 15 w 22"/>
                <a:gd name="T11" fmla="*/ 11 h 19"/>
                <a:gd name="T12" fmla="*/ 15 w 22"/>
                <a:gd name="T13" fmla="*/ 7 h 19"/>
                <a:gd name="T14" fmla="*/ 12 w 22"/>
                <a:gd name="T15" fmla="*/ 3 h 19"/>
                <a:gd name="T16" fmla="*/ 8 w 22"/>
                <a:gd name="T17" fmla="*/ 5 h 19"/>
                <a:gd name="T18" fmla="*/ 8 w 22"/>
                <a:gd name="T19" fmla="*/ 11 h 19"/>
                <a:gd name="T20" fmla="*/ 8 w 22"/>
                <a:gd name="T21" fmla="*/ 18 h 19"/>
                <a:gd name="T22" fmla="*/ 10 w 22"/>
                <a:gd name="T23" fmla="*/ 18 h 19"/>
                <a:gd name="T24" fmla="*/ 10 w 22"/>
                <a:gd name="T25" fmla="*/ 19 h 19"/>
                <a:gd name="T26" fmla="*/ 1 w 22"/>
                <a:gd name="T27" fmla="*/ 19 h 19"/>
                <a:gd name="T28" fmla="*/ 1 w 22"/>
                <a:gd name="T29" fmla="*/ 18 h 19"/>
                <a:gd name="T30" fmla="*/ 3 w 22"/>
                <a:gd name="T31" fmla="*/ 18 h 19"/>
                <a:gd name="T32" fmla="*/ 3 w 22"/>
                <a:gd name="T33" fmla="*/ 11 h 19"/>
                <a:gd name="T34" fmla="*/ 3 w 22"/>
                <a:gd name="T35" fmla="*/ 9 h 19"/>
                <a:gd name="T36" fmla="*/ 3 w 22"/>
                <a:gd name="T37" fmla="*/ 4 h 19"/>
                <a:gd name="T38" fmla="*/ 0 w 22"/>
                <a:gd name="T39" fmla="*/ 3 h 19"/>
                <a:gd name="T40" fmla="*/ 0 w 22"/>
                <a:gd name="T41" fmla="*/ 2 h 19"/>
                <a:gd name="T42" fmla="*/ 7 w 22"/>
                <a:gd name="T43" fmla="*/ 0 h 19"/>
                <a:gd name="T44" fmla="*/ 7 w 22"/>
                <a:gd name="T45" fmla="*/ 1 h 19"/>
                <a:gd name="T46" fmla="*/ 8 w 22"/>
                <a:gd name="T47" fmla="*/ 4 h 19"/>
                <a:gd name="T48" fmla="*/ 14 w 22"/>
                <a:gd name="T49" fmla="*/ 0 h 19"/>
                <a:gd name="T50" fmla="*/ 20 w 22"/>
                <a:gd name="T51" fmla="*/ 7 h 19"/>
                <a:gd name="T52" fmla="*/ 20 w 22"/>
                <a:gd name="T53" fmla="*/ 11 h 19"/>
                <a:gd name="T54" fmla="*/ 20 w 22"/>
                <a:gd name="T55" fmla="*/ 18 h 19"/>
                <a:gd name="T56" fmla="*/ 22 w 22"/>
                <a:gd name="T57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" h="19">
                  <a:moveTo>
                    <a:pt x="22" y="18"/>
                  </a:moveTo>
                  <a:cubicBezTo>
                    <a:pt x="22" y="19"/>
                    <a:pt x="22" y="19"/>
                    <a:pt x="22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6"/>
                    <a:pt x="15" y="13"/>
                    <a:pt x="15" y="11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4"/>
                    <a:pt x="14" y="3"/>
                    <a:pt x="12" y="3"/>
                  </a:cubicBezTo>
                  <a:cubicBezTo>
                    <a:pt x="11" y="3"/>
                    <a:pt x="9" y="3"/>
                    <a:pt x="8" y="5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3"/>
                    <a:pt x="8" y="16"/>
                    <a:pt x="8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5"/>
                    <a:pt x="3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10" y="1"/>
                    <a:pt x="12" y="0"/>
                    <a:pt x="14" y="0"/>
                  </a:cubicBezTo>
                  <a:cubicBezTo>
                    <a:pt x="18" y="0"/>
                    <a:pt x="20" y="2"/>
                    <a:pt x="20" y="7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3"/>
                    <a:pt x="20" y="16"/>
                    <a:pt x="20" y="18"/>
                  </a:cubicBezTo>
                  <a:lnTo>
                    <a:pt x="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97"/>
            <p:cNvSpPr>
              <a:spLocks noEditPoints="1"/>
            </p:cNvSpPr>
            <p:nvPr/>
          </p:nvSpPr>
          <p:spPr bwMode="auto">
            <a:xfrm>
              <a:off x="9699626" y="4495800"/>
              <a:ext cx="36513" cy="39688"/>
            </a:xfrm>
            <a:custGeom>
              <a:avLst/>
              <a:gdLst>
                <a:gd name="T0" fmla="*/ 0 w 19"/>
                <a:gd name="T1" fmla="*/ 10 h 20"/>
                <a:gd name="T2" fmla="*/ 10 w 19"/>
                <a:gd name="T3" fmla="*/ 0 h 20"/>
                <a:gd name="T4" fmla="*/ 19 w 19"/>
                <a:gd name="T5" fmla="*/ 10 h 20"/>
                <a:gd name="T6" fmla="*/ 10 w 19"/>
                <a:gd name="T7" fmla="*/ 20 h 20"/>
                <a:gd name="T8" fmla="*/ 0 w 19"/>
                <a:gd name="T9" fmla="*/ 10 h 20"/>
                <a:gd name="T10" fmla="*/ 14 w 19"/>
                <a:gd name="T11" fmla="*/ 10 h 20"/>
                <a:gd name="T12" fmla="*/ 10 w 19"/>
                <a:gd name="T13" fmla="*/ 2 h 20"/>
                <a:gd name="T14" fmla="*/ 5 w 19"/>
                <a:gd name="T15" fmla="*/ 10 h 20"/>
                <a:gd name="T16" fmla="*/ 10 w 19"/>
                <a:gd name="T17" fmla="*/ 19 h 20"/>
                <a:gd name="T18" fmla="*/ 14 w 19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10"/>
                  </a:cubicBezTo>
                  <a:cubicBezTo>
                    <a:pt x="19" y="16"/>
                    <a:pt x="15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10" y="2"/>
                  </a:cubicBezTo>
                  <a:cubicBezTo>
                    <a:pt x="7" y="2"/>
                    <a:pt x="5" y="4"/>
                    <a:pt x="5" y="10"/>
                  </a:cubicBezTo>
                  <a:cubicBezTo>
                    <a:pt x="5" y="16"/>
                    <a:pt x="7" y="19"/>
                    <a:pt x="10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98"/>
            <p:cNvSpPr/>
            <p:nvPr/>
          </p:nvSpPr>
          <p:spPr bwMode="auto">
            <a:xfrm>
              <a:off x="9740901" y="4486275"/>
              <a:ext cx="23813" cy="49213"/>
            </a:xfrm>
            <a:custGeom>
              <a:avLst/>
              <a:gdLst>
                <a:gd name="T0" fmla="*/ 12 w 12"/>
                <a:gd name="T1" fmla="*/ 22 h 25"/>
                <a:gd name="T2" fmla="*/ 7 w 12"/>
                <a:gd name="T3" fmla="*/ 25 h 25"/>
                <a:gd name="T4" fmla="*/ 3 w 12"/>
                <a:gd name="T5" fmla="*/ 20 h 25"/>
                <a:gd name="T6" fmla="*/ 3 w 12"/>
                <a:gd name="T7" fmla="*/ 16 h 25"/>
                <a:gd name="T8" fmla="*/ 3 w 12"/>
                <a:gd name="T9" fmla="*/ 7 h 25"/>
                <a:gd name="T10" fmla="*/ 0 w 12"/>
                <a:gd name="T11" fmla="*/ 7 h 25"/>
                <a:gd name="T12" fmla="*/ 0 w 12"/>
                <a:gd name="T13" fmla="*/ 6 h 25"/>
                <a:gd name="T14" fmla="*/ 3 w 12"/>
                <a:gd name="T15" fmla="*/ 6 h 25"/>
                <a:gd name="T16" fmla="*/ 4 w 12"/>
                <a:gd name="T17" fmla="*/ 0 h 25"/>
                <a:gd name="T18" fmla="*/ 7 w 12"/>
                <a:gd name="T19" fmla="*/ 0 h 25"/>
                <a:gd name="T20" fmla="*/ 7 w 12"/>
                <a:gd name="T21" fmla="*/ 6 h 25"/>
                <a:gd name="T22" fmla="*/ 12 w 12"/>
                <a:gd name="T23" fmla="*/ 6 h 25"/>
                <a:gd name="T24" fmla="*/ 12 w 12"/>
                <a:gd name="T25" fmla="*/ 7 h 25"/>
                <a:gd name="T26" fmla="*/ 7 w 12"/>
                <a:gd name="T27" fmla="*/ 7 h 25"/>
                <a:gd name="T28" fmla="*/ 7 w 12"/>
                <a:gd name="T29" fmla="*/ 20 h 25"/>
                <a:gd name="T30" fmla="*/ 9 w 12"/>
                <a:gd name="T31" fmla="*/ 23 h 25"/>
                <a:gd name="T32" fmla="*/ 12 w 12"/>
                <a:gd name="T33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25">
                  <a:moveTo>
                    <a:pt x="12" y="22"/>
                  </a:moveTo>
                  <a:cubicBezTo>
                    <a:pt x="11" y="24"/>
                    <a:pt x="10" y="25"/>
                    <a:pt x="7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19"/>
                    <a:pt x="3" y="18"/>
                    <a:pt x="3" y="1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8" y="23"/>
                    <a:pt x="9" y="23"/>
                  </a:cubicBezTo>
                  <a:cubicBezTo>
                    <a:pt x="10" y="23"/>
                    <a:pt x="11" y="22"/>
                    <a:pt x="1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99"/>
            <p:cNvSpPr>
              <a:spLocks noEditPoints="1"/>
            </p:cNvSpPr>
            <p:nvPr/>
          </p:nvSpPr>
          <p:spPr bwMode="auto">
            <a:xfrm>
              <a:off x="9785351" y="4495800"/>
              <a:ext cx="36513" cy="39688"/>
            </a:xfrm>
            <a:custGeom>
              <a:avLst/>
              <a:gdLst>
                <a:gd name="T0" fmla="*/ 18 w 18"/>
                <a:gd name="T1" fmla="*/ 17 h 20"/>
                <a:gd name="T2" fmla="*/ 14 w 18"/>
                <a:gd name="T3" fmla="*/ 20 h 20"/>
                <a:gd name="T4" fmla="*/ 10 w 18"/>
                <a:gd name="T5" fmla="*/ 17 h 20"/>
                <a:gd name="T6" fmla="*/ 5 w 18"/>
                <a:gd name="T7" fmla="*/ 20 h 20"/>
                <a:gd name="T8" fmla="*/ 0 w 18"/>
                <a:gd name="T9" fmla="*/ 15 h 20"/>
                <a:gd name="T10" fmla="*/ 7 w 18"/>
                <a:gd name="T11" fmla="*/ 9 h 20"/>
                <a:gd name="T12" fmla="*/ 10 w 18"/>
                <a:gd name="T13" fmla="*/ 8 h 20"/>
                <a:gd name="T14" fmla="*/ 10 w 18"/>
                <a:gd name="T15" fmla="*/ 6 h 20"/>
                <a:gd name="T16" fmla="*/ 7 w 18"/>
                <a:gd name="T17" fmla="*/ 2 h 20"/>
                <a:gd name="T18" fmla="*/ 5 w 18"/>
                <a:gd name="T19" fmla="*/ 2 h 20"/>
                <a:gd name="T20" fmla="*/ 5 w 18"/>
                <a:gd name="T21" fmla="*/ 4 h 20"/>
                <a:gd name="T22" fmla="*/ 2 w 18"/>
                <a:gd name="T23" fmla="*/ 7 h 20"/>
                <a:gd name="T24" fmla="*/ 0 w 18"/>
                <a:gd name="T25" fmla="*/ 5 h 20"/>
                <a:gd name="T26" fmla="*/ 8 w 18"/>
                <a:gd name="T27" fmla="*/ 0 h 20"/>
                <a:gd name="T28" fmla="*/ 15 w 18"/>
                <a:gd name="T29" fmla="*/ 7 h 20"/>
                <a:gd name="T30" fmla="*/ 15 w 18"/>
                <a:gd name="T31" fmla="*/ 16 h 20"/>
                <a:gd name="T32" fmla="*/ 16 w 18"/>
                <a:gd name="T33" fmla="*/ 18 h 20"/>
                <a:gd name="T34" fmla="*/ 17 w 18"/>
                <a:gd name="T35" fmla="*/ 17 h 20"/>
                <a:gd name="T36" fmla="*/ 18 w 18"/>
                <a:gd name="T37" fmla="*/ 17 h 20"/>
                <a:gd name="T38" fmla="*/ 10 w 18"/>
                <a:gd name="T39" fmla="*/ 9 h 20"/>
                <a:gd name="T40" fmla="*/ 8 w 18"/>
                <a:gd name="T41" fmla="*/ 10 h 20"/>
                <a:gd name="T42" fmla="*/ 4 w 18"/>
                <a:gd name="T43" fmla="*/ 15 h 20"/>
                <a:gd name="T44" fmla="*/ 7 w 18"/>
                <a:gd name="T45" fmla="*/ 18 h 20"/>
                <a:gd name="T46" fmla="*/ 10 w 18"/>
                <a:gd name="T47" fmla="*/ 16 h 20"/>
                <a:gd name="T48" fmla="*/ 10 w 18"/>
                <a:gd name="T4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0">
                  <a:moveTo>
                    <a:pt x="18" y="17"/>
                  </a:moveTo>
                  <a:cubicBezTo>
                    <a:pt x="17" y="19"/>
                    <a:pt x="16" y="20"/>
                    <a:pt x="14" y="20"/>
                  </a:cubicBezTo>
                  <a:cubicBezTo>
                    <a:pt x="12" y="20"/>
                    <a:pt x="11" y="19"/>
                    <a:pt x="10" y="17"/>
                  </a:cubicBezTo>
                  <a:cubicBezTo>
                    <a:pt x="9" y="19"/>
                    <a:pt x="7" y="20"/>
                    <a:pt x="5" y="20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2"/>
                    <a:pt x="1" y="11"/>
                    <a:pt x="7" y="9"/>
                  </a:cubicBezTo>
                  <a:cubicBezTo>
                    <a:pt x="8" y="9"/>
                    <a:pt x="9" y="8"/>
                    <a:pt x="10" y="8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3"/>
                    <a:pt x="9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6"/>
                    <a:pt x="3" y="7"/>
                    <a:pt x="2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1" y="2"/>
                    <a:pt x="4" y="0"/>
                    <a:pt x="8" y="0"/>
                  </a:cubicBezTo>
                  <a:cubicBezTo>
                    <a:pt x="13" y="0"/>
                    <a:pt x="15" y="2"/>
                    <a:pt x="15" y="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6" y="18"/>
                  </a:cubicBezTo>
                  <a:cubicBezTo>
                    <a:pt x="16" y="18"/>
                    <a:pt x="17" y="18"/>
                    <a:pt x="17" y="17"/>
                  </a:cubicBezTo>
                  <a:lnTo>
                    <a:pt x="18" y="17"/>
                  </a:lnTo>
                  <a:close/>
                  <a:moveTo>
                    <a:pt x="10" y="9"/>
                  </a:moveTo>
                  <a:cubicBezTo>
                    <a:pt x="9" y="9"/>
                    <a:pt x="8" y="10"/>
                    <a:pt x="8" y="10"/>
                  </a:cubicBezTo>
                  <a:cubicBezTo>
                    <a:pt x="5" y="11"/>
                    <a:pt x="4" y="12"/>
                    <a:pt x="4" y="15"/>
                  </a:cubicBezTo>
                  <a:cubicBezTo>
                    <a:pt x="4" y="17"/>
                    <a:pt x="5" y="18"/>
                    <a:pt x="7" y="18"/>
                  </a:cubicBezTo>
                  <a:cubicBezTo>
                    <a:pt x="8" y="18"/>
                    <a:pt x="9" y="17"/>
                    <a:pt x="10" y="16"/>
                  </a:cubicBezTo>
                  <a:lnTo>
                    <a:pt x="1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100"/>
            <p:cNvSpPr/>
            <p:nvPr/>
          </p:nvSpPr>
          <p:spPr bwMode="auto">
            <a:xfrm>
              <a:off x="9823451" y="4478338"/>
              <a:ext cx="31750" cy="55563"/>
            </a:xfrm>
            <a:custGeom>
              <a:avLst/>
              <a:gdLst>
                <a:gd name="T0" fmla="*/ 3 w 16"/>
                <a:gd name="T1" fmla="*/ 10 h 28"/>
                <a:gd name="T2" fmla="*/ 6 w 16"/>
                <a:gd name="T3" fmla="*/ 2 h 28"/>
                <a:gd name="T4" fmla="*/ 12 w 16"/>
                <a:gd name="T5" fmla="*/ 0 h 28"/>
                <a:gd name="T6" fmla="*/ 16 w 16"/>
                <a:gd name="T7" fmla="*/ 2 h 28"/>
                <a:gd name="T8" fmla="*/ 14 w 16"/>
                <a:gd name="T9" fmla="*/ 4 h 28"/>
                <a:gd name="T10" fmla="*/ 11 w 16"/>
                <a:gd name="T11" fmla="*/ 2 h 28"/>
                <a:gd name="T12" fmla="*/ 10 w 16"/>
                <a:gd name="T13" fmla="*/ 1 h 28"/>
                <a:gd name="T14" fmla="*/ 9 w 16"/>
                <a:gd name="T15" fmla="*/ 2 h 28"/>
                <a:gd name="T16" fmla="*/ 8 w 16"/>
                <a:gd name="T17" fmla="*/ 10 h 28"/>
                <a:gd name="T18" fmla="*/ 12 w 16"/>
                <a:gd name="T19" fmla="*/ 10 h 28"/>
                <a:gd name="T20" fmla="*/ 12 w 16"/>
                <a:gd name="T21" fmla="*/ 11 h 28"/>
                <a:gd name="T22" fmla="*/ 8 w 16"/>
                <a:gd name="T23" fmla="*/ 11 h 28"/>
                <a:gd name="T24" fmla="*/ 8 w 16"/>
                <a:gd name="T25" fmla="*/ 20 h 28"/>
                <a:gd name="T26" fmla="*/ 8 w 16"/>
                <a:gd name="T27" fmla="*/ 27 h 28"/>
                <a:gd name="T28" fmla="*/ 11 w 16"/>
                <a:gd name="T29" fmla="*/ 27 h 28"/>
                <a:gd name="T30" fmla="*/ 11 w 16"/>
                <a:gd name="T31" fmla="*/ 28 h 28"/>
                <a:gd name="T32" fmla="*/ 0 w 16"/>
                <a:gd name="T33" fmla="*/ 28 h 28"/>
                <a:gd name="T34" fmla="*/ 0 w 16"/>
                <a:gd name="T35" fmla="*/ 27 h 28"/>
                <a:gd name="T36" fmla="*/ 3 w 16"/>
                <a:gd name="T37" fmla="*/ 27 h 28"/>
                <a:gd name="T38" fmla="*/ 3 w 16"/>
                <a:gd name="T39" fmla="*/ 20 h 28"/>
                <a:gd name="T40" fmla="*/ 3 w 16"/>
                <a:gd name="T41" fmla="*/ 11 h 28"/>
                <a:gd name="T42" fmla="*/ 0 w 16"/>
                <a:gd name="T43" fmla="*/ 11 h 28"/>
                <a:gd name="T44" fmla="*/ 0 w 16"/>
                <a:gd name="T45" fmla="*/ 10 h 28"/>
                <a:gd name="T46" fmla="*/ 3 w 16"/>
                <a:gd name="T4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" h="28">
                  <a:moveTo>
                    <a:pt x="3" y="10"/>
                  </a:moveTo>
                  <a:cubicBezTo>
                    <a:pt x="4" y="6"/>
                    <a:pt x="5" y="4"/>
                    <a:pt x="6" y="2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4" y="0"/>
                    <a:pt x="16" y="0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ubicBezTo>
                    <a:pt x="13" y="4"/>
                    <a:pt x="12" y="3"/>
                    <a:pt x="11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9" y="2"/>
                    <a:pt x="9" y="2"/>
                  </a:cubicBezTo>
                  <a:cubicBezTo>
                    <a:pt x="8" y="4"/>
                    <a:pt x="7" y="6"/>
                    <a:pt x="8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5"/>
                    <a:pt x="8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101"/>
            <p:cNvSpPr/>
            <p:nvPr/>
          </p:nvSpPr>
          <p:spPr bwMode="auto">
            <a:xfrm>
              <a:off x="9850438" y="4495800"/>
              <a:ext cx="31750" cy="38100"/>
            </a:xfrm>
            <a:custGeom>
              <a:avLst/>
              <a:gdLst>
                <a:gd name="T0" fmla="*/ 7 w 16"/>
                <a:gd name="T1" fmla="*/ 5 h 19"/>
                <a:gd name="T2" fmla="*/ 13 w 16"/>
                <a:gd name="T3" fmla="*/ 0 h 19"/>
                <a:gd name="T4" fmla="*/ 16 w 16"/>
                <a:gd name="T5" fmla="*/ 2 h 19"/>
                <a:gd name="T6" fmla="*/ 14 w 16"/>
                <a:gd name="T7" fmla="*/ 5 h 19"/>
                <a:gd name="T8" fmla="*/ 11 w 16"/>
                <a:gd name="T9" fmla="*/ 3 h 19"/>
                <a:gd name="T10" fmla="*/ 11 w 16"/>
                <a:gd name="T11" fmla="*/ 3 h 19"/>
                <a:gd name="T12" fmla="*/ 7 w 16"/>
                <a:gd name="T13" fmla="*/ 8 h 19"/>
                <a:gd name="T14" fmla="*/ 7 w 16"/>
                <a:gd name="T15" fmla="*/ 11 h 19"/>
                <a:gd name="T16" fmla="*/ 7 w 16"/>
                <a:gd name="T17" fmla="*/ 18 h 19"/>
                <a:gd name="T18" fmla="*/ 11 w 16"/>
                <a:gd name="T19" fmla="*/ 18 h 19"/>
                <a:gd name="T20" fmla="*/ 11 w 16"/>
                <a:gd name="T21" fmla="*/ 19 h 19"/>
                <a:gd name="T22" fmla="*/ 0 w 16"/>
                <a:gd name="T23" fmla="*/ 19 h 19"/>
                <a:gd name="T24" fmla="*/ 0 w 16"/>
                <a:gd name="T25" fmla="*/ 18 h 19"/>
                <a:gd name="T26" fmla="*/ 3 w 16"/>
                <a:gd name="T27" fmla="*/ 18 h 19"/>
                <a:gd name="T28" fmla="*/ 3 w 16"/>
                <a:gd name="T29" fmla="*/ 11 h 19"/>
                <a:gd name="T30" fmla="*/ 3 w 16"/>
                <a:gd name="T31" fmla="*/ 9 h 19"/>
                <a:gd name="T32" fmla="*/ 3 w 16"/>
                <a:gd name="T33" fmla="*/ 4 h 19"/>
                <a:gd name="T34" fmla="*/ 0 w 16"/>
                <a:gd name="T35" fmla="*/ 3 h 19"/>
                <a:gd name="T36" fmla="*/ 0 w 16"/>
                <a:gd name="T37" fmla="*/ 2 h 19"/>
                <a:gd name="T38" fmla="*/ 7 w 16"/>
                <a:gd name="T39" fmla="*/ 0 h 19"/>
                <a:gd name="T40" fmla="*/ 7 w 16"/>
                <a:gd name="T41" fmla="*/ 1 h 19"/>
                <a:gd name="T42" fmla="*/ 7 w 16"/>
                <a:gd name="T43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9">
                  <a:moveTo>
                    <a:pt x="7" y="5"/>
                  </a:moveTo>
                  <a:cubicBezTo>
                    <a:pt x="9" y="2"/>
                    <a:pt x="11" y="0"/>
                    <a:pt x="13" y="0"/>
                  </a:cubicBezTo>
                  <a:cubicBezTo>
                    <a:pt x="14" y="0"/>
                    <a:pt x="16" y="1"/>
                    <a:pt x="16" y="2"/>
                  </a:cubicBezTo>
                  <a:cubicBezTo>
                    <a:pt x="16" y="4"/>
                    <a:pt x="15" y="5"/>
                    <a:pt x="14" y="5"/>
                  </a:cubicBezTo>
                  <a:cubicBezTo>
                    <a:pt x="12" y="5"/>
                    <a:pt x="12" y="4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9" y="4"/>
                    <a:pt x="8" y="6"/>
                    <a:pt x="7" y="8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6"/>
                    <a:pt x="7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5"/>
                    <a:pt x="3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"/>
                    <a:pt x="7" y="1"/>
                    <a:pt x="7" y="1"/>
                  </a:cubicBezTo>
                  <a:lnTo>
                    <a:pt x="7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102"/>
            <p:cNvSpPr>
              <a:spLocks noEditPoints="1"/>
            </p:cNvSpPr>
            <p:nvPr/>
          </p:nvSpPr>
          <p:spPr bwMode="auto">
            <a:xfrm>
              <a:off x="9883776" y="4495800"/>
              <a:ext cx="34925" cy="39688"/>
            </a:xfrm>
            <a:custGeom>
              <a:avLst/>
              <a:gdLst>
                <a:gd name="T0" fmla="*/ 18 w 18"/>
                <a:gd name="T1" fmla="*/ 17 h 20"/>
                <a:gd name="T2" fmla="*/ 14 w 18"/>
                <a:gd name="T3" fmla="*/ 20 h 20"/>
                <a:gd name="T4" fmla="*/ 11 w 18"/>
                <a:gd name="T5" fmla="*/ 17 h 20"/>
                <a:gd name="T6" fmla="*/ 5 w 18"/>
                <a:gd name="T7" fmla="*/ 20 h 20"/>
                <a:gd name="T8" fmla="*/ 0 w 18"/>
                <a:gd name="T9" fmla="*/ 15 h 20"/>
                <a:gd name="T10" fmla="*/ 7 w 18"/>
                <a:gd name="T11" fmla="*/ 9 h 20"/>
                <a:gd name="T12" fmla="*/ 11 w 18"/>
                <a:gd name="T13" fmla="*/ 8 h 20"/>
                <a:gd name="T14" fmla="*/ 11 w 18"/>
                <a:gd name="T15" fmla="*/ 6 h 20"/>
                <a:gd name="T16" fmla="*/ 7 w 18"/>
                <a:gd name="T17" fmla="*/ 2 h 20"/>
                <a:gd name="T18" fmla="*/ 5 w 18"/>
                <a:gd name="T19" fmla="*/ 2 h 20"/>
                <a:gd name="T20" fmla="*/ 5 w 18"/>
                <a:gd name="T21" fmla="*/ 4 h 20"/>
                <a:gd name="T22" fmla="*/ 3 w 18"/>
                <a:gd name="T23" fmla="*/ 7 h 20"/>
                <a:gd name="T24" fmla="*/ 0 w 18"/>
                <a:gd name="T25" fmla="*/ 5 h 20"/>
                <a:gd name="T26" fmla="*/ 9 w 18"/>
                <a:gd name="T27" fmla="*/ 0 h 20"/>
                <a:gd name="T28" fmla="*/ 15 w 18"/>
                <a:gd name="T29" fmla="*/ 7 h 20"/>
                <a:gd name="T30" fmla="*/ 15 w 18"/>
                <a:gd name="T31" fmla="*/ 16 h 20"/>
                <a:gd name="T32" fmla="*/ 16 w 18"/>
                <a:gd name="T33" fmla="*/ 18 h 20"/>
                <a:gd name="T34" fmla="*/ 18 w 18"/>
                <a:gd name="T35" fmla="*/ 17 h 20"/>
                <a:gd name="T36" fmla="*/ 11 w 18"/>
                <a:gd name="T37" fmla="*/ 9 h 20"/>
                <a:gd name="T38" fmla="*/ 8 w 18"/>
                <a:gd name="T39" fmla="*/ 10 h 20"/>
                <a:gd name="T40" fmla="*/ 4 w 18"/>
                <a:gd name="T41" fmla="*/ 15 h 20"/>
                <a:gd name="T42" fmla="*/ 7 w 18"/>
                <a:gd name="T43" fmla="*/ 18 h 20"/>
                <a:gd name="T44" fmla="*/ 11 w 18"/>
                <a:gd name="T45" fmla="*/ 16 h 20"/>
                <a:gd name="T46" fmla="*/ 11 w 18"/>
                <a:gd name="T47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" h="20">
                  <a:moveTo>
                    <a:pt x="18" y="17"/>
                  </a:moveTo>
                  <a:cubicBezTo>
                    <a:pt x="17" y="19"/>
                    <a:pt x="16" y="20"/>
                    <a:pt x="14" y="20"/>
                  </a:cubicBezTo>
                  <a:cubicBezTo>
                    <a:pt x="12" y="20"/>
                    <a:pt x="11" y="19"/>
                    <a:pt x="11" y="17"/>
                  </a:cubicBezTo>
                  <a:cubicBezTo>
                    <a:pt x="9" y="19"/>
                    <a:pt x="7" y="20"/>
                    <a:pt x="5" y="20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2"/>
                    <a:pt x="1" y="11"/>
                    <a:pt x="7" y="9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10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6"/>
                    <a:pt x="4" y="7"/>
                    <a:pt x="3" y="7"/>
                  </a:cubicBezTo>
                  <a:cubicBezTo>
                    <a:pt x="1" y="7"/>
                    <a:pt x="1" y="6"/>
                    <a:pt x="0" y="5"/>
                  </a:cubicBezTo>
                  <a:cubicBezTo>
                    <a:pt x="1" y="2"/>
                    <a:pt x="4" y="0"/>
                    <a:pt x="9" y="0"/>
                  </a:cubicBezTo>
                  <a:cubicBezTo>
                    <a:pt x="13" y="0"/>
                    <a:pt x="15" y="2"/>
                    <a:pt x="15" y="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6" y="18"/>
                  </a:cubicBezTo>
                  <a:cubicBezTo>
                    <a:pt x="17" y="18"/>
                    <a:pt x="17" y="18"/>
                    <a:pt x="18" y="17"/>
                  </a:cubicBezTo>
                  <a:close/>
                  <a:moveTo>
                    <a:pt x="11" y="9"/>
                  </a:moveTo>
                  <a:cubicBezTo>
                    <a:pt x="10" y="9"/>
                    <a:pt x="9" y="10"/>
                    <a:pt x="8" y="10"/>
                  </a:cubicBezTo>
                  <a:cubicBezTo>
                    <a:pt x="5" y="11"/>
                    <a:pt x="4" y="12"/>
                    <a:pt x="4" y="15"/>
                  </a:cubicBezTo>
                  <a:cubicBezTo>
                    <a:pt x="4" y="17"/>
                    <a:pt x="5" y="18"/>
                    <a:pt x="7" y="18"/>
                  </a:cubicBezTo>
                  <a:cubicBezTo>
                    <a:pt x="8" y="18"/>
                    <a:pt x="9" y="17"/>
                    <a:pt x="11" y="16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103"/>
            <p:cNvSpPr>
              <a:spLocks noEditPoints="1"/>
            </p:cNvSpPr>
            <p:nvPr/>
          </p:nvSpPr>
          <p:spPr bwMode="auto">
            <a:xfrm>
              <a:off x="9921876" y="4478338"/>
              <a:ext cx="19050" cy="55563"/>
            </a:xfrm>
            <a:custGeom>
              <a:avLst/>
              <a:gdLst>
                <a:gd name="T0" fmla="*/ 10 w 10"/>
                <a:gd name="T1" fmla="*/ 27 h 28"/>
                <a:gd name="T2" fmla="*/ 10 w 10"/>
                <a:gd name="T3" fmla="*/ 28 h 28"/>
                <a:gd name="T4" fmla="*/ 1 w 10"/>
                <a:gd name="T5" fmla="*/ 28 h 28"/>
                <a:gd name="T6" fmla="*/ 1 w 10"/>
                <a:gd name="T7" fmla="*/ 27 h 28"/>
                <a:gd name="T8" fmla="*/ 3 w 10"/>
                <a:gd name="T9" fmla="*/ 27 h 28"/>
                <a:gd name="T10" fmla="*/ 3 w 10"/>
                <a:gd name="T11" fmla="*/ 20 h 28"/>
                <a:gd name="T12" fmla="*/ 3 w 10"/>
                <a:gd name="T13" fmla="*/ 18 h 28"/>
                <a:gd name="T14" fmla="*/ 3 w 10"/>
                <a:gd name="T15" fmla="*/ 12 h 28"/>
                <a:gd name="T16" fmla="*/ 0 w 10"/>
                <a:gd name="T17" fmla="*/ 12 h 28"/>
                <a:gd name="T18" fmla="*/ 0 w 10"/>
                <a:gd name="T19" fmla="*/ 11 h 28"/>
                <a:gd name="T20" fmla="*/ 7 w 10"/>
                <a:gd name="T21" fmla="*/ 9 h 28"/>
                <a:gd name="T22" fmla="*/ 8 w 10"/>
                <a:gd name="T23" fmla="*/ 10 h 28"/>
                <a:gd name="T24" fmla="*/ 8 w 10"/>
                <a:gd name="T25" fmla="*/ 15 h 28"/>
                <a:gd name="T26" fmla="*/ 8 w 10"/>
                <a:gd name="T27" fmla="*/ 20 h 28"/>
                <a:gd name="T28" fmla="*/ 8 w 10"/>
                <a:gd name="T29" fmla="*/ 27 h 28"/>
                <a:gd name="T30" fmla="*/ 10 w 10"/>
                <a:gd name="T31" fmla="*/ 27 h 28"/>
                <a:gd name="T32" fmla="*/ 3 w 10"/>
                <a:gd name="T33" fmla="*/ 3 h 28"/>
                <a:gd name="T34" fmla="*/ 6 w 10"/>
                <a:gd name="T35" fmla="*/ 0 h 28"/>
                <a:gd name="T36" fmla="*/ 8 w 10"/>
                <a:gd name="T37" fmla="*/ 3 h 28"/>
                <a:gd name="T38" fmla="*/ 6 w 10"/>
                <a:gd name="T39" fmla="*/ 5 h 28"/>
                <a:gd name="T40" fmla="*/ 3 w 10"/>
                <a:gd name="T4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28">
                  <a:moveTo>
                    <a:pt x="10" y="27"/>
                  </a:moveTo>
                  <a:cubicBezTo>
                    <a:pt x="10" y="28"/>
                    <a:pt x="10" y="28"/>
                    <a:pt x="1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4"/>
                    <a:pt x="3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2"/>
                    <a:pt x="8" y="25"/>
                    <a:pt x="8" y="27"/>
                  </a:cubicBezTo>
                  <a:lnTo>
                    <a:pt x="10" y="27"/>
                  </a:lnTo>
                  <a:close/>
                  <a:moveTo>
                    <a:pt x="3" y="3"/>
                  </a:moveTo>
                  <a:cubicBezTo>
                    <a:pt x="3" y="1"/>
                    <a:pt x="4" y="0"/>
                    <a:pt x="6" y="0"/>
                  </a:cubicBezTo>
                  <a:cubicBezTo>
                    <a:pt x="7" y="0"/>
                    <a:pt x="8" y="1"/>
                    <a:pt x="8" y="3"/>
                  </a:cubicBezTo>
                  <a:cubicBezTo>
                    <a:pt x="8" y="4"/>
                    <a:pt x="7" y="5"/>
                    <a:pt x="6" y="5"/>
                  </a:cubicBezTo>
                  <a:cubicBezTo>
                    <a:pt x="4" y="5"/>
                    <a:pt x="3" y="4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104"/>
            <p:cNvSpPr>
              <a:spLocks noEditPoints="1"/>
            </p:cNvSpPr>
            <p:nvPr/>
          </p:nvSpPr>
          <p:spPr bwMode="auto">
            <a:xfrm>
              <a:off x="9947276" y="4478338"/>
              <a:ext cx="38100" cy="57150"/>
            </a:xfrm>
            <a:custGeom>
              <a:avLst/>
              <a:gdLst>
                <a:gd name="T0" fmla="*/ 20 w 20"/>
                <a:gd name="T1" fmla="*/ 27 h 29"/>
                <a:gd name="T2" fmla="*/ 20 w 20"/>
                <a:gd name="T3" fmla="*/ 28 h 29"/>
                <a:gd name="T4" fmla="*/ 13 w 20"/>
                <a:gd name="T5" fmla="*/ 29 h 29"/>
                <a:gd name="T6" fmla="*/ 13 w 20"/>
                <a:gd name="T7" fmla="*/ 26 h 29"/>
                <a:gd name="T8" fmla="*/ 8 w 20"/>
                <a:gd name="T9" fmla="*/ 29 h 29"/>
                <a:gd name="T10" fmla="*/ 0 w 20"/>
                <a:gd name="T11" fmla="*/ 19 h 29"/>
                <a:gd name="T12" fmla="*/ 8 w 20"/>
                <a:gd name="T13" fmla="*/ 9 h 29"/>
                <a:gd name="T14" fmla="*/ 13 w 20"/>
                <a:gd name="T15" fmla="*/ 12 h 29"/>
                <a:gd name="T16" fmla="*/ 13 w 20"/>
                <a:gd name="T17" fmla="*/ 3 h 29"/>
                <a:gd name="T18" fmla="*/ 10 w 20"/>
                <a:gd name="T19" fmla="*/ 2 h 29"/>
                <a:gd name="T20" fmla="*/ 10 w 20"/>
                <a:gd name="T21" fmla="*/ 2 h 29"/>
                <a:gd name="T22" fmla="*/ 17 w 20"/>
                <a:gd name="T23" fmla="*/ 0 h 29"/>
                <a:gd name="T24" fmla="*/ 18 w 20"/>
                <a:gd name="T25" fmla="*/ 0 h 29"/>
                <a:gd name="T26" fmla="*/ 17 w 20"/>
                <a:gd name="T27" fmla="*/ 6 h 29"/>
                <a:gd name="T28" fmla="*/ 17 w 20"/>
                <a:gd name="T29" fmla="*/ 27 h 29"/>
                <a:gd name="T30" fmla="*/ 20 w 20"/>
                <a:gd name="T31" fmla="*/ 27 h 29"/>
                <a:gd name="T32" fmla="*/ 13 w 20"/>
                <a:gd name="T33" fmla="*/ 13 h 29"/>
                <a:gd name="T34" fmla="*/ 10 w 20"/>
                <a:gd name="T35" fmla="*/ 11 h 29"/>
                <a:gd name="T36" fmla="*/ 5 w 20"/>
                <a:gd name="T37" fmla="*/ 19 h 29"/>
                <a:gd name="T38" fmla="*/ 10 w 20"/>
                <a:gd name="T39" fmla="*/ 27 h 29"/>
                <a:gd name="T40" fmla="*/ 13 w 20"/>
                <a:gd name="T41" fmla="*/ 25 h 29"/>
                <a:gd name="T42" fmla="*/ 13 w 20"/>
                <a:gd name="T43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9">
                  <a:moveTo>
                    <a:pt x="20" y="27"/>
                  </a:moveTo>
                  <a:cubicBezTo>
                    <a:pt x="20" y="28"/>
                    <a:pt x="20" y="28"/>
                    <a:pt x="20" y="28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2" y="28"/>
                    <a:pt x="10" y="29"/>
                    <a:pt x="8" y="29"/>
                  </a:cubicBezTo>
                  <a:cubicBezTo>
                    <a:pt x="3" y="29"/>
                    <a:pt x="0" y="25"/>
                    <a:pt x="0" y="19"/>
                  </a:cubicBezTo>
                  <a:cubicBezTo>
                    <a:pt x="0" y="13"/>
                    <a:pt x="3" y="9"/>
                    <a:pt x="8" y="9"/>
                  </a:cubicBezTo>
                  <a:cubicBezTo>
                    <a:pt x="10" y="9"/>
                    <a:pt x="12" y="10"/>
                    <a:pt x="13" y="12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27"/>
                    <a:pt x="17" y="27"/>
                    <a:pt x="17" y="27"/>
                  </a:cubicBezTo>
                  <a:lnTo>
                    <a:pt x="20" y="27"/>
                  </a:lnTo>
                  <a:close/>
                  <a:moveTo>
                    <a:pt x="13" y="13"/>
                  </a:moveTo>
                  <a:cubicBezTo>
                    <a:pt x="12" y="12"/>
                    <a:pt x="11" y="11"/>
                    <a:pt x="10" y="11"/>
                  </a:cubicBezTo>
                  <a:cubicBezTo>
                    <a:pt x="7" y="11"/>
                    <a:pt x="5" y="13"/>
                    <a:pt x="5" y="19"/>
                  </a:cubicBezTo>
                  <a:cubicBezTo>
                    <a:pt x="5" y="25"/>
                    <a:pt x="7" y="27"/>
                    <a:pt x="10" y="27"/>
                  </a:cubicBezTo>
                  <a:cubicBezTo>
                    <a:pt x="11" y="27"/>
                    <a:pt x="12" y="26"/>
                    <a:pt x="13" y="25"/>
                  </a:cubicBezTo>
                  <a:lnTo>
                    <a:pt x="13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105"/>
            <p:cNvSpPr>
              <a:spLocks noEditPoints="1"/>
            </p:cNvSpPr>
            <p:nvPr/>
          </p:nvSpPr>
          <p:spPr bwMode="auto">
            <a:xfrm>
              <a:off x="10007601" y="4495800"/>
              <a:ext cx="38100" cy="39688"/>
            </a:xfrm>
            <a:custGeom>
              <a:avLst/>
              <a:gdLst>
                <a:gd name="T0" fmla="*/ 0 w 19"/>
                <a:gd name="T1" fmla="*/ 10 h 20"/>
                <a:gd name="T2" fmla="*/ 9 w 19"/>
                <a:gd name="T3" fmla="*/ 0 h 20"/>
                <a:gd name="T4" fmla="*/ 19 w 19"/>
                <a:gd name="T5" fmla="*/ 10 h 20"/>
                <a:gd name="T6" fmla="*/ 9 w 19"/>
                <a:gd name="T7" fmla="*/ 20 h 20"/>
                <a:gd name="T8" fmla="*/ 0 w 19"/>
                <a:gd name="T9" fmla="*/ 10 h 20"/>
                <a:gd name="T10" fmla="*/ 14 w 19"/>
                <a:gd name="T11" fmla="*/ 10 h 20"/>
                <a:gd name="T12" fmla="*/ 9 w 19"/>
                <a:gd name="T13" fmla="*/ 2 h 20"/>
                <a:gd name="T14" fmla="*/ 5 w 19"/>
                <a:gd name="T15" fmla="*/ 10 h 20"/>
                <a:gd name="T16" fmla="*/ 9 w 19"/>
                <a:gd name="T17" fmla="*/ 19 h 20"/>
                <a:gd name="T18" fmla="*/ 14 w 19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10"/>
                  </a:cubicBezTo>
                  <a:cubicBezTo>
                    <a:pt x="19" y="16"/>
                    <a:pt x="15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9" y="2"/>
                  </a:cubicBezTo>
                  <a:cubicBezTo>
                    <a:pt x="6" y="2"/>
                    <a:pt x="5" y="4"/>
                    <a:pt x="5" y="10"/>
                  </a:cubicBezTo>
                  <a:cubicBezTo>
                    <a:pt x="5" y="16"/>
                    <a:pt x="6" y="19"/>
                    <a:pt x="9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106"/>
            <p:cNvSpPr/>
            <p:nvPr/>
          </p:nvSpPr>
          <p:spPr bwMode="auto">
            <a:xfrm>
              <a:off x="10048876" y="4478338"/>
              <a:ext cx="31750" cy="55563"/>
            </a:xfrm>
            <a:custGeom>
              <a:avLst/>
              <a:gdLst>
                <a:gd name="T0" fmla="*/ 3 w 16"/>
                <a:gd name="T1" fmla="*/ 10 h 28"/>
                <a:gd name="T2" fmla="*/ 6 w 16"/>
                <a:gd name="T3" fmla="*/ 2 h 28"/>
                <a:gd name="T4" fmla="*/ 12 w 16"/>
                <a:gd name="T5" fmla="*/ 0 h 28"/>
                <a:gd name="T6" fmla="*/ 16 w 16"/>
                <a:gd name="T7" fmla="*/ 2 h 28"/>
                <a:gd name="T8" fmla="*/ 13 w 16"/>
                <a:gd name="T9" fmla="*/ 4 h 28"/>
                <a:gd name="T10" fmla="*/ 10 w 16"/>
                <a:gd name="T11" fmla="*/ 2 h 28"/>
                <a:gd name="T12" fmla="*/ 10 w 16"/>
                <a:gd name="T13" fmla="*/ 1 h 28"/>
                <a:gd name="T14" fmla="*/ 9 w 16"/>
                <a:gd name="T15" fmla="*/ 2 h 28"/>
                <a:gd name="T16" fmla="*/ 7 w 16"/>
                <a:gd name="T17" fmla="*/ 10 h 28"/>
                <a:gd name="T18" fmla="*/ 12 w 16"/>
                <a:gd name="T19" fmla="*/ 10 h 28"/>
                <a:gd name="T20" fmla="*/ 12 w 16"/>
                <a:gd name="T21" fmla="*/ 11 h 28"/>
                <a:gd name="T22" fmla="*/ 7 w 16"/>
                <a:gd name="T23" fmla="*/ 11 h 28"/>
                <a:gd name="T24" fmla="*/ 7 w 16"/>
                <a:gd name="T25" fmla="*/ 20 h 28"/>
                <a:gd name="T26" fmla="*/ 7 w 16"/>
                <a:gd name="T27" fmla="*/ 27 h 28"/>
                <a:gd name="T28" fmla="*/ 11 w 16"/>
                <a:gd name="T29" fmla="*/ 27 h 28"/>
                <a:gd name="T30" fmla="*/ 11 w 16"/>
                <a:gd name="T31" fmla="*/ 28 h 28"/>
                <a:gd name="T32" fmla="*/ 0 w 16"/>
                <a:gd name="T33" fmla="*/ 28 h 28"/>
                <a:gd name="T34" fmla="*/ 0 w 16"/>
                <a:gd name="T35" fmla="*/ 27 h 28"/>
                <a:gd name="T36" fmla="*/ 3 w 16"/>
                <a:gd name="T37" fmla="*/ 27 h 28"/>
                <a:gd name="T38" fmla="*/ 3 w 16"/>
                <a:gd name="T39" fmla="*/ 20 h 28"/>
                <a:gd name="T40" fmla="*/ 3 w 16"/>
                <a:gd name="T41" fmla="*/ 11 h 28"/>
                <a:gd name="T42" fmla="*/ 0 w 16"/>
                <a:gd name="T43" fmla="*/ 11 h 28"/>
                <a:gd name="T44" fmla="*/ 0 w 16"/>
                <a:gd name="T45" fmla="*/ 10 h 28"/>
                <a:gd name="T46" fmla="*/ 3 w 16"/>
                <a:gd name="T47" fmla="*/ 1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" h="28">
                  <a:moveTo>
                    <a:pt x="3" y="10"/>
                  </a:moveTo>
                  <a:cubicBezTo>
                    <a:pt x="3" y="6"/>
                    <a:pt x="4" y="4"/>
                    <a:pt x="6" y="2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4" y="0"/>
                    <a:pt x="15" y="0"/>
                    <a:pt x="16" y="2"/>
                  </a:cubicBezTo>
                  <a:cubicBezTo>
                    <a:pt x="16" y="3"/>
                    <a:pt x="15" y="4"/>
                    <a:pt x="13" y="4"/>
                  </a:cubicBezTo>
                  <a:cubicBezTo>
                    <a:pt x="12" y="4"/>
                    <a:pt x="11" y="3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1"/>
                    <a:pt x="9" y="2"/>
                    <a:pt x="9" y="2"/>
                  </a:cubicBezTo>
                  <a:cubicBezTo>
                    <a:pt x="8" y="4"/>
                    <a:pt x="7" y="6"/>
                    <a:pt x="7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lnTo>
                    <a:pt x="3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107"/>
            <p:cNvSpPr>
              <a:spLocks noEditPoints="1"/>
            </p:cNvSpPr>
            <p:nvPr/>
          </p:nvSpPr>
          <p:spPr bwMode="auto">
            <a:xfrm>
              <a:off x="10093326" y="4495800"/>
              <a:ext cx="36513" cy="39688"/>
            </a:xfrm>
            <a:custGeom>
              <a:avLst/>
              <a:gdLst>
                <a:gd name="T0" fmla="*/ 18 w 18"/>
                <a:gd name="T1" fmla="*/ 17 h 20"/>
                <a:gd name="T2" fmla="*/ 14 w 18"/>
                <a:gd name="T3" fmla="*/ 20 h 20"/>
                <a:gd name="T4" fmla="*/ 11 w 18"/>
                <a:gd name="T5" fmla="*/ 17 h 20"/>
                <a:gd name="T6" fmla="*/ 5 w 18"/>
                <a:gd name="T7" fmla="*/ 20 h 20"/>
                <a:gd name="T8" fmla="*/ 0 w 18"/>
                <a:gd name="T9" fmla="*/ 15 h 20"/>
                <a:gd name="T10" fmla="*/ 7 w 18"/>
                <a:gd name="T11" fmla="*/ 9 h 20"/>
                <a:gd name="T12" fmla="*/ 11 w 18"/>
                <a:gd name="T13" fmla="*/ 8 h 20"/>
                <a:gd name="T14" fmla="*/ 11 w 18"/>
                <a:gd name="T15" fmla="*/ 6 h 20"/>
                <a:gd name="T16" fmla="*/ 7 w 18"/>
                <a:gd name="T17" fmla="*/ 2 h 20"/>
                <a:gd name="T18" fmla="*/ 5 w 18"/>
                <a:gd name="T19" fmla="*/ 2 h 20"/>
                <a:gd name="T20" fmla="*/ 5 w 18"/>
                <a:gd name="T21" fmla="*/ 4 h 20"/>
                <a:gd name="T22" fmla="*/ 3 w 18"/>
                <a:gd name="T23" fmla="*/ 7 h 20"/>
                <a:gd name="T24" fmla="*/ 0 w 18"/>
                <a:gd name="T25" fmla="*/ 5 h 20"/>
                <a:gd name="T26" fmla="*/ 9 w 18"/>
                <a:gd name="T27" fmla="*/ 0 h 20"/>
                <a:gd name="T28" fmla="*/ 15 w 18"/>
                <a:gd name="T29" fmla="*/ 7 h 20"/>
                <a:gd name="T30" fmla="*/ 15 w 18"/>
                <a:gd name="T31" fmla="*/ 16 h 20"/>
                <a:gd name="T32" fmla="*/ 16 w 18"/>
                <a:gd name="T33" fmla="*/ 18 h 20"/>
                <a:gd name="T34" fmla="*/ 18 w 18"/>
                <a:gd name="T35" fmla="*/ 17 h 20"/>
                <a:gd name="T36" fmla="*/ 11 w 18"/>
                <a:gd name="T37" fmla="*/ 9 h 20"/>
                <a:gd name="T38" fmla="*/ 8 w 18"/>
                <a:gd name="T39" fmla="*/ 10 h 20"/>
                <a:gd name="T40" fmla="*/ 4 w 18"/>
                <a:gd name="T41" fmla="*/ 15 h 20"/>
                <a:gd name="T42" fmla="*/ 7 w 18"/>
                <a:gd name="T43" fmla="*/ 18 h 20"/>
                <a:gd name="T44" fmla="*/ 11 w 18"/>
                <a:gd name="T45" fmla="*/ 16 h 20"/>
                <a:gd name="T46" fmla="*/ 11 w 18"/>
                <a:gd name="T47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" h="20">
                  <a:moveTo>
                    <a:pt x="18" y="17"/>
                  </a:moveTo>
                  <a:cubicBezTo>
                    <a:pt x="17" y="19"/>
                    <a:pt x="16" y="20"/>
                    <a:pt x="14" y="20"/>
                  </a:cubicBezTo>
                  <a:cubicBezTo>
                    <a:pt x="12" y="20"/>
                    <a:pt x="11" y="19"/>
                    <a:pt x="11" y="17"/>
                  </a:cubicBezTo>
                  <a:cubicBezTo>
                    <a:pt x="9" y="19"/>
                    <a:pt x="7" y="20"/>
                    <a:pt x="5" y="20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0" y="12"/>
                    <a:pt x="1" y="11"/>
                    <a:pt x="7" y="9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3"/>
                    <a:pt x="10" y="2"/>
                    <a:pt x="7" y="2"/>
                  </a:cubicBezTo>
                  <a:cubicBezTo>
                    <a:pt x="6" y="2"/>
                    <a:pt x="6" y="2"/>
                    <a:pt x="5" y="2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6"/>
                    <a:pt x="4" y="7"/>
                    <a:pt x="3" y="7"/>
                  </a:cubicBezTo>
                  <a:cubicBezTo>
                    <a:pt x="1" y="7"/>
                    <a:pt x="1" y="6"/>
                    <a:pt x="0" y="5"/>
                  </a:cubicBezTo>
                  <a:cubicBezTo>
                    <a:pt x="1" y="2"/>
                    <a:pt x="4" y="0"/>
                    <a:pt x="9" y="0"/>
                  </a:cubicBezTo>
                  <a:cubicBezTo>
                    <a:pt x="13" y="0"/>
                    <a:pt x="15" y="2"/>
                    <a:pt x="15" y="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5" y="18"/>
                    <a:pt x="16" y="18"/>
                  </a:cubicBezTo>
                  <a:cubicBezTo>
                    <a:pt x="17" y="18"/>
                    <a:pt x="17" y="18"/>
                    <a:pt x="18" y="17"/>
                  </a:cubicBezTo>
                  <a:close/>
                  <a:moveTo>
                    <a:pt x="11" y="9"/>
                  </a:moveTo>
                  <a:cubicBezTo>
                    <a:pt x="10" y="9"/>
                    <a:pt x="9" y="10"/>
                    <a:pt x="8" y="10"/>
                  </a:cubicBezTo>
                  <a:cubicBezTo>
                    <a:pt x="5" y="11"/>
                    <a:pt x="4" y="12"/>
                    <a:pt x="4" y="15"/>
                  </a:cubicBezTo>
                  <a:cubicBezTo>
                    <a:pt x="4" y="17"/>
                    <a:pt x="5" y="18"/>
                    <a:pt x="7" y="18"/>
                  </a:cubicBezTo>
                  <a:cubicBezTo>
                    <a:pt x="8" y="18"/>
                    <a:pt x="9" y="17"/>
                    <a:pt x="11" y="16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108"/>
            <p:cNvSpPr/>
            <p:nvPr/>
          </p:nvSpPr>
          <p:spPr bwMode="auto">
            <a:xfrm>
              <a:off x="10148888" y="4495800"/>
              <a:ext cx="33338" cy="39688"/>
            </a:xfrm>
            <a:custGeom>
              <a:avLst/>
              <a:gdLst>
                <a:gd name="T0" fmla="*/ 12 w 17"/>
                <a:gd name="T1" fmla="*/ 2 h 20"/>
                <a:gd name="T2" fmla="*/ 11 w 17"/>
                <a:gd name="T3" fmla="*/ 2 h 20"/>
                <a:gd name="T4" fmla="*/ 5 w 17"/>
                <a:gd name="T5" fmla="*/ 10 h 20"/>
                <a:gd name="T6" fmla="*/ 11 w 17"/>
                <a:gd name="T7" fmla="*/ 18 h 20"/>
                <a:gd name="T8" fmla="*/ 16 w 17"/>
                <a:gd name="T9" fmla="*/ 15 h 20"/>
                <a:gd name="T10" fmla="*/ 17 w 17"/>
                <a:gd name="T11" fmla="*/ 15 h 20"/>
                <a:gd name="T12" fmla="*/ 10 w 17"/>
                <a:gd name="T13" fmla="*/ 20 h 20"/>
                <a:gd name="T14" fmla="*/ 0 w 17"/>
                <a:gd name="T15" fmla="*/ 10 h 20"/>
                <a:gd name="T16" fmla="*/ 10 w 17"/>
                <a:gd name="T17" fmla="*/ 0 h 20"/>
                <a:gd name="T18" fmla="*/ 17 w 17"/>
                <a:gd name="T19" fmla="*/ 5 h 20"/>
                <a:gd name="T20" fmla="*/ 15 w 17"/>
                <a:gd name="T21" fmla="*/ 7 h 20"/>
                <a:gd name="T22" fmla="*/ 13 w 17"/>
                <a:gd name="T23" fmla="*/ 4 h 20"/>
                <a:gd name="T24" fmla="*/ 12 w 17"/>
                <a:gd name="T2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20">
                  <a:moveTo>
                    <a:pt x="12" y="2"/>
                  </a:moveTo>
                  <a:cubicBezTo>
                    <a:pt x="12" y="2"/>
                    <a:pt x="11" y="2"/>
                    <a:pt x="11" y="2"/>
                  </a:cubicBezTo>
                  <a:cubicBezTo>
                    <a:pt x="8" y="2"/>
                    <a:pt x="5" y="5"/>
                    <a:pt x="5" y="10"/>
                  </a:cubicBezTo>
                  <a:cubicBezTo>
                    <a:pt x="5" y="15"/>
                    <a:pt x="8" y="18"/>
                    <a:pt x="11" y="18"/>
                  </a:cubicBezTo>
                  <a:cubicBezTo>
                    <a:pt x="14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8"/>
                    <a:pt x="13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4" y="0"/>
                    <a:pt x="17" y="2"/>
                    <a:pt x="17" y="5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6"/>
                    <a:pt x="13" y="4"/>
                  </a:cubicBezTo>
                  <a:lnTo>
                    <a:pt x="12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109"/>
            <p:cNvSpPr/>
            <p:nvPr/>
          </p:nvSpPr>
          <p:spPr bwMode="auto">
            <a:xfrm>
              <a:off x="10186988" y="4495800"/>
              <a:ext cx="30163" cy="38100"/>
            </a:xfrm>
            <a:custGeom>
              <a:avLst/>
              <a:gdLst>
                <a:gd name="T0" fmla="*/ 8 w 16"/>
                <a:gd name="T1" fmla="*/ 5 h 19"/>
                <a:gd name="T2" fmla="*/ 13 w 16"/>
                <a:gd name="T3" fmla="*/ 0 h 19"/>
                <a:gd name="T4" fmla="*/ 16 w 16"/>
                <a:gd name="T5" fmla="*/ 2 h 19"/>
                <a:gd name="T6" fmla="*/ 14 w 16"/>
                <a:gd name="T7" fmla="*/ 5 h 19"/>
                <a:gd name="T8" fmla="*/ 11 w 16"/>
                <a:gd name="T9" fmla="*/ 3 h 19"/>
                <a:gd name="T10" fmla="*/ 11 w 16"/>
                <a:gd name="T11" fmla="*/ 3 h 19"/>
                <a:gd name="T12" fmla="*/ 8 w 16"/>
                <a:gd name="T13" fmla="*/ 8 h 19"/>
                <a:gd name="T14" fmla="*/ 8 w 16"/>
                <a:gd name="T15" fmla="*/ 11 h 19"/>
                <a:gd name="T16" fmla="*/ 8 w 16"/>
                <a:gd name="T17" fmla="*/ 18 h 19"/>
                <a:gd name="T18" fmla="*/ 11 w 16"/>
                <a:gd name="T19" fmla="*/ 18 h 19"/>
                <a:gd name="T20" fmla="*/ 11 w 16"/>
                <a:gd name="T21" fmla="*/ 19 h 19"/>
                <a:gd name="T22" fmla="*/ 1 w 16"/>
                <a:gd name="T23" fmla="*/ 19 h 19"/>
                <a:gd name="T24" fmla="*/ 1 w 16"/>
                <a:gd name="T25" fmla="*/ 18 h 19"/>
                <a:gd name="T26" fmla="*/ 3 w 16"/>
                <a:gd name="T27" fmla="*/ 18 h 19"/>
                <a:gd name="T28" fmla="*/ 3 w 16"/>
                <a:gd name="T29" fmla="*/ 11 h 19"/>
                <a:gd name="T30" fmla="*/ 3 w 16"/>
                <a:gd name="T31" fmla="*/ 9 h 19"/>
                <a:gd name="T32" fmla="*/ 3 w 16"/>
                <a:gd name="T33" fmla="*/ 4 h 19"/>
                <a:gd name="T34" fmla="*/ 0 w 16"/>
                <a:gd name="T35" fmla="*/ 3 h 19"/>
                <a:gd name="T36" fmla="*/ 0 w 16"/>
                <a:gd name="T37" fmla="*/ 2 h 19"/>
                <a:gd name="T38" fmla="*/ 7 w 16"/>
                <a:gd name="T39" fmla="*/ 0 h 19"/>
                <a:gd name="T40" fmla="*/ 8 w 16"/>
                <a:gd name="T41" fmla="*/ 1 h 19"/>
                <a:gd name="T42" fmla="*/ 8 w 16"/>
                <a:gd name="T43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" h="19">
                  <a:moveTo>
                    <a:pt x="8" y="5"/>
                  </a:moveTo>
                  <a:cubicBezTo>
                    <a:pt x="9" y="2"/>
                    <a:pt x="11" y="0"/>
                    <a:pt x="13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4"/>
                    <a:pt x="16" y="5"/>
                    <a:pt x="14" y="5"/>
                  </a:cubicBezTo>
                  <a:cubicBezTo>
                    <a:pt x="13" y="5"/>
                    <a:pt x="12" y="4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4"/>
                    <a:pt x="9" y="6"/>
                    <a:pt x="8" y="8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3"/>
                    <a:pt x="8" y="16"/>
                    <a:pt x="8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3" y="16"/>
                    <a:pt x="3" y="13"/>
                    <a:pt x="3" y="11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5"/>
                    <a:pt x="3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1"/>
                    <a:pt x="8" y="1"/>
                    <a:pt x="8" y="1"/>
                  </a:cubicBezTo>
                  <a:lnTo>
                    <a:pt x="8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110"/>
            <p:cNvSpPr>
              <a:spLocks noEditPoints="1"/>
            </p:cNvSpPr>
            <p:nvPr/>
          </p:nvSpPr>
          <p:spPr bwMode="auto">
            <a:xfrm>
              <a:off x="10220326" y="4495800"/>
              <a:ext cx="36513" cy="39688"/>
            </a:xfrm>
            <a:custGeom>
              <a:avLst/>
              <a:gdLst>
                <a:gd name="T0" fmla="*/ 0 w 19"/>
                <a:gd name="T1" fmla="*/ 10 h 20"/>
                <a:gd name="T2" fmla="*/ 10 w 19"/>
                <a:gd name="T3" fmla="*/ 0 h 20"/>
                <a:gd name="T4" fmla="*/ 19 w 19"/>
                <a:gd name="T5" fmla="*/ 10 h 20"/>
                <a:gd name="T6" fmla="*/ 10 w 19"/>
                <a:gd name="T7" fmla="*/ 20 h 20"/>
                <a:gd name="T8" fmla="*/ 0 w 19"/>
                <a:gd name="T9" fmla="*/ 10 h 20"/>
                <a:gd name="T10" fmla="*/ 14 w 19"/>
                <a:gd name="T11" fmla="*/ 10 h 20"/>
                <a:gd name="T12" fmla="*/ 10 w 19"/>
                <a:gd name="T13" fmla="*/ 2 h 20"/>
                <a:gd name="T14" fmla="*/ 5 w 19"/>
                <a:gd name="T15" fmla="*/ 10 h 20"/>
                <a:gd name="T16" fmla="*/ 10 w 19"/>
                <a:gd name="T17" fmla="*/ 19 h 20"/>
                <a:gd name="T18" fmla="*/ 14 w 19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cubicBezTo>
                    <a:pt x="0" y="4"/>
                    <a:pt x="5" y="0"/>
                    <a:pt x="10" y="0"/>
                  </a:cubicBezTo>
                  <a:cubicBezTo>
                    <a:pt x="15" y="0"/>
                    <a:pt x="19" y="4"/>
                    <a:pt x="19" y="10"/>
                  </a:cubicBezTo>
                  <a:cubicBezTo>
                    <a:pt x="19" y="16"/>
                    <a:pt x="15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10" y="2"/>
                  </a:cubicBezTo>
                  <a:cubicBezTo>
                    <a:pt x="7" y="2"/>
                    <a:pt x="5" y="4"/>
                    <a:pt x="5" y="10"/>
                  </a:cubicBezTo>
                  <a:cubicBezTo>
                    <a:pt x="5" y="16"/>
                    <a:pt x="7" y="19"/>
                    <a:pt x="10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111"/>
            <p:cNvSpPr>
              <a:spLocks noEditPoints="1"/>
            </p:cNvSpPr>
            <p:nvPr/>
          </p:nvSpPr>
          <p:spPr bwMode="auto">
            <a:xfrm>
              <a:off x="10263188" y="4495800"/>
              <a:ext cx="36513" cy="39688"/>
            </a:xfrm>
            <a:custGeom>
              <a:avLst/>
              <a:gdLst>
                <a:gd name="T0" fmla="*/ 0 w 19"/>
                <a:gd name="T1" fmla="*/ 10 h 20"/>
                <a:gd name="T2" fmla="*/ 9 w 19"/>
                <a:gd name="T3" fmla="*/ 0 h 20"/>
                <a:gd name="T4" fmla="*/ 19 w 19"/>
                <a:gd name="T5" fmla="*/ 10 h 20"/>
                <a:gd name="T6" fmla="*/ 9 w 19"/>
                <a:gd name="T7" fmla="*/ 20 h 20"/>
                <a:gd name="T8" fmla="*/ 0 w 19"/>
                <a:gd name="T9" fmla="*/ 10 h 20"/>
                <a:gd name="T10" fmla="*/ 14 w 19"/>
                <a:gd name="T11" fmla="*/ 10 h 20"/>
                <a:gd name="T12" fmla="*/ 9 w 19"/>
                <a:gd name="T13" fmla="*/ 2 h 20"/>
                <a:gd name="T14" fmla="*/ 5 w 19"/>
                <a:gd name="T15" fmla="*/ 10 h 20"/>
                <a:gd name="T16" fmla="*/ 9 w 19"/>
                <a:gd name="T17" fmla="*/ 19 h 20"/>
                <a:gd name="T18" fmla="*/ 14 w 19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" h="20">
                  <a:moveTo>
                    <a:pt x="0" y="10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9" y="4"/>
                    <a:pt x="19" y="10"/>
                  </a:cubicBezTo>
                  <a:cubicBezTo>
                    <a:pt x="19" y="16"/>
                    <a:pt x="14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9" y="2"/>
                  </a:cubicBezTo>
                  <a:cubicBezTo>
                    <a:pt x="6" y="2"/>
                    <a:pt x="5" y="4"/>
                    <a:pt x="5" y="10"/>
                  </a:cubicBezTo>
                  <a:cubicBezTo>
                    <a:pt x="5" y="16"/>
                    <a:pt x="6" y="19"/>
                    <a:pt x="9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112"/>
            <p:cNvSpPr/>
            <p:nvPr/>
          </p:nvSpPr>
          <p:spPr bwMode="auto">
            <a:xfrm>
              <a:off x="10304463" y="4478338"/>
              <a:ext cx="41275" cy="55563"/>
            </a:xfrm>
            <a:custGeom>
              <a:avLst/>
              <a:gdLst>
                <a:gd name="T0" fmla="*/ 21 w 21"/>
                <a:gd name="T1" fmla="*/ 27 h 28"/>
                <a:gd name="T2" fmla="*/ 21 w 21"/>
                <a:gd name="T3" fmla="*/ 28 h 28"/>
                <a:gd name="T4" fmla="*/ 14 w 21"/>
                <a:gd name="T5" fmla="*/ 28 h 28"/>
                <a:gd name="T6" fmla="*/ 9 w 21"/>
                <a:gd name="T7" fmla="*/ 18 h 28"/>
                <a:gd name="T8" fmla="*/ 7 w 21"/>
                <a:gd name="T9" fmla="*/ 20 h 28"/>
                <a:gd name="T10" fmla="*/ 7 w 21"/>
                <a:gd name="T11" fmla="*/ 27 h 28"/>
                <a:gd name="T12" fmla="*/ 10 w 21"/>
                <a:gd name="T13" fmla="*/ 27 h 28"/>
                <a:gd name="T14" fmla="*/ 10 w 21"/>
                <a:gd name="T15" fmla="*/ 28 h 28"/>
                <a:gd name="T16" fmla="*/ 0 w 21"/>
                <a:gd name="T17" fmla="*/ 28 h 28"/>
                <a:gd name="T18" fmla="*/ 0 w 21"/>
                <a:gd name="T19" fmla="*/ 27 h 28"/>
                <a:gd name="T20" fmla="*/ 3 w 21"/>
                <a:gd name="T21" fmla="*/ 27 h 28"/>
                <a:gd name="T22" fmla="*/ 3 w 21"/>
                <a:gd name="T23" fmla="*/ 20 h 28"/>
                <a:gd name="T24" fmla="*/ 3 w 21"/>
                <a:gd name="T25" fmla="*/ 3 h 28"/>
                <a:gd name="T26" fmla="*/ 0 w 21"/>
                <a:gd name="T27" fmla="*/ 2 h 28"/>
                <a:gd name="T28" fmla="*/ 0 w 21"/>
                <a:gd name="T29" fmla="*/ 2 h 28"/>
                <a:gd name="T30" fmla="*/ 7 w 21"/>
                <a:gd name="T31" fmla="*/ 0 h 28"/>
                <a:gd name="T32" fmla="*/ 7 w 21"/>
                <a:gd name="T33" fmla="*/ 0 h 28"/>
                <a:gd name="T34" fmla="*/ 7 w 21"/>
                <a:gd name="T35" fmla="*/ 6 h 28"/>
                <a:gd name="T36" fmla="*/ 7 w 21"/>
                <a:gd name="T37" fmla="*/ 19 h 28"/>
                <a:gd name="T38" fmla="*/ 14 w 21"/>
                <a:gd name="T39" fmla="*/ 11 h 28"/>
                <a:gd name="T40" fmla="*/ 11 w 21"/>
                <a:gd name="T41" fmla="*/ 11 h 28"/>
                <a:gd name="T42" fmla="*/ 11 w 21"/>
                <a:gd name="T43" fmla="*/ 10 h 28"/>
                <a:gd name="T44" fmla="*/ 20 w 21"/>
                <a:gd name="T45" fmla="*/ 10 h 28"/>
                <a:gd name="T46" fmla="*/ 20 w 21"/>
                <a:gd name="T47" fmla="*/ 11 h 28"/>
                <a:gd name="T48" fmla="*/ 17 w 21"/>
                <a:gd name="T49" fmla="*/ 11 h 28"/>
                <a:gd name="T50" fmla="*/ 12 w 21"/>
                <a:gd name="T51" fmla="*/ 15 h 28"/>
                <a:gd name="T52" fmla="*/ 19 w 21"/>
                <a:gd name="T53" fmla="*/ 27 h 28"/>
                <a:gd name="T54" fmla="*/ 21 w 21"/>
                <a:gd name="T55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" h="28">
                  <a:moveTo>
                    <a:pt x="21" y="27"/>
                  </a:moveTo>
                  <a:cubicBezTo>
                    <a:pt x="21" y="28"/>
                    <a:pt x="21" y="28"/>
                    <a:pt x="21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21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113"/>
            <p:cNvSpPr>
              <a:spLocks noEditPoints="1"/>
            </p:cNvSpPr>
            <p:nvPr/>
          </p:nvSpPr>
          <p:spPr bwMode="auto">
            <a:xfrm>
              <a:off x="10347326" y="4495800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6 w 17"/>
                <a:gd name="T7" fmla="*/ 15 h 20"/>
                <a:gd name="T8" fmla="*/ 9 w 17"/>
                <a:gd name="T9" fmla="*/ 20 h 20"/>
                <a:gd name="T10" fmla="*/ 0 w 17"/>
                <a:gd name="T11" fmla="*/ 10 h 20"/>
                <a:gd name="T12" fmla="*/ 9 w 17"/>
                <a:gd name="T13" fmla="*/ 0 h 20"/>
                <a:gd name="T14" fmla="*/ 17 w 17"/>
                <a:gd name="T15" fmla="*/ 8 h 20"/>
                <a:gd name="T16" fmla="*/ 16 w 17"/>
                <a:gd name="T17" fmla="*/ 10 h 20"/>
                <a:gd name="T18" fmla="*/ 5 w 17"/>
                <a:gd name="T19" fmla="*/ 10 h 20"/>
                <a:gd name="T20" fmla="*/ 10 w 17"/>
                <a:gd name="T21" fmla="*/ 9 h 20"/>
                <a:gd name="T22" fmla="*/ 12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0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7" y="18"/>
                    <a:pt x="11" y="18"/>
                  </a:cubicBezTo>
                  <a:cubicBezTo>
                    <a:pt x="13" y="18"/>
                    <a:pt x="15" y="17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5" y="18"/>
                    <a:pt x="12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7" y="3"/>
                    <a:pt x="17" y="8"/>
                  </a:cubicBezTo>
                  <a:cubicBezTo>
                    <a:pt x="17" y="9"/>
                    <a:pt x="17" y="9"/>
                    <a:pt x="16" y="10"/>
                  </a:cubicBezTo>
                  <a:lnTo>
                    <a:pt x="5" y="10"/>
                  </a:lnTo>
                  <a:close/>
                  <a:moveTo>
                    <a:pt x="10" y="9"/>
                  </a:moveTo>
                  <a:cubicBezTo>
                    <a:pt x="12" y="9"/>
                    <a:pt x="12" y="8"/>
                    <a:pt x="12" y="6"/>
                  </a:cubicBezTo>
                  <a:cubicBezTo>
                    <a:pt x="12" y="3"/>
                    <a:pt x="11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114"/>
            <p:cNvSpPr>
              <a:spLocks noEditPoints="1"/>
            </p:cNvSpPr>
            <p:nvPr/>
          </p:nvSpPr>
          <p:spPr bwMode="auto">
            <a:xfrm>
              <a:off x="10383838" y="4478338"/>
              <a:ext cx="41275" cy="57150"/>
            </a:xfrm>
            <a:custGeom>
              <a:avLst/>
              <a:gdLst>
                <a:gd name="T0" fmla="*/ 21 w 21"/>
                <a:gd name="T1" fmla="*/ 27 h 29"/>
                <a:gd name="T2" fmla="*/ 21 w 21"/>
                <a:gd name="T3" fmla="*/ 28 h 29"/>
                <a:gd name="T4" fmla="*/ 14 w 21"/>
                <a:gd name="T5" fmla="*/ 29 h 29"/>
                <a:gd name="T6" fmla="*/ 14 w 21"/>
                <a:gd name="T7" fmla="*/ 26 h 29"/>
                <a:gd name="T8" fmla="*/ 8 w 21"/>
                <a:gd name="T9" fmla="*/ 29 h 29"/>
                <a:gd name="T10" fmla="*/ 0 w 21"/>
                <a:gd name="T11" fmla="*/ 19 h 29"/>
                <a:gd name="T12" fmla="*/ 9 w 21"/>
                <a:gd name="T13" fmla="*/ 9 h 29"/>
                <a:gd name="T14" fmla="*/ 14 w 21"/>
                <a:gd name="T15" fmla="*/ 12 h 29"/>
                <a:gd name="T16" fmla="*/ 14 w 21"/>
                <a:gd name="T17" fmla="*/ 3 h 29"/>
                <a:gd name="T18" fmla="*/ 11 w 21"/>
                <a:gd name="T19" fmla="*/ 2 h 29"/>
                <a:gd name="T20" fmla="*/ 11 w 21"/>
                <a:gd name="T21" fmla="*/ 2 h 29"/>
                <a:gd name="T22" fmla="*/ 18 w 21"/>
                <a:gd name="T23" fmla="*/ 0 h 29"/>
                <a:gd name="T24" fmla="*/ 18 w 21"/>
                <a:gd name="T25" fmla="*/ 0 h 29"/>
                <a:gd name="T26" fmla="*/ 18 w 21"/>
                <a:gd name="T27" fmla="*/ 6 h 29"/>
                <a:gd name="T28" fmla="*/ 18 w 21"/>
                <a:gd name="T29" fmla="*/ 27 h 29"/>
                <a:gd name="T30" fmla="*/ 21 w 21"/>
                <a:gd name="T31" fmla="*/ 27 h 29"/>
                <a:gd name="T32" fmla="*/ 14 w 21"/>
                <a:gd name="T33" fmla="*/ 13 h 29"/>
                <a:gd name="T34" fmla="*/ 10 w 21"/>
                <a:gd name="T35" fmla="*/ 11 h 29"/>
                <a:gd name="T36" fmla="*/ 5 w 21"/>
                <a:gd name="T37" fmla="*/ 19 h 29"/>
                <a:gd name="T38" fmla="*/ 10 w 21"/>
                <a:gd name="T39" fmla="*/ 27 h 29"/>
                <a:gd name="T40" fmla="*/ 14 w 21"/>
                <a:gd name="T41" fmla="*/ 25 h 29"/>
                <a:gd name="T42" fmla="*/ 14 w 21"/>
                <a:gd name="T43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" h="29">
                  <a:moveTo>
                    <a:pt x="21" y="27"/>
                  </a:moveTo>
                  <a:cubicBezTo>
                    <a:pt x="21" y="28"/>
                    <a:pt x="21" y="28"/>
                    <a:pt x="21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2" y="28"/>
                    <a:pt x="11" y="29"/>
                    <a:pt x="8" y="29"/>
                  </a:cubicBezTo>
                  <a:cubicBezTo>
                    <a:pt x="4" y="29"/>
                    <a:pt x="0" y="25"/>
                    <a:pt x="0" y="19"/>
                  </a:cubicBezTo>
                  <a:cubicBezTo>
                    <a:pt x="0" y="13"/>
                    <a:pt x="4" y="9"/>
                    <a:pt x="9" y="9"/>
                  </a:cubicBezTo>
                  <a:cubicBezTo>
                    <a:pt x="11" y="9"/>
                    <a:pt x="12" y="10"/>
                    <a:pt x="14" y="12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27"/>
                    <a:pt x="18" y="27"/>
                    <a:pt x="18" y="27"/>
                  </a:cubicBezTo>
                  <a:lnTo>
                    <a:pt x="21" y="27"/>
                  </a:lnTo>
                  <a:close/>
                  <a:moveTo>
                    <a:pt x="14" y="13"/>
                  </a:moveTo>
                  <a:cubicBezTo>
                    <a:pt x="12" y="12"/>
                    <a:pt x="11" y="11"/>
                    <a:pt x="10" y="11"/>
                  </a:cubicBezTo>
                  <a:cubicBezTo>
                    <a:pt x="8" y="11"/>
                    <a:pt x="5" y="13"/>
                    <a:pt x="5" y="19"/>
                  </a:cubicBezTo>
                  <a:cubicBezTo>
                    <a:pt x="5" y="25"/>
                    <a:pt x="7" y="27"/>
                    <a:pt x="10" y="27"/>
                  </a:cubicBezTo>
                  <a:cubicBezTo>
                    <a:pt x="12" y="27"/>
                    <a:pt x="13" y="26"/>
                    <a:pt x="14" y="25"/>
                  </a:cubicBezTo>
                  <a:lnTo>
                    <a:pt x="14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115"/>
            <p:cNvSpPr/>
            <p:nvPr/>
          </p:nvSpPr>
          <p:spPr bwMode="auto">
            <a:xfrm>
              <a:off x="10447338" y="4495800"/>
              <a:ext cx="26988" cy="39688"/>
            </a:xfrm>
            <a:custGeom>
              <a:avLst/>
              <a:gdLst>
                <a:gd name="T0" fmla="*/ 9 w 14"/>
                <a:gd name="T1" fmla="*/ 8 h 20"/>
                <a:gd name="T2" fmla="*/ 14 w 14"/>
                <a:gd name="T3" fmla="*/ 14 h 20"/>
                <a:gd name="T4" fmla="*/ 6 w 14"/>
                <a:gd name="T5" fmla="*/ 20 h 20"/>
                <a:gd name="T6" fmla="*/ 0 w 14"/>
                <a:gd name="T7" fmla="*/ 18 h 20"/>
                <a:gd name="T8" fmla="*/ 0 w 14"/>
                <a:gd name="T9" fmla="*/ 14 h 20"/>
                <a:gd name="T10" fmla="*/ 2 w 14"/>
                <a:gd name="T11" fmla="*/ 14 h 20"/>
                <a:gd name="T12" fmla="*/ 3 w 14"/>
                <a:gd name="T13" fmla="*/ 18 h 20"/>
                <a:gd name="T14" fmla="*/ 6 w 14"/>
                <a:gd name="T15" fmla="*/ 18 h 20"/>
                <a:gd name="T16" fmla="*/ 10 w 14"/>
                <a:gd name="T17" fmla="*/ 16 h 20"/>
                <a:gd name="T18" fmla="*/ 7 w 14"/>
                <a:gd name="T19" fmla="*/ 12 h 20"/>
                <a:gd name="T20" fmla="*/ 5 w 14"/>
                <a:gd name="T21" fmla="*/ 12 h 20"/>
                <a:gd name="T22" fmla="*/ 0 w 14"/>
                <a:gd name="T23" fmla="*/ 6 h 20"/>
                <a:gd name="T24" fmla="*/ 7 w 14"/>
                <a:gd name="T25" fmla="*/ 0 h 20"/>
                <a:gd name="T26" fmla="*/ 13 w 14"/>
                <a:gd name="T27" fmla="*/ 2 h 20"/>
                <a:gd name="T28" fmla="*/ 13 w 14"/>
                <a:gd name="T29" fmla="*/ 6 h 20"/>
                <a:gd name="T30" fmla="*/ 11 w 14"/>
                <a:gd name="T31" fmla="*/ 6 h 20"/>
                <a:gd name="T32" fmla="*/ 10 w 14"/>
                <a:gd name="T33" fmla="*/ 2 h 20"/>
                <a:gd name="T34" fmla="*/ 7 w 14"/>
                <a:gd name="T35" fmla="*/ 2 h 20"/>
                <a:gd name="T36" fmla="*/ 4 w 14"/>
                <a:gd name="T37" fmla="*/ 4 h 20"/>
                <a:gd name="T38" fmla="*/ 7 w 14"/>
                <a:gd name="T39" fmla="*/ 8 h 20"/>
                <a:gd name="T40" fmla="*/ 9 w 14"/>
                <a:gd name="T41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20">
                  <a:moveTo>
                    <a:pt x="9" y="8"/>
                  </a:moveTo>
                  <a:cubicBezTo>
                    <a:pt x="13" y="9"/>
                    <a:pt x="14" y="11"/>
                    <a:pt x="14" y="14"/>
                  </a:cubicBezTo>
                  <a:cubicBezTo>
                    <a:pt x="14" y="17"/>
                    <a:pt x="11" y="20"/>
                    <a:pt x="6" y="20"/>
                  </a:cubicBezTo>
                  <a:cubicBezTo>
                    <a:pt x="4" y="20"/>
                    <a:pt x="2" y="19"/>
                    <a:pt x="0" y="18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5" y="18"/>
                    <a:pt x="6" y="18"/>
                  </a:cubicBezTo>
                  <a:cubicBezTo>
                    <a:pt x="9" y="18"/>
                    <a:pt x="10" y="17"/>
                    <a:pt x="10" y="16"/>
                  </a:cubicBezTo>
                  <a:cubicBezTo>
                    <a:pt x="10" y="14"/>
                    <a:pt x="9" y="13"/>
                    <a:pt x="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9" y="0"/>
                    <a:pt x="11" y="1"/>
                    <a:pt x="13" y="2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2"/>
                    <a:pt x="8" y="2"/>
                    <a:pt x="7" y="2"/>
                  </a:cubicBezTo>
                  <a:cubicBezTo>
                    <a:pt x="5" y="2"/>
                    <a:pt x="4" y="3"/>
                    <a:pt x="4" y="4"/>
                  </a:cubicBezTo>
                  <a:cubicBezTo>
                    <a:pt x="4" y="6"/>
                    <a:pt x="5" y="7"/>
                    <a:pt x="7" y="8"/>
                  </a:cubicBezTo>
                  <a:lnTo>
                    <a:pt x="9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116"/>
            <p:cNvSpPr/>
            <p:nvPr/>
          </p:nvSpPr>
          <p:spPr bwMode="auto">
            <a:xfrm>
              <a:off x="10479088" y="4478338"/>
              <a:ext cx="41275" cy="55563"/>
            </a:xfrm>
            <a:custGeom>
              <a:avLst/>
              <a:gdLst>
                <a:gd name="T0" fmla="*/ 21 w 21"/>
                <a:gd name="T1" fmla="*/ 27 h 28"/>
                <a:gd name="T2" fmla="*/ 21 w 21"/>
                <a:gd name="T3" fmla="*/ 28 h 28"/>
                <a:gd name="T4" fmla="*/ 12 w 21"/>
                <a:gd name="T5" fmla="*/ 28 h 28"/>
                <a:gd name="T6" fmla="*/ 12 w 21"/>
                <a:gd name="T7" fmla="*/ 27 h 28"/>
                <a:gd name="T8" fmla="*/ 14 w 21"/>
                <a:gd name="T9" fmla="*/ 27 h 28"/>
                <a:gd name="T10" fmla="*/ 15 w 21"/>
                <a:gd name="T11" fmla="*/ 20 h 28"/>
                <a:gd name="T12" fmla="*/ 15 w 21"/>
                <a:gd name="T13" fmla="*/ 16 h 28"/>
                <a:gd name="T14" fmla="*/ 12 w 21"/>
                <a:gd name="T15" fmla="*/ 12 h 28"/>
                <a:gd name="T16" fmla="*/ 7 w 21"/>
                <a:gd name="T17" fmla="*/ 14 h 28"/>
                <a:gd name="T18" fmla="*/ 7 w 21"/>
                <a:gd name="T19" fmla="*/ 20 h 28"/>
                <a:gd name="T20" fmla="*/ 7 w 21"/>
                <a:gd name="T21" fmla="*/ 27 h 28"/>
                <a:gd name="T22" fmla="*/ 9 w 21"/>
                <a:gd name="T23" fmla="*/ 27 h 28"/>
                <a:gd name="T24" fmla="*/ 9 w 21"/>
                <a:gd name="T25" fmla="*/ 28 h 28"/>
                <a:gd name="T26" fmla="*/ 0 w 21"/>
                <a:gd name="T27" fmla="*/ 28 h 28"/>
                <a:gd name="T28" fmla="*/ 0 w 21"/>
                <a:gd name="T29" fmla="*/ 27 h 28"/>
                <a:gd name="T30" fmla="*/ 3 w 21"/>
                <a:gd name="T31" fmla="*/ 27 h 28"/>
                <a:gd name="T32" fmla="*/ 3 w 21"/>
                <a:gd name="T33" fmla="*/ 20 h 28"/>
                <a:gd name="T34" fmla="*/ 3 w 21"/>
                <a:gd name="T35" fmla="*/ 3 h 28"/>
                <a:gd name="T36" fmla="*/ 0 w 21"/>
                <a:gd name="T37" fmla="*/ 2 h 28"/>
                <a:gd name="T38" fmla="*/ 0 w 21"/>
                <a:gd name="T39" fmla="*/ 2 h 28"/>
                <a:gd name="T40" fmla="*/ 7 w 21"/>
                <a:gd name="T41" fmla="*/ 0 h 28"/>
                <a:gd name="T42" fmla="*/ 7 w 21"/>
                <a:gd name="T43" fmla="*/ 0 h 28"/>
                <a:gd name="T44" fmla="*/ 7 w 21"/>
                <a:gd name="T45" fmla="*/ 6 h 28"/>
                <a:gd name="T46" fmla="*/ 7 w 21"/>
                <a:gd name="T47" fmla="*/ 13 h 28"/>
                <a:gd name="T48" fmla="*/ 14 w 21"/>
                <a:gd name="T49" fmla="*/ 9 h 28"/>
                <a:gd name="T50" fmla="*/ 19 w 21"/>
                <a:gd name="T51" fmla="*/ 16 h 28"/>
                <a:gd name="T52" fmla="*/ 19 w 21"/>
                <a:gd name="T53" fmla="*/ 20 h 28"/>
                <a:gd name="T54" fmla="*/ 19 w 21"/>
                <a:gd name="T55" fmla="*/ 27 h 28"/>
                <a:gd name="T56" fmla="*/ 21 w 21"/>
                <a:gd name="T5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" h="28">
                  <a:moveTo>
                    <a:pt x="21" y="27"/>
                  </a:moveTo>
                  <a:cubicBezTo>
                    <a:pt x="21" y="28"/>
                    <a:pt x="21" y="28"/>
                    <a:pt x="2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5"/>
                    <a:pt x="15" y="22"/>
                    <a:pt x="15" y="2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3"/>
                    <a:pt x="14" y="12"/>
                    <a:pt x="12" y="12"/>
                  </a:cubicBezTo>
                  <a:cubicBezTo>
                    <a:pt x="10" y="12"/>
                    <a:pt x="9" y="12"/>
                    <a:pt x="7" y="1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5"/>
                    <a:pt x="7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5"/>
                    <a:pt x="3" y="22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9" y="10"/>
                    <a:pt x="11" y="9"/>
                    <a:pt x="14" y="9"/>
                  </a:cubicBezTo>
                  <a:cubicBezTo>
                    <a:pt x="17" y="9"/>
                    <a:pt x="19" y="11"/>
                    <a:pt x="19" y="16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2"/>
                    <a:pt x="19" y="25"/>
                    <a:pt x="19" y="27"/>
                  </a:cubicBezTo>
                  <a:lnTo>
                    <a:pt x="21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117"/>
            <p:cNvSpPr>
              <a:spLocks noEditPoints="1"/>
            </p:cNvSpPr>
            <p:nvPr/>
          </p:nvSpPr>
          <p:spPr bwMode="auto">
            <a:xfrm>
              <a:off x="10525126" y="4495800"/>
              <a:ext cx="36513" cy="39688"/>
            </a:xfrm>
            <a:custGeom>
              <a:avLst/>
              <a:gdLst>
                <a:gd name="T0" fmla="*/ 0 w 18"/>
                <a:gd name="T1" fmla="*/ 10 h 20"/>
                <a:gd name="T2" fmla="*/ 9 w 18"/>
                <a:gd name="T3" fmla="*/ 0 h 20"/>
                <a:gd name="T4" fmla="*/ 18 w 18"/>
                <a:gd name="T5" fmla="*/ 10 h 20"/>
                <a:gd name="T6" fmla="*/ 9 w 18"/>
                <a:gd name="T7" fmla="*/ 20 h 20"/>
                <a:gd name="T8" fmla="*/ 0 w 18"/>
                <a:gd name="T9" fmla="*/ 10 h 20"/>
                <a:gd name="T10" fmla="*/ 14 w 18"/>
                <a:gd name="T11" fmla="*/ 10 h 20"/>
                <a:gd name="T12" fmla="*/ 9 w 18"/>
                <a:gd name="T13" fmla="*/ 2 h 20"/>
                <a:gd name="T14" fmla="*/ 5 w 18"/>
                <a:gd name="T15" fmla="*/ 10 h 20"/>
                <a:gd name="T16" fmla="*/ 9 w 18"/>
                <a:gd name="T17" fmla="*/ 19 h 20"/>
                <a:gd name="T18" fmla="*/ 14 w 18"/>
                <a:gd name="T1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20">
                  <a:moveTo>
                    <a:pt x="0" y="10"/>
                  </a:move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10"/>
                  </a:cubicBezTo>
                  <a:cubicBezTo>
                    <a:pt x="18" y="16"/>
                    <a:pt x="14" y="20"/>
                    <a:pt x="9" y="20"/>
                  </a:cubicBezTo>
                  <a:cubicBezTo>
                    <a:pt x="4" y="20"/>
                    <a:pt x="0" y="16"/>
                    <a:pt x="0" y="10"/>
                  </a:cubicBezTo>
                  <a:close/>
                  <a:moveTo>
                    <a:pt x="14" y="10"/>
                  </a:moveTo>
                  <a:cubicBezTo>
                    <a:pt x="14" y="4"/>
                    <a:pt x="12" y="2"/>
                    <a:pt x="9" y="2"/>
                  </a:cubicBezTo>
                  <a:cubicBezTo>
                    <a:pt x="6" y="2"/>
                    <a:pt x="5" y="4"/>
                    <a:pt x="5" y="10"/>
                  </a:cubicBezTo>
                  <a:cubicBezTo>
                    <a:pt x="5" y="16"/>
                    <a:pt x="6" y="19"/>
                    <a:pt x="9" y="19"/>
                  </a:cubicBezTo>
                  <a:cubicBezTo>
                    <a:pt x="12" y="19"/>
                    <a:pt x="14" y="16"/>
                    <a:pt x="14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118"/>
            <p:cNvSpPr>
              <a:spLocks noEditPoints="1"/>
            </p:cNvSpPr>
            <p:nvPr/>
          </p:nvSpPr>
          <p:spPr bwMode="auto">
            <a:xfrm>
              <a:off x="10566401" y="4495800"/>
              <a:ext cx="33338" cy="39688"/>
            </a:xfrm>
            <a:custGeom>
              <a:avLst/>
              <a:gdLst>
                <a:gd name="T0" fmla="*/ 5 w 17"/>
                <a:gd name="T1" fmla="*/ 10 h 20"/>
                <a:gd name="T2" fmla="*/ 11 w 17"/>
                <a:gd name="T3" fmla="*/ 18 h 20"/>
                <a:gd name="T4" fmla="*/ 16 w 17"/>
                <a:gd name="T5" fmla="*/ 15 h 20"/>
                <a:gd name="T6" fmla="*/ 17 w 17"/>
                <a:gd name="T7" fmla="*/ 15 h 20"/>
                <a:gd name="T8" fmla="*/ 10 w 17"/>
                <a:gd name="T9" fmla="*/ 20 h 20"/>
                <a:gd name="T10" fmla="*/ 0 w 17"/>
                <a:gd name="T11" fmla="*/ 10 h 20"/>
                <a:gd name="T12" fmla="*/ 10 w 17"/>
                <a:gd name="T13" fmla="*/ 0 h 20"/>
                <a:gd name="T14" fmla="*/ 17 w 17"/>
                <a:gd name="T15" fmla="*/ 8 h 20"/>
                <a:gd name="T16" fmla="*/ 17 w 17"/>
                <a:gd name="T17" fmla="*/ 10 h 20"/>
                <a:gd name="T18" fmla="*/ 5 w 17"/>
                <a:gd name="T19" fmla="*/ 10 h 20"/>
                <a:gd name="T20" fmla="*/ 11 w 17"/>
                <a:gd name="T21" fmla="*/ 9 h 20"/>
                <a:gd name="T22" fmla="*/ 13 w 17"/>
                <a:gd name="T23" fmla="*/ 6 h 20"/>
                <a:gd name="T24" fmla="*/ 9 w 17"/>
                <a:gd name="T25" fmla="*/ 2 h 20"/>
                <a:gd name="T26" fmla="*/ 5 w 17"/>
                <a:gd name="T27" fmla="*/ 9 h 20"/>
                <a:gd name="T28" fmla="*/ 11 w 17"/>
                <a:gd name="T2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20">
                  <a:moveTo>
                    <a:pt x="5" y="10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4" y="18"/>
                    <a:pt x="15" y="17"/>
                    <a:pt x="16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8"/>
                    <a:pt x="13" y="20"/>
                    <a:pt x="10" y="20"/>
                  </a:cubicBezTo>
                  <a:cubicBezTo>
                    <a:pt x="4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4" y="0"/>
                    <a:pt x="17" y="3"/>
                    <a:pt x="17" y="8"/>
                  </a:cubicBezTo>
                  <a:cubicBezTo>
                    <a:pt x="17" y="9"/>
                    <a:pt x="17" y="9"/>
                    <a:pt x="17" y="10"/>
                  </a:cubicBezTo>
                  <a:lnTo>
                    <a:pt x="5" y="10"/>
                  </a:lnTo>
                  <a:close/>
                  <a:moveTo>
                    <a:pt x="11" y="9"/>
                  </a:moveTo>
                  <a:cubicBezTo>
                    <a:pt x="13" y="9"/>
                    <a:pt x="13" y="8"/>
                    <a:pt x="13" y="6"/>
                  </a:cubicBezTo>
                  <a:cubicBezTo>
                    <a:pt x="13" y="3"/>
                    <a:pt x="12" y="2"/>
                    <a:pt x="9" y="2"/>
                  </a:cubicBezTo>
                  <a:cubicBezTo>
                    <a:pt x="7" y="2"/>
                    <a:pt x="5" y="4"/>
                    <a:pt x="5" y="9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119"/>
            <p:cNvSpPr>
              <a:spLocks noEditPoints="1"/>
            </p:cNvSpPr>
            <p:nvPr/>
          </p:nvSpPr>
          <p:spPr bwMode="auto">
            <a:xfrm>
              <a:off x="8651876" y="3967163"/>
              <a:ext cx="239713" cy="238125"/>
            </a:xfrm>
            <a:custGeom>
              <a:avLst/>
              <a:gdLst>
                <a:gd name="T0" fmla="*/ 40 w 122"/>
                <a:gd name="T1" fmla="*/ 13 h 120"/>
                <a:gd name="T2" fmla="*/ 25 w 122"/>
                <a:gd name="T3" fmla="*/ 120 h 120"/>
                <a:gd name="T4" fmla="*/ 16 w 122"/>
                <a:gd name="T5" fmla="*/ 106 h 120"/>
                <a:gd name="T6" fmla="*/ 25 w 122"/>
                <a:gd name="T7" fmla="*/ 105 h 120"/>
                <a:gd name="T8" fmla="*/ 27 w 122"/>
                <a:gd name="T9" fmla="*/ 70 h 120"/>
                <a:gd name="T10" fmla="*/ 2 w 122"/>
                <a:gd name="T11" fmla="*/ 120 h 120"/>
                <a:gd name="T12" fmla="*/ 7 w 122"/>
                <a:gd name="T13" fmla="*/ 51 h 120"/>
                <a:gd name="T14" fmla="*/ 21 w 122"/>
                <a:gd name="T15" fmla="*/ 7 h 120"/>
                <a:gd name="T16" fmla="*/ 32 w 122"/>
                <a:gd name="T17" fmla="*/ 1 h 120"/>
                <a:gd name="T18" fmla="*/ 27 w 122"/>
                <a:gd name="T19" fmla="*/ 67 h 120"/>
                <a:gd name="T20" fmla="*/ 19 w 122"/>
                <a:gd name="T21" fmla="*/ 40 h 120"/>
                <a:gd name="T22" fmla="*/ 19 w 122"/>
                <a:gd name="T23" fmla="*/ 67 h 120"/>
                <a:gd name="T24" fmla="*/ 19 w 122"/>
                <a:gd name="T25" fmla="*/ 11 h 120"/>
                <a:gd name="T26" fmla="*/ 27 w 122"/>
                <a:gd name="T27" fmla="*/ 37 h 120"/>
                <a:gd name="T28" fmla="*/ 19 w 122"/>
                <a:gd name="T29" fmla="*/ 11 h 120"/>
                <a:gd name="T30" fmla="*/ 117 w 122"/>
                <a:gd name="T31" fmla="*/ 16 h 120"/>
                <a:gd name="T32" fmla="*/ 103 w 122"/>
                <a:gd name="T33" fmla="*/ 98 h 120"/>
                <a:gd name="T34" fmla="*/ 97 w 122"/>
                <a:gd name="T35" fmla="*/ 85 h 120"/>
                <a:gd name="T36" fmla="*/ 103 w 122"/>
                <a:gd name="T37" fmla="*/ 84 h 120"/>
                <a:gd name="T38" fmla="*/ 105 w 122"/>
                <a:gd name="T39" fmla="*/ 14 h 120"/>
                <a:gd name="T40" fmla="*/ 95 w 122"/>
                <a:gd name="T41" fmla="*/ 115 h 120"/>
                <a:gd name="T42" fmla="*/ 83 w 122"/>
                <a:gd name="T43" fmla="*/ 120 h 120"/>
                <a:gd name="T44" fmla="*/ 81 w 122"/>
                <a:gd name="T45" fmla="*/ 56 h 120"/>
                <a:gd name="T46" fmla="*/ 70 w 122"/>
                <a:gd name="T47" fmla="*/ 61 h 120"/>
                <a:gd name="T48" fmla="*/ 48 w 122"/>
                <a:gd name="T49" fmla="*/ 93 h 120"/>
                <a:gd name="T50" fmla="*/ 65 w 122"/>
                <a:gd name="T51" fmla="*/ 68 h 120"/>
                <a:gd name="T52" fmla="*/ 70 w 122"/>
                <a:gd name="T53" fmla="*/ 104 h 120"/>
                <a:gd name="T54" fmla="*/ 49 w 122"/>
                <a:gd name="T55" fmla="*/ 106 h 120"/>
                <a:gd name="T56" fmla="*/ 40 w 122"/>
                <a:gd name="T57" fmla="*/ 93 h 120"/>
                <a:gd name="T58" fmla="*/ 54 w 122"/>
                <a:gd name="T59" fmla="*/ 56 h 120"/>
                <a:gd name="T60" fmla="*/ 41 w 122"/>
                <a:gd name="T61" fmla="*/ 52 h 120"/>
                <a:gd name="T62" fmla="*/ 55 w 122"/>
                <a:gd name="T63" fmla="*/ 27 h 120"/>
                <a:gd name="T64" fmla="*/ 43 w 122"/>
                <a:gd name="T65" fmla="*/ 24 h 120"/>
                <a:gd name="T66" fmla="*/ 55 w 122"/>
                <a:gd name="T67" fmla="*/ 0 h 120"/>
                <a:gd name="T68" fmla="*/ 67 w 122"/>
                <a:gd name="T69" fmla="*/ 5 h 120"/>
                <a:gd name="T70" fmla="*/ 68 w 122"/>
                <a:gd name="T71" fmla="*/ 24 h 120"/>
                <a:gd name="T72" fmla="*/ 82 w 122"/>
                <a:gd name="T73" fmla="*/ 25 h 120"/>
                <a:gd name="T74" fmla="*/ 67 w 122"/>
                <a:gd name="T75" fmla="*/ 27 h 120"/>
                <a:gd name="T76" fmla="*/ 69 w 122"/>
                <a:gd name="T77" fmla="*/ 52 h 120"/>
                <a:gd name="T78" fmla="*/ 83 w 122"/>
                <a:gd name="T79" fmla="*/ 53 h 120"/>
                <a:gd name="T80" fmla="*/ 96 w 122"/>
                <a:gd name="T81" fmla="*/ 11 h 120"/>
                <a:gd name="T82" fmla="*/ 109 w 122"/>
                <a:gd name="T83" fmla="*/ 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2" h="120">
                  <a:moveTo>
                    <a:pt x="44" y="11"/>
                  </a:moveTo>
                  <a:cubicBezTo>
                    <a:pt x="44" y="11"/>
                    <a:pt x="42" y="12"/>
                    <a:pt x="40" y="13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40" y="113"/>
                    <a:pt x="38" y="118"/>
                    <a:pt x="25" y="120"/>
                  </a:cubicBezTo>
                  <a:cubicBezTo>
                    <a:pt x="25" y="116"/>
                    <a:pt x="24" y="112"/>
                    <a:pt x="23" y="110"/>
                  </a:cubicBezTo>
                  <a:cubicBezTo>
                    <a:pt x="22" y="108"/>
                    <a:pt x="20" y="107"/>
                    <a:pt x="16" y="106"/>
                  </a:cubicBezTo>
                  <a:cubicBezTo>
                    <a:pt x="16" y="104"/>
                    <a:pt x="16" y="104"/>
                    <a:pt x="16" y="104"/>
                  </a:cubicBezTo>
                  <a:cubicBezTo>
                    <a:pt x="16" y="104"/>
                    <a:pt x="23" y="105"/>
                    <a:pt x="25" y="105"/>
                  </a:cubicBezTo>
                  <a:cubicBezTo>
                    <a:pt x="27" y="105"/>
                    <a:pt x="27" y="104"/>
                    <a:pt x="27" y="102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8" y="88"/>
                    <a:pt x="15" y="106"/>
                    <a:pt x="2" y="120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7" y="99"/>
                    <a:pt x="7" y="74"/>
                    <a:pt x="7" y="5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32" y="1"/>
                    <a:pt x="32" y="1"/>
                    <a:pt x="32" y="1"/>
                  </a:cubicBezTo>
                  <a:lnTo>
                    <a:pt x="44" y="11"/>
                  </a:lnTo>
                  <a:close/>
                  <a:moveTo>
                    <a:pt x="27" y="67"/>
                  </a:moveTo>
                  <a:cubicBezTo>
                    <a:pt x="27" y="40"/>
                    <a:pt x="27" y="40"/>
                    <a:pt x="27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51"/>
                    <a:pt x="19" y="51"/>
                    <a:pt x="19" y="51"/>
                  </a:cubicBezTo>
                  <a:cubicBezTo>
                    <a:pt x="19" y="56"/>
                    <a:pt x="19" y="61"/>
                    <a:pt x="19" y="67"/>
                  </a:cubicBezTo>
                  <a:lnTo>
                    <a:pt x="27" y="67"/>
                  </a:lnTo>
                  <a:close/>
                  <a:moveTo>
                    <a:pt x="19" y="11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11"/>
                    <a:pt x="27" y="11"/>
                    <a:pt x="27" y="11"/>
                  </a:cubicBezTo>
                  <a:lnTo>
                    <a:pt x="19" y="11"/>
                  </a:lnTo>
                  <a:close/>
                  <a:moveTo>
                    <a:pt x="122" y="14"/>
                  </a:moveTo>
                  <a:cubicBezTo>
                    <a:pt x="121" y="15"/>
                    <a:pt x="119" y="16"/>
                    <a:pt x="117" y="16"/>
                  </a:cubicBezTo>
                  <a:cubicBezTo>
                    <a:pt x="117" y="83"/>
                    <a:pt x="117" y="83"/>
                    <a:pt x="117" y="83"/>
                  </a:cubicBezTo>
                  <a:cubicBezTo>
                    <a:pt x="117" y="92"/>
                    <a:pt x="116" y="97"/>
                    <a:pt x="103" y="98"/>
                  </a:cubicBezTo>
                  <a:cubicBezTo>
                    <a:pt x="103" y="94"/>
                    <a:pt x="103" y="91"/>
                    <a:pt x="102" y="89"/>
                  </a:cubicBezTo>
                  <a:cubicBezTo>
                    <a:pt x="101" y="87"/>
                    <a:pt x="100" y="86"/>
                    <a:pt x="97" y="85"/>
                  </a:cubicBezTo>
                  <a:cubicBezTo>
                    <a:pt x="97" y="83"/>
                    <a:pt x="97" y="83"/>
                    <a:pt x="97" y="83"/>
                  </a:cubicBezTo>
                  <a:cubicBezTo>
                    <a:pt x="97" y="83"/>
                    <a:pt x="102" y="84"/>
                    <a:pt x="103" y="84"/>
                  </a:cubicBezTo>
                  <a:cubicBezTo>
                    <a:pt x="105" y="84"/>
                    <a:pt x="105" y="83"/>
                    <a:pt x="105" y="82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95" y="115"/>
                    <a:pt x="95" y="115"/>
                    <a:pt x="95" y="115"/>
                  </a:cubicBezTo>
                  <a:cubicBezTo>
                    <a:pt x="95" y="117"/>
                    <a:pt x="91" y="120"/>
                    <a:pt x="85" y="120"/>
                  </a:cubicBezTo>
                  <a:cubicBezTo>
                    <a:pt x="83" y="120"/>
                    <a:pt x="83" y="120"/>
                    <a:pt x="83" y="120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3" y="56"/>
                    <a:pt x="82" y="56"/>
                    <a:pt x="81" y="56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70" y="62"/>
                    <a:pt x="69" y="63"/>
                    <a:pt x="66" y="63"/>
                  </a:cubicBezTo>
                  <a:cubicBezTo>
                    <a:pt x="62" y="72"/>
                    <a:pt x="55" y="85"/>
                    <a:pt x="48" y="93"/>
                  </a:cubicBezTo>
                  <a:cubicBezTo>
                    <a:pt x="54" y="93"/>
                    <a:pt x="62" y="92"/>
                    <a:pt x="70" y="91"/>
                  </a:cubicBezTo>
                  <a:cubicBezTo>
                    <a:pt x="69" y="83"/>
                    <a:pt x="67" y="75"/>
                    <a:pt x="65" y="68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91" y="91"/>
                    <a:pt x="80" y="115"/>
                    <a:pt x="70" y="104"/>
                  </a:cubicBezTo>
                  <a:cubicBezTo>
                    <a:pt x="71" y="101"/>
                    <a:pt x="71" y="98"/>
                    <a:pt x="71" y="95"/>
                  </a:cubicBezTo>
                  <a:cubicBezTo>
                    <a:pt x="65" y="98"/>
                    <a:pt x="57" y="102"/>
                    <a:pt x="49" y="106"/>
                  </a:cubicBezTo>
                  <a:cubicBezTo>
                    <a:pt x="48" y="107"/>
                    <a:pt x="47" y="108"/>
                    <a:pt x="46" y="108"/>
                  </a:cubicBezTo>
                  <a:cubicBezTo>
                    <a:pt x="40" y="93"/>
                    <a:pt x="40" y="93"/>
                    <a:pt x="40" y="93"/>
                  </a:cubicBezTo>
                  <a:cubicBezTo>
                    <a:pt x="40" y="93"/>
                    <a:pt x="43" y="93"/>
                    <a:pt x="44" y="92"/>
                  </a:cubicBezTo>
                  <a:cubicBezTo>
                    <a:pt x="47" y="85"/>
                    <a:pt x="52" y="67"/>
                    <a:pt x="54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3"/>
                    <a:pt x="70" y="4"/>
                    <a:pt x="67" y="5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73" y="16"/>
                    <a:pt x="73" y="16"/>
                    <a:pt x="73" y="16"/>
                  </a:cubicBezTo>
                  <a:cubicBezTo>
                    <a:pt x="73" y="16"/>
                    <a:pt x="78" y="22"/>
                    <a:pt x="82" y="25"/>
                  </a:cubicBezTo>
                  <a:cubicBezTo>
                    <a:pt x="81" y="27"/>
                    <a:pt x="80" y="27"/>
                    <a:pt x="78" y="27"/>
                  </a:cubicBezTo>
                  <a:cubicBezTo>
                    <a:pt x="67" y="27"/>
                    <a:pt x="67" y="27"/>
                    <a:pt x="67" y="27"/>
                  </a:cubicBezTo>
                  <a:cubicBezTo>
                    <a:pt x="67" y="52"/>
                    <a:pt x="67" y="52"/>
                    <a:pt x="67" y="52"/>
                  </a:cubicBezTo>
                  <a:cubicBezTo>
                    <a:pt x="69" y="52"/>
                    <a:pt x="69" y="52"/>
                    <a:pt x="69" y="52"/>
                  </a:cubicBezTo>
                  <a:cubicBezTo>
                    <a:pt x="75" y="44"/>
                    <a:pt x="75" y="44"/>
                    <a:pt x="75" y="44"/>
                  </a:cubicBezTo>
                  <a:cubicBezTo>
                    <a:pt x="75" y="44"/>
                    <a:pt x="80" y="49"/>
                    <a:pt x="83" y="53"/>
                  </a:cubicBezTo>
                  <a:cubicBezTo>
                    <a:pt x="83" y="5"/>
                    <a:pt x="83" y="5"/>
                    <a:pt x="83" y="5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9" y="4"/>
                    <a:pt x="109" y="4"/>
                    <a:pt x="109" y="4"/>
                  </a:cubicBezTo>
                  <a:lnTo>
                    <a:pt x="122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120"/>
            <p:cNvSpPr>
              <a:spLocks noEditPoints="1"/>
            </p:cNvSpPr>
            <p:nvPr/>
          </p:nvSpPr>
          <p:spPr bwMode="auto">
            <a:xfrm>
              <a:off x="8963026" y="3965575"/>
              <a:ext cx="241300" cy="239713"/>
            </a:xfrm>
            <a:custGeom>
              <a:avLst/>
              <a:gdLst>
                <a:gd name="T0" fmla="*/ 52 w 123"/>
                <a:gd name="T1" fmla="*/ 69 h 121"/>
                <a:gd name="T2" fmla="*/ 36 w 123"/>
                <a:gd name="T3" fmla="*/ 71 h 121"/>
                <a:gd name="T4" fmla="*/ 51 w 123"/>
                <a:gd name="T5" fmla="*/ 93 h 121"/>
                <a:gd name="T6" fmla="*/ 8 w 123"/>
                <a:gd name="T7" fmla="*/ 116 h 121"/>
                <a:gd name="T8" fmla="*/ 0 w 123"/>
                <a:gd name="T9" fmla="*/ 103 h 121"/>
                <a:gd name="T10" fmla="*/ 6 w 123"/>
                <a:gd name="T11" fmla="*/ 56 h 121"/>
                <a:gd name="T12" fmla="*/ 17 w 123"/>
                <a:gd name="T13" fmla="*/ 60 h 121"/>
                <a:gd name="T14" fmla="*/ 23 w 123"/>
                <a:gd name="T15" fmla="*/ 99 h 121"/>
                <a:gd name="T16" fmla="*/ 19 w 123"/>
                <a:gd name="T17" fmla="*/ 44 h 121"/>
                <a:gd name="T18" fmla="*/ 9 w 123"/>
                <a:gd name="T19" fmla="*/ 51 h 121"/>
                <a:gd name="T20" fmla="*/ 7 w 123"/>
                <a:gd name="T21" fmla="*/ 4 h 121"/>
                <a:gd name="T22" fmla="*/ 34 w 123"/>
                <a:gd name="T23" fmla="*/ 9 h 121"/>
                <a:gd name="T24" fmla="*/ 53 w 123"/>
                <a:gd name="T25" fmla="*/ 13 h 121"/>
                <a:gd name="T26" fmla="*/ 48 w 123"/>
                <a:gd name="T27" fmla="*/ 46 h 121"/>
                <a:gd name="T28" fmla="*/ 36 w 123"/>
                <a:gd name="T29" fmla="*/ 49 h 121"/>
                <a:gd name="T30" fmla="*/ 36 w 123"/>
                <a:gd name="T31" fmla="*/ 68 h 121"/>
                <a:gd name="T32" fmla="*/ 35 w 123"/>
                <a:gd name="T33" fmla="*/ 40 h 121"/>
                <a:gd name="T34" fmla="*/ 19 w 123"/>
                <a:gd name="T35" fmla="*/ 13 h 121"/>
                <a:gd name="T36" fmla="*/ 35 w 123"/>
                <a:gd name="T37" fmla="*/ 40 h 121"/>
                <a:gd name="T38" fmla="*/ 118 w 123"/>
                <a:gd name="T39" fmla="*/ 21 h 121"/>
                <a:gd name="T40" fmla="*/ 123 w 123"/>
                <a:gd name="T41" fmla="*/ 45 h 121"/>
                <a:gd name="T42" fmla="*/ 113 w 123"/>
                <a:gd name="T43" fmla="*/ 60 h 121"/>
                <a:gd name="T44" fmla="*/ 91 w 123"/>
                <a:gd name="T45" fmla="*/ 50 h 121"/>
                <a:gd name="T46" fmla="*/ 72 w 123"/>
                <a:gd name="T47" fmla="*/ 57 h 121"/>
                <a:gd name="T48" fmla="*/ 63 w 123"/>
                <a:gd name="T49" fmla="*/ 51 h 121"/>
                <a:gd name="T50" fmla="*/ 78 w 123"/>
                <a:gd name="T51" fmla="*/ 50 h 121"/>
                <a:gd name="T52" fmla="*/ 76 w 123"/>
                <a:gd name="T53" fmla="*/ 26 h 121"/>
                <a:gd name="T54" fmla="*/ 46 w 123"/>
                <a:gd name="T55" fmla="*/ 56 h 121"/>
                <a:gd name="T56" fmla="*/ 51 w 123"/>
                <a:gd name="T57" fmla="*/ 25 h 121"/>
                <a:gd name="T58" fmla="*/ 62 w 123"/>
                <a:gd name="T59" fmla="*/ 21 h 121"/>
                <a:gd name="T60" fmla="*/ 78 w 123"/>
                <a:gd name="T61" fmla="*/ 22 h 121"/>
                <a:gd name="T62" fmla="*/ 95 w 123"/>
                <a:gd name="T63" fmla="*/ 2 h 121"/>
                <a:gd name="T64" fmla="*/ 91 w 123"/>
                <a:gd name="T65" fmla="*/ 10 h 121"/>
                <a:gd name="T66" fmla="*/ 108 w 123"/>
                <a:gd name="T67" fmla="*/ 10 h 121"/>
                <a:gd name="T68" fmla="*/ 104 w 123"/>
                <a:gd name="T69" fmla="*/ 61 h 121"/>
                <a:gd name="T70" fmla="*/ 113 w 123"/>
                <a:gd name="T71" fmla="*/ 74 h 121"/>
                <a:gd name="T72" fmla="*/ 100 w 123"/>
                <a:gd name="T73" fmla="*/ 120 h 121"/>
                <a:gd name="T74" fmla="*/ 98 w 123"/>
                <a:gd name="T75" fmla="*/ 112 h 121"/>
                <a:gd name="T76" fmla="*/ 69 w 123"/>
                <a:gd name="T77" fmla="*/ 117 h 121"/>
                <a:gd name="T78" fmla="*/ 55 w 123"/>
                <a:gd name="T79" fmla="*/ 121 h 121"/>
                <a:gd name="T80" fmla="*/ 70 w 123"/>
                <a:gd name="T81" fmla="*/ 69 h 121"/>
                <a:gd name="T82" fmla="*/ 104 w 123"/>
                <a:gd name="T83" fmla="*/ 61 h 121"/>
                <a:gd name="T84" fmla="*/ 69 w 123"/>
                <a:gd name="T85" fmla="*/ 88 h 121"/>
                <a:gd name="T86" fmla="*/ 98 w 123"/>
                <a:gd name="T87" fmla="*/ 73 h 121"/>
                <a:gd name="T88" fmla="*/ 98 w 123"/>
                <a:gd name="T89" fmla="*/ 108 h 121"/>
                <a:gd name="T90" fmla="*/ 69 w 123"/>
                <a:gd name="T91" fmla="*/ 92 h 121"/>
                <a:gd name="T92" fmla="*/ 98 w 123"/>
                <a:gd name="T93" fmla="*/ 10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3" h="121">
                  <a:moveTo>
                    <a:pt x="42" y="59"/>
                  </a:moveTo>
                  <a:cubicBezTo>
                    <a:pt x="42" y="59"/>
                    <a:pt x="49" y="65"/>
                    <a:pt x="52" y="69"/>
                  </a:cubicBezTo>
                  <a:cubicBezTo>
                    <a:pt x="52" y="71"/>
                    <a:pt x="51" y="71"/>
                    <a:pt x="49" y="71"/>
                  </a:cubicBezTo>
                  <a:cubicBezTo>
                    <a:pt x="36" y="71"/>
                    <a:pt x="36" y="71"/>
                    <a:pt x="36" y="71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41" y="95"/>
                    <a:pt x="46" y="94"/>
                    <a:pt x="51" y="93"/>
                  </a:cubicBezTo>
                  <a:cubicBezTo>
                    <a:pt x="51" y="94"/>
                    <a:pt x="51" y="94"/>
                    <a:pt x="51" y="94"/>
                  </a:cubicBezTo>
                  <a:cubicBezTo>
                    <a:pt x="42" y="100"/>
                    <a:pt x="28" y="107"/>
                    <a:pt x="8" y="116"/>
                  </a:cubicBezTo>
                  <a:cubicBezTo>
                    <a:pt x="8" y="117"/>
                    <a:pt x="7" y="119"/>
                    <a:pt x="5" y="119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1" y="103"/>
                    <a:pt x="4" y="102"/>
                    <a:pt x="6" y="102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9"/>
                    <a:pt x="19" y="59"/>
                    <a:pt x="17" y="60"/>
                  </a:cubicBezTo>
                  <a:cubicBezTo>
                    <a:pt x="17" y="100"/>
                    <a:pt x="17" y="100"/>
                    <a:pt x="17" y="100"/>
                  </a:cubicBezTo>
                  <a:cubicBezTo>
                    <a:pt x="23" y="99"/>
                    <a:pt x="23" y="99"/>
                    <a:pt x="23" y="99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8"/>
                    <a:pt x="15" y="51"/>
                    <a:pt x="9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2" y="14"/>
                    <a:pt x="50" y="15"/>
                    <a:pt x="48" y="15"/>
                  </a:cubicBezTo>
                  <a:cubicBezTo>
                    <a:pt x="48" y="46"/>
                    <a:pt x="48" y="46"/>
                    <a:pt x="48" y="46"/>
                  </a:cubicBezTo>
                  <a:cubicBezTo>
                    <a:pt x="48" y="47"/>
                    <a:pt x="41" y="49"/>
                    <a:pt x="37" y="49"/>
                  </a:cubicBezTo>
                  <a:cubicBezTo>
                    <a:pt x="36" y="49"/>
                    <a:pt x="36" y="49"/>
                    <a:pt x="36" y="49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6" y="68"/>
                    <a:pt x="36" y="68"/>
                    <a:pt x="36" y="68"/>
                  </a:cubicBezTo>
                  <a:lnTo>
                    <a:pt x="42" y="59"/>
                  </a:lnTo>
                  <a:close/>
                  <a:moveTo>
                    <a:pt x="35" y="40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40"/>
                    <a:pt x="19" y="40"/>
                    <a:pt x="19" y="40"/>
                  </a:cubicBezTo>
                  <a:lnTo>
                    <a:pt x="35" y="40"/>
                  </a:lnTo>
                  <a:close/>
                  <a:moveTo>
                    <a:pt x="123" y="20"/>
                  </a:moveTo>
                  <a:cubicBezTo>
                    <a:pt x="122" y="21"/>
                    <a:pt x="121" y="22"/>
                    <a:pt x="118" y="21"/>
                  </a:cubicBezTo>
                  <a:cubicBezTo>
                    <a:pt x="114" y="24"/>
                    <a:pt x="106" y="27"/>
                    <a:pt x="100" y="30"/>
                  </a:cubicBezTo>
                  <a:cubicBezTo>
                    <a:pt x="107" y="38"/>
                    <a:pt x="115" y="42"/>
                    <a:pt x="123" y="45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18" y="48"/>
                    <a:pt x="114" y="53"/>
                    <a:pt x="113" y="60"/>
                  </a:cubicBezTo>
                  <a:cubicBezTo>
                    <a:pt x="101" y="50"/>
                    <a:pt x="95" y="39"/>
                    <a:pt x="91" y="17"/>
                  </a:cubicBezTo>
                  <a:cubicBezTo>
                    <a:pt x="91" y="50"/>
                    <a:pt x="91" y="50"/>
                    <a:pt x="91" y="50"/>
                  </a:cubicBezTo>
                  <a:cubicBezTo>
                    <a:pt x="91" y="59"/>
                    <a:pt x="89" y="64"/>
                    <a:pt x="75" y="65"/>
                  </a:cubicBezTo>
                  <a:cubicBezTo>
                    <a:pt x="74" y="61"/>
                    <a:pt x="74" y="59"/>
                    <a:pt x="72" y="57"/>
                  </a:cubicBezTo>
                  <a:cubicBezTo>
                    <a:pt x="71" y="55"/>
                    <a:pt x="68" y="54"/>
                    <a:pt x="63" y="53"/>
                  </a:cubicBezTo>
                  <a:cubicBezTo>
                    <a:pt x="63" y="51"/>
                    <a:pt x="63" y="51"/>
                    <a:pt x="63" y="51"/>
                  </a:cubicBezTo>
                  <a:cubicBezTo>
                    <a:pt x="63" y="51"/>
                    <a:pt x="73" y="52"/>
                    <a:pt x="76" y="52"/>
                  </a:cubicBezTo>
                  <a:cubicBezTo>
                    <a:pt x="78" y="52"/>
                    <a:pt x="78" y="51"/>
                    <a:pt x="78" y="50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77" y="25"/>
                    <a:pt x="77" y="25"/>
                    <a:pt x="76" y="26"/>
                  </a:cubicBezTo>
                  <a:cubicBezTo>
                    <a:pt x="72" y="39"/>
                    <a:pt x="63" y="51"/>
                    <a:pt x="47" y="58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56" y="48"/>
                    <a:pt x="61" y="37"/>
                    <a:pt x="63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68" y="14"/>
                    <a:pt x="68" y="14"/>
                    <a:pt x="68" y="14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4"/>
                    <a:pt x="94" y="5"/>
                    <a:pt x="91" y="5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3" y="17"/>
                    <a:pt x="95" y="23"/>
                    <a:pt x="98" y="27"/>
                  </a:cubicBezTo>
                  <a:cubicBezTo>
                    <a:pt x="102" y="22"/>
                    <a:pt x="106" y="14"/>
                    <a:pt x="108" y="10"/>
                  </a:cubicBezTo>
                  <a:lnTo>
                    <a:pt x="123" y="20"/>
                  </a:lnTo>
                  <a:close/>
                  <a:moveTo>
                    <a:pt x="104" y="61"/>
                  </a:moveTo>
                  <a:cubicBezTo>
                    <a:pt x="117" y="71"/>
                    <a:pt x="117" y="71"/>
                    <a:pt x="117" y="71"/>
                  </a:cubicBezTo>
                  <a:cubicBezTo>
                    <a:pt x="117" y="72"/>
                    <a:pt x="115" y="73"/>
                    <a:pt x="113" y="74"/>
                  </a:cubicBezTo>
                  <a:cubicBezTo>
                    <a:pt x="113" y="117"/>
                    <a:pt x="113" y="117"/>
                    <a:pt x="113" y="117"/>
                  </a:cubicBezTo>
                  <a:cubicBezTo>
                    <a:pt x="113" y="118"/>
                    <a:pt x="108" y="120"/>
                    <a:pt x="100" y="120"/>
                  </a:cubicBezTo>
                  <a:cubicBezTo>
                    <a:pt x="98" y="120"/>
                    <a:pt x="98" y="120"/>
                    <a:pt x="98" y="120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69" y="112"/>
                    <a:pt x="69" y="112"/>
                    <a:pt x="69" y="112"/>
                  </a:cubicBezTo>
                  <a:cubicBezTo>
                    <a:pt x="69" y="117"/>
                    <a:pt x="69" y="117"/>
                    <a:pt x="69" y="117"/>
                  </a:cubicBezTo>
                  <a:cubicBezTo>
                    <a:pt x="69" y="118"/>
                    <a:pt x="65" y="121"/>
                    <a:pt x="58" y="121"/>
                  </a:cubicBezTo>
                  <a:cubicBezTo>
                    <a:pt x="55" y="121"/>
                    <a:pt x="55" y="121"/>
                    <a:pt x="55" y="121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70" y="69"/>
                    <a:pt x="70" y="69"/>
                    <a:pt x="70" y="69"/>
                  </a:cubicBezTo>
                  <a:cubicBezTo>
                    <a:pt x="98" y="69"/>
                    <a:pt x="98" y="69"/>
                    <a:pt x="98" y="69"/>
                  </a:cubicBezTo>
                  <a:lnTo>
                    <a:pt x="104" y="61"/>
                  </a:lnTo>
                  <a:close/>
                  <a:moveTo>
                    <a:pt x="69" y="73"/>
                  </a:moveTo>
                  <a:cubicBezTo>
                    <a:pt x="69" y="88"/>
                    <a:pt x="69" y="88"/>
                    <a:pt x="69" y="88"/>
                  </a:cubicBezTo>
                  <a:cubicBezTo>
                    <a:pt x="98" y="88"/>
                    <a:pt x="98" y="88"/>
                    <a:pt x="98" y="88"/>
                  </a:cubicBezTo>
                  <a:cubicBezTo>
                    <a:pt x="98" y="73"/>
                    <a:pt x="98" y="73"/>
                    <a:pt x="98" y="73"/>
                  </a:cubicBezTo>
                  <a:lnTo>
                    <a:pt x="69" y="73"/>
                  </a:lnTo>
                  <a:close/>
                  <a:moveTo>
                    <a:pt x="98" y="108"/>
                  </a:moveTo>
                  <a:cubicBezTo>
                    <a:pt x="98" y="92"/>
                    <a:pt x="98" y="92"/>
                    <a:pt x="98" y="92"/>
                  </a:cubicBezTo>
                  <a:cubicBezTo>
                    <a:pt x="69" y="92"/>
                    <a:pt x="69" y="92"/>
                    <a:pt x="69" y="92"/>
                  </a:cubicBezTo>
                  <a:cubicBezTo>
                    <a:pt x="69" y="108"/>
                    <a:pt x="69" y="108"/>
                    <a:pt x="69" y="108"/>
                  </a:cubicBezTo>
                  <a:lnTo>
                    <a:pt x="98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121"/>
            <p:cNvSpPr>
              <a:spLocks noEditPoints="1"/>
            </p:cNvSpPr>
            <p:nvPr/>
          </p:nvSpPr>
          <p:spPr bwMode="auto">
            <a:xfrm>
              <a:off x="9275763" y="3965575"/>
              <a:ext cx="250825" cy="250825"/>
            </a:xfrm>
            <a:custGeom>
              <a:avLst/>
              <a:gdLst>
                <a:gd name="T0" fmla="*/ 104 w 128"/>
                <a:gd name="T1" fmla="*/ 64 h 127"/>
                <a:gd name="T2" fmla="*/ 120 w 128"/>
                <a:gd name="T3" fmla="*/ 78 h 127"/>
                <a:gd name="T4" fmla="*/ 116 w 128"/>
                <a:gd name="T5" fmla="*/ 80 h 127"/>
                <a:gd name="T6" fmla="*/ 70 w 128"/>
                <a:gd name="T7" fmla="*/ 80 h 127"/>
                <a:gd name="T8" fmla="*/ 67 w 128"/>
                <a:gd name="T9" fmla="*/ 86 h 127"/>
                <a:gd name="T10" fmla="*/ 101 w 128"/>
                <a:gd name="T11" fmla="*/ 119 h 127"/>
                <a:gd name="T12" fmla="*/ 65 w 128"/>
                <a:gd name="T13" fmla="*/ 89 h 127"/>
                <a:gd name="T14" fmla="*/ 2 w 128"/>
                <a:gd name="T15" fmla="*/ 121 h 127"/>
                <a:gd name="T16" fmla="*/ 1 w 128"/>
                <a:gd name="T17" fmla="*/ 119 h 127"/>
                <a:gd name="T18" fmla="*/ 54 w 128"/>
                <a:gd name="T19" fmla="*/ 80 h 127"/>
                <a:gd name="T20" fmla="*/ 6 w 128"/>
                <a:gd name="T21" fmla="*/ 80 h 127"/>
                <a:gd name="T22" fmla="*/ 5 w 128"/>
                <a:gd name="T23" fmla="*/ 76 h 127"/>
                <a:gd name="T24" fmla="*/ 55 w 128"/>
                <a:gd name="T25" fmla="*/ 76 h 127"/>
                <a:gd name="T26" fmla="*/ 59 w 128"/>
                <a:gd name="T27" fmla="*/ 29 h 127"/>
                <a:gd name="T28" fmla="*/ 80 w 128"/>
                <a:gd name="T29" fmla="*/ 31 h 127"/>
                <a:gd name="T30" fmla="*/ 75 w 128"/>
                <a:gd name="T31" fmla="*/ 34 h 127"/>
                <a:gd name="T32" fmla="*/ 71 w 128"/>
                <a:gd name="T33" fmla="*/ 76 h 127"/>
                <a:gd name="T34" fmla="*/ 95 w 128"/>
                <a:gd name="T35" fmla="*/ 76 h 127"/>
                <a:gd name="T36" fmla="*/ 104 w 128"/>
                <a:gd name="T37" fmla="*/ 64 h 127"/>
                <a:gd name="T38" fmla="*/ 122 w 128"/>
                <a:gd name="T39" fmla="*/ 27 h 127"/>
                <a:gd name="T40" fmla="*/ 117 w 128"/>
                <a:gd name="T41" fmla="*/ 28 h 127"/>
                <a:gd name="T42" fmla="*/ 99 w 128"/>
                <a:gd name="T43" fmla="*/ 43 h 127"/>
                <a:gd name="T44" fmla="*/ 98 w 128"/>
                <a:gd name="T45" fmla="*/ 42 h 127"/>
                <a:gd name="T46" fmla="*/ 101 w 128"/>
                <a:gd name="T47" fmla="*/ 25 h 127"/>
                <a:gd name="T48" fmla="*/ 22 w 128"/>
                <a:gd name="T49" fmla="*/ 25 h 127"/>
                <a:gd name="T50" fmla="*/ 15 w 128"/>
                <a:gd name="T51" fmla="*/ 44 h 127"/>
                <a:gd name="T52" fmla="*/ 2 w 128"/>
                <a:gd name="T53" fmla="*/ 40 h 127"/>
                <a:gd name="T54" fmla="*/ 8 w 128"/>
                <a:gd name="T55" fmla="*/ 28 h 127"/>
                <a:gd name="T56" fmla="*/ 17 w 128"/>
                <a:gd name="T57" fmla="*/ 14 h 127"/>
                <a:gd name="T58" fmla="*/ 19 w 128"/>
                <a:gd name="T59" fmla="*/ 14 h 127"/>
                <a:gd name="T60" fmla="*/ 21 w 128"/>
                <a:gd name="T61" fmla="*/ 22 h 127"/>
                <a:gd name="T62" fmla="*/ 100 w 128"/>
                <a:gd name="T63" fmla="*/ 22 h 127"/>
                <a:gd name="T64" fmla="*/ 108 w 128"/>
                <a:gd name="T65" fmla="*/ 14 h 127"/>
                <a:gd name="T66" fmla="*/ 122 w 128"/>
                <a:gd name="T67" fmla="*/ 27 h 127"/>
                <a:gd name="T68" fmla="*/ 20 w 128"/>
                <a:gd name="T69" fmla="*/ 51 h 127"/>
                <a:gd name="T70" fmla="*/ 32 w 128"/>
                <a:gd name="T71" fmla="*/ 71 h 127"/>
                <a:gd name="T72" fmla="*/ 19 w 128"/>
                <a:gd name="T73" fmla="*/ 52 h 127"/>
                <a:gd name="T74" fmla="*/ 20 w 128"/>
                <a:gd name="T75" fmla="*/ 51 h 127"/>
                <a:gd name="T76" fmla="*/ 30 w 128"/>
                <a:gd name="T77" fmla="*/ 31 h 127"/>
                <a:gd name="T78" fmla="*/ 41 w 128"/>
                <a:gd name="T79" fmla="*/ 50 h 127"/>
                <a:gd name="T80" fmla="*/ 28 w 128"/>
                <a:gd name="T81" fmla="*/ 31 h 127"/>
                <a:gd name="T82" fmla="*/ 30 w 128"/>
                <a:gd name="T83" fmla="*/ 31 h 127"/>
                <a:gd name="T84" fmla="*/ 50 w 128"/>
                <a:gd name="T85" fmla="*/ 0 h 127"/>
                <a:gd name="T86" fmla="*/ 58 w 128"/>
                <a:gd name="T87" fmla="*/ 19 h 127"/>
                <a:gd name="T88" fmla="*/ 49 w 128"/>
                <a:gd name="T89" fmla="*/ 1 h 127"/>
                <a:gd name="T90" fmla="*/ 50 w 128"/>
                <a:gd name="T9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8" h="127">
                  <a:moveTo>
                    <a:pt x="104" y="64"/>
                  </a:moveTo>
                  <a:cubicBezTo>
                    <a:pt x="104" y="64"/>
                    <a:pt x="114" y="72"/>
                    <a:pt x="120" y="78"/>
                  </a:cubicBezTo>
                  <a:cubicBezTo>
                    <a:pt x="119" y="79"/>
                    <a:pt x="118" y="80"/>
                    <a:pt x="116" y="80"/>
                  </a:cubicBezTo>
                  <a:cubicBezTo>
                    <a:pt x="70" y="80"/>
                    <a:pt x="70" y="80"/>
                    <a:pt x="70" y="80"/>
                  </a:cubicBezTo>
                  <a:cubicBezTo>
                    <a:pt x="69" y="82"/>
                    <a:pt x="68" y="84"/>
                    <a:pt x="67" y="86"/>
                  </a:cubicBezTo>
                  <a:cubicBezTo>
                    <a:pt x="128" y="95"/>
                    <a:pt x="117" y="127"/>
                    <a:pt x="101" y="119"/>
                  </a:cubicBezTo>
                  <a:cubicBezTo>
                    <a:pt x="96" y="111"/>
                    <a:pt x="83" y="98"/>
                    <a:pt x="65" y="89"/>
                  </a:cubicBezTo>
                  <a:cubicBezTo>
                    <a:pt x="56" y="103"/>
                    <a:pt x="38" y="113"/>
                    <a:pt x="2" y="121"/>
                  </a:cubicBezTo>
                  <a:cubicBezTo>
                    <a:pt x="1" y="119"/>
                    <a:pt x="1" y="119"/>
                    <a:pt x="1" y="119"/>
                  </a:cubicBezTo>
                  <a:cubicBezTo>
                    <a:pt x="33" y="108"/>
                    <a:pt x="48" y="96"/>
                    <a:pt x="54" y="80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5" y="76"/>
                    <a:pt x="5" y="76"/>
                    <a:pt x="5" y="76"/>
                  </a:cubicBezTo>
                  <a:cubicBezTo>
                    <a:pt x="55" y="76"/>
                    <a:pt x="55" y="76"/>
                    <a:pt x="55" y="76"/>
                  </a:cubicBezTo>
                  <a:cubicBezTo>
                    <a:pt x="59" y="63"/>
                    <a:pt x="59" y="47"/>
                    <a:pt x="59" y="29"/>
                  </a:cubicBezTo>
                  <a:cubicBezTo>
                    <a:pt x="80" y="31"/>
                    <a:pt x="80" y="31"/>
                    <a:pt x="80" y="31"/>
                  </a:cubicBezTo>
                  <a:cubicBezTo>
                    <a:pt x="80" y="32"/>
                    <a:pt x="78" y="34"/>
                    <a:pt x="75" y="34"/>
                  </a:cubicBezTo>
                  <a:cubicBezTo>
                    <a:pt x="75" y="50"/>
                    <a:pt x="75" y="64"/>
                    <a:pt x="71" y="76"/>
                  </a:cubicBezTo>
                  <a:cubicBezTo>
                    <a:pt x="95" y="76"/>
                    <a:pt x="95" y="76"/>
                    <a:pt x="95" y="76"/>
                  </a:cubicBezTo>
                  <a:lnTo>
                    <a:pt x="104" y="64"/>
                  </a:lnTo>
                  <a:close/>
                  <a:moveTo>
                    <a:pt x="122" y="27"/>
                  </a:moveTo>
                  <a:cubicBezTo>
                    <a:pt x="121" y="28"/>
                    <a:pt x="119" y="28"/>
                    <a:pt x="117" y="28"/>
                  </a:cubicBezTo>
                  <a:cubicBezTo>
                    <a:pt x="112" y="33"/>
                    <a:pt x="105" y="39"/>
                    <a:pt x="99" y="43"/>
                  </a:cubicBezTo>
                  <a:cubicBezTo>
                    <a:pt x="98" y="42"/>
                    <a:pt x="98" y="42"/>
                    <a:pt x="98" y="42"/>
                  </a:cubicBezTo>
                  <a:cubicBezTo>
                    <a:pt x="99" y="37"/>
                    <a:pt x="100" y="31"/>
                    <a:pt x="101" y="25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3" y="35"/>
                    <a:pt x="20" y="41"/>
                    <a:pt x="15" y="44"/>
                  </a:cubicBezTo>
                  <a:cubicBezTo>
                    <a:pt x="11" y="47"/>
                    <a:pt x="3" y="45"/>
                    <a:pt x="2" y="40"/>
                  </a:cubicBezTo>
                  <a:cubicBezTo>
                    <a:pt x="0" y="34"/>
                    <a:pt x="3" y="30"/>
                    <a:pt x="8" y="28"/>
                  </a:cubicBezTo>
                  <a:cubicBezTo>
                    <a:pt x="12" y="26"/>
                    <a:pt x="18" y="20"/>
                    <a:pt x="17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0" y="17"/>
                    <a:pt x="21" y="19"/>
                    <a:pt x="21" y="22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8" y="14"/>
                    <a:pt x="108" y="14"/>
                    <a:pt x="108" y="14"/>
                  </a:cubicBezTo>
                  <a:lnTo>
                    <a:pt x="122" y="27"/>
                  </a:lnTo>
                  <a:close/>
                  <a:moveTo>
                    <a:pt x="20" y="51"/>
                  </a:moveTo>
                  <a:cubicBezTo>
                    <a:pt x="57" y="52"/>
                    <a:pt x="47" y="80"/>
                    <a:pt x="32" y="71"/>
                  </a:cubicBezTo>
                  <a:cubicBezTo>
                    <a:pt x="30" y="65"/>
                    <a:pt x="24" y="57"/>
                    <a:pt x="19" y="52"/>
                  </a:cubicBezTo>
                  <a:lnTo>
                    <a:pt x="20" y="51"/>
                  </a:lnTo>
                  <a:close/>
                  <a:moveTo>
                    <a:pt x="30" y="31"/>
                  </a:moveTo>
                  <a:cubicBezTo>
                    <a:pt x="64" y="32"/>
                    <a:pt x="54" y="58"/>
                    <a:pt x="41" y="50"/>
                  </a:cubicBezTo>
                  <a:cubicBezTo>
                    <a:pt x="39" y="43"/>
                    <a:pt x="33" y="36"/>
                    <a:pt x="28" y="31"/>
                  </a:cubicBezTo>
                  <a:lnTo>
                    <a:pt x="30" y="31"/>
                  </a:lnTo>
                  <a:close/>
                  <a:moveTo>
                    <a:pt x="50" y="0"/>
                  </a:moveTo>
                  <a:cubicBezTo>
                    <a:pt x="88" y="1"/>
                    <a:pt x="73" y="30"/>
                    <a:pt x="58" y="19"/>
                  </a:cubicBezTo>
                  <a:cubicBezTo>
                    <a:pt x="58" y="12"/>
                    <a:pt x="54" y="5"/>
                    <a:pt x="49" y="1"/>
                  </a:cubicBezTo>
                  <a:lnTo>
                    <a:pt x="5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122"/>
            <p:cNvSpPr>
              <a:spLocks noEditPoints="1"/>
            </p:cNvSpPr>
            <p:nvPr/>
          </p:nvSpPr>
          <p:spPr bwMode="auto">
            <a:xfrm>
              <a:off x="9586913" y="3965575"/>
              <a:ext cx="242888" cy="230188"/>
            </a:xfrm>
            <a:custGeom>
              <a:avLst/>
              <a:gdLst>
                <a:gd name="T0" fmla="*/ 46 w 123"/>
                <a:gd name="T1" fmla="*/ 75 h 116"/>
                <a:gd name="T2" fmla="*/ 11 w 123"/>
                <a:gd name="T3" fmla="*/ 104 h 116"/>
                <a:gd name="T4" fmla="*/ 0 w 123"/>
                <a:gd name="T5" fmla="*/ 91 h 116"/>
                <a:gd name="T6" fmla="*/ 15 w 123"/>
                <a:gd name="T7" fmla="*/ 44 h 116"/>
                <a:gd name="T8" fmla="*/ 2 w 123"/>
                <a:gd name="T9" fmla="*/ 40 h 116"/>
                <a:gd name="T10" fmla="*/ 15 w 123"/>
                <a:gd name="T11" fmla="*/ 3 h 116"/>
                <a:gd name="T12" fmla="*/ 30 w 123"/>
                <a:gd name="T13" fmla="*/ 8 h 116"/>
                <a:gd name="T14" fmla="*/ 30 w 123"/>
                <a:gd name="T15" fmla="*/ 40 h 116"/>
                <a:gd name="T16" fmla="*/ 48 w 123"/>
                <a:gd name="T17" fmla="*/ 42 h 116"/>
                <a:gd name="T18" fmla="*/ 30 w 123"/>
                <a:gd name="T19" fmla="*/ 44 h 116"/>
                <a:gd name="T20" fmla="*/ 117 w 123"/>
                <a:gd name="T21" fmla="*/ 100 h 116"/>
                <a:gd name="T22" fmla="*/ 87 w 123"/>
                <a:gd name="T23" fmla="*/ 116 h 116"/>
                <a:gd name="T24" fmla="*/ 48 w 123"/>
                <a:gd name="T25" fmla="*/ 101 h 116"/>
                <a:gd name="T26" fmla="*/ 36 w 123"/>
                <a:gd name="T27" fmla="*/ 56 h 116"/>
                <a:gd name="T28" fmla="*/ 48 w 123"/>
                <a:gd name="T29" fmla="*/ 48 h 116"/>
                <a:gd name="T30" fmla="*/ 67 w 123"/>
                <a:gd name="T31" fmla="*/ 13 h 116"/>
                <a:gd name="T32" fmla="*/ 63 w 123"/>
                <a:gd name="T33" fmla="*/ 42 h 116"/>
                <a:gd name="T34" fmla="*/ 74 w 123"/>
                <a:gd name="T35" fmla="*/ 0 h 116"/>
                <a:gd name="T36" fmla="*/ 88 w 123"/>
                <a:gd name="T37" fmla="*/ 6 h 116"/>
                <a:gd name="T38" fmla="*/ 98 w 123"/>
                <a:gd name="T39" fmla="*/ 29 h 116"/>
                <a:gd name="T40" fmla="*/ 99 w 123"/>
                <a:gd name="T41" fmla="*/ 29 h 116"/>
                <a:gd name="T42" fmla="*/ 120 w 123"/>
                <a:gd name="T43" fmla="*/ 33 h 116"/>
                <a:gd name="T44" fmla="*/ 108 w 123"/>
                <a:gd name="T45" fmla="*/ 83 h 116"/>
                <a:gd name="T46" fmla="*/ 93 w 123"/>
                <a:gd name="T47" fmla="*/ 78 h 116"/>
                <a:gd name="T48" fmla="*/ 88 w 123"/>
                <a:gd name="T49" fmla="*/ 90 h 116"/>
                <a:gd name="T50" fmla="*/ 74 w 123"/>
                <a:gd name="T51" fmla="*/ 94 h 116"/>
                <a:gd name="T52" fmla="*/ 63 w 123"/>
                <a:gd name="T53" fmla="*/ 46 h 116"/>
                <a:gd name="T54" fmla="*/ 71 w 123"/>
                <a:gd name="T55" fmla="*/ 102 h 116"/>
                <a:gd name="T56" fmla="*/ 103 w 123"/>
                <a:gd name="T57" fmla="*/ 102 h 116"/>
                <a:gd name="T58" fmla="*/ 115 w 123"/>
                <a:gd name="T59" fmla="*/ 82 h 116"/>
                <a:gd name="T60" fmla="*/ 117 w 123"/>
                <a:gd name="T61" fmla="*/ 100 h 116"/>
                <a:gd name="T62" fmla="*/ 88 w 123"/>
                <a:gd name="T63" fmla="*/ 72 h 116"/>
                <a:gd name="T64" fmla="*/ 98 w 123"/>
                <a:gd name="T65" fmla="*/ 71 h 116"/>
                <a:gd name="T66" fmla="*/ 88 w 123"/>
                <a:gd name="T67" fmla="*/ 3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3" h="116">
                  <a:moveTo>
                    <a:pt x="30" y="82"/>
                  </a:moveTo>
                  <a:cubicBezTo>
                    <a:pt x="35" y="80"/>
                    <a:pt x="40" y="78"/>
                    <a:pt x="46" y="75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39" y="83"/>
                    <a:pt x="27" y="93"/>
                    <a:pt x="11" y="104"/>
                  </a:cubicBezTo>
                  <a:cubicBezTo>
                    <a:pt x="10" y="106"/>
                    <a:pt x="9" y="108"/>
                    <a:pt x="8" y="10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4" y="90"/>
                    <a:pt x="9" y="89"/>
                    <a:pt x="15" y="86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7"/>
                    <a:pt x="33" y="8"/>
                    <a:pt x="30" y="8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44" y="37"/>
                    <a:pt x="48" y="42"/>
                  </a:cubicBezTo>
                  <a:cubicBezTo>
                    <a:pt x="47" y="43"/>
                    <a:pt x="46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30" y="82"/>
                  </a:lnTo>
                  <a:close/>
                  <a:moveTo>
                    <a:pt x="117" y="100"/>
                  </a:moveTo>
                  <a:cubicBezTo>
                    <a:pt x="121" y="102"/>
                    <a:pt x="123" y="104"/>
                    <a:pt x="123" y="106"/>
                  </a:cubicBezTo>
                  <a:cubicBezTo>
                    <a:pt x="123" y="113"/>
                    <a:pt x="116" y="116"/>
                    <a:pt x="87" y="116"/>
                  </a:cubicBezTo>
                  <a:cubicBezTo>
                    <a:pt x="70" y="116"/>
                    <a:pt x="70" y="116"/>
                    <a:pt x="70" y="116"/>
                  </a:cubicBezTo>
                  <a:cubicBezTo>
                    <a:pt x="54" y="116"/>
                    <a:pt x="48" y="113"/>
                    <a:pt x="48" y="101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67" y="15"/>
                    <a:pt x="66" y="16"/>
                    <a:pt x="63" y="17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2" y="4"/>
                    <a:pt x="91" y="5"/>
                    <a:pt x="88" y="6"/>
                  </a:cubicBezTo>
                  <a:cubicBezTo>
                    <a:pt x="88" y="33"/>
                    <a:pt x="88" y="33"/>
                    <a:pt x="88" y="33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100" y="29"/>
                    <a:pt x="100" y="29"/>
                    <a:pt x="100" y="29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19" y="34"/>
                    <a:pt x="118" y="35"/>
                    <a:pt x="115" y="35"/>
                  </a:cubicBezTo>
                  <a:cubicBezTo>
                    <a:pt x="115" y="69"/>
                    <a:pt x="113" y="78"/>
                    <a:pt x="108" y="83"/>
                  </a:cubicBezTo>
                  <a:cubicBezTo>
                    <a:pt x="105" y="86"/>
                    <a:pt x="100" y="87"/>
                    <a:pt x="95" y="87"/>
                  </a:cubicBezTo>
                  <a:cubicBezTo>
                    <a:pt x="95" y="83"/>
                    <a:pt x="95" y="80"/>
                    <a:pt x="93" y="78"/>
                  </a:cubicBezTo>
                  <a:cubicBezTo>
                    <a:pt x="92" y="76"/>
                    <a:pt x="91" y="75"/>
                    <a:pt x="88" y="74"/>
                  </a:cubicBezTo>
                  <a:cubicBezTo>
                    <a:pt x="88" y="90"/>
                    <a:pt x="88" y="90"/>
                    <a:pt x="88" y="90"/>
                  </a:cubicBezTo>
                  <a:cubicBezTo>
                    <a:pt x="88" y="92"/>
                    <a:pt x="82" y="94"/>
                    <a:pt x="77" y="94"/>
                  </a:cubicBezTo>
                  <a:cubicBezTo>
                    <a:pt x="74" y="94"/>
                    <a:pt x="74" y="94"/>
                    <a:pt x="74" y="94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63" y="46"/>
                    <a:pt x="63" y="46"/>
                    <a:pt x="63" y="46"/>
                  </a:cubicBezTo>
                  <a:cubicBezTo>
                    <a:pt x="63" y="97"/>
                    <a:pt x="63" y="97"/>
                    <a:pt x="63" y="97"/>
                  </a:cubicBezTo>
                  <a:cubicBezTo>
                    <a:pt x="63" y="101"/>
                    <a:pt x="65" y="102"/>
                    <a:pt x="71" y="102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95" y="102"/>
                    <a:pt x="100" y="102"/>
                    <a:pt x="103" y="102"/>
                  </a:cubicBezTo>
                  <a:cubicBezTo>
                    <a:pt x="105" y="101"/>
                    <a:pt x="107" y="101"/>
                    <a:pt x="108" y="100"/>
                  </a:cubicBezTo>
                  <a:cubicBezTo>
                    <a:pt x="109" y="97"/>
                    <a:pt x="112" y="91"/>
                    <a:pt x="115" y="82"/>
                  </a:cubicBezTo>
                  <a:cubicBezTo>
                    <a:pt x="116" y="82"/>
                    <a:pt x="116" y="82"/>
                    <a:pt x="116" y="82"/>
                  </a:cubicBezTo>
                  <a:lnTo>
                    <a:pt x="117" y="100"/>
                  </a:lnTo>
                  <a:close/>
                  <a:moveTo>
                    <a:pt x="88" y="37"/>
                  </a:moveTo>
                  <a:cubicBezTo>
                    <a:pt x="88" y="72"/>
                    <a:pt x="88" y="72"/>
                    <a:pt x="88" y="72"/>
                  </a:cubicBezTo>
                  <a:cubicBezTo>
                    <a:pt x="90" y="72"/>
                    <a:pt x="93" y="72"/>
                    <a:pt x="95" y="72"/>
                  </a:cubicBezTo>
                  <a:cubicBezTo>
                    <a:pt x="96" y="72"/>
                    <a:pt x="97" y="72"/>
                    <a:pt x="98" y="71"/>
                  </a:cubicBezTo>
                  <a:cubicBezTo>
                    <a:pt x="100" y="69"/>
                    <a:pt x="101" y="59"/>
                    <a:pt x="101" y="32"/>
                  </a:cubicBezTo>
                  <a:lnTo>
                    <a:pt x="88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123"/>
            <p:cNvSpPr>
              <a:spLocks noEditPoints="1"/>
            </p:cNvSpPr>
            <p:nvPr/>
          </p:nvSpPr>
          <p:spPr bwMode="auto">
            <a:xfrm>
              <a:off x="10026651" y="3965575"/>
              <a:ext cx="236538" cy="239713"/>
            </a:xfrm>
            <a:custGeom>
              <a:avLst/>
              <a:gdLst>
                <a:gd name="T0" fmla="*/ 104 w 120"/>
                <a:gd name="T1" fmla="*/ 36 h 121"/>
                <a:gd name="T2" fmla="*/ 120 w 120"/>
                <a:gd name="T3" fmla="*/ 49 h 121"/>
                <a:gd name="T4" fmla="*/ 116 w 120"/>
                <a:gd name="T5" fmla="*/ 51 h 121"/>
                <a:gd name="T6" fmla="*/ 1 w 120"/>
                <a:gd name="T7" fmla="*/ 51 h 121"/>
                <a:gd name="T8" fmla="*/ 0 w 120"/>
                <a:gd name="T9" fmla="*/ 47 h 121"/>
                <a:gd name="T10" fmla="*/ 21 w 120"/>
                <a:gd name="T11" fmla="*/ 47 h 121"/>
                <a:gd name="T12" fmla="*/ 21 w 120"/>
                <a:gd name="T13" fmla="*/ 10 h 121"/>
                <a:gd name="T14" fmla="*/ 40 w 120"/>
                <a:gd name="T15" fmla="*/ 11 h 121"/>
                <a:gd name="T16" fmla="*/ 36 w 120"/>
                <a:gd name="T17" fmla="*/ 15 h 121"/>
                <a:gd name="T18" fmla="*/ 36 w 120"/>
                <a:gd name="T19" fmla="*/ 47 h 121"/>
                <a:gd name="T20" fmla="*/ 52 w 120"/>
                <a:gd name="T21" fmla="*/ 47 h 121"/>
                <a:gd name="T22" fmla="*/ 52 w 120"/>
                <a:gd name="T23" fmla="*/ 0 h 121"/>
                <a:gd name="T24" fmla="*/ 72 w 120"/>
                <a:gd name="T25" fmla="*/ 2 h 121"/>
                <a:gd name="T26" fmla="*/ 68 w 120"/>
                <a:gd name="T27" fmla="*/ 5 h 121"/>
                <a:gd name="T28" fmla="*/ 68 w 120"/>
                <a:gd name="T29" fmla="*/ 23 h 121"/>
                <a:gd name="T30" fmla="*/ 84 w 120"/>
                <a:gd name="T31" fmla="*/ 23 h 121"/>
                <a:gd name="T32" fmla="*/ 93 w 120"/>
                <a:gd name="T33" fmla="*/ 12 h 121"/>
                <a:gd name="T34" fmla="*/ 109 w 120"/>
                <a:gd name="T35" fmla="*/ 25 h 121"/>
                <a:gd name="T36" fmla="*/ 105 w 120"/>
                <a:gd name="T37" fmla="*/ 27 h 121"/>
                <a:gd name="T38" fmla="*/ 68 w 120"/>
                <a:gd name="T39" fmla="*/ 27 h 121"/>
                <a:gd name="T40" fmla="*/ 68 w 120"/>
                <a:gd name="T41" fmla="*/ 47 h 121"/>
                <a:gd name="T42" fmla="*/ 96 w 120"/>
                <a:gd name="T43" fmla="*/ 47 h 121"/>
                <a:gd name="T44" fmla="*/ 104 w 120"/>
                <a:gd name="T45" fmla="*/ 36 h 121"/>
                <a:gd name="T46" fmla="*/ 2 w 120"/>
                <a:gd name="T47" fmla="*/ 119 h 121"/>
                <a:gd name="T48" fmla="*/ 90 w 120"/>
                <a:gd name="T49" fmla="*/ 59 h 121"/>
                <a:gd name="T50" fmla="*/ 109 w 120"/>
                <a:gd name="T51" fmla="*/ 70 h 121"/>
                <a:gd name="T52" fmla="*/ 103 w 120"/>
                <a:gd name="T53" fmla="*/ 71 h 121"/>
                <a:gd name="T54" fmla="*/ 2 w 120"/>
                <a:gd name="T55" fmla="*/ 121 h 121"/>
                <a:gd name="T56" fmla="*/ 2 w 120"/>
                <a:gd name="T57" fmla="*/ 119 h 121"/>
                <a:gd name="T58" fmla="*/ 46 w 120"/>
                <a:gd name="T59" fmla="*/ 66 h 121"/>
                <a:gd name="T60" fmla="*/ 42 w 120"/>
                <a:gd name="T61" fmla="*/ 67 h 121"/>
                <a:gd name="T62" fmla="*/ 4 w 120"/>
                <a:gd name="T63" fmla="*/ 96 h 121"/>
                <a:gd name="T64" fmla="*/ 3 w 120"/>
                <a:gd name="T65" fmla="*/ 95 h 121"/>
                <a:gd name="T66" fmla="*/ 28 w 120"/>
                <a:gd name="T67" fmla="*/ 56 h 121"/>
                <a:gd name="T68" fmla="*/ 46 w 120"/>
                <a:gd name="T69" fmla="*/ 66 h 121"/>
                <a:gd name="T70" fmla="*/ 68 w 120"/>
                <a:gd name="T71" fmla="*/ 88 h 121"/>
                <a:gd name="T72" fmla="*/ 54 w 120"/>
                <a:gd name="T73" fmla="*/ 94 h 121"/>
                <a:gd name="T74" fmla="*/ 52 w 120"/>
                <a:gd name="T75" fmla="*/ 94 h 121"/>
                <a:gd name="T76" fmla="*/ 52 w 120"/>
                <a:gd name="T77" fmla="*/ 53 h 121"/>
                <a:gd name="T78" fmla="*/ 72 w 120"/>
                <a:gd name="T79" fmla="*/ 55 h 121"/>
                <a:gd name="T80" fmla="*/ 68 w 120"/>
                <a:gd name="T81" fmla="*/ 58 h 121"/>
                <a:gd name="T82" fmla="*/ 68 w 120"/>
                <a:gd name="T83" fmla="*/ 8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0" h="121">
                  <a:moveTo>
                    <a:pt x="104" y="36"/>
                  </a:moveTo>
                  <a:cubicBezTo>
                    <a:pt x="104" y="36"/>
                    <a:pt x="114" y="43"/>
                    <a:pt x="120" y="49"/>
                  </a:cubicBezTo>
                  <a:cubicBezTo>
                    <a:pt x="120" y="50"/>
                    <a:pt x="118" y="51"/>
                    <a:pt x="116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3"/>
                    <a:pt x="39" y="14"/>
                    <a:pt x="36" y="15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4"/>
                    <a:pt x="71" y="5"/>
                    <a:pt x="68" y="5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102" y="19"/>
                    <a:pt x="109" y="25"/>
                  </a:cubicBezTo>
                  <a:cubicBezTo>
                    <a:pt x="108" y="26"/>
                    <a:pt x="107" y="27"/>
                    <a:pt x="105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96" y="47"/>
                    <a:pt x="96" y="47"/>
                    <a:pt x="96" y="47"/>
                  </a:cubicBezTo>
                  <a:lnTo>
                    <a:pt x="104" y="36"/>
                  </a:lnTo>
                  <a:close/>
                  <a:moveTo>
                    <a:pt x="2" y="119"/>
                  </a:moveTo>
                  <a:cubicBezTo>
                    <a:pt x="39" y="110"/>
                    <a:pt x="70" y="98"/>
                    <a:pt x="90" y="59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8" y="71"/>
                    <a:pt x="106" y="71"/>
                    <a:pt x="103" y="71"/>
                  </a:cubicBezTo>
                  <a:cubicBezTo>
                    <a:pt x="76" y="108"/>
                    <a:pt x="45" y="117"/>
                    <a:pt x="2" y="121"/>
                  </a:cubicBezTo>
                  <a:lnTo>
                    <a:pt x="2" y="119"/>
                  </a:lnTo>
                  <a:close/>
                  <a:moveTo>
                    <a:pt x="46" y="66"/>
                  </a:moveTo>
                  <a:cubicBezTo>
                    <a:pt x="46" y="67"/>
                    <a:pt x="45" y="68"/>
                    <a:pt x="42" y="67"/>
                  </a:cubicBezTo>
                  <a:cubicBezTo>
                    <a:pt x="33" y="78"/>
                    <a:pt x="20" y="89"/>
                    <a:pt x="4" y="96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14" y="84"/>
                    <a:pt x="24" y="68"/>
                    <a:pt x="28" y="56"/>
                  </a:cubicBezTo>
                  <a:lnTo>
                    <a:pt x="46" y="66"/>
                  </a:lnTo>
                  <a:close/>
                  <a:moveTo>
                    <a:pt x="68" y="88"/>
                  </a:moveTo>
                  <a:cubicBezTo>
                    <a:pt x="68" y="90"/>
                    <a:pt x="60" y="94"/>
                    <a:pt x="54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2" y="56"/>
                    <a:pt x="71" y="58"/>
                    <a:pt x="68" y="58"/>
                  </a:cubicBezTo>
                  <a:lnTo>
                    <a:pt x="68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124"/>
            <p:cNvSpPr>
              <a:spLocks noEditPoints="1"/>
            </p:cNvSpPr>
            <p:nvPr/>
          </p:nvSpPr>
          <p:spPr bwMode="auto">
            <a:xfrm>
              <a:off x="10339388" y="3965575"/>
              <a:ext cx="234950" cy="239713"/>
            </a:xfrm>
            <a:custGeom>
              <a:avLst/>
              <a:gdLst>
                <a:gd name="T0" fmla="*/ 105 w 120"/>
                <a:gd name="T1" fmla="*/ 36 h 121"/>
                <a:gd name="T2" fmla="*/ 120 w 120"/>
                <a:gd name="T3" fmla="*/ 49 h 121"/>
                <a:gd name="T4" fmla="*/ 117 w 120"/>
                <a:gd name="T5" fmla="*/ 51 h 121"/>
                <a:gd name="T6" fmla="*/ 1 w 120"/>
                <a:gd name="T7" fmla="*/ 51 h 121"/>
                <a:gd name="T8" fmla="*/ 0 w 120"/>
                <a:gd name="T9" fmla="*/ 47 h 121"/>
                <a:gd name="T10" fmla="*/ 21 w 120"/>
                <a:gd name="T11" fmla="*/ 47 h 121"/>
                <a:gd name="T12" fmla="*/ 21 w 120"/>
                <a:gd name="T13" fmla="*/ 10 h 121"/>
                <a:gd name="T14" fmla="*/ 40 w 120"/>
                <a:gd name="T15" fmla="*/ 11 h 121"/>
                <a:gd name="T16" fmla="*/ 36 w 120"/>
                <a:gd name="T17" fmla="*/ 15 h 121"/>
                <a:gd name="T18" fmla="*/ 36 w 120"/>
                <a:gd name="T19" fmla="*/ 47 h 121"/>
                <a:gd name="T20" fmla="*/ 53 w 120"/>
                <a:gd name="T21" fmla="*/ 47 h 121"/>
                <a:gd name="T22" fmla="*/ 53 w 120"/>
                <a:gd name="T23" fmla="*/ 0 h 121"/>
                <a:gd name="T24" fmla="*/ 73 w 120"/>
                <a:gd name="T25" fmla="*/ 2 h 121"/>
                <a:gd name="T26" fmla="*/ 68 w 120"/>
                <a:gd name="T27" fmla="*/ 5 h 121"/>
                <a:gd name="T28" fmla="*/ 68 w 120"/>
                <a:gd name="T29" fmla="*/ 23 h 121"/>
                <a:gd name="T30" fmla="*/ 84 w 120"/>
                <a:gd name="T31" fmla="*/ 23 h 121"/>
                <a:gd name="T32" fmla="*/ 93 w 120"/>
                <a:gd name="T33" fmla="*/ 12 h 121"/>
                <a:gd name="T34" fmla="*/ 109 w 120"/>
                <a:gd name="T35" fmla="*/ 25 h 121"/>
                <a:gd name="T36" fmla="*/ 105 w 120"/>
                <a:gd name="T37" fmla="*/ 27 h 121"/>
                <a:gd name="T38" fmla="*/ 68 w 120"/>
                <a:gd name="T39" fmla="*/ 27 h 121"/>
                <a:gd name="T40" fmla="*/ 68 w 120"/>
                <a:gd name="T41" fmla="*/ 47 h 121"/>
                <a:gd name="T42" fmla="*/ 96 w 120"/>
                <a:gd name="T43" fmla="*/ 47 h 121"/>
                <a:gd name="T44" fmla="*/ 105 w 120"/>
                <a:gd name="T45" fmla="*/ 36 h 121"/>
                <a:gd name="T46" fmla="*/ 2 w 120"/>
                <a:gd name="T47" fmla="*/ 119 h 121"/>
                <a:gd name="T48" fmla="*/ 90 w 120"/>
                <a:gd name="T49" fmla="*/ 59 h 121"/>
                <a:gd name="T50" fmla="*/ 109 w 120"/>
                <a:gd name="T51" fmla="*/ 70 h 121"/>
                <a:gd name="T52" fmla="*/ 103 w 120"/>
                <a:gd name="T53" fmla="*/ 71 h 121"/>
                <a:gd name="T54" fmla="*/ 2 w 120"/>
                <a:gd name="T55" fmla="*/ 121 h 121"/>
                <a:gd name="T56" fmla="*/ 2 w 120"/>
                <a:gd name="T57" fmla="*/ 119 h 121"/>
                <a:gd name="T58" fmla="*/ 46 w 120"/>
                <a:gd name="T59" fmla="*/ 66 h 121"/>
                <a:gd name="T60" fmla="*/ 42 w 120"/>
                <a:gd name="T61" fmla="*/ 67 h 121"/>
                <a:gd name="T62" fmla="*/ 4 w 120"/>
                <a:gd name="T63" fmla="*/ 96 h 121"/>
                <a:gd name="T64" fmla="*/ 3 w 120"/>
                <a:gd name="T65" fmla="*/ 95 h 121"/>
                <a:gd name="T66" fmla="*/ 28 w 120"/>
                <a:gd name="T67" fmla="*/ 56 h 121"/>
                <a:gd name="T68" fmla="*/ 46 w 120"/>
                <a:gd name="T69" fmla="*/ 66 h 121"/>
                <a:gd name="T70" fmla="*/ 68 w 120"/>
                <a:gd name="T71" fmla="*/ 88 h 121"/>
                <a:gd name="T72" fmla="*/ 54 w 120"/>
                <a:gd name="T73" fmla="*/ 94 h 121"/>
                <a:gd name="T74" fmla="*/ 53 w 120"/>
                <a:gd name="T75" fmla="*/ 94 h 121"/>
                <a:gd name="T76" fmla="*/ 53 w 120"/>
                <a:gd name="T77" fmla="*/ 53 h 121"/>
                <a:gd name="T78" fmla="*/ 72 w 120"/>
                <a:gd name="T79" fmla="*/ 55 h 121"/>
                <a:gd name="T80" fmla="*/ 68 w 120"/>
                <a:gd name="T81" fmla="*/ 58 h 121"/>
                <a:gd name="T82" fmla="*/ 68 w 120"/>
                <a:gd name="T83" fmla="*/ 8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0" h="121">
                  <a:moveTo>
                    <a:pt x="105" y="36"/>
                  </a:moveTo>
                  <a:cubicBezTo>
                    <a:pt x="105" y="36"/>
                    <a:pt x="114" y="43"/>
                    <a:pt x="120" y="49"/>
                  </a:cubicBezTo>
                  <a:cubicBezTo>
                    <a:pt x="120" y="50"/>
                    <a:pt x="118" y="51"/>
                    <a:pt x="117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3"/>
                    <a:pt x="39" y="14"/>
                    <a:pt x="36" y="15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53" y="47"/>
                    <a:pt x="53" y="47"/>
                    <a:pt x="53" y="47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73" y="2"/>
                    <a:pt x="73" y="2"/>
                    <a:pt x="73" y="2"/>
                  </a:cubicBezTo>
                  <a:cubicBezTo>
                    <a:pt x="72" y="4"/>
                    <a:pt x="71" y="5"/>
                    <a:pt x="68" y="5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103" y="19"/>
                    <a:pt x="109" y="25"/>
                  </a:cubicBezTo>
                  <a:cubicBezTo>
                    <a:pt x="108" y="26"/>
                    <a:pt x="107" y="27"/>
                    <a:pt x="105" y="27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47"/>
                    <a:pt x="68" y="47"/>
                    <a:pt x="68" y="47"/>
                  </a:cubicBezTo>
                  <a:cubicBezTo>
                    <a:pt x="96" y="47"/>
                    <a:pt x="96" y="47"/>
                    <a:pt x="96" y="47"/>
                  </a:cubicBezTo>
                  <a:lnTo>
                    <a:pt x="105" y="36"/>
                  </a:lnTo>
                  <a:close/>
                  <a:moveTo>
                    <a:pt x="2" y="119"/>
                  </a:moveTo>
                  <a:cubicBezTo>
                    <a:pt x="39" y="110"/>
                    <a:pt x="70" y="98"/>
                    <a:pt x="90" y="59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8" y="71"/>
                    <a:pt x="106" y="71"/>
                    <a:pt x="103" y="71"/>
                  </a:cubicBezTo>
                  <a:cubicBezTo>
                    <a:pt x="76" y="108"/>
                    <a:pt x="45" y="117"/>
                    <a:pt x="2" y="121"/>
                  </a:cubicBezTo>
                  <a:lnTo>
                    <a:pt x="2" y="119"/>
                  </a:lnTo>
                  <a:close/>
                  <a:moveTo>
                    <a:pt x="46" y="66"/>
                  </a:moveTo>
                  <a:cubicBezTo>
                    <a:pt x="46" y="67"/>
                    <a:pt x="45" y="68"/>
                    <a:pt x="42" y="67"/>
                  </a:cubicBezTo>
                  <a:cubicBezTo>
                    <a:pt x="34" y="78"/>
                    <a:pt x="20" y="89"/>
                    <a:pt x="4" y="96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14" y="84"/>
                    <a:pt x="24" y="68"/>
                    <a:pt x="28" y="56"/>
                  </a:cubicBezTo>
                  <a:lnTo>
                    <a:pt x="46" y="66"/>
                  </a:lnTo>
                  <a:close/>
                  <a:moveTo>
                    <a:pt x="68" y="88"/>
                  </a:moveTo>
                  <a:cubicBezTo>
                    <a:pt x="68" y="90"/>
                    <a:pt x="60" y="94"/>
                    <a:pt x="54" y="94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53" y="53"/>
                    <a:pt x="53" y="53"/>
                    <a:pt x="53" y="53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2" y="56"/>
                    <a:pt x="71" y="58"/>
                    <a:pt x="68" y="58"/>
                  </a:cubicBezTo>
                  <a:lnTo>
                    <a:pt x="68" y="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125"/>
            <p:cNvSpPr>
              <a:spLocks noEditPoints="1"/>
            </p:cNvSpPr>
            <p:nvPr/>
          </p:nvSpPr>
          <p:spPr bwMode="auto">
            <a:xfrm>
              <a:off x="10652126" y="3967163"/>
              <a:ext cx="233363" cy="236538"/>
            </a:xfrm>
            <a:custGeom>
              <a:avLst/>
              <a:gdLst>
                <a:gd name="T0" fmla="*/ 119 w 119"/>
                <a:gd name="T1" fmla="*/ 40 h 119"/>
                <a:gd name="T2" fmla="*/ 114 w 119"/>
                <a:gd name="T3" fmla="*/ 43 h 119"/>
                <a:gd name="T4" fmla="*/ 103 w 119"/>
                <a:gd name="T5" fmla="*/ 113 h 119"/>
                <a:gd name="T6" fmla="*/ 83 w 119"/>
                <a:gd name="T7" fmla="*/ 119 h 119"/>
                <a:gd name="T8" fmla="*/ 80 w 119"/>
                <a:gd name="T9" fmla="*/ 109 h 119"/>
                <a:gd name="T10" fmla="*/ 65 w 119"/>
                <a:gd name="T11" fmla="*/ 104 h 119"/>
                <a:gd name="T12" fmla="*/ 65 w 119"/>
                <a:gd name="T13" fmla="*/ 102 h 119"/>
                <a:gd name="T14" fmla="*/ 85 w 119"/>
                <a:gd name="T15" fmla="*/ 103 h 119"/>
                <a:gd name="T16" fmla="*/ 90 w 119"/>
                <a:gd name="T17" fmla="*/ 102 h 119"/>
                <a:gd name="T18" fmla="*/ 98 w 119"/>
                <a:gd name="T19" fmla="*/ 40 h 119"/>
                <a:gd name="T20" fmla="*/ 64 w 119"/>
                <a:gd name="T21" fmla="*/ 40 h 119"/>
                <a:gd name="T22" fmla="*/ 1 w 119"/>
                <a:gd name="T23" fmla="*/ 119 h 119"/>
                <a:gd name="T24" fmla="*/ 0 w 119"/>
                <a:gd name="T25" fmla="*/ 117 h 119"/>
                <a:gd name="T26" fmla="*/ 48 w 119"/>
                <a:gd name="T27" fmla="*/ 40 h 119"/>
                <a:gd name="T28" fmla="*/ 5 w 119"/>
                <a:gd name="T29" fmla="*/ 40 h 119"/>
                <a:gd name="T30" fmla="*/ 4 w 119"/>
                <a:gd name="T31" fmla="*/ 36 h 119"/>
                <a:gd name="T32" fmla="*/ 48 w 119"/>
                <a:gd name="T33" fmla="*/ 36 h 119"/>
                <a:gd name="T34" fmla="*/ 50 w 119"/>
                <a:gd name="T35" fmla="*/ 0 h 119"/>
                <a:gd name="T36" fmla="*/ 71 w 119"/>
                <a:gd name="T37" fmla="*/ 2 h 119"/>
                <a:gd name="T38" fmla="*/ 67 w 119"/>
                <a:gd name="T39" fmla="*/ 5 h 119"/>
                <a:gd name="T40" fmla="*/ 65 w 119"/>
                <a:gd name="T41" fmla="*/ 36 h 119"/>
                <a:gd name="T42" fmla="*/ 96 w 119"/>
                <a:gd name="T43" fmla="*/ 36 h 119"/>
                <a:gd name="T44" fmla="*/ 105 w 119"/>
                <a:gd name="T45" fmla="*/ 27 h 119"/>
                <a:gd name="T46" fmla="*/ 119 w 119"/>
                <a:gd name="T47" fmla="*/ 40 h 119"/>
                <a:gd name="T48" fmla="*/ 15 w 119"/>
                <a:gd name="T49" fmla="*/ 4 h 119"/>
                <a:gd name="T50" fmla="*/ 25 w 119"/>
                <a:gd name="T51" fmla="*/ 30 h 119"/>
                <a:gd name="T52" fmla="*/ 14 w 119"/>
                <a:gd name="T53" fmla="*/ 5 h 119"/>
                <a:gd name="T54" fmla="*/ 15 w 119"/>
                <a:gd name="T55" fmla="*/ 4 h 119"/>
                <a:gd name="T56" fmla="*/ 63 w 119"/>
                <a:gd name="T57" fmla="*/ 53 h 119"/>
                <a:gd name="T58" fmla="*/ 70 w 119"/>
                <a:gd name="T59" fmla="*/ 82 h 119"/>
                <a:gd name="T60" fmla="*/ 62 w 119"/>
                <a:gd name="T61" fmla="*/ 54 h 119"/>
                <a:gd name="T62" fmla="*/ 63 w 119"/>
                <a:gd name="T63" fmla="*/ 5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9" h="119">
                  <a:moveTo>
                    <a:pt x="119" y="40"/>
                  </a:moveTo>
                  <a:cubicBezTo>
                    <a:pt x="118" y="41"/>
                    <a:pt x="117" y="42"/>
                    <a:pt x="114" y="43"/>
                  </a:cubicBezTo>
                  <a:cubicBezTo>
                    <a:pt x="112" y="85"/>
                    <a:pt x="110" y="106"/>
                    <a:pt x="103" y="113"/>
                  </a:cubicBezTo>
                  <a:cubicBezTo>
                    <a:pt x="98" y="118"/>
                    <a:pt x="92" y="119"/>
                    <a:pt x="83" y="119"/>
                  </a:cubicBezTo>
                  <a:cubicBezTo>
                    <a:pt x="83" y="114"/>
                    <a:pt x="82" y="111"/>
                    <a:pt x="80" y="109"/>
                  </a:cubicBezTo>
                  <a:cubicBezTo>
                    <a:pt x="77" y="107"/>
                    <a:pt x="71" y="105"/>
                    <a:pt x="65" y="104"/>
                  </a:cubicBezTo>
                  <a:cubicBezTo>
                    <a:pt x="65" y="102"/>
                    <a:pt x="65" y="102"/>
                    <a:pt x="65" y="102"/>
                  </a:cubicBezTo>
                  <a:cubicBezTo>
                    <a:pt x="71" y="102"/>
                    <a:pt x="82" y="103"/>
                    <a:pt x="85" y="103"/>
                  </a:cubicBezTo>
                  <a:cubicBezTo>
                    <a:pt x="87" y="103"/>
                    <a:pt x="89" y="103"/>
                    <a:pt x="90" y="102"/>
                  </a:cubicBezTo>
                  <a:cubicBezTo>
                    <a:pt x="95" y="97"/>
                    <a:pt x="97" y="74"/>
                    <a:pt x="98" y="40"/>
                  </a:cubicBezTo>
                  <a:cubicBezTo>
                    <a:pt x="64" y="40"/>
                    <a:pt x="64" y="40"/>
                    <a:pt x="64" y="40"/>
                  </a:cubicBezTo>
                  <a:cubicBezTo>
                    <a:pt x="60" y="69"/>
                    <a:pt x="47" y="98"/>
                    <a:pt x="1" y="119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34" y="93"/>
                    <a:pt x="45" y="67"/>
                    <a:pt x="48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50" y="24"/>
                    <a:pt x="50" y="12"/>
                    <a:pt x="50" y="0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1" y="4"/>
                    <a:pt x="70" y="5"/>
                    <a:pt x="67" y="5"/>
                  </a:cubicBezTo>
                  <a:cubicBezTo>
                    <a:pt x="66" y="15"/>
                    <a:pt x="66" y="26"/>
                    <a:pt x="65" y="36"/>
                  </a:cubicBezTo>
                  <a:cubicBezTo>
                    <a:pt x="96" y="36"/>
                    <a:pt x="96" y="36"/>
                    <a:pt x="96" y="36"/>
                  </a:cubicBezTo>
                  <a:cubicBezTo>
                    <a:pt x="105" y="27"/>
                    <a:pt x="105" y="27"/>
                    <a:pt x="105" y="27"/>
                  </a:cubicBezTo>
                  <a:lnTo>
                    <a:pt x="119" y="40"/>
                  </a:lnTo>
                  <a:close/>
                  <a:moveTo>
                    <a:pt x="15" y="4"/>
                  </a:moveTo>
                  <a:cubicBezTo>
                    <a:pt x="54" y="12"/>
                    <a:pt x="39" y="41"/>
                    <a:pt x="25" y="30"/>
                  </a:cubicBezTo>
                  <a:cubicBezTo>
                    <a:pt x="24" y="21"/>
                    <a:pt x="19" y="11"/>
                    <a:pt x="14" y="5"/>
                  </a:cubicBezTo>
                  <a:lnTo>
                    <a:pt x="15" y="4"/>
                  </a:lnTo>
                  <a:close/>
                  <a:moveTo>
                    <a:pt x="63" y="53"/>
                  </a:moveTo>
                  <a:cubicBezTo>
                    <a:pt x="101" y="66"/>
                    <a:pt x="84" y="95"/>
                    <a:pt x="70" y="82"/>
                  </a:cubicBezTo>
                  <a:cubicBezTo>
                    <a:pt x="70" y="72"/>
                    <a:pt x="66" y="62"/>
                    <a:pt x="62" y="54"/>
                  </a:cubicBezTo>
                  <a:lnTo>
                    <a:pt x="6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126"/>
            <p:cNvSpPr>
              <a:spLocks noEditPoints="1"/>
            </p:cNvSpPr>
            <p:nvPr/>
          </p:nvSpPr>
          <p:spPr bwMode="auto">
            <a:xfrm>
              <a:off x="10963276" y="3962400"/>
              <a:ext cx="241300" cy="241300"/>
            </a:xfrm>
            <a:custGeom>
              <a:avLst/>
              <a:gdLst>
                <a:gd name="T0" fmla="*/ 42 w 123"/>
                <a:gd name="T1" fmla="*/ 68 h 122"/>
                <a:gd name="T2" fmla="*/ 38 w 123"/>
                <a:gd name="T3" fmla="*/ 108 h 122"/>
                <a:gd name="T4" fmla="*/ 24 w 123"/>
                <a:gd name="T5" fmla="*/ 114 h 122"/>
                <a:gd name="T6" fmla="*/ 17 w 123"/>
                <a:gd name="T7" fmla="*/ 109 h 122"/>
                <a:gd name="T8" fmla="*/ 28 w 123"/>
                <a:gd name="T9" fmla="*/ 107 h 122"/>
                <a:gd name="T10" fmla="*/ 18 w 123"/>
                <a:gd name="T11" fmla="*/ 96 h 122"/>
                <a:gd name="T12" fmla="*/ 0 w 123"/>
                <a:gd name="T13" fmla="*/ 121 h 122"/>
                <a:gd name="T14" fmla="*/ 9 w 123"/>
                <a:gd name="T15" fmla="*/ 60 h 122"/>
                <a:gd name="T16" fmla="*/ 27 w 123"/>
                <a:gd name="T17" fmla="*/ 65 h 122"/>
                <a:gd name="T18" fmla="*/ 2 w 123"/>
                <a:gd name="T19" fmla="*/ 17 h 122"/>
                <a:gd name="T20" fmla="*/ 55 w 123"/>
                <a:gd name="T21" fmla="*/ 16 h 122"/>
                <a:gd name="T22" fmla="*/ 48 w 123"/>
                <a:gd name="T23" fmla="*/ 1 h 122"/>
                <a:gd name="T24" fmla="*/ 97 w 123"/>
                <a:gd name="T25" fmla="*/ 17 h 122"/>
                <a:gd name="T26" fmla="*/ 120 w 123"/>
                <a:gd name="T27" fmla="*/ 18 h 122"/>
                <a:gd name="T28" fmla="*/ 32 w 123"/>
                <a:gd name="T29" fmla="*/ 20 h 122"/>
                <a:gd name="T30" fmla="*/ 89 w 123"/>
                <a:gd name="T31" fmla="*/ 29 h 122"/>
                <a:gd name="T32" fmla="*/ 108 w 123"/>
                <a:gd name="T33" fmla="*/ 30 h 122"/>
                <a:gd name="T34" fmla="*/ 32 w 123"/>
                <a:gd name="T35" fmla="*/ 32 h 122"/>
                <a:gd name="T36" fmla="*/ 15 w 123"/>
                <a:gd name="T37" fmla="*/ 30 h 122"/>
                <a:gd name="T38" fmla="*/ 17 w 123"/>
                <a:gd name="T39" fmla="*/ 20 h 122"/>
                <a:gd name="T40" fmla="*/ 2 w 123"/>
                <a:gd name="T41" fmla="*/ 17 h 122"/>
                <a:gd name="T42" fmla="*/ 28 w 123"/>
                <a:gd name="T43" fmla="*/ 82 h 122"/>
                <a:gd name="T44" fmla="*/ 19 w 123"/>
                <a:gd name="T45" fmla="*/ 93 h 122"/>
                <a:gd name="T46" fmla="*/ 88 w 123"/>
                <a:gd name="T47" fmla="*/ 58 h 122"/>
                <a:gd name="T48" fmla="*/ 33 w 123"/>
                <a:gd name="T49" fmla="*/ 54 h 122"/>
                <a:gd name="T50" fmla="*/ 21 w 123"/>
                <a:gd name="T51" fmla="*/ 60 h 122"/>
                <a:gd name="T52" fmla="*/ 19 w 123"/>
                <a:gd name="T53" fmla="*/ 33 h 122"/>
                <a:gd name="T54" fmla="*/ 87 w 123"/>
                <a:gd name="T55" fmla="*/ 39 h 122"/>
                <a:gd name="T56" fmla="*/ 106 w 123"/>
                <a:gd name="T57" fmla="*/ 42 h 122"/>
                <a:gd name="T58" fmla="*/ 102 w 123"/>
                <a:gd name="T59" fmla="*/ 55 h 122"/>
                <a:gd name="T60" fmla="*/ 88 w 123"/>
                <a:gd name="T61" fmla="*/ 58 h 122"/>
                <a:gd name="T62" fmla="*/ 19 w 123"/>
                <a:gd name="T63" fmla="*/ 78 h 122"/>
                <a:gd name="T64" fmla="*/ 28 w 123"/>
                <a:gd name="T65" fmla="*/ 68 h 122"/>
                <a:gd name="T66" fmla="*/ 88 w 123"/>
                <a:gd name="T67" fmla="*/ 51 h 122"/>
                <a:gd name="T68" fmla="*/ 33 w 123"/>
                <a:gd name="T69" fmla="*/ 43 h 122"/>
                <a:gd name="T70" fmla="*/ 88 w 123"/>
                <a:gd name="T71" fmla="*/ 51 h 122"/>
                <a:gd name="T72" fmla="*/ 79 w 123"/>
                <a:gd name="T73" fmla="*/ 67 h 122"/>
                <a:gd name="T74" fmla="*/ 74 w 123"/>
                <a:gd name="T75" fmla="*/ 98 h 122"/>
                <a:gd name="T76" fmla="*/ 66 w 123"/>
                <a:gd name="T77" fmla="*/ 101 h 122"/>
                <a:gd name="T78" fmla="*/ 62 w 123"/>
                <a:gd name="T79" fmla="*/ 75 h 122"/>
                <a:gd name="T80" fmla="*/ 63 w 123"/>
                <a:gd name="T81" fmla="*/ 113 h 122"/>
                <a:gd name="T82" fmla="*/ 40 w 123"/>
                <a:gd name="T83" fmla="*/ 122 h 122"/>
                <a:gd name="T84" fmla="*/ 54 w 123"/>
                <a:gd name="T85" fmla="*/ 71 h 122"/>
                <a:gd name="T86" fmla="*/ 66 w 123"/>
                <a:gd name="T87" fmla="*/ 68 h 122"/>
                <a:gd name="T88" fmla="*/ 51 w 123"/>
                <a:gd name="T89" fmla="*/ 101 h 122"/>
                <a:gd name="T90" fmla="*/ 42 w 123"/>
                <a:gd name="T91" fmla="*/ 104 h 122"/>
                <a:gd name="T92" fmla="*/ 51 w 123"/>
                <a:gd name="T93" fmla="*/ 64 h 122"/>
                <a:gd name="T94" fmla="*/ 69 w 123"/>
                <a:gd name="T95" fmla="*/ 59 h 122"/>
                <a:gd name="T96" fmla="*/ 123 w 123"/>
                <a:gd name="T97" fmla="*/ 114 h 122"/>
                <a:gd name="T98" fmla="*/ 106 w 123"/>
                <a:gd name="T99" fmla="*/ 121 h 122"/>
                <a:gd name="T100" fmla="*/ 98 w 123"/>
                <a:gd name="T101" fmla="*/ 68 h 122"/>
                <a:gd name="T102" fmla="*/ 89 w 123"/>
                <a:gd name="T103" fmla="*/ 78 h 122"/>
                <a:gd name="T104" fmla="*/ 92 w 123"/>
                <a:gd name="T105" fmla="*/ 95 h 122"/>
                <a:gd name="T106" fmla="*/ 89 w 123"/>
                <a:gd name="T107" fmla="*/ 85 h 122"/>
                <a:gd name="T108" fmla="*/ 65 w 123"/>
                <a:gd name="T109" fmla="*/ 121 h 122"/>
                <a:gd name="T110" fmla="*/ 79 w 123"/>
                <a:gd name="T111" fmla="*/ 60 h 122"/>
                <a:gd name="T112" fmla="*/ 97 w 123"/>
                <a:gd name="T113" fmla="*/ 65 h 122"/>
                <a:gd name="T114" fmla="*/ 113 w 123"/>
                <a:gd name="T115" fmla="*/ 68 h 122"/>
                <a:gd name="T116" fmla="*/ 108 w 123"/>
                <a:gd name="T117" fmla="*/ 108 h 122"/>
                <a:gd name="T118" fmla="*/ 111 w 123"/>
                <a:gd name="T119" fmla="*/ 110 h 122"/>
                <a:gd name="T120" fmla="*/ 114 w 123"/>
                <a:gd name="T121" fmla="*/ 109 h 122"/>
                <a:gd name="T122" fmla="*/ 119 w 123"/>
                <a:gd name="T123" fmla="*/ 10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" h="122">
                  <a:moveTo>
                    <a:pt x="31" y="59"/>
                  </a:moveTo>
                  <a:cubicBezTo>
                    <a:pt x="42" y="68"/>
                    <a:pt x="42" y="68"/>
                    <a:pt x="42" y="68"/>
                  </a:cubicBezTo>
                  <a:cubicBezTo>
                    <a:pt x="42" y="68"/>
                    <a:pt x="40" y="69"/>
                    <a:pt x="38" y="70"/>
                  </a:cubicBezTo>
                  <a:cubicBezTo>
                    <a:pt x="38" y="108"/>
                    <a:pt x="38" y="108"/>
                    <a:pt x="38" y="108"/>
                  </a:cubicBezTo>
                  <a:cubicBezTo>
                    <a:pt x="38" y="116"/>
                    <a:pt x="37" y="121"/>
                    <a:pt x="25" y="122"/>
                  </a:cubicBezTo>
                  <a:cubicBezTo>
                    <a:pt x="25" y="119"/>
                    <a:pt x="25" y="116"/>
                    <a:pt x="24" y="114"/>
                  </a:cubicBezTo>
                  <a:cubicBezTo>
                    <a:pt x="22" y="112"/>
                    <a:pt x="21" y="111"/>
                    <a:pt x="17" y="111"/>
                  </a:cubicBezTo>
                  <a:cubicBezTo>
                    <a:pt x="17" y="109"/>
                    <a:pt x="17" y="109"/>
                    <a:pt x="17" y="109"/>
                  </a:cubicBezTo>
                  <a:cubicBezTo>
                    <a:pt x="17" y="109"/>
                    <a:pt x="24" y="109"/>
                    <a:pt x="26" y="109"/>
                  </a:cubicBezTo>
                  <a:cubicBezTo>
                    <a:pt x="27" y="109"/>
                    <a:pt x="28" y="109"/>
                    <a:pt x="28" y="107"/>
                  </a:cubicBezTo>
                  <a:cubicBezTo>
                    <a:pt x="28" y="96"/>
                    <a:pt x="28" y="96"/>
                    <a:pt x="2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6" y="106"/>
                    <a:pt x="12" y="115"/>
                    <a:pt x="1" y="122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8" y="109"/>
                    <a:pt x="9" y="95"/>
                    <a:pt x="9" y="82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7" y="65"/>
                    <a:pt x="27" y="65"/>
                    <a:pt x="27" y="65"/>
                  </a:cubicBezTo>
                  <a:lnTo>
                    <a:pt x="31" y="59"/>
                  </a:lnTo>
                  <a:close/>
                  <a:moveTo>
                    <a:pt x="2" y="17"/>
                  </a:moveTo>
                  <a:cubicBezTo>
                    <a:pt x="56" y="17"/>
                    <a:pt x="56" y="17"/>
                    <a:pt x="56" y="17"/>
                  </a:cubicBezTo>
                  <a:cubicBezTo>
                    <a:pt x="56" y="16"/>
                    <a:pt x="55" y="16"/>
                    <a:pt x="55" y="16"/>
                  </a:cubicBezTo>
                  <a:cubicBezTo>
                    <a:pt x="54" y="11"/>
                    <a:pt x="50" y="5"/>
                    <a:pt x="47" y="2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71" y="0"/>
                    <a:pt x="71" y="13"/>
                    <a:pt x="64" y="17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5" y="7"/>
                    <a:pt x="114" y="14"/>
                    <a:pt x="120" y="18"/>
                  </a:cubicBezTo>
                  <a:cubicBezTo>
                    <a:pt x="119" y="19"/>
                    <a:pt x="118" y="20"/>
                    <a:pt x="116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96" y="20"/>
                    <a:pt x="96" y="20"/>
                    <a:pt x="96" y="20"/>
                  </a:cubicBezTo>
                  <a:cubicBezTo>
                    <a:pt x="96" y="20"/>
                    <a:pt x="104" y="26"/>
                    <a:pt x="108" y="30"/>
                  </a:cubicBezTo>
                  <a:cubicBezTo>
                    <a:pt x="108" y="32"/>
                    <a:pt x="107" y="32"/>
                    <a:pt x="105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6" y="28"/>
                    <a:pt x="17" y="27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3" y="20"/>
                    <a:pt x="3" y="20"/>
                    <a:pt x="3" y="20"/>
                  </a:cubicBezTo>
                  <a:lnTo>
                    <a:pt x="2" y="17"/>
                  </a:lnTo>
                  <a:close/>
                  <a:moveTo>
                    <a:pt x="28" y="93"/>
                  </a:moveTo>
                  <a:cubicBezTo>
                    <a:pt x="28" y="82"/>
                    <a:pt x="28" y="82"/>
                    <a:pt x="28" y="82"/>
                  </a:cubicBezTo>
                  <a:cubicBezTo>
                    <a:pt x="19" y="82"/>
                    <a:pt x="19" y="82"/>
                    <a:pt x="19" y="82"/>
                  </a:cubicBezTo>
                  <a:cubicBezTo>
                    <a:pt x="19" y="85"/>
                    <a:pt x="19" y="89"/>
                    <a:pt x="19" y="93"/>
                  </a:cubicBezTo>
                  <a:lnTo>
                    <a:pt x="28" y="93"/>
                  </a:lnTo>
                  <a:close/>
                  <a:moveTo>
                    <a:pt x="88" y="58"/>
                  </a:moveTo>
                  <a:cubicBezTo>
                    <a:pt x="88" y="54"/>
                    <a:pt x="88" y="54"/>
                    <a:pt x="88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7"/>
                    <a:pt x="27" y="60"/>
                    <a:pt x="21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87" y="39"/>
                    <a:pt x="87" y="39"/>
                    <a:pt x="87" y="39"/>
                  </a:cubicBezTo>
                  <a:cubicBezTo>
                    <a:pt x="93" y="33"/>
                    <a:pt x="93" y="33"/>
                    <a:pt x="93" y="33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105" y="43"/>
                    <a:pt x="104" y="44"/>
                    <a:pt x="102" y="44"/>
                  </a:cubicBezTo>
                  <a:cubicBezTo>
                    <a:pt x="102" y="55"/>
                    <a:pt x="102" y="55"/>
                    <a:pt x="102" y="55"/>
                  </a:cubicBezTo>
                  <a:cubicBezTo>
                    <a:pt x="101" y="56"/>
                    <a:pt x="94" y="58"/>
                    <a:pt x="90" y="58"/>
                  </a:cubicBezTo>
                  <a:lnTo>
                    <a:pt x="88" y="58"/>
                  </a:lnTo>
                  <a:close/>
                  <a:moveTo>
                    <a:pt x="19" y="68"/>
                  </a:moveTo>
                  <a:cubicBezTo>
                    <a:pt x="19" y="78"/>
                    <a:pt x="19" y="78"/>
                    <a:pt x="19" y="78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8" y="68"/>
                    <a:pt x="28" y="68"/>
                    <a:pt x="28" y="68"/>
                  </a:cubicBezTo>
                  <a:lnTo>
                    <a:pt x="19" y="68"/>
                  </a:lnTo>
                  <a:close/>
                  <a:moveTo>
                    <a:pt x="88" y="51"/>
                  </a:moveTo>
                  <a:cubicBezTo>
                    <a:pt x="88" y="43"/>
                    <a:pt x="88" y="43"/>
                    <a:pt x="88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51"/>
                    <a:pt x="33" y="51"/>
                    <a:pt x="33" y="51"/>
                  </a:cubicBezTo>
                  <a:lnTo>
                    <a:pt x="88" y="51"/>
                  </a:lnTo>
                  <a:close/>
                  <a:moveTo>
                    <a:pt x="69" y="59"/>
                  </a:moveTo>
                  <a:cubicBezTo>
                    <a:pt x="79" y="67"/>
                    <a:pt x="79" y="67"/>
                    <a:pt x="79" y="67"/>
                  </a:cubicBezTo>
                  <a:cubicBezTo>
                    <a:pt x="78" y="68"/>
                    <a:pt x="76" y="68"/>
                    <a:pt x="74" y="69"/>
                  </a:cubicBezTo>
                  <a:cubicBezTo>
                    <a:pt x="74" y="98"/>
                    <a:pt x="74" y="98"/>
                    <a:pt x="74" y="98"/>
                  </a:cubicBezTo>
                  <a:cubicBezTo>
                    <a:pt x="74" y="99"/>
                    <a:pt x="70" y="101"/>
                    <a:pt x="67" y="101"/>
                  </a:cubicBezTo>
                  <a:cubicBezTo>
                    <a:pt x="66" y="101"/>
                    <a:pt x="66" y="101"/>
                    <a:pt x="66" y="101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65" y="74"/>
                    <a:pt x="64" y="75"/>
                    <a:pt x="62" y="75"/>
                  </a:cubicBezTo>
                  <a:cubicBezTo>
                    <a:pt x="62" y="86"/>
                    <a:pt x="62" y="94"/>
                    <a:pt x="60" y="101"/>
                  </a:cubicBezTo>
                  <a:cubicBezTo>
                    <a:pt x="79" y="106"/>
                    <a:pt x="70" y="120"/>
                    <a:pt x="63" y="113"/>
                  </a:cubicBezTo>
                  <a:cubicBezTo>
                    <a:pt x="63" y="110"/>
                    <a:pt x="61" y="106"/>
                    <a:pt x="60" y="103"/>
                  </a:cubicBezTo>
                  <a:cubicBezTo>
                    <a:pt x="57" y="112"/>
                    <a:pt x="52" y="118"/>
                    <a:pt x="40" y="122"/>
                  </a:cubicBezTo>
                  <a:cubicBezTo>
                    <a:pt x="38" y="120"/>
                    <a:pt x="38" y="120"/>
                    <a:pt x="38" y="120"/>
                  </a:cubicBezTo>
                  <a:cubicBezTo>
                    <a:pt x="56" y="111"/>
                    <a:pt x="54" y="98"/>
                    <a:pt x="54" y="71"/>
                  </a:cubicBezTo>
                  <a:cubicBezTo>
                    <a:pt x="66" y="72"/>
                    <a:pt x="66" y="72"/>
                    <a:pt x="66" y="72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51" y="68"/>
                    <a:pt x="51" y="68"/>
                    <a:pt x="51" y="68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1" y="102"/>
                    <a:pt x="47" y="104"/>
                    <a:pt x="44" y="104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51" y="64"/>
                    <a:pt x="51" y="64"/>
                    <a:pt x="51" y="64"/>
                  </a:cubicBezTo>
                  <a:cubicBezTo>
                    <a:pt x="65" y="64"/>
                    <a:pt x="65" y="64"/>
                    <a:pt x="65" y="64"/>
                  </a:cubicBezTo>
                  <a:lnTo>
                    <a:pt x="69" y="59"/>
                  </a:lnTo>
                  <a:close/>
                  <a:moveTo>
                    <a:pt x="120" y="110"/>
                  </a:moveTo>
                  <a:cubicBezTo>
                    <a:pt x="122" y="111"/>
                    <a:pt x="123" y="112"/>
                    <a:pt x="123" y="114"/>
                  </a:cubicBezTo>
                  <a:cubicBezTo>
                    <a:pt x="123" y="118"/>
                    <a:pt x="119" y="121"/>
                    <a:pt x="110" y="121"/>
                  </a:cubicBezTo>
                  <a:cubicBezTo>
                    <a:pt x="106" y="121"/>
                    <a:pt x="106" y="121"/>
                    <a:pt x="106" y="121"/>
                  </a:cubicBezTo>
                  <a:cubicBezTo>
                    <a:pt x="99" y="121"/>
                    <a:pt x="98" y="118"/>
                    <a:pt x="98" y="112"/>
                  </a:cubicBezTo>
                  <a:cubicBezTo>
                    <a:pt x="98" y="68"/>
                    <a:pt x="98" y="68"/>
                    <a:pt x="98" y="68"/>
                  </a:cubicBezTo>
                  <a:cubicBezTo>
                    <a:pt x="89" y="68"/>
                    <a:pt x="89" y="68"/>
                    <a:pt x="89" y="68"/>
                  </a:cubicBezTo>
                  <a:cubicBezTo>
                    <a:pt x="89" y="78"/>
                    <a:pt x="89" y="78"/>
                    <a:pt x="89" y="78"/>
                  </a:cubicBezTo>
                  <a:cubicBezTo>
                    <a:pt x="89" y="78"/>
                    <a:pt x="89" y="78"/>
                    <a:pt x="89" y="78"/>
                  </a:cubicBezTo>
                  <a:cubicBezTo>
                    <a:pt x="104" y="89"/>
                    <a:pt x="97" y="101"/>
                    <a:pt x="92" y="95"/>
                  </a:cubicBezTo>
                  <a:cubicBezTo>
                    <a:pt x="92" y="91"/>
                    <a:pt x="91" y="86"/>
                    <a:pt x="89" y="82"/>
                  </a:cubicBezTo>
                  <a:cubicBezTo>
                    <a:pt x="89" y="85"/>
                    <a:pt x="89" y="85"/>
                    <a:pt x="89" y="85"/>
                  </a:cubicBezTo>
                  <a:cubicBezTo>
                    <a:pt x="89" y="97"/>
                    <a:pt x="87" y="113"/>
                    <a:pt x="67" y="122"/>
                  </a:cubicBezTo>
                  <a:cubicBezTo>
                    <a:pt x="65" y="121"/>
                    <a:pt x="65" y="121"/>
                    <a:pt x="65" y="121"/>
                  </a:cubicBezTo>
                  <a:cubicBezTo>
                    <a:pt x="77" y="111"/>
                    <a:pt x="79" y="98"/>
                    <a:pt x="79" y="85"/>
                  </a:cubicBezTo>
                  <a:cubicBezTo>
                    <a:pt x="79" y="60"/>
                    <a:pt x="79" y="60"/>
                    <a:pt x="79" y="60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13" y="68"/>
                    <a:pt x="113" y="68"/>
                    <a:pt x="113" y="68"/>
                  </a:cubicBezTo>
                  <a:cubicBezTo>
                    <a:pt x="112" y="69"/>
                    <a:pt x="111" y="70"/>
                    <a:pt x="108" y="70"/>
                  </a:cubicBezTo>
                  <a:cubicBezTo>
                    <a:pt x="108" y="108"/>
                    <a:pt x="108" y="108"/>
                    <a:pt x="108" y="108"/>
                  </a:cubicBezTo>
                  <a:cubicBezTo>
                    <a:pt x="108" y="110"/>
                    <a:pt x="109" y="110"/>
                    <a:pt x="110" y="110"/>
                  </a:cubicBezTo>
                  <a:cubicBezTo>
                    <a:pt x="111" y="110"/>
                    <a:pt x="111" y="110"/>
                    <a:pt x="111" y="110"/>
                  </a:cubicBezTo>
                  <a:cubicBezTo>
                    <a:pt x="113" y="110"/>
                    <a:pt x="113" y="110"/>
                    <a:pt x="113" y="110"/>
                  </a:cubicBezTo>
                  <a:cubicBezTo>
                    <a:pt x="113" y="110"/>
                    <a:pt x="114" y="110"/>
                    <a:pt x="114" y="109"/>
                  </a:cubicBezTo>
                  <a:cubicBezTo>
                    <a:pt x="115" y="108"/>
                    <a:pt x="117" y="104"/>
                    <a:pt x="118" y="100"/>
                  </a:cubicBezTo>
                  <a:cubicBezTo>
                    <a:pt x="119" y="100"/>
                    <a:pt x="119" y="100"/>
                    <a:pt x="119" y="100"/>
                  </a:cubicBezTo>
                  <a:lnTo>
                    <a:pt x="120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1890" name="图片 188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0859" y="0"/>
            <a:ext cx="4647836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93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38209" y="-18325"/>
            <a:ext cx="11015668" cy="1200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2786" y="1408526"/>
            <a:ext cx="11015668" cy="514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Rectangle 12"/>
          <p:cNvSpPr>
            <a:spLocks/>
          </p:cNvSpPr>
          <p:nvPr userDrawn="1"/>
        </p:nvSpPr>
        <p:spPr bwMode="auto">
          <a:xfrm>
            <a:off x="0" y="7155180"/>
            <a:ext cx="6048598" cy="45720"/>
          </a:xfrm>
          <a:prstGeom prst="rect">
            <a:avLst/>
          </a:prstGeom>
          <a:solidFill>
            <a:srgbClr val="FF0000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Rectangle 15"/>
          <p:cNvSpPr>
            <a:spLocks/>
          </p:cNvSpPr>
          <p:nvPr userDrawn="1"/>
        </p:nvSpPr>
        <p:spPr bwMode="auto">
          <a:xfrm>
            <a:off x="6048599" y="7155180"/>
            <a:ext cx="6192614" cy="45719"/>
          </a:xfrm>
          <a:prstGeom prst="rect">
            <a:avLst/>
          </a:prstGeom>
          <a:solidFill>
            <a:srgbClr val="0000FF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111090" tIns="55545" rIns="111090" bIns="55545" anchor="ctr"/>
          <a:lstStyle/>
          <a:p>
            <a:pPr>
              <a:defRPr/>
            </a:pP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6AE985-8D3F-47CC-A0C5-5B5E180FA31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521" y="209664"/>
            <a:ext cx="2697333" cy="7533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1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微软雅黑" pitchFamily="34" charset="-122"/>
        </a:defRPr>
      </a:lvl5pPr>
      <a:lvl6pPr marL="499676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" charset="0"/>
          <a:ea typeface="微软雅黑" pitchFamily="34" charset="-122"/>
        </a:defRPr>
      </a:lvl6pPr>
      <a:lvl7pPr marL="999355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" charset="0"/>
          <a:ea typeface="微软雅黑" pitchFamily="34" charset="-122"/>
        </a:defRPr>
      </a:lvl7pPr>
      <a:lvl8pPr marL="1499033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" charset="0"/>
          <a:ea typeface="微软雅黑" pitchFamily="34" charset="-122"/>
        </a:defRPr>
      </a:lvl8pPr>
      <a:lvl9pPr marL="1998709" algn="ctr" rtl="0" fontAlgn="base">
        <a:spcBef>
          <a:spcPct val="0"/>
        </a:spcBef>
        <a:spcAft>
          <a:spcPct val="0"/>
        </a:spcAft>
        <a:defRPr sz="4800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74757" indent="-374757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811977" indent="-312298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  <a:ea typeface="+mn-ea"/>
        </a:defRPr>
      </a:lvl2pPr>
      <a:lvl3pPr marL="1249195" indent="-249836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748872" indent="-249836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2248548" indent="-249836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2748226" indent="-24983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6pPr>
      <a:lvl7pPr marL="3247904" indent="-24983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7pPr>
      <a:lvl8pPr marL="3747581" indent="-24983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8pPr>
      <a:lvl9pPr marL="4247258" indent="-24983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9676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9355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9033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8709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98386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98064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43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97420" algn="l" defTabSz="9993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ku.baidu-int.com/knowledge/HFVrC7hq1Q/pKzJfZczuc/l_-odNbfNM/Sk5ZVqXH87kRUM?source=10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u.baidu-int.com/knowledge/HFVrC7hq1Q/pKzJfZczuc/NTxYlYHdtL/vnV20IqHLeLwo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coder.baidu-int.com/rest/qualified-coder-status/check" TargetMode="Externa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DDF57A5-49FF-46AD-9A2B-6B916BCF2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41213" cy="7200900"/>
          </a:xfrm>
          <a:prstGeom prst="rect">
            <a:avLst/>
          </a:prstGeom>
        </p:spPr>
      </p:pic>
    </p:spTree>
  </p:cSld>
  <p:clrMapOvr>
    <a:masterClrMapping/>
  </p:clrMapOvr>
  <p:transition advTm="574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>
            <a:cxnSpLocks/>
          </p:cNvCxnSpPr>
          <p:nvPr/>
        </p:nvCxnSpPr>
        <p:spPr bwMode="auto">
          <a:xfrm>
            <a:off x="4176390" y="2308060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>
            <a:cxnSpLocks/>
          </p:cNvCxnSpPr>
          <p:nvPr/>
        </p:nvCxnSpPr>
        <p:spPr bwMode="auto">
          <a:xfrm>
            <a:off x="4176390" y="3180562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>
            <a:cxnSpLocks/>
          </p:cNvCxnSpPr>
          <p:nvPr/>
        </p:nvCxnSpPr>
        <p:spPr bwMode="auto">
          <a:xfrm>
            <a:off x="4176390" y="4038370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/>
          <p:cNvCxnSpPr>
            <a:cxnSpLocks/>
          </p:cNvCxnSpPr>
          <p:nvPr/>
        </p:nvCxnSpPr>
        <p:spPr bwMode="auto">
          <a:xfrm>
            <a:off x="4176390" y="4935063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/>
          <p:cNvCxnSpPr>
            <a:cxnSpLocks/>
          </p:cNvCxnSpPr>
          <p:nvPr/>
        </p:nvCxnSpPr>
        <p:spPr bwMode="auto">
          <a:xfrm>
            <a:off x="4176390" y="5799159"/>
            <a:ext cx="5976000" cy="0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>
          <a:xfrm>
            <a:off x="2903265" y="1715551"/>
            <a:ext cx="0" cy="4083608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îśľiḑé"/>
          <p:cNvSpPr txBox="1"/>
          <p:nvPr/>
        </p:nvSpPr>
        <p:spPr>
          <a:xfrm>
            <a:off x="1083476" y="1693625"/>
            <a:ext cx="1744388" cy="52322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ctr">
            <a:normAutofit fontScale="85000" lnSpcReduction="20000"/>
          </a:bodyPr>
          <a:lstStyle/>
          <a:p>
            <a:pPr algn="r"/>
            <a:r>
              <a:rPr lang="zh-CN" altLang="en-US" sz="2400" b="1" dirty="0">
                <a:solidFill>
                  <a:sysClr val="windowText" lastClr="000000"/>
                </a:solidFill>
                <a:latin typeface="+mn-ea"/>
                <a:ea typeface="+mn-ea"/>
              </a:rPr>
              <a:t>目 录</a:t>
            </a:r>
            <a:endParaRPr lang="en-US" altLang="zh-CN" sz="2400" b="1" dirty="0">
              <a:solidFill>
                <a:sysClr val="windowText" lastClr="000000"/>
              </a:solidFill>
              <a:latin typeface="+mn-ea"/>
              <a:ea typeface="+mn-ea"/>
            </a:endParaRPr>
          </a:p>
          <a:p>
            <a:pPr algn="r"/>
            <a:r>
              <a:rPr lang="tr-TR" sz="1400" b="1" dirty="0">
                <a:solidFill>
                  <a:sysClr val="windowText" lastClr="000000"/>
                </a:solidFill>
                <a:latin typeface="+mn-ea"/>
                <a:ea typeface="+mn-ea"/>
              </a:rPr>
              <a:t>Contents</a:t>
            </a:r>
          </a:p>
        </p:txBody>
      </p:sp>
      <p:sp>
        <p:nvSpPr>
          <p:cNvPr id="16" name="îšļiḋê"/>
          <p:cNvSpPr txBox="1"/>
          <p:nvPr/>
        </p:nvSpPr>
        <p:spPr bwMode="auto">
          <a:xfrm>
            <a:off x="4065959" y="2728808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>
                <a:latin typeface="+mn-ea"/>
                <a:ea typeface="+mn-ea"/>
              </a:rPr>
              <a:t>码神特训营简介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17" name="i$lïḓé"/>
          <p:cNvSpPr txBox="1"/>
          <p:nvPr/>
        </p:nvSpPr>
        <p:spPr bwMode="auto">
          <a:xfrm>
            <a:off x="4092924" y="4494036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>
                <a:latin typeface="+mn-ea"/>
                <a:ea typeface="+mn-ea"/>
              </a:rPr>
              <a:t>岗前篇作业提交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18" name="îslîḓê"/>
          <p:cNvSpPr txBox="1"/>
          <p:nvPr/>
        </p:nvSpPr>
        <p:spPr bwMode="auto">
          <a:xfrm>
            <a:off x="4092924" y="3575134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/>
            <a:r>
              <a:rPr lang="zh-CN" altLang="en-US" sz="2000" b="1" kern="0" dirty="0">
                <a:solidFill>
                  <a:srgbClr val="808080">
                    <a:lumMod val="25000"/>
                  </a:srgbClr>
                </a:solidFill>
                <a:latin typeface="+mn-ea"/>
                <a:ea typeface="+mn-ea"/>
              </a:rPr>
              <a:t>课程内容</a:t>
            </a:r>
            <a:r>
              <a:rPr lang="en-US" altLang="zh-CN" sz="2000" b="1" kern="0" dirty="0">
                <a:solidFill>
                  <a:srgbClr val="808080">
                    <a:lumMod val="25000"/>
                  </a:srgbClr>
                </a:solidFill>
                <a:latin typeface="+mn-ea"/>
                <a:ea typeface="+mn-ea"/>
              </a:rPr>
              <a:t>&amp;</a:t>
            </a:r>
            <a:r>
              <a:rPr lang="zh-CN" altLang="en-US" sz="2000" b="1" kern="0" dirty="0">
                <a:solidFill>
                  <a:srgbClr val="808080">
                    <a:lumMod val="25000"/>
                  </a:srgbClr>
                </a:solidFill>
                <a:latin typeface="+mn-ea"/>
                <a:ea typeface="+mn-ea"/>
              </a:rPr>
              <a:t>学习流程</a:t>
            </a:r>
            <a:endParaRPr lang="en-US" altLang="zh-CN" sz="2000" b="1" kern="0" dirty="0">
              <a:solidFill>
                <a:srgbClr val="808080">
                  <a:lumMod val="25000"/>
                </a:srgb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iṥľiďè"/>
          <p:cNvSpPr txBox="1"/>
          <p:nvPr/>
        </p:nvSpPr>
        <p:spPr bwMode="auto">
          <a:xfrm>
            <a:off x="4121173" y="5283249"/>
            <a:ext cx="6086431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 b="1" dirty="0">
                <a:latin typeface="+mn-ea"/>
                <a:ea typeface="+mn-ea"/>
              </a:rPr>
              <a:t>奖励机制</a:t>
            </a:r>
            <a:r>
              <a:rPr lang="en-US" altLang="zh-CN" sz="2000" b="1" dirty="0">
                <a:latin typeface="+mn-ea"/>
                <a:ea typeface="+mn-ea"/>
              </a:rPr>
              <a:t>&amp;</a:t>
            </a:r>
            <a:r>
              <a:rPr lang="zh-CN" altLang="en-US" sz="2000" b="1" dirty="0">
                <a:latin typeface="+mn-ea"/>
                <a:ea typeface="+mn-ea"/>
              </a:rPr>
              <a:t>常见</a:t>
            </a:r>
            <a:r>
              <a:rPr lang="en-US" altLang="zh-CN" sz="2000" b="1" dirty="0">
                <a:latin typeface="+mn-ea"/>
                <a:ea typeface="+mn-ea"/>
              </a:rPr>
              <a:t>FAQ</a:t>
            </a:r>
          </a:p>
        </p:txBody>
      </p:sp>
      <p:sp>
        <p:nvSpPr>
          <p:cNvPr id="20" name="í$ḻíde"/>
          <p:cNvSpPr txBox="1"/>
          <p:nvPr/>
        </p:nvSpPr>
        <p:spPr bwMode="auto">
          <a:xfrm>
            <a:off x="3990995" y="1806176"/>
            <a:ext cx="6086431" cy="430156"/>
          </a:xfrm>
          <a:prstGeom prst="roundRect">
            <a:avLst>
              <a:gd name="adj" fmla="val 50000"/>
            </a:avLst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>
              <a:defRPr sz="1600" b="1">
                <a:solidFill>
                  <a:schemeClr val="bg1"/>
                </a:solidFill>
              </a:defRPr>
            </a:lvl1pPr>
            <a:lvl2pPr marL="742950" indent="-285750">
              <a:defRPr sz="3200" b="1">
                <a:solidFill>
                  <a:srgbClr val="4D4D4D"/>
                </a:solidFill>
              </a:defRPr>
            </a:lvl2pPr>
            <a:lvl3pPr marL="1143000" indent="-228600">
              <a:defRPr sz="3200" b="1">
                <a:solidFill>
                  <a:srgbClr val="4D4D4D"/>
                </a:solidFill>
              </a:defRPr>
            </a:lvl3pPr>
            <a:lvl4pPr marL="1600200" indent="-228600">
              <a:defRPr sz="3200" b="1">
                <a:solidFill>
                  <a:srgbClr val="4D4D4D"/>
                </a:solidFill>
              </a:defRPr>
            </a:lvl4pPr>
            <a:lvl5pPr marL="2057400" indent="-228600">
              <a:defRPr sz="3200" b="1">
                <a:solidFill>
                  <a:srgbClr val="4D4D4D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</a:defRPr>
            </a:lvl9pPr>
          </a:lstStyle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百度技术培训中心简介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B0D774A-1699-E146-B502-9D75004129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724" y="1627535"/>
            <a:ext cx="709200" cy="72063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32E45CE-B47B-FF41-B3E0-A453DE4FD0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353" y="2506963"/>
            <a:ext cx="708571" cy="72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52A484A-9F38-214C-A82E-E1439598CC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844" y="3370420"/>
            <a:ext cx="709200" cy="72063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A3BA0D1-B713-AE4E-B010-E8790E9836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844" y="4201952"/>
            <a:ext cx="709200" cy="72063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8915DE1-BF4B-FE4E-AAFF-4465FB2206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124" y="5073869"/>
            <a:ext cx="712800" cy="71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73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9F6AC3FF-00FE-4AB6-A55D-8A9C4B6875FF}"/>
              </a:ext>
            </a:extLst>
          </p:cNvPr>
          <p:cNvSpPr txBox="1"/>
          <p:nvPr/>
        </p:nvSpPr>
        <p:spPr>
          <a:xfrm>
            <a:off x="649563" y="439298"/>
            <a:ext cx="7314433" cy="6611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百度技术培训中心（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625911-D698-4501-9CBD-5058788BB5CC}"/>
              </a:ext>
            </a:extLst>
          </p:cNvPr>
          <p:cNvSpPr/>
          <p:nvPr/>
        </p:nvSpPr>
        <p:spPr>
          <a:xfrm>
            <a:off x="649563" y="2659185"/>
            <a:ext cx="7432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000" b="1" kern="1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百度技术的布道者和赋能者</a:t>
            </a:r>
            <a:endParaRPr lang="en-US" altLang="zh-CN" sz="2000" b="1" kern="1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US" altLang="zh-CN" b="1" kern="1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加速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合作伙伴对百度技术的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感知、认知和应用，助力百度技术生态建设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A9FB08-B98E-4970-8922-3CE0746642E4}"/>
              </a:ext>
            </a:extLst>
          </p:cNvPr>
          <p:cNvSpPr/>
          <p:nvPr/>
        </p:nvSpPr>
        <p:spPr>
          <a:xfrm>
            <a:off x="649563" y="1402748"/>
            <a:ext cx="74883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kern="1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百度员工和业务部门的伙伴</a:t>
            </a:r>
            <a:endParaRPr lang="en-US" altLang="zh-CN" sz="2000" b="1" kern="1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专注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TPUE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人员能力发展和业务团队能力发展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，提供专业的学习解决方案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094F69F-C535-43D8-90E0-A4F963A33501}"/>
              </a:ext>
            </a:extLst>
          </p:cNvPr>
          <p:cNvGrpSpPr/>
          <p:nvPr/>
        </p:nvGrpSpPr>
        <p:grpSpPr>
          <a:xfrm>
            <a:off x="703214" y="3820475"/>
            <a:ext cx="10834783" cy="2698102"/>
            <a:chOff x="629210" y="3799415"/>
            <a:chExt cx="10834783" cy="269810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F648BF7-EF69-49C7-B547-148FA9619AC1}"/>
                </a:ext>
              </a:extLst>
            </p:cNvPr>
            <p:cNvGrpSpPr/>
            <p:nvPr/>
          </p:nvGrpSpPr>
          <p:grpSpPr>
            <a:xfrm>
              <a:off x="629210" y="3799415"/>
              <a:ext cx="10603964" cy="2482659"/>
              <a:chOff x="638582" y="3657954"/>
              <a:chExt cx="10603964" cy="2482659"/>
            </a:xfrm>
          </p:grpSpPr>
          <p:cxnSp>
            <p:nvCxnSpPr>
              <p:cNvPr id="11" name="Straight Connector 36">
                <a:extLst>
                  <a:ext uri="{FF2B5EF4-FFF2-40B4-BE49-F238E27FC236}">
                    <a16:creationId xmlns:a16="http://schemas.microsoft.com/office/drawing/2014/main" id="{EB626289-018F-40EF-851D-855ED2C42AF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163038" y="4148858"/>
                <a:ext cx="0" cy="540000"/>
              </a:xfrm>
              <a:prstGeom prst="line">
                <a:avLst/>
              </a:prstGeom>
              <a:noFill/>
              <a:ln w="57150" cmpd="sng">
                <a:solidFill>
                  <a:srgbClr val="ADBACA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Straight Connector 36">
                <a:extLst>
                  <a:ext uri="{FF2B5EF4-FFF2-40B4-BE49-F238E27FC236}">
                    <a16:creationId xmlns:a16="http://schemas.microsoft.com/office/drawing/2014/main" id="{2CEDCC01-F01D-4898-8CC5-761FF8721BB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899364" y="5267995"/>
                <a:ext cx="0" cy="540000"/>
              </a:xfrm>
              <a:prstGeom prst="line">
                <a:avLst/>
              </a:prstGeom>
              <a:noFill/>
              <a:ln w="57150" cmpd="sng">
                <a:solidFill>
                  <a:srgbClr val="ADBACA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Straight Connector 36">
                <a:extLst>
                  <a:ext uri="{FF2B5EF4-FFF2-40B4-BE49-F238E27FC236}">
                    <a16:creationId xmlns:a16="http://schemas.microsoft.com/office/drawing/2014/main" id="{55337C0B-95DF-48B5-91F2-725C7DA011D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65496" y="4151513"/>
                <a:ext cx="0" cy="540000"/>
              </a:xfrm>
              <a:prstGeom prst="line">
                <a:avLst/>
              </a:prstGeom>
              <a:noFill/>
              <a:ln w="57150" cmpd="sng">
                <a:solidFill>
                  <a:srgbClr val="ADBACA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Straight Connector 36">
                <a:extLst>
                  <a:ext uri="{FF2B5EF4-FFF2-40B4-BE49-F238E27FC236}">
                    <a16:creationId xmlns:a16="http://schemas.microsoft.com/office/drawing/2014/main" id="{00197D5D-903E-4899-9FE1-38EAE5E3662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267591" y="5233025"/>
                <a:ext cx="0" cy="540000"/>
              </a:xfrm>
              <a:prstGeom prst="line">
                <a:avLst/>
              </a:prstGeom>
              <a:noFill/>
              <a:ln w="57150" cmpd="sng">
                <a:solidFill>
                  <a:srgbClr val="ADBACA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Straight Connector 36">
                <a:extLst>
                  <a:ext uri="{FF2B5EF4-FFF2-40B4-BE49-F238E27FC236}">
                    <a16:creationId xmlns:a16="http://schemas.microsoft.com/office/drawing/2014/main" id="{4BEFD767-1BF2-43D6-A1F6-F1EF927A192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43979" y="4179937"/>
                <a:ext cx="0" cy="540000"/>
              </a:xfrm>
              <a:prstGeom prst="line">
                <a:avLst/>
              </a:prstGeom>
              <a:noFill/>
              <a:ln w="57150" cmpd="sng">
                <a:solidFill>
                  <a:srgbClr val="ADBACA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Straight Connector 36">
                <a:extLst>
                  <a:ext uri="{FF2B5EF4-FFF2-40B4-BE49-F238E27FC236}">
                    <a16:creationId xmlns:a16="http://schemas.microsoft.com/office/drawing/2014/main" id="{7FAD77DD-3E9F-4638-B4FA-2BC91443E0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676072" y="5232585"/>
                <a:ext cx="0" cy="540000"/>
              </a:xfrm>
              <a:prstGeom prst="line">
                <a:avLst/>
              </a:prstGeom>
              <a:noFill/>
              <a:ln w="57150" cmpd="sng">
                <a:solidFill>
                  <a:srgbClr val="ADBACA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237B7666-50C6-417D-B8E2-382363BA8C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51391" y="5024079"/>
                <a:ext cx="10491155" cy="3986"/>
              </a:xfrm>
              <a:prstGeom prst="straightConnector1">
                <a:avLst/>
              </a:prstGeom>
              <a:solidFill>
                <a:schemeClr val="accent1"/>
              </a:solidFill>
              <a:ln w="7620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0" name="Straight Connector 36">
                <a:extLst>
                  <a:ext uri="{FF2B5EF4-FFF2-40B4-BE49-F238E27FC236}">
                    <a16:creationId xmlns:a16="http://schemas.microsoft.com/office/drawing/2014/main" id="{7EBFE2D4-7EEB-42F7-A0ED-EB4777145D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404274" y="4183095"/>
                <a:ext cx="0" cy="540000"/>
              </a:xfrm>
              <a:prstGeom prst="line">
                <a:avLst/>
              </a:prstGeom>
              <a:noFill/>
              <a:ln w="57150" cmpd="sng">
                <a:solidFill>
                  <a:srgbClr val="ADBACA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" name="Oval 39">
                <a:extLst>
                  <a:ext uri="{FF2B5EF4-FFF2-40B4-BE49-F238E27FC236}">
                    <a16:creationId xmlns:a16="http://schemas.microsoft.com/office/drawing/2014/main" id="{FC417FB8-8573-45BB-ADE3-0836E64C9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862" y="4626041"/>
                <a:ext cx="827088" cy="827087"/>
              </a:xfrm>
              <a:prstGeom prst="ellipse">
                <a:avLst/>
              </a:prstGeom>
              <a:solidFill>
                <a:srgbClr val="0A43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682" tIns="60841" rIns="121682" bIns="6084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endParaRPr lang="en-US" altLang="zh-CN" sz="31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B7F3FA5-7FBD-4DAA-AF35-BADAF76D03C0}"/>
                  </a:ext>
                </a:extLst>
              </p:cNvPr>
              <p:cNvSpPr txBox="1"/>
              <p:nvPr/>
            </p:nvSpPr>
            <p:spPr>
              <a:xfrm>
                <a:off x="638582" y="3790479"/>
                <a:ext cx="19131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百度技术学院成立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4AD879A-5E0A-4600-9953-9389CBF011A6}"/>
                  </a:ext>
                </a:extLst>
              </p:cNvPr>
              <p:cNvSpPr txBox="1"/>
              <p:nvPr/>
            </p:nvSpPr>
            <p:spPr>
              <a:xfrm>
                <a:off x="1059322" y="4886384"/>
                <a:ext cx="7567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2008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45">
                <a:extLst>
                  <a:ext uri="{FF2B5EF4-FFF2-40B4-BE49-F238E27FC236}">
                    <a16:creationId xmlns:a16="http://schemas.microsoft.com/office/drawing/2014/main" id="{1B9CF3E7-4646-4708-AC01-2FFAE2F2E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2528" y="4611117"/>
                <a:ext cx="827088" cy="827087"/>
              </a:xfrm>
              <a:prstGeom prst="ellipse">
                <a:avLst/>
              </a:prstGeom>
              <a:solidFill>
                <a:srgbClr val="018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682" tIns="60841" rIns="121682" bIns="6084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endParaRPr lang="en-US" altLang="zh-CN" sz="31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Oval 50">
                <a:extLst>
                  <a:ext uri="{FF2B5EF4-FFF2-40B4-BE49-F238E27FC236}">
                    <a16:creationId xmlns:a16="http://schemas.microsoft.com/office/drawing/2014/main" id="{59385A2B-E841-4520-9557-4754851FC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9642" y="4607880"/>
                <a:ext cx="828675" cy="827087"/>
              </a:xfrm>
              <a:prstGeom prst="ellipse">
                <a:avLst/>
              </a:prstGeom>
              <a:solidFill>
                <a:srgbClr val="0A4383"/>
              </a:solidFill>
              <a:ln w="9525" cmpd="sng">
                <a:solidFill>
                  <a:srgbClr val="1C8EE4"/>
                </a:solidFill>
                <a:round/>
              </a:ln>
            </p:spPr>
            <p:txBody>
              <a:bodyPr lIns="121682" tIns="60841" rIns="121682" bIns="6084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endParaRPr lang="en-US" altLang="zh-CN" sz="31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Oval 55">
                <a:extLst>
                  <a:ext uri="{FF2B5EF4-FFF2-40B4-BE49-F238E27FC236}">
                    <a16:creationId xmlns:a16="http://schemas.microsoft.com/office/drawing/2014/main" id="{B53225E8-8F80-4CB3-A0D2-47B8625B6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3254" y="4611557"/>
                <a:ext cx="828675" cy="827087"/>
              </a:xfrm>
              <a:prstGeom prst="ellipse">
                <a:avLst/>
              </a:prstGeom>
              <a:solidFill>
                <a:srgbClr val="018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682" tIns="60841" rIns="121682" bIns="6084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endParaRPr lang="en-US" altLang="zh-CN" sz="31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Oval 60">
                <a:extLst>
                  <a:ext uri="{FF2B5EF4-FFF2-40B4-BE49-F238E27FC236}">
                    <a16:creationId xmlns:a16="http://schemas.microsoft.com/office/drawing/2014/main" id="{6BDD58F2-6613-4131-8C7C-75A9EB8AF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1159" y="4610535"/>
                <a:ext cx="828675" cy="827087"/>
              </a:xfrm>
              <a:prstGeom prst="ellipse">
                <a:avLst/>
              </a:prstGeom>
              <a:solidFill>
                <a:srgbClr val="0A43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682" tIns="60841" rIns="121682" bIns="6084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endParaRPr lang="en-US" altLang="zh-CN" sz="31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Oval 65">
                <a:extLst>
                  <a:ext uri="{FF2B5EF4-FFF2-40B4-BE49-F238E27FC236}">
                    <a16:creationId xmlns:a16="http://schemas.microsoft.com/office/drawing/2014/main" id="{E561F357-140A-45DC-85D5-350516164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2731" y="4607880"/>
                <a:ext cx="828675" cy="827087"/>
              </a:xfrm>
              <a:prstGeom prst="ellipse">
                <a:avLst/>
              </a:prstGeom>
              <a:solidFill>
                <a:srgbClr val="018D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682" tIns="60841" rIns="121682" bIns="6084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endParaRPr lang="en-US" altLang="zh-CN" sz="3100">
                  <a:solidFill>
                    <a:srgbClr val="445469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36A231B-77A9-4D9D-96EF-E70FD3DE24E3}"/>
                  </a:ext>
                </a:extLst>
              </p:cNvPr>
              <p:cNvSpPr txBox="1"/>
              <p:nvPr/>
            </p:nvSpPr>
            <p:spPr>
              <a:xfrm>
                <a:off x="2330388" y="4855384"/>
                <a:ext cx="7567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2011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76978CB-869C-47C1-94EA-D6E44C011758}"/>
                  </a:ext>
                </a:extLst>
              </p:cNvPr>
              <p:cNvSpPr txBox="1"/>
              <p:nvPr/>
            </p:nvSpPr>
            <p:spPr>
              <a:xfrm>
                <a:off x="1553282" y="5832396"/>
                <a:ext cx="23543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上海、深圳设立分支机构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D1E4AB5-89A6-4CAA-9AD7-56048AB14BAA}"/>
                  </a:ext>
                </a:extLst>
              </p:cNvPr>
              <p:cNvSpPr txBox="1"/>
              <p:nvPr/>
            </p:nvSpPr>
            <p:spPr>
              <a:xfrm>
                <a:off x="2948910" y="3692543"/>
                <a:ext cx="19131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创立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Hackathon</a:t>
                </a:r>
              </a:p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黑客马拉松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E12DCBB-C0D8-482C-85D5-82C8BB23B8CD}"/>
                  </a:ext>
                </a:extLst>
              </p:cNvPr>
              <p:cNvSpPr txBox="1"/>
              <p:nvPr/>
            </p:nvSpPr>
            <p:spPr>
              <a:xfrm>
                <a:off x="3607349" y="4883226"/>
                <a:ext cx="7567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2012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6CB71D0-25AA-4E12-8E2A-53B86F1760C8}"/>
                  </a:ext>
                </a:extLst>
              </p:cNvPr>
              <p:cNvSpPr txBox="1"/>
              <p:nvPr/>
            </p:nvSpPr>
            <p:spPr>
              <a:xfrm>
                <a:off x="4921500" y="4854802"/>
                <a:ext cx="7567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2014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30F2BF9-4608-4B3F-88FB-894C20333D79}"/>
                  </a:ext>
                </a:extLst>
              </p:cNvPr>
              <p:cNvSpPr txBox="1"/>
              <p:nvPr/>
            </p:nvSpPr>
            <p:spPr>
              <a:xfrm>
                <a:off x="4311008" y="5832836"/>
                <a:ext cx="19131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百度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TP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学习地图上线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F8EFC57-7E8E-4731-9D6A-51FB47CF6FD4}"/>
                  </a:ext>
                </a:extLst>
              </p:cNvPr>
              <p:cNvSpPr txBox="1"/>
              <p:nvPr/>
            </p:nvSpPr>
            <p:spPr>
              <a:xfrm>
                <a:off x="5594615" y="3657954"/>
                <a:ext cx="19131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序列学习地图上线，学习地图改版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16EA5BF-B713-45F7-8C4E-BCB430F332E5}"/>
                  </a:ext>
                </a:extLst>
              </p:cNvPr>
              <p:cNvSpPr txBox="1"/>
              <p:nvPr/>
            </p:nvSpPr>
            <p:spPr>
              <a:xfrm>
                <a:off x="6223073" y="4854032"/>
                <a:ext cx="7567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2015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BC592BA8-6D1B-4802-9A61-E78016172075}"/>
                  </a:ext>
                </a:extLst>
              </p:cNvPr>
              <p:cNvSpPr txBox="1"/>
              <p:nvPr/>
            </p:nvSpPr>
            <p:spPr>
              <a:xfrm>
                <a:off x="7584645" y="4858788"/>
                <a:ext cx="7567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2017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Oval 60">
                <a:extLst>
                  <a:ext uri="{FF2B5EF4-FFF2-40B4-BE49-F238E27FC236}">
                    <a16:creationId xmlns:a16="http://schemas.microsoft.com/office/drawing/2014/main" id="{A80A0CB8-85A0-4D9E-BCF5-AF6084C64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8701" y="4607880"/>
                <a:ext cx="828675" cy="827087"/>
              </a:xfrm>
              <a:prstGeom prst="ellipse">
                <a:avLst/>
              </a:prstGeom>
              <a:solidFill>
                <a:srgbClr val="0A43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121682" tIns="60841" rIns="121682" bIns="6084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endParaRPr lang="en-US" altLang="zh-CN" sz="31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BD884072-AB11-4354-A017-5B35B0D0D650}"/>
                  </a:ext>
                </a:extLst>
              </p:cNvPr>
              <p:cNvSpPr txBox="1"/>
              <p:nvPr/>
            </p:nvSpPr>
            <p:spPr>
              <a:xfrm>
                <a:off x="8842356" y="4874256"/>
                <a:ext cx="75676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2020</a:t>
                </a:r>
                <a:endPara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A3BEC22-0392-4457-A954-503B810ED459}"/>
                  </a:ext>
                </a:extLst>
              </p:cNvPr>
              <p:cNvSpPr txBox="1"/>
              <p:nvPr/>
            </p:nvSpPr>
            <p:spPr>
              <a:xfrm>
                <a:off x="6825059" y="5829159"/>
                <a:ext cx="21888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百度技术学院对外开学</a:t>
                </a:r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452E150-F6E7-4472-9993-F2D06885A698}"/>
                  </a:ext>
                </a:extLst>
              </p:cNvPr>
              <p:cNvSpPr txBox="1"/>
              <p:nvPr/>
            </p:nvSpPr>
            <p:spPr>
              <a:xfrm>
                <a:off x="8154876" y="3756242"/>
                <a:ext cx="19131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建立</a:t>
                </a:r>
                <a:r>
                  <a:rPr lang="en-US" altLang="zh-CN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  <a:r>
                  <a:rPr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序列培养项目</a:t>
                </a:r>
              </a:p>
            </p:txBody>
          </p:sp>
        </p:grpSp>
        <p:cxnSp>
          <p:nvCxnSpPr>
            <p:cNvPr id="42" name="Straight Connector 36">
              <a:extLst>
                <a:ext uri="{FF2B5EF4-FFF2-40B4-BE49-F238E27FC236}">
                  <a16:creationId xmlns:a16="http://schemas.microsoft.com/office/drawing/2014/main" id="{6C7D6F9D-4E05-438A-BC9C-CD69D918EB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49472" y="5413133"/>
              <a:ext cx="0" cy="540000"/>
            </a:xfrm>
            <a:prstGeom prst="line">
              <a:avLst/>
            </a:prstGeom>
            <a:noFill/>
            <a:ln w="57150" cmpd="sng">
              <a:solidFill>
                <a:srgbClr val="ADBAC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" name="Oval 65">
              <a:extLst>
                <a:ext uri="{FF2B5EF4-FFF2-40B4-BE49-F238E27FC236}">
                  <a16:creationId xmlns:a16="http://schemas.microsoft.com/office/drawing/2014/main" id="{18632316-07E8-40AE-8309-AE56AFB5B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2839" y="4753018"/>
              <a:ext cx="828675" cy="827087"/>
            </a:xfrm>
            <a:prstGeom prst="ellipse">
              <a:avLst/>
            </a:prstGeom>
            <a:solidFill>
              <a:srgbClr val="018D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682" tIns="60841" rIns="121682" bIns="60841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en-US" altLang="zh-CN" sz="3100">
                <a:solidFill>
                  <a:srgbClr val="445469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BD74A59-EB40-4202-B23E-5533D3AD8249}"/>
                </a:ext>
              </a:extLst>
            </p:cNvPr>
            <p:cNvSpPr txBox="1"/>
            <p:nvPr/>
          </p:nvSpPr>
          <p:spPr>
            <a:xfrm>
              <a:off x="10034753" y="5003926"/>
              <a:ext cx="7567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2021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DB43CC1-54D7-4304-97C6-3453633A4F22}"/>
                </a:ext>
              </a:extLst>
            </p:cNvPr>
            <p:cNvSpPr txBox="1"/>
            <p:nvPr/>
          </p:nvSpPr>
          <p:spPr>
            <a:xfrm>
              <a:off x="9275167" y="5974297"/>
              <a:ext cx="21888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更名为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百度技术培训中心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994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A966C14-54D2-4C64-8A2E-19CB5F180310}"/>
              </a:ext>
            </a:extLst>
          </p:cNvPr>
          <p:cNvGrpSpPr>
            <a:grpSpLocks noChangeAspect="1"/>
          </p:cNvGrpSpPr>
          <p:nvPr/>
        </p:nvGrpSpPr>
        <p:grpSpPr>
          <a:xfrm>
            <a:off x="398786" y="2533574"/>
            <a:ext cx="1314290" cy="1752388"/>
            <a:chOff x="5816601" y="-11436350"/>
            <a:chExt cx="404813" cy="53975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" name="Freeform 178">
              <a:extLst>
                <a:ext uri="{FF2B5EF4-FFF2-40B4-BE49-F238E27FC236}">
                  <a16:creationId xmlns:a16="http://schemas.microsoft.com/office/drawing/2014/main" id="{BAEED624-CC9C-4B01-A5FE-98C2171C8DDE}"/>
                </a:ext>
              </a:extLst>
            </p:cNvPr>
            <p:cNvSpPr/>
            <p:nvPr/>
          </p:nvSpPr>
          <p:spPr bwMode="auto">
            <a:xfrm>
              <a:off x="5816601" y="-11345862"/>
              <a:ext cx="404813" cy="449263"/>
            </a:xfrm>
            <a:custGeom>
              <a:avLst/>
              <a:gdLst>
                <a:gd name="T0" fmla="*/ 43 w 255"/>
                <a:gd name="T1" fmla="*/ 92 h 283"/>
                <a:gd name="T2" fmla="*/ 99 w 255"/>
                <a:gd name="T3" fmla="*/ 35 h 283"/>
                <a:gd name="T4" fmla="*/ 128 w 255"/>
                <a:gd name="T5" fmla="*/ 35 h 283"/>
                <a:gd name="T6" fmla="*/ 85 w 255"/>
                <a:gd name="T7" fmla="*/ 113 h 283"/>
                <a:gd name="T8" fmla="*/ 85 w 255"/>
                <a:gd name="T9" fmla="*/ 198 h 283"/>
                <a:gd name="T10" fmla="*/ 0 w 255"/>
                <a:gd name="T11" fmla="*/ 198 h 283"/>
                <a:gd name="T12" fmla="*/ 0 w 255"/>
                <a:gd name="T13" fmla="*/ 227 h 283"/>
                <a:gd name="T14" fmla="*/ 113 w 255"/>
                <a:gd name="T15" fmla="*/ 227 h 283"/>
                <a:gd name="T16" fmla="*/ 113 w 255"/>
                <a:gd name="T17" fmla="*/ 141 h 283"/>
                <a:gd name="T18" fmla="*/ 170 w 255"/>
                <a:gd name="T19" fmla="*/ 191 h 283"/>
                <a:gd name="T20" fmla="*/ 170 w 255"/>
                <a:gd name="T21" fmla="*/ 283 h 283"/>
                <a:gd name="T22" fmla="*/ 199 w 255"/>
                <a:gd name="T23" fmla="*/ 283 h 283"/>
                <a:gd name="T24" fmla="*/ 199 w 255"/>
                <a:gd name="T25" fmla="*/ 170 h 283"/>
                <a:gd name="T26" fmla="*/ 142 w 255"/>
                <a:gd name="T27" fmla="*/ 120 h 283"/>
                <a:gd name="T28" fmla="*/ 156 w 255"/>
                <a:gd name="T29" fmla="*/ 85 h 283"/>
                <a:gd name="T30" fmla="*/ 170 w 255"/>
                <a:gd name="T31" fmla="*/ 99 h 283"/>
                <a:gd name="T32" fmla="*/ 255 w 255"/>
                <a:gd name="T33" fmla="*/ 99 h 283"/>
                <a:gd name="T34" fmla="*/ 255 w 255"/>
                <a:gd name="T35" fmla="*/ 71 h 283"/>
                <a:gd name="T36" fmla="*/ 184 w 255"/>
                <a:gd name="T37" fmla="*/ 71 h 283"/>
                <a:gd name="T38" fmla="*/ 184 w 255"/>
                <a:gd name="T39" fmla="*/ 0 h 283"/>
                <a:gd name="T40" fmla="*/ 85 w 255"/>
                <a:gd name="T41" fmla="*/ 0 h 283"/>
                <a:gd name="T42" fmla="*/ 28 w 255"/>
                <a:gd name="T43" fmla="*/ 78 h 283"/>
                <a:gd name="T44" fmla="*/ 43 w 255"/>
                <a:gd name="T45" fmla="*/ 9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5" h="283">
                  <a:moveTo>
                    <a:pt x="43" y="92"/>
                  </a:moveTo>
                  <a:lnTo>
                    <a:pt x="99" y="35"/>
                  </a:lnTo>
                  <a:lnTo>
                    <a:pt x="128" y="35"/>
                  </a:lnTo>
                  <a:lnTo>
                    <a:pt x="85" y="113"/>
                  </a:lnTo>
                  <a:lnTo>
                    <a:pt x="85" y="198"/>
                  </a:lnTo>
                  <a:lnTo>
                    <a:pt x="0" y="198"/>
                  </a:lnTo>
                  <a:lnTo>
                    <a:pt x="0" y="227"/>
                  </a:lnTo>
                  <a:lnTo>
                    <a:pt x="113" y="227"/>
                  </a:lnTo>
                  <a:lnTo>
                    <a:pt x="113" y="141"/>
                  </a:lnTo>
                  <a:lnTo>
                    <a:pt x="170" y="191"/>
                  </a:lnTo>
                  <a:lnTo>
                    <a:pt x="170" y="283"/>
                  </a:lnTo>
                  <a:lnTo>
                    <a:pt x="199" y="283"/>
                  </a:lnTo>
                  <a:lnTo>
                    <a:pt x="199" y="170"/>
                  </a:lnTo>
                  <a:lnTo>
                    <a:pt x="142" y="120"/>
                  </a:lnTo>
                  <a:lnTo>
                    <a:pt x="156" y="85"/>
                  </a:lnTo>
                  <a:lnTo>
                    <a:pt x="170" y="99"/>
                  </a:lnTo>
                  <a:lnTo>
                    <a:pt x="255" y="99"/>
                  </a:lnTo>
                  <a:lnTo>
                    <a:pt x="255" y="71"/>
                  </a:lnTo>
                  <a:lnTo>
                    <a:pt x="184" y="71"/>
                  </a:lnTo>
                  <a:lnTo>
                    <a:pt x="184" y="0"/>
                  </a:lnTo>
                  <a:lnTo>
                    <a:pt x="85" y="0"/>
                  </a:lnTo>
                  <a:lnTo>
                    <a:pt x="28" y="78"/>
                  </a:lnTo>
                  <a:lnTo>
                    <a:pt x="43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5" name="Oval 179">
              <a:extLst>
                <a:ext uri="{FF2B5EF4-FFF2-40B4-BE49-F238E27FC236}">
                  <a16:creationId xmlns:a16="http://schemas.microsoft.com/office/drawing/2014/main" id="{98EF7B12-77E0-4FC4-A9C9-F3677E8EC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6475" y="-11436350"/>
              <a:ext cx="90488" cy="904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3BE24DAF-F56C-4313-A138-63D09F9E4BE9}"/>
              </a:ext>
            </a:extLst>
          </p:cNvPr>
          <p:cNvSpPr/>
          <p:nvPr/>
        </p:nvSpPr>
        <p:spPr>
          <a:xfrm>
            <a:off x="283216" y="4842940"/>
            <a:ext cx="2520000" cy="4168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工程师（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T1-T3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8FFF5C-33FB-416B-8600-4366FB8E2393}"/>
              </a:ext>
            </a:extLst>
          </p:cNvPr>
          <p:cNvSpPr/>
          <p:nvPr/>
        </p:nvSpPr>
        <p:spPr>
          <a:xfrm>
            <a:off x="2852070" y="4050402"/>
            <a:ext cx="2520000" cy="4168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高级工程师（</a:t>
            </a:r>
            <a:r>
              <a:rPr lang="en-US" altLang="zh-CN" dirty="0"/>
              <a:t>T4-5</a:t>
            </a:r>
            <a:r>
              <a:rPr lang="zh-CN" altLang="en-US" dirty="0"/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D71ED9-F536-40F3-A216-BBB8E551F874}"/>
              </a:ext>
            </a:extLst>
          </p:cNvPr>
          <p:cNvSpPr/>
          <p:nvPr/>
        </p:nvSpPr>
        <p:spPr>
          <a:xfrm>
            <a:off x="5361739" y="3208814"/>
            <a:ext cx="2520000" cy="41684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资深工程师（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T6-8)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8569AE-A000-42C1-9158-3AF56E0D59CF}"/>
              </a:ext>
            </a:extLst>
          </p:cNvPr>
          <p:cNvSpPr/>
          <p:nvPr/>
        </p:nvSpPr>
        <p:spPr>
          <a:xfrm>
            <a:off x="7881739" y="2598633"/>
            <a:ext cx="2520000" cy="41684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主任架构师（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T9/T10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053EC2-A3F1-4FCD-A9B2-0C4D1B8F1402}"/>
              </a:ext>
            </a:extLst>
          </p:cNvPr>
          <p:cNvSpPr/>
          <p:nvPr/>
        </p:nvSpPr>
        <p:spPr>
          <a:xfrm>
            <a:off x="0" y="5257566"/>
            <a:ext cx="3138754" cy="160043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做事让人放心</a:t>
            </a:r>
            <a:endParaRPr lang="en-US" altLang="zh-CN" sz="16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T1-T2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可以胜任一般模块的设计和实现，工作质量较高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T3: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独立自主、模块级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DED1BB-F6A6-4CA6-B8D8-0CE3BCC11ADA}"/>
              </a:ext>
            </a:extLst>
          </p:cNvPr>
          <p:cNvSpPr/>
          <p:nvPr/>
        </p:nvSpPr>
        <p:spPr>
          <a:xfrm>
            <a:off x="2803216" y="4528551"/>
            <a:ext cx="2813464" cy="408185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19DF7E-8430-4E19-ABBD-EAF49D06E0DC}"/>
              </a:ext>
            </a:extLst>
          </p:cNvPr>
          <p:cNvSpPr/>
          <p:nvPr/>
        </p:nvSpPr>
        <p:spPr>
          <a:xfrm>
            <a:off x="2852070" y="4486986"/>
            <a:ext cx="2819613" cy="1600434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独当一面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T4: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难度较低的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T5: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重点、难度较高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或者系列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25D2F5-A79C-4178-A501-47932752BA50}"/>
              </a:ext>
            </a:extLst>
          </p:cNvPr>
          <p:cNvSpPr/>
          <p:nvPr/>
        </p:nvSpPr>
        <p:spPr>
          <a:xfrm>
            <a:off x="5416743" y="3637163"/>
            <a:ext cx="2819613" cy="243143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完全把握一个方向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：技术把握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：部门内技术影响力、迁移能力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T8: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多个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Topic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、技术深度、能力的迁移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A1E480-2CA5-4DF9-8F01-58C4D76B0B39}"/>
              </a:ext>
            </a:extLst>
          </p:cNvPr>
          <p:cNvSpPr/>
          <p:nvPr/>
        </p:nvSpPr>
        <p:spPr>
          <a:xfrm>
            <a:off x="7942026" y="3003804"/>
            <a:ext cx="2819613" cy="1969766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：在某个大的技术领域成为专家，不可取代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：公司级别的专家，做出影响整个公司的成果和产出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AEF191-7345-4393-8D4C-1A649B2ED8BA}"/>
              </a:ext>
            </a:extLst>
          </p:cNvPr>
          <p:cNvSpPr/>
          <p:nvPr/>
        </p:nvSpPr>
        <p:spPr>
          <a:xfrm>
            <a:off x="9672000" y="1348713"/>
            <a:ext cx="2520000" cy="41684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首席架构师（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T11/T12)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379A48-B1C3-40D0-9614-8AEE0D4445E5}"/>
              </a:ext>
            </a:extLst>
          </p:cNvPr>
          <p:cNvSpPr/>
          <p:nvPr/>
        </p:nvSpPr>
        <p:spPr>
          <a:xfrm>
            <a:off x="9655922" y="1731111"/>
            <a:ext cx="25360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业界世界范围内领先的成果和产出，并对公司有巨大帮助作为支撑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A2A12EF-005D-41A3-AF25-B5653751911C}"/>
              </a:ext>
            </a:extLst>
          </p:cNvPr>
          <p:cNvSpPr txBox="1"/>
          <p:nvPr/>
        </p:nvSpPr>
        <p:spPr>
          <a:xfrm>
            <a:off x="8628256" y="6241272"/>
            <a:ext cx="3612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资料来源：</a:t>
            </a:r>
            <a:r>
              <a:rPr lang="zh-CN" altLang="en-US" sz="1600" dirty="0">
                <a:hlinkClick r:id="rId2"/>
              </a:rPr>
              <a:t>百度工程师职称标准</a:t>
            </a:r>
            <a:endParaRPr lang="zh-CN" altLang="en-US" sz="1600" dirty="0"/>
          </a:p>
        </p:txBody>
      </p:sp>
      <p:sp>
        <p:nvSpPr>
          <p:cNvPr id="18" name="标题 5">
            <a:extLst>
              <a:ext uri="{FF2B5EF4-FFF2-40B4-BE49-F238E27FC236}">
                <a16:creationId xmlns:a16="http://schemas.microsoft.com/office/drawing/2014/main" id="{6648DA81-1C52-4BEF-B1FD-B4A7EAC5F922}"/>
              </a:ext>
            </a:extLst>
          </p:cNvPr>
          <p:cNvSpPr txBox="1">
            <a:spLocks/>
          </p:cNvSpPr>
          <p:nvPr/>
        </p:nvSpPr>
        <p:spPr bwMode="auto">
          <a:xfrm>
            <a:off x="575990" y="360195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百度工程师发展路径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50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5"/>
          <p:cNvSpPr>
            <a:spLocks noGrp="1"/>
          </p:cNvSpPr>
          <p:nvPr>
            <p:ph type="title" idx="4294967295"/>
          </p:nvPr>
        </p:nvSpPr>
        <p:spPr>
          <a:xfrm>
            <a:off x="575990" y="360195"/>
            <a:ext cx="10674835" cy="80367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BIT-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工程师学习体系</a:t>
            </a:r>
            <a:endParaRPr lang="en-US" altLang="zh-CN" sz="2800" b="1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FCA09AD-3A5C-4818-A0C4-DA436677008B}"/>
              </a:ext>
            </a:extLst>
          </p:cNvPr>
          <p:cNvGrpSpPr/>
          <p:nvPr/>
        </p:nvGrpSpPr>
        <p:grpSpPr>
          <a:xfrm>
            <a:off x="2715511" y="1683040"/>
            <a:ext cx="6834714" cy="4761175"/>
            <a:chOff x="2708802" y="1728242"/>
            <a:chExt cx="6834714" cy="4761175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8975BD51-4CDE-4CF8-BB4A-50887D41EA09}"/>
                </a:ext>
              </a:extLst>
            </p:cNvPr>
            <p:cNvGrpSpPr/>
            <p:nvPr/>
          </p:nvGrpSpPr>
          <p:grpSpPr>
            <a:xfrm>
              <a:off x="2708802" y="3143879"/>
              <a:ext cx="6834714" cy="2713051"/>
              <a:chOff x="1676934" y="2559914"/>
              <a:chExt cx="6834714" cy="2713051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901B97FD-E162-4DE3-9F01-2B1394B1D372}"/>
                  </a:ext>
                </a:extLst>
              </p:cNvPr>
              <p:cNvGrpSpPr/>
              <p:nvPr/>
            </p:nvGrpSpPr>
            <p:grpSpPr>
              <a:xfrm>
                <a:off x="1680636" y="4005097"/>
                <a:ext cx="6831012" cy="1267868"/>
                <a:chOff x="4395261" y="3530695"/>
                <a:chExt cx="6831012" cy="1267868"/>
              </a:xfrm>
            </p:grpSpPr>
            <p:sp>
              <p:nvSpPr>
                <p:cNvPr id="34" name="圆角矩形 9">
                  <a:extLst>
                    <a:ext uri="{FF2B5EF4-FFF2-40B4-BE49-F238E27FC236}">
                      <a16:creationId xmlns:a16="http://schemas.microsoft.com/office/drawing/2014/main" id="{7A212450-9248-41EF-B917-71E5E6DBC636}"/>
                    </a:ext>
                  </a:extLst>
                </p:cNvPr>
                <p:cNvSpPr/>
                <p:nvPr/>
              </p:nvSpPr>
              <p:spPr>
                <a:xfrm>
                  <a:off x="4395261" y="3530695"/>
                  <a:ext cx="3348621" cy="1267868"/>
                </a:xfrm>
                <a:prstGeom prst="round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码神特训营</a:t>
                  </a:r>
                  <a:r>
                    <a:rPr lang="en-US" altLang="zh-CN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-</a:t>
                  </a: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进阶篇</a:t>
                  </a:r>
                  <a:endPara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sz="1600" b="1" dirty="0">
                    <a:solidFill>
                      <a:schemeClr val="accent4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zh-CN" altLang="en-US" sz="1600" dirty="0">
                    <a:solidFill>
                      <a:schemeClr val="accent4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圆角矩形 10">
                  <a:extLst>
                    <a:ext uri="{FF2B5EF4-FFF2-40B4-BE49-F238E27FC236}">
                      <a16:creationId xmlns:a16="http://schemas.microsoft.com/office/drawing/2014/main" id="{B33AD9FC-A370-4710-9FB4-97912EFF409C}"/>
                    </a:ext>
                  </a:extLst>
                </p:cNvPr>
                <p:cNvSpPr/>
                <p:nvPr/>
              </p:nvSpPr>
              <p:spPr>
                <a:xfrm>
                  <a:off x="7877652" y="3530695"/>
                  <a:ext cx="3348621" cy="1267868"/>
                </a:xfrm>
                <a:prstGeom prst="round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工程师学习地图</a:t>
                  </a:r>
                  <a:endPara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sz="1600" dirty="0">
                    <a:solidFill>
                      <a:schemeClr val="accent4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endParaRPr lang="en-US" altLang="zh-CN" sz="1600" dirty="0">
                    <a:solidFill>
                      <a:schemeClr val="accent4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圆角矩形 11">
                  <a:extLst>
                    <a:ext uri="{FF2B5EF4-FFF2-40B4-BE49-F238E27FC236}">
                      <a16:creationId xmlns:a16="http://schemas.microsoft.com/office/drawing/2014/main" id="{CB2F31FC-5FA0-4670-A60C-08CE814D2127}"/>
                    </a:ext>
                  </a:extLst>
                </p:cNvPr>
                <p:cNvSpPr/>
                <p:nvPr/>
              </p:nvSpPr>
              <p:spPr>
                <a:xfrm>
                  <a:off x="4395261" y="4005097"/>
                  <a:ext cx="6831012" cy="673849"/>
                </a:xfrm>
                <a:prstGeom prst="roundRect">
                  <a:avLst/>
                </a:prstGeom>
                <a:solidFill>
                  <a:srgbClr val="6E88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solidFill>
                        <a:srgbClr val="FFC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T3-T7</a:t>
                  </a:r>
                </a:p>
                <a:p>
                  <a:pPr algn="ctr"/>
                  <a:r>
                    <a:rPr lang="zh-CN" altLang="en-US" sz="1600" b="1" dirty="0">
                      <a:solidFill>
                        <a:srgbClr val="FFC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基础能力打造：工程能力、日常工作能力技能</a:t>
                  </a:r>
                  <a:endParaRPr lang="en-US" altLang="zh-CN" sz="1600" b="1" dirty="0">
                    <a:solidFill>
                      <a:srgbClr val="FFC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2" name="圆角矩形 7">
                <a:extLst>
                  <a:ext uri="{FF2B5EF4-FFF2-40B4-BE49-F238E27FC236}">
                    <a16:creationId xmlns:a16="http://schemas.microsoft.com/office/drawing/2014/main" id="{0A7AA611-941F-48CC-874C-054D99910450}"/>
                  </a:ext>
                </a:extLst>
              </p:cNvPr>
              <p:cNvSpPr/>
              <p:nvPr/>
            </p:nvSpPr>
            <p:spPr>
              <a:xfrm>
                <a:off x="1676934" y="2559914"/>
                <a:ext cx="6831012" cy="1317862"/>
              </a:xfrm>
              <a:prstGeom prst="round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骨干工程师培养项目</a:t>
                </a:r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圆角矩形 8">
                <a:extLst>
                  <a:ext uri="{FF2B5EF4-FFF2-40B4-BE49-F238E27FC236}">
                    <a16:creationId xmlns:a16="http://schemas.microsoft.com/office/drawing/2014/main" id="{D7AC0018-DAAD-431B-8D1E-FE67DBBEF86B}"/>
                  </a:ext>
                </a:extLst>
              </p:cNvPr>
              <p:cNvSpPr/>
              <p:nvPr/>
            </p:nvSpPr>
            <p:spPr>
              <a:xfrm>
                <a:off x="1676934" y="3069328"/>
                <a:ext cx="6831012" cy="673849"/>
              </a:xfrm>
              <a:prstGeom prst="roundRect">
                <a:avLst/>
              </a:prstGeom>
              <a:solidFill>
                <a:srgbClr val="6E88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rgbClr val="FFC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T7-T8</a:t>
                </a:r>
              </a:p>
              <a:p>
                <a:pPr algn="ctr"/>
                <a:r>
                  <a:rPr lang="zh-CN" altLang="en-US" sz="1600" dirty="0">
                    <a:solidFill>
                      <a:srgbClr val="FFC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系统思考，技术规划</a:t>
                </a:r>
              </a:p>
            </p:txBody>
          </p:sp>
        </p:grpSp>
        <p:sp>
          <p:nvSpPr>
            <p:cNvPr id="41" name="圆角矩形 12">
              <a:extLst>
                <a:ext uri="{FF2B5EF4-FFF2-40B4-BE49-F238E27FC236}">
                  <a16:creationId xmlns:a16="http://schemas.microsoft.com/office/drawing/2014/main" id="{2EE88821-6F25-4E6E-A8F2-DC56979E8228}"/>
                </a:ext>
              </a:extLst>
            </p:cNvPr>
            <p:cNvSpPr/>
            <p:nvPr/>
          </p:nvSpPr>
          <p:spPr>
            <a:xfrm>
              <a:off x="2708802" y="1728242"/>
              <a:ext cx="6831012" cy="1317862"/>
            </a:xfrm>
            <a:prstGeom prst="round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高阶沙龙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圆角矩形 13">
              <a:extLst>
                <a:ext uri="{FF2B5EF4-FFF2-40B4-BE49-F238E27FC236}">
                  <a16:creationId xmlns:a16="http://schemas.microsoft.com/office/drawing/2014/main" id="{A4D0E955-DB61-4C3E-ABD2-554D3E43AAE1}"/>
                </a:ext>
              </a:extLst>
            </p:cNvPr>
            <p:cNvSpPr/>
            <p:nvPr/>
          </p:nvSpPr>
          <p:spPr>
            <a:xfrm>
              <a:off x="2708802" y="2237656"/>
              <a:ext cx="6831012" cy="673849"/>
            </a:xfrm>
            <a:prstGeom prst="roundRect">
              <a:avLst/>
            </a:prstGeom>
            <a:solidFill>
              <a:srgbClr val="6E88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T9+</a:t>
              </a:r>
            </a:p>
            <a:p>
              <a:pPr algn="ctr"/>
              <a:r>
                <a:rPr lang="zh-CN" altLang="en-US" sz="160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构建圈层、拓展视野、促进交流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60577B1-DC18-4307-BA2C-590222A0D349}"/>
                </a:ext>
              </a:extLst>
            </p:cNvPr>
            <p:cNvSpPr/>
            <p:nvPr/>
          </p:nvSpPr>
          <p:spPr>
            <a:xfrm>
              <a:off x="2712504" y="5968913"/>
              <a:ext cx="6827310" cy="520504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码神特训营</a:t>
              </a:r>
              <a:r>
                <a:rPr lang="en-US" altLang="zh-CN" sz="160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60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入门篇：工程师新人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656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CFB6C64F-681B-D649-BB62-03426C429E6A}"/>
              </a:ext>
            </a:extLst>
          </p:cNvPr>
          <p:cNvSpPr/>
          <p:nvPr/>
        </p:nvSpPr>
        <p:spPr>
          <a:xfrm>
            <a:off x="1922415" y="2175118"/>
            <a:ext cx="4493619" cy="4032448"/>
          </a:xfrm>
          <a:prstGeom prst="rect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标题 5">
            <a:extLst>
              <a:ext uri="{FF2B5EF4-FFF2-40B4-BE49-F238E27FC236}">
                <a16:creationId xmlns:a16="http://schemas.microsoft.com/office/drawing/2014/main" id="{E279A783-23C4-3C48-B6CD-BDE6DAD46BEE}"/>
              </a:ext>
            </a:extLst>
          </p:cNvPr>
          <p:cNvSpPr txBox="1">
            <a:spLocks/>
          </p:cNvSpPr>
          <p:nvPr/>
        </p:nvSpPr>
        <p:spPr bwMode="auto">
          <a:xfrm>
            <a:off x="573427" y="285395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码神特训营简介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C0F7B50-F746-E145-87E3-BC5ABEB42452}"/>
              </a:ext>
            </a:extLst>
          </p:cNvPr>
          <p:cNvSpPr/>
          <p:nvPr/>
        </p:nvSpPr>
        <p:spPr>
          <a:xfrm>
            <a:off x="575990" y="1154527"/>
            <a:ext cx="9691213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码神特训营分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“岗前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入门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进阶”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三步培养，为</a:t>
            </a:r>
            <a:r>
              <a:rPr lang="en" altLang="zh-CN" dirty="0">
                <a:solidFill>
                  <a:srgbClr val="333333"/>
                </a:solidFill>
                <a:latin typeface="Arial" panose="020B0604020202020204" pitchFamily="34" charset="0"/>
              </a:rPr>
              <a:t>T3-T7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同学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必修。</a:t>
            </a:r>
            <a:endParaRPr lang="zh-CN" altLang="en-US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*免修：不涉及代码编写的同学，如</a:t>
            </a:r>
            <a:r>
              <a:rPr lang="e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PMO</a:t>
            </a:r>
            <a:r>
              <a:rPr lang="zh-CN" altLang="en" dirty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e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OP</a:t>
            </a:r>
            <a:r>
              <a:rPr lang="zh-CN" altLang="en" dirty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系统工程师、硬件工程师可自动免修</a:t>
            </a:r>
            <a:endParaRPr lang="zh-CN" alt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69AC01-0F87-E44D-AAEC-36DF1B0DA021}"/>
              </a:ext>
            </a:extLst>
          </p:cNvPr>
          <p:cNvSpPr/>
          <p:nvPr/>
        </p:nvSpPr>
        <p:spPr>
          <a:xfrm>
            <a:off x="1969980" y="3343768"/>
            <a:ext cx="4418390" cy="5881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快速上手工作（平台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&amp;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规范等），降低部门培养成本；</a:t>
            </a:r>
            <a:endParaRPr lang="en-US" altLang="zh-CN" sz="12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提高工程能力意识，明确安全红线、减少安全事故。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3D1ED7C-FC74-9E48-9D65-037C0260FF89}"/>
              </a:ext>
            </a:extLst>
          </p:cNvPr>
          <p:cNvGrpSpPr/>
          <p:nvPr/>
        </p:nvGrpSpPr>
        <p:grpSpPr>
          <a:xfrm>
            <a:off x="695885" y="4050012"/>
            <a:ext cx="1179567" cy="2016715"/>
            <a:chOff x="2061318" y="3127055"/>
            <a:chExt cx="2122495" cy="264574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C0D75D7-4513-0547-B6F5-A2901FC6D2A7}"/>
                </a:ext>
              </a:extLst>
            </p:cNvPr>
            <p:cNvSpPr/>
            <p:nvPr/>
          </p:nvSpPr>
          <p:spPr>
            <a:xfrm>
              <a:off x="2061318" y="3649865"/>
              <a:ext cx="2122495" cy="2122936"/>
            </a:xfrm>
            <a:prstGeom prst="rect">
              <a:avLst/>
            </a:prstGeom>
            <a:solidFill>
              <a:srgbClr val="DEEBF5"/>
            </a:solidFill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7664F1F-685C-0B4D-A3DA-603542DC0E31}"/>
                </a:ext>
              </a:extLst>
            </p:cNvPr>
            <p:cNvSpPr/>
            <p:nvPr/>
          </p:nvSpPr>
          <p:spPr>
            <a:xfrm>
              <a:off x="2061318" y="3127055"/>
              <a:ext cx="2122495" cy="542853"/>
            </a:xfrm>
            <a:prstGeom prst="rect">
              <a:avLst/>
            </a:prstGeom>
            <a:solidFill>
              <a:srgbClr val="4473C5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岗前培养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CE1C825D-7E3A-A647-9ACA-BAF2221CD4C1}"/>
              </a:ext>
            </a:extLst>
          </p:cNvPr>
          <p:cNvSpPr/>
          <p:nvPr/>
        </p:nvSpPr>
        <p:spPr>
          <a:xfrm>
            <a:off x="853431" y="5323469"/>
            <a:ext cx="641867" cy="288766"/>
          </a:xfrm>
          <a:prstGeom prst="rect">
            <a:avLst/>
          </a:prstGeom>
          <a:solidFill>
            <a:srgbClr val="DEDFFF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命令行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25D950-8595-E140-BED7-394BB8EE9BF7}"/>
              </a:ext>
            </a:extLst>
          </p:cNvPr>
          <p:cNvSpPr/>
          <p:nvPr/>
        </p:nvSpPr>
        <p:spPr>
          <a:xfrm>
            <a:off x="998952" y="5051889"/>
            <a:ext cx="569608" cy="279280"/>
          </a:xfrm>
          <a:prstGeom prst="rect">
            <a:avLst/>
          </a:prstGeom>
          <a:solidFill>
            <a:srgbClr val="DEDFFF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shell</a:t>
            </a:r>
            <a:endParaRPr lang="zh-CN" altLang="en-US" sz="1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7ADBFD-833C-BD49-95EB-B55600767E98}"/>
              </a:ext>
            </a:extLst>
          </p:cNvPr>
          <p:cNvSpPr/>
          <p:nvPr/>
        </p:nvSpPr>
        <p:spPr>
          <a:xfrm>
            <a:off x="1108297" y="4773818"/>
            <a:ext cx="569608" cy="279280"/>
          </a:xfrm>
          <a:prstGeom prst="rect">
            <a:avLst/>
          </a:prstGeom>
          <a:solidFill>
            <a:srgbClr val="DEDFFF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+mj-ea"/>
                <a:ea typeface="+mj-ea"/>
              </a:rPr>
              <a:t>git</a:t>
            </a:r>
            <a:endParaRPr lang="zh-CN" altLang="en-US" sz="1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36CFF18-C932-8C47-A167-093F28A41291}"/>
              </a:ext>
            </a:extLst>
          </p:cNvPr>
          <p:cNvGrpSpPr/>
          <p:nvPr/>
        </p:nvGrpSpPr>
        <p:grpSpPr>
          <a:xfrm>
            <a:off x="1969980" y="4050012"/>
            <a:ext cx="1616365" cy="2016715"/>
            <a:chOff x="1705038" y="3127055"/>
            <a:chExt cx="2774645" cy="264574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D85ED3E-0E7B-E34A-8C77-B3AA9BB9CC0A}"/>
                </a:ext>
              </a:extLst>
            </p:cNvPr>
            <p:cNvSpPr/>
            <p:nvPr/>
          </p:nvSpPr>
          <p:spPr>
            <a:xfrm>
              <a:off x="1705040" y="3649865"/>
              <a:ext cx="2774643" cy="2122936"/>
            </a:xfrm>
            <a:prstGeom prst="rect">
              <a:avLst/>
            </a:prstGeom>
            <a:solidFill>
              <a:srgbClr val="DEEBF5"/>
            </a:solidFill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5F85524-A39E-2F41-BF1C-A1EA012A1271}"/>
                </a:ext>
              </a:extLst>
            </p:cNvPr>
            <p:cNvSpPr/>
            <p:nvPr/>
          </p:nvSpPr>
          <p:spPr>
            <a:xfrm>
              <a:off x="1705038" y="3127055"/>
              <a:ext cx="2774645" cy="542853"/>
            </a:xfrm>
            <a:prstGeom prst="rect">
              <a:avLst/>
            </a:prstGeom>
            <a:solidFill>
              <a:srgbClr val="4473C5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在线学习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5532D1A-5203-BB40-9D6D-1CDD7E9F8480}"/>
              </a:ext>
            </a:extLst>
          </p:cNvPr>
          <p:cNvGrpSpPr/>
          <p:nvPr/>
        </p:nvGrpSpPr>
        <p:grpSpPr>
          <a:xfrm>
            <a:off x="3702233" y="4050012"/>
            <a:ext cx="1346558" cy="2016715"/>
            <a:chOff x="2102570" y="3127055"/>
            <a:chExt cx="2471503" cy="264574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E9A46A5-8DB9-C041-BB58-9526C688ECBE}"/>
                </a:ext>
              </a:extLst>
            </p:cNvPr>
            <p:cNvSpPr/>
            <p:nvPr/>
          </p:nvSpPr>
          <p:spPr>
            <a:xfrm>
              <a:off x="2102570" y="3649865"/>
              <a:ext cx="2471503" cy="2122936"/>
            </a:xfrm>
            <a:prstGeom prst="rect">
              <a:avLst/>
            </a:prstGeom>
            <a:solidFill>
              <a:srgbClr val="DEEBF5"/>
            </a:solidFill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  <a:latin typeface="+mj-ea"/>
                  <a:ea typeface="+mj-ea"/>
                </a:rPr>
                <a:t>研发工具链</a:t>
              </a:r>
              <a:r>
                <a:rPr lang="en-US" altLang="zh-CN" sz="1200" dirty="0">
                  <a:solidFill>
                    <a:schemeClr val="tx1"/>
                  </a:solidFill>
                  <a:latin typeface="+mj-ea"/>
                  <a:ea typeface="+mj-ea"/>
                </a:rPr>
                <a:t>demo</a:t>
              </a:r>
              <a:r>
                <a:rPr lang="zh-CN" altLang="en-US" sz="1200" dirty="0">
                  <a:solidFill>
                    <a:schemeClr val="tx1"/>
                  </a:solidFill>
                  <a:latin typeface="+mj-ea"/>
                  <a:ea typeface="+mj-ea"/>
                </a:rPr>
                <a:t>实战</a:t>
              </a:r>
              <a:endParaRPr lang="en-US" altLang="zh-CN" sz="12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200" dirty="0">
                  <a:solidFill>
                    <a:schemeClr val="tx1"/>
                  </a:solidFill>
                  <a:latin typeface="+mj-ea"/>
                  <a:ea typeface="+mj-ea"/>
                </a:rPr>
                <a:t>QC</a:t>
              </a:r>
              <a:r>
                <a:rPr lang="zh-CN" altLang="en-US" sz="1200" dirty="0">
                  <a:solidFill>
                    <a:schemeClr val="tx1"/>
                  </a:solidFill>
                  <a:latin typeface="+mj-ea"/>
                  <a:ea typeface="+mj-ea"/>
                </a:rPr>
                <a:t>认证考试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1656A32-4EB4-F142-B60B-F2E7A63C82D8}"/>
                </a:ext>
              </a:extLst>
            </p:cNvPr>
            <p:cNvSpPr/>
            <p:nvPr/>
          </p:nvSpPr>
          <p:spPr>
            <a:xfrm>
              <a:off x="2102570" y="3127055"/>
              <a:ext cx="2471503" cy="542853"/>
            </a:xfrm>
            <a:prstGeom prst="rect">
              <a:avLst/>
            </a:prstGeom>
            <a:solidFill>
              <a:srgbClr val="4473C5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认证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3F89A63-8973-D244-8DD0-42B17519A200}"/>
              </a:ext>
            </a:extLst>
          </p:cNvPr>
          <p:cNvGrpSpPr/>
          <p:nvPr/>
        </p:nvGrpSpPr>
        <p:grpSpPr>
          <a:xfrm>
            <a:off x="5179502" y="4050012"/>
            <a:ext cx="1208868" cy="2016715"/>
            <a:chOff x="2258771" y="3127055"/>
            <a:chExt cx="2183799" cy="264574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7252375-683C-B140-8E4C-9BB0F0370037}"/>
                </a:ext>
              </a:extLst>
            </p:cNvPr>
            <p:cNvSpPr/>
            <p:nvPr/>
          </p:nvSpPr>
          <p:spPr>
            <a:xfrm>
              <a:off x="2258771" y="3649865"/>
              <a:ext cx="2183797" cy="2122936"/>
            </a:xfrm>
            <a:prstGeom prst="rect">
              <a:avLst/>
            </a:prstGeom>
            <a:solidFill>
              <a:srgbClr val="DEEBF5"/>
            </a:solidFill>
            <a:ln>
              <a:prstDash val="sysDash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  <a:latin typeface="+mj-ea"/>
                  <a:ea typeface="+mj-ea"/>
                </a:rPr>
                <a:t>工程师文化</a:t>
              </a:r>
              <a:endParaRPr lang="en-US" altLang="zh-CN" sz="1200" dirty="0">
                <a:solidFill>
                  <a:schemeClr val="tx1"/>
                </a:solidFill>
                <a:latin typeface="+mj-ea"/>
                <a:ea typeface="+mj-ea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  <a:latin typeface="+mj-ea"/>
                  <a:ea typeface="+mj-ea"/>
                </a:rPr>
                <a:t>工程师成长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765A90D-D80C-2F40-B0AC-99F988E45364}"/>
                </a:ext>
              </a:extLst>
            </p:cNvPr>
            <p:cNvSpPr/>
            <p:nvPr/>
          </p:nvSpPr>
          <p:spPr>
            <a:xfrm>
              <a:off x="2258771" y="3127055"/>
              <a:ext cx="2183799" cy="542853"/>
            </a:xfrm>
            <a:prstGeom prst="rect">
              <a:avLst/>
            </a:prstGeom>
            <a:solidFill>
              <a:srgbClr val="4473C5"/>
            </a:solidFill>
            <a:ln>
              <a:prstDash val="sysDash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大咖分享</a:t>
              </a: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E8056868-6CF1-554E-9BDE-F8773E08D096}"/>
              </a:ext>
            </a:extLst>
          </p:cNvPr>
          <p:cNvSpPr/>
          <p:nvPr/>
        </p:nvSpPr>
        <p:spPr>
          <a:xfrm>
            <a:off x="2023546" y="4526406"/>
            <a:ext cx="1070395" cy="288117"/>
          </a:xfrm>
          <a:prstGeom prst="rect">
            <a:avLst/>
          </a:prstGeom>
          <a:solidFill>
            <a:srgbClr val="DEDFFF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工程能力意识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9A5224-FF75-5548-938C-9948D5CC8664}"/>
              </a:ext>
            </a:extLst>
          </p:cNvPr>
          <p:cNvSpPr/>
          <p:nvPr/>
        </p:nvSpPr>
        <p:spPr>
          <a:xfrm>
            <a:off x="2167562" y="4814639"/>
            <a:ext cx="1070395" cy="288117"/>
          </a:xfrm>
          <a:prstGeom prst="rect">
            <a:avLst/>
          </a:prstGeom>
          <a:solidFill>
            <a:srgbClr val="DEDFFF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研发流程工具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2EFA022-F7A4-4040-AB26-D6E218F8E84E}"/>
              </a:ext>
            </a:extLst>
          </p:cNvPr>
          <p:cNvSpPr/>
          <p:nvPr/>
        </p:nvSpPr>
        <p:spPr>
          <a:xfrm>
            <a:off x="2455594" y="5393671"/>
            <a:ext cx="974713" cy="296981"/>
          </a:xfrm>
          <a:prstGeom prst="rect">
            <a:avLst/>
          </a:prstGeom>
          <a:solidFill>
            <a:srgbClr val="DEDFFF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其他选修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F98A11-D7A8-224F-9891-1DAFE1BDCB44}"/>
              </a:ext>
            </a:extLst>
          </p:cNvPr>
          <p:cNvSpPr/>
          <p:nvPr/>
        </p:nvSpPr>
        <p:spPr>
          <a:xfrm>
            <a:off x="2321303" y="5101690"/>
            <a:ext cx="1070395" cy="288117"/>
          </a:xfrm>
          <a:prstGeom prst="rect">
            <a:avLst/>
          </a:prstGeom>
          <a:solidFill>
            <a:srgbClr val="DEDFFF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安全制度规范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2C680B-A1F9-B743-AF72-E9B37598AD5C}"/>
              </a:ext>
            </a:extLst>
          </p:cNvPr>
          <p:cNvSpPr/>
          <p:nvPr/>
        </p:nvSpPr>
        <p:spPr>
          <a:xfrm>
            <a:off x="685261" y="3341927"/>
            <a:ext cx="1202852" cy="5881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拉齐必备硬技能，同一起跑线上岗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7098B35-F185-7F4B-8180-588DAE3771D7}"/>
              </a:ext>
            </a:extLst>
          </p:cNvPr>
          <p:cNvSpPr/>
          <p:nvPr/>
        </p:nvSpPr>
        <p:spPr>
          <a:xfrm>
            <a:off x="6470235" y="3341927"/>
            <a:ext cx="4790234" cy="5881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提升个人工程能力基本功，促进在工作中的落地实践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BA0D70-A1BA-C843-A69D-7F6671997504}"/>
              </a:ext>
            </a:extLst>
          </p:cNvPr>
          <p:cNvSpPr/>
          <p:nvPr/>
        </p:nvSpPr>
        <p:spPr>
          <a:xfrm>
            <a:off x="6519079" y="4448523"/>
            <a:ext cx="1030219" cy="1618204"/>
          </a:xfrm>
          <a:prstGeom prst="rect">
            <a:avLst/>
          </a:prstGeom>
          <a:solidFill>
            <a:srgbClr val="DEEBF5"/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代码质量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代码检查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单测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</a:rPr>
              <a:t>CR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A4525FB-C77D-664E-A1CA-12C35488264D}"/>
              </a:ext>
            </a:extLst>
          </p:cNvPr>
          <p:cNvSpPr/>
          <p:nvPr/>
        </p:nvSpPr>
        <p:spPr>
          <a:xfrm>
            <a:off x="6519077" y="4050012"/>
            <a:ext cx="3411212" cy="413789"/>
          </a:xfrm>
          <a:prstGeom prst="rect">
            <a:avLst/>
          </a:prstGeom>
          <a:solidFill>
            <a:srgbClr val="4473C5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在线学习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D3466C-B2BC-2D41-80D4-FCA034D6C969}"/>
              </a:ext>
            </a:extLst>
          </p:cNvPr>
          <p:cNvSpPr/>
          <p:nvPr/>
        </p:nvSpPr>
        <p:spPr>
          <a:xfrm>
            <a:off x="7668804" y="4463748"/>
            <a:ext cx="1063767" cy="1605444"/>
          </a:xfrm>
          <a:prstGeom prst="rect">
            <a:avLst/>
          </a:prstGeom>
          <a:solidFill>
            <a:srgbClr val="DEEBF5"/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zh-CN" altLang="en-US" sz="1200" dirty="0">
                <a:solidFill>
                  <a:schemeClr val="tx1"/>
                </a:solidFill>
              </a:rPr>
              <a:t>项目文档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如何写好项目文档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研发过程资产管理</a:t>
            </a:r>
            <a:endParaRPr lang="en-US" altLang="zh-CN" sz="1200" dirty="0">
              <a:solidFill>
                <a:schemeClr val="tx1"/>
              </a:solidFill>
            </a:endParaRPr>
          </a:p>
          <a:p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5C70E94-17FE-7448-82FF-A1AF35F57797}"/>
              </a:ext>
            </a:extLst>
          </p:cNvPr>
          <p:cNvSpPr/>
          <p:nvPr/>
        </p:nvSpPr>
        <p:spPr>
          <a:xfrm>
            <a:off x="8852075" y="4463801"/>
            <a:ext cx="1078215" cy="1618204"/>
          </a:xfrm>
          <a:prstGeom prst="rect">
            <a:avLst/>
          </a:prstGeom>
          <a:solidFill>
            <a:srgbClr val="DEEBF5"/>
          </a:solidFill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dirty="0">
                <a:solidFill>
                  <a:schemeClr val="tx1"/>
                </a:solidFill>
              </a:rPr>
              <a:t>项目管理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项目管理入门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项目沟通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E925372-BE9E-774C-A84F-227A7A4DE026}"/>
              </a:ext>
            </a:extLst>
          </p:cNvPr>
          <p:cNvGrpSpPr/>
          <p:nvPr/>
        </p:nvGrpSpPr>
        <p:grpSpPr>
          <a:xfrm>
            <a:off x="10035348" y="4046002"/>
            <a:ext cx="1225122" cy="2036003"/>
            <a:chOff x="2102570" y="3127055"/>
            <a:chExt cx="2471503" cy="264574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DAF43BA-C451-5A4B-B4B5-3B5D2E8AAB13}"/>
                </a:ext>
              </a:extLst>
            </p:cNvPr>
            <p:cNvSpPr/>
            <p:nvPr/>
          </p:nvSpPr>
          <p:spPr>
            <a:xfrm>
              <a:off x="2102570" y="3649865"/>
              <a:ext cx="2471503" cy="2122936"/>
            </a:xfrm>
            <a:prstGeom prst="rect">
              <a:avLst/>
            </a:prstGeom>
            <a:solidFill>
              <a:srgbClr val="DEEBF5"/>
            </a:solidFill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  <a:latin typeface="+mj-ea"/>
                  <a:ea typeface="+mj-ea"/>
                </a:rPr>
                <a:t>文档评选</a:t>
              </a:r>
              <a:r>
                <a:rPr lang="en-US" altLang="zh-CN" sz="1200" dirty="0">
                  <a:solidFill>
                    <a:schemeClr val="tx1"/>
                  </a:solidFill>
                  <a:latin typeface="+mj-ea"/>
                  <a:ea typeface="+mj-ea"/>
                </a:rPr>
                <a:t>/Q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tx1"/>
                  </a:solidFill>
                  <a:latin typeface="+mj-ea"/>
                  <a:ea typeface="+mj-ea"/>
                </a:rPr>
                <a:t>主题分享</a:t>
              </a:r>
              <a:r>
                <a:rPr lang="en-US" altLang="zh-CN" sz="1200" dirty="0">
                  <a:solidFill>
                    <a:schemeClr val="tx1"/>
                  </a:solidFill>
                  <a:latin typeface="+mj-ea"/>
                  <a:ea typeface="+mj-ea"/>
                </a:rPr>
                <a:t>/M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zh-CN" sz="12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5D49328-D4DA-EE41-BD18-3B68C56702DF}"/>
                </a:ext>
              </a:extLst>
            </p:cNvPr>
            <p:cNvSpPr/>
            <p:nvPr/>
          </p:nvSpPr>
          <p:spPr>
            <a:xfrm>
              <a:off x="2102570" y="3127055"/>
              <a:ext cx="2471503" cy="542853"/>
            </a:xfrm>
            <a:prstGeom prst="rect">
              <a:avLst/>
            </a:prstGeom>
            <a:solidFill>
              <a:srgbClr val="4473C5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交流会</a:t>
              </a: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BA5D5C01-89D2-6F47-96C2-D34FA154B010}"/>
              </a:ext>
            </a:extLst>
          </p:cNvPr>
          <p:cNvSpPr/>
          <p:nvPr/>
        </p:nvSpPr>
        <p:spPr>
          <a:xfrm>
            <a:off x="701857" y="2319134"/>
            <a:ext cx="1179567" cy="413789"/>
          </a:xfrm>
          <a:prstGeom prst="rect">
            <a:avLst/>
          </a:prstGeom>
          <a:solidFill>
            <a:srgbClr val="4473C5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岗前篇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15C6C54-D3FA-5144-8A39-A15F933837A8}"/>
              </a:ext>
            </a:extLst>
          </p:cNvPr>
          <p:cNvSpPr/>
          <p:nvPr/>
        </p:nvSpPr>
        <p:spPr>
          <a:xfrm>
            <a:off x="1959809" y="2327064"/>
            <a:ext cx="4416353" cy="413789"/>
          </a:xfrm>
          <a:prstGeom prst="rect">
            <a:avLst/>
          </a:prstGeom>
          <a:solidFill>
            <a:srgbClr val="4473C5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入门篇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298EED4-F754-BA4C-8182-64B20C843AF1}"/>
              </a:ext>
            </a:extLst>
          </p:cNvPr>
          <p:cNvSpPr/>
          <p:nvPr/>
        </p:nvSpPr>
        <p:spPr>
          <a:xfrm>
            <a:off x="6450936" y="2319636"/>
            <a:ext cx="4797326" cy="413789"/>
          </a:xfrm>
          <a:prstGeom prst="rect">
            <a:avLst/>
          </a:prstGeom>
          <a:solidFill>
            <a:srgbClr val="4473C5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进阶篇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7B66AA9-DD65-3F4C-BCCE-8628F5A744BB}"/>
              </a:ext>
            </a:extLst>
          </p:cNvPr>
          <p:cNvSpPr/>
          <p:nvPr/>
        </p:nvSpPr>
        <p:spPr>
          <a:xfrm>
            <a:off x="1969980" y="2828377"/>
            <a:ext cx="4418390" cy="440853"/>
          </a:xfrm>
          <a:prstGeom prst="rect">
            <a:avLst/>
          </a:prstGeom>
          <a:solidFill>
            <a:srgbClr val="DE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T3-T7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新人，入职一周内完成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30B3FB5-9252-674E-B9A2-F2C66BB3D065}"/>
              </a:ext>
            </a:extLst>
          </p:cNvPr>
          <p:cNvSpPr/>
          <p:nvPr/>
        </p:nvSpPr>
        <p:spPr>
          <a:xfrm>
            <a:off x="685261" y="2826536"/>
            <a:ext cx="1202852" cy="440853"/>
          </a:xfrm>
          <a:prstGeom prst="rect">
            <a:avLst/>
          </a:prstGeom>
          <a:solidFill>
            <a:srgbClr val="DE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校招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5A56C39-61D5-004D-84DF-2FF2832CD278}"/>
              </a:ext>
            </a:extLst>
          </p:cNvPr>
          <p:cNvSpPr/>
          <p:nvPr/>
        </p:nvSpPr>
        <p:spPr>
          <a:xfrm>
            <a:off x="6470235" y="2826536"/>
            <a:ext cx="4790234" cy="440853"/>
          </a:xfrm>
          <a:prstGeom prst="rect">
            <a:avLst/>
          </a:prstGeom>
          <a:solidFill>
            <a:srgbClr val="DE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T3-T7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新人，入职</a:t>
            </a:r>
            <a:r>
              <a:rPr lang="en-US" altLang="zh-CN" sz="1200" dirty="0">
                <a:solidFill>
                  <a:schemeClr val="tx1"/>
                </a:solidFill>
                <a:latin typeface="+mj-ea"/>
                <a:ea typeface="+mj-ea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+mj-ea"/>
                <a:ea typeface="+mj-ea"/>
              </a:rPr>
              <a:t>个月内完成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1CC5028-5024-E44C-826B-470D6419EBA1}"/>
              </a:ext>
            </a:extLst>
          </p:cNvPr>
          <p:cNvSpPr/>
          <p:nvPr/>
        </p:nvSpPr>
        <p:spPr>
          <a:xfrm>
            <a:off x="1276360" y="6390227"/>
            <a:ext cx="9604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码神</a:t>
            </a:r>
            <a:r>
              <a:rPr lang="en-US" altLang="zh-CN" dirty="0"/>
              <a:t>-</a:t>
            </a:r>
            <a:r>
              <a:rPr lang="zh-CN" altLang="en-US" dirty="0"/>
              <a:t>入门篇知识库链接：</a:t>
            </a:r>
            <a:endParaRPr lang="en-US" altLang="zh-CN" dirty="0"/>
          </a:p>
          <a:p>
            <a:r>
              <a:rPr lang="en-US" altLang="zh-CN" dirty="0"/>
              <a:t>http://ku.baidu-int.com/knowledge/HFVrC7hq1Q/pKzJfZczuc/d6Geb_3P0n/Sd_siK1fXNgOXZ</a:t>
            </a:r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BB23929-74B8-4F31-B15A-802FED9DD66E}"/>
              </a:ext>
            </a:extLst>
          </p:cNvPr>
          <p:cNvSpPr/>
          <p:nvPr/>
        </p:nvSpPr>
        <p:spPr>
          <a:xfrm>
            <a:off x="2561001" y="5694561"/>
            <a:ext cx="974713" cy="296981"/>
          </a:xfrm>
          <a:prstGeom prst="rect">
            <a:avLst/>
          </a:prstGeom>
          <a:solidFill>
            <a:srgbClr val="DEDFFF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j-ea"/>
                <a:ea typeface="+mj-ea"/>
              </a:rPr>
              <a:t>工程师手册</a:t>
            </a:r>
          </a:p>
        </p:txBody>
      </p:sp>
    </p:spTree>
    <p:extLst>
      <p:ext uri="{BB962C8B-B14F-4D97-AF65-F5344CB8AC3E}">
        <p14:creationId xmlns:p14="http://schemas.microsoft.com/office/powerpoint/2010/main" val="754991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B0D2F3C-3E0E-7249-9C53-6FAF41E9B65B}"/>
              </a:ext>
            </a:extLst>
          </p:cNvPr>
          <p:cNvSpPr txBox="1">
            <a:spLocks/>
          </p:cNvSpPr>
          <p:nvPr/>
        </p:nvSpPr>
        <p:spPr bwMode="auto">
          <a:xfrm>
            <a:off x="359966" y="270266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码神特训营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入门篇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课程内容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999405-5F44-354C-8EB6-6DB8602AB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154" y="1296194"/>
            <a:ext cx="8136904" cy="501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62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百度代码认证体系(人)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1" name="29471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1644849" y="1806312"/>
            <a:ext cx="8134337" cy="2960063"/>
            <a:chOff x="690106" y="2145992"/>
            <a:chExt cx="8101634" cy="2948164"/>
          </a:xfrm>
        </p:grpSpPr>
        <p:sp>
          <p:nvSpPr>
            <p:cNvPr id="32" name="iślîḋè"/>
            <p:cNvSpPr/>
            <p:nvPr/>
          </p:nvSpPr>
          <p:spPr>
            <a:xfrm>
              <a:off x="690106" y="2419678"/>
              <a:ext cx="8101634" cy="1856017"/>
            </a:xfrm>
            <a:custGeom>
              <a:avLst/>
              <a:gdLst>
                <a:gd name="connsiteX0" fmla="*/ 0 w 6443529"/>
                <a:gd name="connsiteY0" fmla="*/ 1204957 h 2409914"/>
                <a:gd name="connsiteX1" fmla="*/ 3221765 w 6443529"/>
                <a:gd name="connsiteY1" fmla="*/ 0 h 2409914"/>
                <a:gd name="connsiteX2" fmla="*/ 6443530 w 6443529"/>
                <a:gd name="connsiteY2" fmla="*/ 1204957 h 2409914"/>
                <a:gd name="connsiteX3" fmla="*/ 3221765 w 6443529"/>
                <a:gd name="connsiteY3" fmla="*/ 2409914 h 2409914"/>
                <a:gd name="connsiteX4" fmla="*/ 0 w 6443529"/>
                <a:gd name="connsiteY4" fmla="*/ 1204957 h 2409914"/>
                <a:gd name="connsiteX0" fmla="*/ 30300 w 6473830"/>
                <a:gd name="connsiteY0" fmla="*/ 1204957 h 1517072"/>
                <a:gd name="connsiteX1" fmla="*/ 3252065 w 6473830"/>
                <a:gd name="connsiteY1" fmla="*/ 0 h 1517072"/>
                <a:gd name="connsiteX2" fmla="*/ 6473830 w 6473830"/>
                <a:gd name="connsiteY2" fmla="*/ 1204957 h 1517072"/>
                <a:gd name="connsiteX3" fmla="*/ 2200933 w 6473830"/>
                <a:gd name="connsiteY3" fmla="*/ 1264777 h 1517072"/>
                <a:gd name="connsiteX4" fmla="*/ 30300 w 6473830"/>
                <a:gd name="connsiteY4" fmla="*/ 1204957 h 1517072"/>
                <a:gd name="connsiteX0" fmla="*/ 13162 w 6478596"/>
                <a:gd name="connsiteY0" fmla="*/ 1204957 h 2076500"/>
                <a:gd name="connsiteX1" fmla="*/ 3234927 w 6478596"/>
                <a:gd name="connsiteY1" fmla="*/ 0 h 2076500"/>
                <a:gd name="connsiteX2" fmla="*/ 6456692 w 6478596"/>
                <a:gd name="connsiteY2" fmla="*/ 1204957 h 2076500"/>
                <a:gd name="connsiteX3" fmla="*/ 4375018 w 6478596"/>
                <a:gd name="connsiteY3" fmla="*/ 2076391 h 2076500"/>
                <a:gd name="connsiteX4" fmla="*/ 2183795 w 6478596"/>
                <a:gd name="connsiteY4" fmla="*/ 1264777 h 2076500"/>
                <a:gd name="connsiteX5" fmla="*/ 13162 w 6478596"/>
                <a:gd name="connsiteY5" fmla="*/ 1204957 h 2076500"/>
                <a:gd name="connsiteX0" fmla="*/ 112682 w 6578116"/>
                <a:gd name="connsiteY0" fmla="*/ 1204957 h 2076485"/>
                <a:gd name="connsiteX1" fmla="*/ 3334447 w 6578116"/>
                <a:gd name="connsiteY1" fmla="*/ 0 h 2076485"/>
                <a:gd name="connsiteX2" fmla="*/ 6556212 w 6578116"/>
                <a:gd name="connsiteY2" fmla="*/ 1204957 h 2076485"/>
                <a:gd name="connsiteX3" fmla="*/ 4474538 w 6578116"/>
                <a:gd name="connsiteY3" fmla="*/ 2076391 h 2076485"/>
                <a:gd name="connsiteX4" fmla="*/ 2283315 w 6578116"/>
                <a:gd name="connsiteY4" fmla="*/ 1264777 h 2076485"/>
                <a:gd name="connsiteX5" fmla="*/ 876759 w 6578116"/>
                <a:gd name="connsiteY5" fmla="*/ 1862746 h 2076485"/>
                <a:gd name="connsiteX6" fmla="*/ 112682 w 6578116"/>
                <a:gd name="connsiteY6" fmla="*/ 1204957 h 2076485"/>
                <a:gd name="connsiteX0" fmla="*/ 168966 w 6241293"/>
                <a:gd name="connsiteY0" fmla="*/ 950504 h 2078406"/>
                <a:gd name="connsiteX1" fmla="*/ 2997624 w 6241293"/>
                <a:gd name="connsiteY1" fmla="*/ 1921 h 2078406"/>
                <a:gd name="connsiteX2" fmla="*/ 6219389 w 6241293"/>
                <a:gd name="connsiteY2" fmla="*/ 1206878 h 2078406"/>
                <a:gd name="connsiteX3" fmla="*/ 4137715 w 6241293"/>
                <a:gd name="connsiteY3" fmla="*/ 2078312 h 2078406"/>
                <a:gd name="connsiteX4" fmla="*/ 1946492 w 6241293"/>
                <a:gd name="connsiteY4" fmla="*/ 1266698 h 2078406"/>
                <a:gd name="connsiteX5" fmla="*/ 539936 w 6241293"/>
                <a:gd name="connsiteY5" fmla="*/ 1864667 h 2078406"/>
                <a:gd name="connsiteX6" fmla="*/ 168966 w 6241293"/>
                <a:gd name="connsiteY6" fmla="*/ 950504 h 2078406"/>
                <a:gd name="connsiteX0" fmla="*/ 184012 w 6256339"/>
                <a:gd name="connsiteY0" fmla="*/ 950512 h 2078413"/>
                <a:gd name="connsiteX1" fmla="*/ 3012670 w 6256339"/>
                <a:gd name="connsiteY1" fmla="*/ 1929 h 2078413"/>
                <a:gd name="connsiteX2" fmla="*/ 6234435 w 6256339"/>
                <a:gd name="connsiteY2" fmla="*/ 1206886 h 2078413"/>
                <a:gd name="connsiteX3" fmla="*/ 4152761 w 6256339"/>
                <a:gd name="connsiteY3" fmla="*/ 2078320 h 2078413"/>
                <a:gd name="connsiteX4" fmla="*/ 1961538 w 6256339"/>
                <a:gd name="connsiteY4" fmla="*/ 1266706 h 2078413"/>
                <a:gd name="connsiteX5" fmla="*/ 503707 w 6256339"/>
                <a:gd name="connsiteY5" fmla="*/ 1881767 h 2078413"/>
                <a:gd name="connsiteX6" fmla="*/ 184012 w 6256339"/>
                <a:gd name="connsiteY6" fmla="*/ 950512 h 2078413"/>
                <a:gd name="connsiteX0" fmla="*/ 190154 w 6236843"/>
                <a:gd name="connsiteY0" fmla="*/ 958917 h 2078272"/>
                <a:gd name="connsiteX1" fmla="*/ 2993174 w 6236843"/>
                <a:gd name="connsiteY1" fmla="*/ 1788 h 2078272"/>
                <a:gd name="connsiteX2" fmla="*/ 6214939 w 6236843"/>
                <a:gd name="connsiteY2" fmla="*/ 1206745 h 2078272"/>
                <a:gd name="connsiteX3" fmla="*/ 4133265 w 6236843"/>
                <a:gd name="connsiteY3" fmla="*/ 2078179 h 2078272"/>
                <a:gd name="connsiteX4" fmla="*/ 1942042 w 6236843"/>
                <a:gd name="connsiteY4" fmla="*/ 1266565 h 2078272"/>
                <a:gd name="connsiteX5" fmla="*/ 484211 w 6236843"/>
                <a:gd name="connsiteY5" fmla="*/ 1881626 h 2078272"/>
                <a:gd name="connsiteX6" fmla="*/ 190154 w 6236843"/>
                <a:gd name="connsiteY6" fmla="*/ 958917 h 2078272"/>
                <a:gd name="connsiteX0" fmla="*/ 190154 w 6236843"/>
                <a:gd name="connsiteY0" fmla="*/ 942114 h 2078561"/>
                <a:gd name="connsiteX1" fmla="*/ 2993174 w 6236843"/>
                <a:gd name="connsiteY1" fmla="*/ 2077 h 2078561"/>
                <a:gd name="connsiteX2" fmla="*/ 6214939 w 6236843"/>
                <a:gd name="connsiteY2" fmla="*/ 1207034 h 2078561"/>
                <a:gd name="connsiteX3" fmla="*/ 4133265 w 6236843"/>
                <a:gd name="connsiteY3" fmla="*/ 2078468 h 2078561"/>
                <a:gd name="connsiteX4" fmla="*/ 1942042 w 6236843"/>
                <a:gd name="connsiteY4" fmla="*/ 1266854 h 2078561"/>
                <a:gd name="connsiteX5" fmla="*/ 484211 w 6236843"/>
                <a:gd name="connsiteY5" fmla="*/ 1881915 h 2078561"/>
                <a:gd name="connsiteX6" fmla="*/ 190154 w 6236843"/>
                <a:gd name="connsiteY6" fmla="*/ 942114 h 2078561"/>
                <a:gd name="connsiteX0" fmla="*/ 190154 w 6034586"/>
                <a:gd name="connsiteY0" fmla="*/ 941026 h 2077473"/>
                <a:gd name="connsiteX1" fmla="*/ 2993174 w 6034586"/>
                <a:gd name="connsiteY1" fmla="*/ 989 h 2077473"/>
                <a:gd name="connsiteX2" fmla="*/ 6009840 w 6034586"/>
                <a:gd name="connsiteY2" fmla="*/ 1120488 h 2077473"/>
                <a:gd name="connsiteX3" fmla="*/ 4133265 w 6034586"/>
                <a:gd name="connsiteY3" fmla="*/ 2077380 h 2077473"/>
                <a:gd name="connsiteX4" fmla="*/ 1942042 w 6034586"/>
                <a:gd name="connsiteY4" fmla="*/ 1265766 h 2077473"/>
                <a:gd name="connsiteX5" fmla="*/ 484211 w 6034586"/>
                <a:gd name="connsiteY5" fmla="*/ 1880827 h 2077473"/>
                <a:gd name="connsiteX6" fmla="*/ 190154 w 6034586"/>
                <a:gd name="connsiteY6" fmla="*/ 941026 h 2077473"/>
                <a:gd name="connsiteX0" fmla="*/ 190154 w 6164622"/>
                <a:gd name="connsiteY0" fmla="*/ 941026 h 2086767"/>
                <a:gd name="connsiteX1" fmla="*/ 2993174 w 6164622"/>
                <a:gd name="connsiteY1" fmla="*/ 989 h 2086767"/>
                <a:gd name="connsiteX2" fmla="*/ 6009840 w 6164622"/>
                <a:gd name="connsiteY2" fmla="*/ 1120488 h 2086767"/>
                <a:gd name="connsiteX3" fmla="*/ 5577504 w 6164622"/>
                <a:gd name="connsiteY3" fmla="*/ 1727004 h 2086767"/>
                <a:gd name="connsiteX4" fmla="*/ 4133265 w 6164622"/>
                <a:gd name="connsiteY4" fmla="*/ 2077380 h 2086767"/>
                <a:gd name="connsiteX5" fmla="*/ 1942042 w 6164622"/>
                <a:gd name="connsiteY5" fmla="*/ 1265766 h 2086767"/>
                <a:gd name="connsiteX6" fmla="*/ 484211 w 6164622"/>
                <a:gd name="connsiteY6" fmla="*/ 1880827 h 2086767"/>
                <a:gd name="connsiteX7" fmla="*/ 190154 w 6164622"/>
                <a:gd name="connsiteY7" fmla="*/ 941026 h 2086767"/>
                <a:gd name="connsiteX0" fmla="*/ 190154 w 6067951"/>
                <a:gd name="connsiteY0" fmla="*/ 945372 h 2091113"/>
                <a:gd name="connsiteX1" fmla="*/ 2993174 w 6067951"/>
                <a:gd name="connsiteY1" fmla="*/ 5335 h 2091113"/>
                <a:gd name="connsiteX2" fmla="*/ 5890199 w 6067951"/>
                <a:gd name="connsiteY2" fmla="*/ 612086 h 2091113"/>
                <a:gd name="connsiteX3" fmla="*/ 5577504 w 6067951"/>
                <a:gd name="connsiteY3" fmla="*/ 1731350 h 2091113"/>
                <a:gd name="connsiteX4" fmla="*/ 4133265 w 6067951"/>
                <a:gd name="connsiteY4" fmla="*/ 2081726 h 2091113"/>
                <a:gd name="connsiteX5" fmla="*/ 1942042 w 6067951"/>
                <a:gd name="connsiteY5" fmla="*/ 1270112 h 2091113"/>
                <a:gd name="connsiteX6" fmla="*/ 484211 w 6067951"/>
                <a:gd name="connsiteY6" fmla="*/ 1885173 h 2091113"/>
                <a:gd name="connsiteX7" fmla="*/ 190154 w 6067951"/>
                <a:gd name="connsiteY7" fmla="*/ 945372 h 2091113"/>
                <a:gd name="connsiteX0" fmla="*/ 174339 w 6052136"/>
                <a:gd name="connsiteY0" fmla="*/ 530400 h 1676141"/>
                <a:gd name="connsiteX1" fmla="*/ 2763714 w 6052136"/>
                <a:gd name="connsiteY1" fmla="*/ 51836 h 1676141"/>
                <a:gd name="connsiteX2" fmla="*/ 5874384 w 6052136"/>
                <a:gd name="connsiteY2" fmla="*/ 197114 h 1676141"/>
                <a:gd name="connsiteX3" fmla="*/ 5561689 w 6052136"/>
                <a:gd name="connsiteY3" fmla="*/ 1316378 h 1676141"/>
                <a:gd name="connsiteX4" fmla="*/ 4117450 w 6052136"/>
                <a:gd name="connsiteY4" fmla="*/ 1666754 h 1676141"/>
                <a:gd name="connsiteX5" fmla="*/ 1926227 w 6052136"/>
                <a:gd name="connsiteY5" fmla="*/ 855140 h 1676141"/>
                <a:gd name="connsiteX6" fmla="*/ 468396 w 6052136"/>
                <a:gd name="connsiteY6" fmla="*/ 1470201 h 1676141"/>
                <a:gd name="connsiteX7" fmla="*/ 174339 w 6052136"/>
                <a:gd name="connsiteY7" fmla="*/ 530400 h 1676141"/>
                <a:gd name="connsiteX0" fmla="*/ 174339 w 5972992"/>
                <a:gd name="connsiteY0" fmla="*/ 480268 h 1626009"/>
                <a:gd name="connsiteX1" fmla="*/ 2763714 w 5972992"/>
                <a:gd name="connsiteY1" fmla="*/ 1704 h 1626009"/>
                <a:gd name="connsiteX2" fmla="*/ 4134542 w 5972992"/>
                <a:gd name="connsiteY2" fmla="*/ 633857 h 1626009"/>
                <a:gd name="connsiteX3" fmla="*/ 5874384 w 5972992"/>
                <a:gd name="connsiteY3" fmla="*/ 146982 h 1626009"/>
                <a:gd name="connsiteX4" fmla="*/ 5561689 w 5972992"/>
                <a:gd name="connsiteY4" fmla="*/ 1266246 h 1626009"/>
                <a:gd name="connsiteX5" fmla="*/ 4117450 w 5972992"/>
                <a:gd name="connsiteY5" fmla="*/ 1616622 h 1626009"/>
                <a:gd name="connsiteX6" fmla="*/ 1926227 w 5972992"/>
                <a:gd name="connsiteY6" fmla="*/ 805008 h 1626009"/>
                <a:gd name="connsiteX7" fmla="*/ 468396 w 5972992"/>
                <a:gd name="connsiteY7" fmla="*/ 1420069 h 1626009"/>
                <a:gd name="connsiteX8" fmla="*/ 174339 w 5972992"/>
                <a:gd name="connsiteY8" fmla="*/ 480268 h 1626009"/>
                <a:gd name="connsiteX0" fmla="*/ 174339 w 6027917"/>
                <a:gd name="connsiteY0" fmla="*/ 480268 h 1626009"/>
                <a:gd name="connsiteX1" fmla="*/ 2763714 w 6027917"/>
                <a:gd name="connsiteY1" fmla="*/ 1704 h 1626009"/>
                <a:gd name="connsiteX2" fmla="*/ 4134542 w 6027917"/>
                <a:gd name="connsiteY2" fmla="*/ 633857 h 1626009"/>
                <a:gd name="connsiteX3" fmla="*/ 5874384 w 6027917"/>
                <a:gd name="connsiteY3" fmla="*/ 146982 h 1626009"/>
                <a:gd name="connsiteX4" fmla="*/ 5561689 w 6027917"/>
                <a:gd name="connsiteY4" fmla="*/ 1266246 h 1626009"/>
                <a:gd name="connsiteX5" fmla="*/ 4117450 w 6027917"/>
                <a:gd name="connsiteY5" fmla="*/ 1616622 h 1626009"/>
                <a:gd name="connsiteX6" fmla="*/ 1926227 w 6027917"/>
                <a:gd name="connsiteY6" fmla="*/ 805008 h 1626009"/>
                <a:gd name="connsiteX7" fmla="*/ 468396 w 6027917"/>
                <a:gd name="connsiteY7" fmla="*/ 1420069 h 1626009"/>
                <a:gd name="connsiteX8" fmla="*/ 174339 w 6027917"/>
                <a:gd name="connsiteY8" fmla="*/ 480268 h 1626009"/>
                <a:gd name="connsiteX0" fmla="*/ 174339 w 6027917"/>
                <a:gd name="connsiteY0" fmla="*/ 480268 h 1626009"/>
                <a:gd name="connsiteX1" fmla="*/ 2763714 w 6027917"/>
                <a:gd name="connsiteY1" fmla="*/ 1704 h 1626009"/>
                <a:gd name="connsiteX2" fmla="*/ 4134542 w 6027917"/>
                <a:gd name="connsiteY2" fmla="*/ 633857 h 1626009"/>
                <a:gd name="connsiteX3" fmla="*/ 5874384 w 6027917"/>
                <a:gd name="connsiteY3" fmla="*/ 146982 h 1626009"/>
                <a:gd name="connsiteX4" fmla="*/ 5561689 w 6027917"/>
                <a:gd name="connsiteY4" fmla="*/ 1266246 h 1626009"/>
                <a:gd name="connsiteX5" fmla="*/ 4117450 w 6027917"/>
                <a:gd name="connsiteY5" fmla="*/ 1616622 h 1626009"/>
                <a:gd name="connsiteX6" fmla="*/ 1926227 w 6027917"/>
                <a:gd name="connsiteY6" fmla="*/ 805008 h 1626009"/>
                <a:gd name="connsiteX7" fmla="*/ 468396 w 6027917"/>
                <a:gd name="connsiteY7" fmla="*/ 1420069 h 1626009"/>
                <a:gd name="connsiteX8" fmla="*/ 174339 w 6027917"/>
                <a:gd name="connsiteY8" fmla="*/ 480268 h 1626009"/>
                <a:gd name="connsiteX0" fmla="*/ 174339 w 6027917"/>
                <a:gd name="connsiteY0" fmla="*/ 480268 h 1626009"/>
                <a:gd name="connsiteX1" fmla="*/ 2763714 w 6027917"/>
                <a:gd name="connsiteY1" fmla="*/ 1704 h 1626009"/>
                <a:gd name="connsiteX2" fmla="*/ 4134542 w 6027917"/>
                <a:gd name="connsiteY2" fmla="*/ 633857 h 1626009"/>
                <a:gd name="connsiteX3" fmla="*/ 5874384 w 6027917"/>
                <a:gd name="connsiteY3" fmla="*/ 146982 h 1626009"/>
                <a:gd name="connsiteX4" fmla="*/ 5561689 w 6027917"/>
                <a:gd name="connsiteY4" fmla="*/ 1266246 h 1626009"/>
                <a:gd name="connsiteX5" fmla="*/ 4117450 w 6027917"/>
                <a:gd name="connsiteY5" fmla="*/ 1616622 h 1626009"/>
                <a:gd name="connsiteX6" fmla="*/ 1926227 w 6027917"/>
                <a:gd name="connsiteY6" fmla="*/ 805008 h 1626009"/>
                <a:gd name="connsiteX7" fmla="*/ 468396 w 6027917"/>
                <a:gd name="connsiteY7" fmla="*/ 1420069 h 1626009"/>
                <a:gd name="connsiteX8" fmla="*/ 174339 w 6027917"/>
                <a:gd name="connsiteY8" fmla="*/ 480268 h 1626009"/>
                <a:gd name="connsiteX0" fmla="*/ 140186 w 5993764"/>
                <a:gd name="connsiteY0" fmla="*/ 480551 h 1626292"/>
                <a:gd name="connsiteX1" fmla="*/ 2729561 w 5993764"/>
                <a:gd name="connsiteY1" fmla="*/ 1987 h 1626292"/>
                <a:gd name="connsiteX2" fmla="*/ 4100389 w 5993764"/>
                <a:gd name="connsiteY2" fmla="*/ 634140 h 1626292"/>
                <a:gd name="connsiteX3" fmla="*/ 5840231 w 5993764"/>
                <a:gd name="connsiteY3" fmla="*/ 147265 h 1626292"/>
                <a:gd name="connsiteX4" fmla="*/ 5527536 w 5993764"/>
                <a:gd name="connsiteY4" fmla="*/ 1266529 h 1626292"/>
                <a:gd name="connsiteX5" fmla="*/ 4083297 w 5993764"/>
                <a:gd name="connsiteY5" fmla="*/ 1616905 h 1626292"/>
                <a:gd name="connsiteX6" fmla="*/ 1892074 w 5993764"/>
                <a:gd name="connsiteY6" fmla="*/ 805291 h 1626292"/>
                <a:gd name="connsiteX7" fmla="*/ 434243 w 5993764"/>
                <a:gd name="connsiteY7" fmla="*/ 1420352 h 1626292"/>
                <a:gd name="connsiteX8" fmla="*/ 140186 w 5993764"/>
                <a:gd name="connsiteY8" fmla="*/ 480551 h 1626292"/>
                <a:gd name="connsiteX0" fmla="*/ 123408 w 6053898"/>
                <a:gd name="connsiteY0" fmla="*/ 513847 h 1625404"/>
                <a:gd name="connsiteX1" fmla="*/ 2789695 w 6053898"/>
                <a:gd name="connsiteY1" fmla="*/ 1099 h 1625404"/>
                <a:gd name="connsiteX2" fmla="*/ 4160523 w 6053898"/>
                <a:gd name="connsiteY2" fmla="*/ 633252 h 1625404"/>
                <a:gd name="connsiteX3" fmla="*/ 5900365 w 6053898"/>
                <a:gd name="connsiteY3" fmla="*/ 146377 h 1625404"/>
                <a:gd name="connsiteX4" fmla="*/ 5587670 w 6053898"/>
                <a:gd name="connsiteY4" fmla="*/ 1265641 h 1625404"/>
                <a:gd name="connsiteX5" fmla="*/ 4143431 w 6053898"/>
                <a:gd name="connsiteY5" fmla="*/ 1616017 h 1625404"/>
                <a:gd name="connsiteX6" fmla="*/ 1952208 w 6053898"/>
                <a:gd name="connsiteY6" fmla="*/ 804403 h 1625404"/>
                <a:gd name="connsiteX7" fmla="*/ 494377 w 6053898"/>
                <a:gd name="connsiteY7" fmla="*/ 1419464 h 1625404"/>
                <a:gd name="connsiteX8" fmla="*/ 123408 w 6053898"/>
                <a:gd name="connsiteY8" fmla="*/ 513847 h 1625404"/>
                <a:gd name="connsiteX0" fmla="*/ 65711 w 5996201"/>
                <a:gd name="connsiteY0" fmla="*/ 758590 h 1870147"/>
                <a:gd name="connsiteX1" fmla="*/ 1470720 w 5996201"/>
                <a:gd name="connsiteY1" fmla="*/ 23416 h 1870147"/>
                <a:gd name="connsiteX2" fmla="*/ 2731998 w 5996201"/>
                <a:gd name="connsiteY2" fmla="*/ 245842 h 1870147"/>
                <a:gd name="connsiteX3" fmla="*/ 4102826 w 5996201"/>
                <a:gd name="connsiteY3" fmla="*/ 877995 h 1870147"/>
                <a:gd name="connsiteX4" fmla="*/ 5842668 w 5996201"/>
                <a:gd name="connsiteY4" fmla="*/ 391120 h 1870147"/>
                <a:gd name="connsiteX5" fmla="*/ 5529973 w 5996201"/>
                <a:gd name="connsiteY5" fmla="*/ 1510384 h 1870147"/>
                <a:gd name="connsiteX6" fmla="*/ 4085734 w 5996201"/>
                <a:gd name="connsiteY6" fmla="*/ 1860760 h 1870147"/>
                <a:gd name="connsiteX7" fmla="*/ 1894511 w 5996201"/>
                <a:gd name="connsiteY7" fmla="*/ 1049146 h 1870147"/>
                <a:gd name="connsiteX8" fmla="*/ 436680 w 5996201"/>
                <a:gd name="connsiteY8" fmla="*/ 1664207 h 1870147"/>
                <a:gd name="connsiteX9" fmla="*/ 65711 w 5996201"/>
                <a:gd name="connsiteY9" fmla="*/ 758590 h 1870147"/>
                <a:gd name="connsiteX0" fmla="*/ 107830 w 6038320"/>
                <a:gd name="connsiteY0" fmla="*/ 758590 h 1870147"/>
                <a:gd name="connsiteX1" fmla="*/ 1512839 w 6038320"/>
                <a:gd name="connsiteY1" fmla="*/ 23416 h 1870147"/>
                <a:gd name="connsiteX2" fmla="*/ 2774117 w 6038320"/>
                <a:gd name="connsiteY2" fmla="*/ 245842 h 1870147"/>
                <a:gd name="connsiteX3" fmla="*/ 4144945 w 6038320"/>
                <a:gd name="connsiteY3" fmla="*/ 877995 h 1870147"/>
                <a:gd name="connsiteX4" fmla="*/ 5884787 w 6038320"/>
                <a:gd name="connsiteY4" fmla="*/ 391120 h 1870147"/>
                <a:gd name="connsiteX5" fmla="*/ 5572092 w 6038320"/>
                <a:gd name="connsiteY5" fmla="*/ 1510384 h 1870147"/>
                <a:gd name="connsiteX6" fmla="*/ 4127853 w 6038320"/>
                <a:gd name="connsiteY6" fmla="*/ 1860760 h 1870147"/>
                <a:gd name="connsiteX7" fmla="*/ 1936630 w 6038320"/>
                <a:gd name="connsiteY7" fmla="*/ 1049146 h 1870147"/>
                <a:gd name="connsiteX8" fmla="*/ 478799 w 6038320"/>
                <a:gd name="connsiteY8" fmla="*/ 1664207 h 1870147"/>
                <a:gd name="connsiteX9" fmla="*/ 107830 w 6038320"/>
                <a:gd name="connsiteY9" fmla="*/ 758590 h 1870147"/>
                <a:gd name="connsiteX0" fmla="*/ 107830 w 6038320"/>
                <a:gd name="connsiteY0" fmla="*/ 742946 h 1854503"/>
                <a:gd name="connsiteX1" fmla="*/ 1512839 w 6038320"/>
                <a:gd name="connsiteY1" fmla="*/ 24863 h 1854503"/>
                <a:gd name="connsiteX2" fmla="*/ 2774117 w 6038320"/>
                <a:gd name="connsiteY2" fmla="*/ 230198 h 1854503"/>
                <a:gd name="connsiteX3" fmla="*/ 4144945 w 6038320"/>
                <a:gd name="connsiteY3" fmla="*/ 862351 h 1854503"/>
                <a:gd name="connsiteX4" fmla="*/ 5884787 w 6038320"/>
                <a:gd name="connsiteY4" fmla="*/ 375476 h 1854503"/>
                <a:gd name="connsiteX5" fmla="*/ 5572092 w 6038320"/>
                <a:gd name="connsiteY5" fmla="*/ 1494740 h 1854503"/>
                <a:gd name="connsiteX6" fmla="*/ 4127853 w 6038320"/>
                <a:gd name="connsiteY6" fmla="*/ 1845116 h 1854503"/>
                <a:gd name="connsiteX7" fmla="*/ 1936630 w 6038320"/>
                <a:gd name="connsiteY7" fmla="*/ 1033502 h 1854503"/>
                <a:gd name="connsiteX8" fmla="*/ 478799 w 6038320"/>
                <a:gd name="connsiteY8" fmla="*/ 1648563 h 1854503"/>
                <a:gd name="connsiteX9" fmla="*/ 107830 w 6038320"/>
                <a:gd name="connsiteY9" fmla="*/ 742946 h 1854503"/>
                <a:gd name="connsiteX0" fmla="*/ 107830 w 6038320"/>
                <a:gd name="connsiteY0" fmla="*/ 742946 h 1854503"/>
                <a:gd name="connsiteX1" fmla="*/ 1512839 w 6038320"/>
                <a:gd name="connsiteY1" fmla="*/ 24863 h 1854503"/>
                <a:gd name="connsiteX2" fmla="*/ 2774117 w 6038320"/>
                <a:gd name="connsiteY2" fmla="*/ 230198 h 1854503"/>
                <a:gd name="connsiteX3" fmla="*/ 4144945 w 6038320"/>
                <a:gd name="connsiteY3" fmla="*/ 862351 h 1854503"/>
                <a:gd name="connsiteX4" fmla="*/ 5884787 w 6038320"/>
                <a:gd name="connsiteY4" fmla="*/ 375476 h 1854503"/>
                <a:gd name="connsiteX5" fmla="*/ 5572092 w 6038320"/>
                <a:gd name="connsiteY5" fmla="*/ 1494740 h 1854503"/>
                <a:gd name="connsiteX6" fmla="*/ 4127853 w 6038320"/>
                <a:gd name="connsiteY6" fmla="*/ 1845116 h 1854503"/>
                <a:gd name="connsiteX7" fmla="*/ 1936630 w 6038320"/>
                <a:gd name="connsiteY7" fmla="*/ 1033502 h 1854503"/>
                <a:gd name="connsiteX8" fmla="*/ 478799 w 6038320"/>
                <a:gd name="connsiteY8" fmla="*/ 1648563 h 1854503"/>
                <a:gd name="connsiteX9" fmla="*/ 107830 w 6038320"/>
                <a:gd name="connsiteY9" fmla="*/ 742946 h 1854503"/>
                <a:gd name="connsiteX0" fmla="*/ 107830 w 6044391"/>
                <a:gd name="connsiteY0" fmla="*/ 742946 h 1856017"/>
                <a:gd name="connsiteX1" fmla="*/ 1512839 w 6044391"/>
                <a:gd name="connsiteY1" fmla="*/ 24863 h 1856017"/>
                <a:gd name="connsiteX2" fmla="*/ 2774117 w 6044391"/>
                <a:gd name="connsiteY2" fmla="*/ 230198 h 1856017"/>
                <a:gd name="connsiteX3" fmla="*/ 4144945 w 6044391"/>
                <a:gd name="connsiteY3" fmla="*/ 862351 h 1856017"/>
                <a:gd name="connsiteX4" fmla="*/ 5884787 w 6044391"/>
                <a:gd name="connsiteY4" fmla="*/ 375476 h 1856017"/>
                <a:gd name="connsiteX5" fmla="*/ 5589184 w 6044391"/>
                <a:gd name="connsiteY5" fmla="*/ 1537469 h 1856017"/>
                <a:gd name="connsiteX6" fmla="*/ 4127853 w 6044391"/>
                <a:gd name="connsiteY6" fmla="*/ 1845116 h 1856017"/>
                <a:gd name="connsiteX7" fmla="*/ 1936630 w 6044391"/>
                <a:gd name="connsiteY7" fmla="*/ 1033502 h 1856017"/>
                <a:gd name="connsiteX8" fmla="*/ 478799 w 6044391"/>
                <a:gd name="connsiteY8" fmla="*/ 1648563 h 1856017"/>
                <a:gd name="connsiteX9" fmla="*/ 107830 w 6044391"/>
                <a:gd name="connsiteY9" fmla="*/ 742946 h 1856017"/>
                <a:gd name="connsiteX0" fmla="*/ 137959 w 6074520"/>
                <a:gd name="connsiteY0" fmla="*/ 742946 h 1856017"/>
                <a:gd name="connsiteX1" fmla="*/ 1542968 w 6074520"/>
                <a:gd name="connsiteY1" fmla="*/ 24863 h 1856017"/>
                <a:gd name="connsiteX2" fmla="*/ 2804246 w 6074520"/>
                <a:gd name="connsiteY2" fmla="*/ 230198 h 1856017"/>
                <a:gd name="connsiteX3" fmla="*/ 4175074 w 6074520"/>
                <a:gd name="connsiteY3" fmla="*/ 862351 h 1856017"/>
                <a:gd name="connsiteX4" fmla="*/ 5914916 w 6074520"/>
                <a:gd name="connsiteY4" fmla="*/ 375476 h 1856017"/>
                <a:gd name="connsiteX5" fmla="*/ 5619313 w 6074520"/>
                <a:gd name="connsiteY5" fmla="*/ 1537469 h 1856017"/>
                <a:gd name="connsiteX6" fmla="*/ 4157982 w 6074520"/>
                <a:gd name="connsiteY6" fmla="*/ 1845116 h 1856017"/>
                <a:gd name="connsiteX7" fmla="*/ 1966759 w 6074520"/>
                <a:gd name="connsiteY7" fmla="*/ 1033502 h 1856017"/>
                <a:gd name="connsiteX8" fmla="*/ 508928 w 6074520"/>
                <a:gd name="connsiteY8" fmla="*/ 1648563 h 1856017"/>
                <a:gd name="connsiteX9" fmla="*/ 137959 w 6074520"/>
                <a:gd name="connsiteY9" fmla="*/ 742946 h 185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74520" h="1856017">
                  <a:moveTo>
                    <a:pt x="137959" y="742946"/>
                  </a:moveTo>
                  <a:cubicBezTo>
                    <a:pt x="378665" y="438146"/>
                    <a:pt x="1098587" y="110321"/>
                    <a:pt x="1542968" y="24863"/>
                  </a:cubicBezTo>
                  <a:cubicBezTo>
                    <a:pt x="1987349" y="-60595"/>
                    <a:pt x="2365562" y="90617"/>
                    <a:pt x="2804246" y="230198"/>
                  </a:cubicBezTo>
                  <a:cubicBezTo>
                    <a:pt x="3242930" y="369779"/>
                    <a:pt x="3656629" y="838138"/>
                    <a:pt x="4175074" y="862351"/>
                  </a:cubicBezTo>
                  <a:cubicBezTo>
                    <a:pt x="4719156" y="724195"/>
                    <a:pt x="5467686" y="77798"/>
                    <a:pt x="5914916" y="375476"/>
                  </a:cubicBezTo>
                  <a:cubicBezTo>
                    <a:pt x="6157047" y="596242"/>
                    <a:pt x="6171358" y="1198525"/>
                    <a:pt x="5619313" y="1537469"/>
                  </a:cubicBezTo>
                  <a:cubicBezTo>
                    <a:pt x="5306551" y="1696951"/>
                    <a:pt x="4755347" y="1906322"/>
                    <a:pt x="4157982" y="1845116"/>
                  </a:cubicBezTo>
                  <a:cubicBezTo>
                    <a:pt x="3560617" y="1783910"/>
                    <a:pt x="2574935" y="1066261"/>
                    <a:pt x="1966759" y="1033502"/>
                  </a:cubicBezTo>
                  <a:cubicBezTo>
                    <a:pt x="1358583" y="1000743"/>
                    <a:pt x="870700" y="1658533"/>
                    <a:pt x="508928" y="1648563"/>
                  </a:cubicBezTo>
                  <a:cubicBezTo>
                    <a:pt x="-57943" y="1561681"/>
                    <a:pt x="-102747" y="1047746"/>
                    <a:pt x="137959" y="74294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0" scaled="0"/>
            </a:gra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îSḷîdé">
              <a:extLst>
                <a:ext uri="{FF2B5EF4-FFF2-40B4-BE49-F238E27FC236}">
                  <a16:creationId xmlns:a16="http://schemas.microsoft.com/office/drawing/2014/main" id="{B43BCD28-DC88-4698-9E49-EC3ECA61F80C}"/>
                </a:ext>
              </a:extLst>
            </p:cNvPr>
            <p:cNvSpPr/>
            <p:nvPr/>
          </p:nvSpPr>
          <p:spPr bwMode="auto">
            <a:xfrm>
              <a:off x="1959697" y="2145992"/>
              <a:ext cx="1555334" cy="1747088"/>
            </a:xfrm>
            <a:custGeom>
              <a:avLst/>
              <a:gdLst>
                <a:gd name="T0" fmla="*/ 1488 w 1488"/>
                <a:gd name="T1" fmla="*/ 498 h 1680"/>
                <a:gd name="T2" fmla="*/ 1413 w 1488"/>
                <a:gd name="T3" fmla="*/ 366 h 1680"/>
                <a:gd name="T4" fmla="*/ 820 w 1488"/>
                <a:gd name="T5" fmla="*/ 24 h 1680"/>
                <a:gd name="T6" fmla="*/ 669 w 1488"/>
                <a:gd name="T7" fmla="*/ 24 h 1680"/>
                <a:gd name="T8" fmla="*/ 76 w 1488"/>
                <a:gd name="T9" fmla="*/ 366 h 1680"/>
                <a:gd name="T10" fmla="*/ 0 w 1488"/>
                <a:gd name="T11" fmla="*/ 498 h 1680"/>
                <a:gd name="T12" fmla="*/ 0 w 1488"/>
                <a:gd name="T13" fmla="*/ 1182 h 1680"/>
                <a:gd name="T14" fmla="*/ 76 w 1488"/>
                <a:gd name="T15" fmla="*/ 1314 h 1680"/>
                <a:gd name="T16" fmla="*/ 669 w 1488"/>
                <a:gd name="T17" fmla="*/ 1656 h 1680"/>
                <a:gd name="T18" fmla="*/ 820 w 1488"/>
                <a:gd name="T19" fmla="*/ 1656 h 1680"/>
                <a:gd name="T20" fmla="*/ 1413 w 1488"/>
                <a:gd name="T21" fmla="*/ 1314 h 1680"/>
                <a:gd name="T22" fmla="*/ 1488 w 1488"/>
                <a:gd name="T23" fmla="*/ 1182 h 1680"/>
                <a:gd name="T24" fmla="*/ 1488 w 1488"/>
                <a:gd name="T25" fmla="*/ 498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88" h="1680">
                  <a:moveTo>
                    <a:pt x="1488" y="498"/>
                  </a:moveTo>
                  <a:cubicBezTo>
                    <a:pt x="1488" y="450"/>
                    <a:pt x="1454" y="390"/>
                    <a:pt x="1413" y="366"/>
                  </a:cubicBezTo>
                  <a:cubicBezTo>
                    <a:pt x="820" y="24"/>
                    <a:pt x="820" y="24"/>
                    <a:pt x="820" y="24"/>
                  </a:cubicBezTo>
                  <a:cubicBezTo>
                    <a:pt x="779" y="0"/>
                    <a:pt x="710" y="0"/>
                    <a:pt x="669" y="24"/>
                  </a:cubicBezTo>
                  <a:cubicBezTo>
                    <a:pt x="76" y="366"/>
                    <a:pt x="76" y="366"/>
                    <a:pt x="76" y="366"/>
                  </a:cubicBezTo>
                  <a:cubicBezTo>
                    <a:pt x="35" y="390"/>
                    <a:pt x="0" y="450"/>
                    <a:pt x="0" y="498"/>
                  </a:cubicBezTo>
                  <a:cubicBezTo>
                    <a:pt x="0" y="1182"/>
                    <a:pt x="0" y="1182"/>
                    <a:pt x="0" y="1182"/>
                  </a:cubicBezTo>
                  <a:cubicBezTo>
                    <a:pt x="0" y="1231"/>
                    <a:pt x="35" y="1289"/>
                    <a:pt x="76" y="1314"/>
                  </a:cubicBezTo>
                  <a:cubicBezTo>
                    <a:pt x="669" y="1656"/>
                    <a:pt x="669" y="1656"/>
                    <a:pt x="669" y="1656"/>
                  </a:cubicBezTo>
                  <a:cubicBezTo>
                    <a:pt x="710" y="1680"/>
                    <a:pt x="779" y="1680"/>
                    <a:pt x="820" y="1656"/>
                  </a:cubicBezTo>
                  <a:cubicBezTo>
                    <a:pt x="1413" y="1314"/>
                    <a:pt x="1413" y="1314"/>
                    <a:pt x="1413" y="1314"/>
                  </a:cubicBezTo>
                  <a:cubicBezTo>
                    <a:pt x="1454" y="1289"/>
                    <a:pt x="1488" y="1231"/>
                    <a:pt x="1488" y="1182"/>
                  </a:cubicBezTo>
                  <a:lnTo>
                    <a:pt x="1488" y="498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íśļiḑe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1401265" y="4002569"/>
              <a:ext cx="2515549" cy="48767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9pPr>
            </a:lstStyle>
            <a:p>
              <a:pPr algn="ctr"/>
              <a:r>
                <a:rPr lang="zh-CN" altLang="en-US" sz="1600" b="1" dirty="0"/>
                <a:t>通过</a:t>
              </a:r>
              <a:r>
                <a:rPr lang="en-US" altLang="zh-CN" sz="1600" b="1" dirty="0"/>
                <a:t>QC</a:t>
              </a:r>
              <a:r>
                <a:rPr lang="zh-CN" altLang="en-US" sz="1600" b="1" dirty="0"/>
                <a:t>考试</a:t>
              </a:r>
              <a:endParaRPr lang="id-ID" sz="1600" b="1" dirty="0"/>
            </a:p>
          </p:txBody>
        </p:sp>
        <p:sp>
          <p:nvSpPr>
            <p:cNvPr id="35" name="išļíḍè">
              <a:extLst>
                <a:ext uri="{FF2B5EF4-FFF2-40B4-BE49-F238E27FC236}">
                  <a16:creationId xmlns:a16="http://schemas.microsoft.com/office/drawing/2014/main" id="{B43BCD28-DC88-4698-9E49-EC3ECA61F80C}"/>
                </a:ext>
              </a:extLst>
            </p:cNvPr>
            <p:cNvSpPr/>
            <p:nvPr/>
          </p:nvSpPr>
          <p:spPr bwMode="auto">
            <a:xfrm>
              <a:off x="4205958" y="2427377"/>
              <a:ext cx="1555334" cy="1747088"/>
            </a:xfrm>
            <a:custGeom>
              <a:avLst/>
              <a:gdLst>
                <a:gd name="T0" fmla="*/ 1488 w 1488"/>
                <a:gd name="T1" fmla="*/ 498 h 1680"/>
                <a:gd name="T2" fmla="*/ 1413 w 1488"/>
                <a:gd name="T3" fmla="*/ 366 h 1680"/>
                <a:gd name="T4" fmla="*/ 820 w 1488"/>
                <a:gd name="T5" fmla="*/ 24 h 1680"/>
                <a:gd name="T6" fmla="*/ 669 w 1488"/>
                <a:gd name="T7" fmla="*/ 24 h 1680"/>
                <a:gd name="T8" fmla="*/ 76 w 1488"/>
                <a:gd name="T9" fmla="*/ 366 h 1680"/>
                <a:gd name="T10" fmla="*/ 0 w 1488"/>
                <a:gd name="T11" fmla="*/ 498 h 1680"/>
                <a:gd name="T12" fmla="*/ 0 w 1488"/>
                <a:gd name="T13" fmla="*/ 1182 h 1680"/>
                <a:gd name="T14" fmla="*/ 76 w 1488"/>
                <a:gd name="T15" fmla="*/ 1314 h 1680"/>
                <a:gd name="T16" fmla="*/ 669 w 1488"/>
                <a:gd name="T17" fmla="*/ 1656 h 1680"/>
                <a:gd name="T18" fmla="*/ 820 w 1488"/>
                <a:gd name="T19" fmla="*/ 1656 h 1680"/>
                <a:gd name="T20" fmla="*/ 1413 w 1488"/>
                <a:gd name="T21" fmla="*/ 1314 h 1680"/>
                <a:gd name="T22" fmla="*/ 1488 w 1488"/>
                <a:gd name="T23" fmla="*/ 1182 h 1680"/>
                <a:gd name="T24" fmla="*/ 1488 w 1488"/>
                <a:gd name="T25" fmla="*/ 498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88" h="1680">
                  <a:moveTo>
                    <a:pt x="1488" y="498"/>
                  </a:moveTo>
                  <a:cubicBezTo>
                    <a:pt x="1488" y="450"/>
                    <a:pt x="1454" y="390"/>
                    <a:pt x="1413" y="366"/>
                  </a:cubicBezTo>
                  <a:cubicBezTo>
                    <a:pt x="820" y="24"/>
                    <a:pt x="820" y="24"/>
                    <a:pt x="820" y="24"/>
                  </a:cubicBezTo>
                  <a:cubicBezTo>
                    <a:pt x="779" y="0"/>
                    <a:pt x="710" y="0"/>
                    <a:pt x="669" y="24"/>
                  </a:cubicBezTo>
                  <a:cubicBezTo>
                    <a:pt x="76" y="366"/>
                    <a:pt x="76" y="366"/>
                    <a:pt x="76" y="366"/>
                  </a:cubicBezTo>
                  <a:cubicBezTo>
                    <a:pt x="35" y="390"/>
                    <a:pt x="0" y="450"/>
                    <a:pt x="0" y="498"/>
                  </a:cubicBezTo>
                  <a:cubicBezTo>
                    <a:pt x="0" y="1182"/>
                    <a:pt x="0" y="1182"/>
                    <a:pt x="0" y="1182"/>
                  </a:cubicBezTo>
                  <a:cubicBezTo>
                    <a:pt x="0" y="1231"/>
                    <a:pt x="35" y="1289"/>
                    <a:pt x="76" y="1314"/>
                  </a:cubicBezTo>
                  <a:cubicBezTo>
                    <a:pt x="669" y="1656"/>
                    <a:pt x="669" y="1656"/>
                    <a:pt x="669" y="1656"/>
                  </a:cubicBezTo>
                  <a:cubicBezTo>
                    <a:pt x="710" y="1680"/>
                    <a:pt x="779" y="1680"/>
                    <a:pt x="820" y="1656"/>
                  </a:cubicBezTo>
                  <a:cubicBezTo>
                    <a:pt x="1413" y="1314"/>
                    <a:pt x="1413" y="1314"/>
                    <a:pt x="1413" y="1314"/>
                  </a:cubicBezTo>
                  <a:cubicBezTo>
                    <a:pt x="1454" y="1289"/>
                    <a:pt x="1488" y="1231"/>
                    <a:pt x="1488" y="1182"/>
                  </a:cubicBezTo>
                  <a:lnTo>
                    <a:pt x="1488" y="498"/>
                  </a:lnTo>
                  <a:close/>
                </a:path>
              </a:pathLst>
            </a:custGeom>
            <a:solidFill>
              <a:srgbClr val="0070C0"/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îṩļîďe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3686895" y="4334837"/>
              <a:ext cx="2515549" cy="48767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9pPr>
            </a:lstStyle>
            <a:p>
              <a:pPr algn="ctr"/>
              <a:r>
                <a:rPr lang="zh-CN" altLang="en-US" sz="1600" b="1" dirty="0"/>
                <a:t>获得</a:t>
              </a:r>
              <a:r>
                <a:rPr lang="en-US" altLang="zh-CN" sz="1600" b="1" dirty="0"/>
                <a:t>QC</a:t>
              </a:r>
              <a:r>
                <a:rPr lang="zh-CN" altLang="en-US" sz="1600" b="1" dirty="0"/>
                <a:t>认证</a:t>
              </a:r>
              <a:endParaRPr lang="id-ID" sz="1600" b="1" dirty="0"/>
            </a:p>
          </p:txBody>
        </p:sp>
        <p:sp>
          <p:nvSpPr>
            <p:cNvPr id="37" name="íṩľiḓè">
              <a:extLst>
                <a:ext uri="{FF2B5EF4-FFF2-40B4-BE49-F238E27FC236}">
                  <a16:creationId xmlns:a16="http://schemas.microsoft.com/office/drawing/2014/main" id="{B43BCD28-DC88-4698-9E49-EC3ECA61F80C}"/>
                </a:ext>
              </a:extLst>
            </p:cNvPr>
            <p:cNvSpPr/>
            <p:nvPr/>
          </p:nvSpPr>
          <p:spPr bwMode="auto">
            <a:xfrm>
              <a:off x="6339578" y="2623238"/>
              <a:ext cx="1747088" cy="1747088"/>
            </a:xfrm>
            <a:custGeom>
              <a:avLst/>
              <a:gdLst>
                <a:gd name="T0" fmla="*/ 4569 w 9137"/>
                <a:gd name="T1" fmla="*/ 0 h 9137"/>
                <a:gd name="T2" fmla="*/ 0 w 9137"/>
                <a:gd name="T3" fmla="*/ 4569 h 9137"/>
                <a:gd name="T4" fmla="*/ 4569 w 9137"/>
                <a:gd name="T5" fmla="*/ 9137 h 9137"/>
                <a:gd name="T6" fmla="*/ 9137 w 9137"/>
                <a:gd name="T7" fmla="*/ 4569 h 9137"/>
                <a:gd name="T8" fmla="*/ 4569 w 9137"/>
                <a:gd name="T9" fmla="*/ 0 h 9137"/>
                <a:gd name="T10" fmla="*/ 6796 w 9137"/>
                <a:gd name="T11" fmla="*/ 3301 h 9137"/>
                <a:gd name="T12" fmla="*/ 3953 w 9137"/>
                <a:gd name="T13" fmla="*/ 6161 h 9137"/>
                <a:gd name="T14" fmla="*/ 3918 w 9137"/>
                <a:gd name="T15" fmla="*/ 6204 h 9137"/>
                <a:gd name="T16" fmla="*/ 3514 w 9137"/>
                <a:gd name="T17" fmla="*/ 6204 h 9137"/>
                <a:gd name="T18" fmla="*/ 2100 w 9137"/>
                <a:gd name="T19" fmla="*/ 4791 h 9137"/>
                <a:gd name="T20" fmla="*/ 2100 w 9137"/>
                <a:gd name="T21" fmla="*/ 4387 h 9137"/>
                <a:gd name="T22" fmla="*/ 2504 w 9137"/>
                <a:gd name="T23" fmla="*/ 4387 h 9137"/>
                <a:gd name="T24" fmla="*/ 3711 w 9137"/>
                <a:gd name="T25" fmla="*/ 5594 h 9137"/>
                <a:gd name="T26" fmla="*/ 6392 w 9137"/>
                <a:gd name="T27" fmla="*/ 2897 h 9137"/>
                <a:gd name="T28" fmla="*/ 6796 w 9137"/>
                <a:gd name="T29" fmla="*/ 2897 h 9137"/>
                <a:gd name="T30" fmla="*/ 6796 w 9137"/>
                <a:gd name="T31" fmla="*/ 3301 h 9137"/>
                <a:gd name="T32" fmla="*/ 6796 w 9137"/>
                <a:gd name="T33" fmla="*/ 3301 h 9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137" h="9137">
                  <a:moveTo>
                    <a:pt x="4569" y="0"/>
                  </a:moveTo>
                  <a:cubicBezTo>
                    <a:pt x="2046" y="0"/>
                    <a:pt x="0" y="2045"/>
                    <a:pt x="0" y="4569"/>
                  </a:cubicBezTo>
                  <a:cubicBezTo>
                    <a:pt x="0" y="7092"/>
                    <a:pt x="2046" y="9137"/>
                    <a:pt x="4569" y="9137"/>
                  </a:cubicBezTo>
                  <a:cubicBezTo>
                    <a:pt x="7092" y="9137"/>
                    <a:pt x="9137" y="7092"/>
                    <a:pt x="9137" y="4569"/>
                  </a:cubicBezTo>
                  <a:cubicBezTo>
                    <a:pt x="9137" y="2045"/>
                    <a:pt x="7092" y="0"/>
                    <a:pt x="4569" y="0"/>
                  </a:cubicBezTo>
                  <a:close/>
                  <a:moveTo>
                    <a:pt x="6796" y="3301"/>
                  </a:moveTo>
                  <a:lnTo>
                    <a:pt x="3953" y="6161"/>
                  </a:lnTo>
                  <a:cubicBezTo>
                    <a:pt x="3943" y="6176"/>
                    <a:pt x="3931" y="6191"/>
                    <a:pt x="3918" y="6204"/>
                  </a:cubicBezTo>
                  <a:cubicBezTo>
                    <a:pt x="3806" y="6316"/>
                    <a:pt x="3625" y="6316"/>
                    <a:pt x="3514" y="6204"/>
                  </a:cubicBezTo>
                  <a:lnTo>
                    <a:pt x="2100" y="4791"/>
                  </a:lnTo>
                  <a:cubicBezTo>
                    <a:pt x="1989" y="4680"/>
                    <a:pt x="1989" y="4499"/>
                    <a:pt x="2100" y="4387"/>
                  </a:cubicBezTo>
                  <a:cubicBezTo>
                    <a:pt x="2212" y="4275"/>
                    <a:pt x="2393" y="4275"/>
                    <a:pt x="2504" y="4387"/>
                  </a:cubicBezTo>
                  <a:lnTo>
                    <a:pt x="3711" y="5594"/>
                  </a:lnTo>
                  <a:lnTo>
                    <a:pt x="6392" y="2897"/>
                  </a:lnTo>
                  <a:cubicBezTo>
                    <a:pt x="6504" y="2785"/>
                    <a:pt x="6684" y="2785"/>
                    <a:pt x="6796" y="2897"/>
                  </a:cubicBezTo>
                  <a:cubicBezTo>
                    <a:pt x="6907" y="3008"/>
                    <a:pt x="6907" y="3189"/>
                    <a:pt x="6796" y="3301"/>
                  </a:cubicBezTo>
                  <a:close/>
                  <a:moveTo>
                    <a:pt x="6796" y="3301"/>
                  </a:move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isļide">
              <a:extLst>
                <a:ext uri="{FF2B5EF4-FFF2-40B4-BE49-F238E27FC236}">
                  <a16:creationId xmlns:a16="http://schemas.microsoft.com/office/drawing/2014/main" id="{921D2456-A6A6-43F5-AD86-0A010D24A2F0}"/>
                </a:ext>
              </a:extLst>
            </p:cNvPr>
            <p:cNvSpPr txBox="1"/>
            <p:nvPr/>
          </p:nvSpPr>
          <p:spPr>
            <a:xfrm>
              <a:off x="5972525" y="4606486"/>
              <a:ext cx="2515549" cy="48767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微软雅黑" pitchFamily="34" charset="-122"/>
                  <a:cs typeface="+mn-cs"/>
                </a:defRPr>
              </a:lvl9pPr>
            </a:lstStyle>
            <a:p>
              <a:pPr algn="ctr"/>
              <a:r>
                <a:rPr lang="zh-CN" altLang="en-US" sz="1600" b="1" dirty="0"/>
                <a:t>有权限在</a:t>
              </a:r>
              <a:r>
                <a:rPr lang="en-US" altLang="zh-CN" sz="1600" b="1" dirty="0" err="1"/>
                <a:t>iCode</a:t>
              </a:r>
              <a:r>
                <a:rPr lang="zh-CN" altLang="en-US" sz="1600" b="1" dirty="0"/>
                <a:t>提交代码</a:t>
              </a:r>
              <a:endParaRPr lang="id-ID" sz="1600" b="1" dirty="0"/>
            </a:p>
          </p:txBody>
        </p:sp>
        <p:sp>
          <p:nvSpPr>
            <p:cNvPr id="39" name="îṡļíďé"/>
            <p:cNvSpPr/>
            <p:nvPr/>
          </p:nvSpPr>
          <p:spPr>
            <a:xfrm rot="20833120">
              <a:off x="4578024" y="2921404"/>
              <a:ext cx="336788" cy="307649"/>
            </a:xfrm>
            <a:prstGeom prst="rightArrow">
              <a:avLst/>
            </a:prstGeom>
            <a:solidFill>
              <a:schemeClr val="accent1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ïṧľîḓê"/>
            <p:cNvSpPr/>
            <p:nvPr/>
          </p:nvSpPr>
          <p:spPr>
            <a:xfrm rot="470759">
              <a:off x="5898097" y="3579890"/>
              <a:ext cx="336788" cy="307649"/>
            </a:xfrm>
            <a:prstGeom prst="rightArrow">
              <a:avLst/>
            </a:prstGeom>
            <a:solidFill>
              <a:schemeClr val="accent1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99676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99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99033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9870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98386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98064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97743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97420" algn="l" defTabSz="999355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任意多边形 8"/>
          <p:cNvSpPr/>
          <p:nvPr/>
        </p:nvSpPr>
        <p:spPr>
          <a:xfrm>
            <a:off x="3106029" y="3295255"/>
            <a:ext cx="501172" cy="258417"/>
          </a:xfrm>
          <a:custGeom>
            <a:avLst/>
            <a:gdLst>
              <a:gd name="connsiteX0" fmla="*/ 0 w 501172"/>
              <a:gd name="connsiteY0" fmla="*/ 0 h 258417"/>
              <a:gd name="connsiteX1" fmla="*/ 501172 w 501172"/>
              <a:gd name="connsiteY1" fmla="*/ 0 h 258417"/>
              <a:gd name="connsiteX2" fmla="*/ 501172 w 501172"/>
              <a:gd name="connsiteY2" fmla="*/ 258417 h 258417"/>
              <a:gd name="connsiteX3" fmla="*/ 0 w 501172"/>
              <a:gd name="connsiteY3" fmla="*/ 258417 h 258417"/>
              <a:gd name="connsiteX4" fmla="*/ 0 w 501172"/>
              <a:gd name="connsiteY4" fmla="*/ 0 h 258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1172" h="258417">
                <a:moveTo>
                  <a:pt x="0" y="0"/>
                </a:moveTo>
                <a:lnTo>
                  <a:pt x="501172" y="0"/>
                </a:lnTo>
                <a:lnTo>
                  <a:pt x="501172" y="258417"/>
                </a:lnTo>
                <a:lnTo>
                  <a:pt x="0" y="25841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sp3d/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b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200" kern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5451339" y="2459290"/>
            <a:ext cx="1004848" cy="1004848"/>
            <a:chOff x="5854919" y="2449513"/>
            <a:chExt cx="863600" cy="863600"/>
          </a:xfrm>
        </p:grpSpPr>
        <p:sp>
          <p:nvSpPr>
            <p:cNvPr id="3" name="椭圆 2"/>
            <p:cNvSpPr/>
            <p:nvPr/>
          </p:nvSpPr>
          <p:spPr>
            <a:xfrm>
              <a:off x="5854919" y="2449513"/>
              <a:ext cx="863600" cy="863600"/>
            </a:xfrm>
            <a:prstGeom prst="ellipse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4000" r="-4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任意多边形 4"/>
            <p:cNvSpPr/>
            <p:nvPr/>
          </p:nvSpPr>
          <p:spPr>
            <a:xfrm>
              <a:off x="6010367" y="2908084"/>
              <a:ext cx="552704" cy="284988"/>
            </a:xfrm>
            <a:custGeom>
              <a:avLst/>
              <a:gdLst>
                <a:gd name="connsiteX0" fmla="*/ 0 w 552704"/>
                <a:gd name="connsiteY0" fmla="*/ 0 h 284988"/>
                <a:gd name="connsiteX1" fmla="*/ 552704 w 552704"/>
                <a:gd name="connsiteY1" fmla="*/ 0 h 284988"/>
                <a:gd name="connsiteX2" fmla="*/ 552704 w 552704"/>
                <a:gd name="connsiteY2" fmla="*/ 284988 h 284988"/>
                <a:gd name="connsiteX3" fmla="*/ 0 w 552704"/>
                <a:gd name="connsiteY3" fmla="*/ 284988 h 284988"/>
                <a:gd name="connsiteX4" fmla="*/ 0 w 552704"/>
                <a:gd name="connsiteY4" fmla="*/ 0 h 28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704" h="284988">
                  <a:moveTo>
                    <a:pt x="0" y="0"/>
                  </a:moveTo>
                  <a:lnTo>
                    <a:pt x="552704" y="0"/>
                  </a:lnTo>
                  <a:lnTo>
                    <a:pt x="552704" y="284988"/>
                  </a:lnTo>
                  <a:lnTo>
                    <a:pt x="0" y="284988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400" kern="1200"/>
            </a:p>
          </p:txBody>
        </p:sp>
      </p:grpSp>
      <p:sp>
        <p:nvSpPr>
          <p:cNvPr id="41" name="íśļiḑe">
            <a:extLst>
              <a:ext uri="{FF2B5EF4-FFF2-40B4-BE49-F238E27FC236}">
                <a16:creationId xmlns:a16="http://schemas.microsoft.com/office/drawing/2014/main" id="{921D2456-A6A6-43F5-AD86-0A010D24A2F0}"/>
              </a:ext>
            </a:extLst>
          </p:cNvPr>
          <p:cNvSpPr txBox="1"/>
          <p:nvPr/>
        </p:nvSpPr>
        <p:spPr>
          <a:xfrm>
            <a:off x="143942" y="5119640"/>
            <a:ext cx="11276855" cy="489638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1pPr>
            <a:lvl2pPr marL="4996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2pPr>
            <a:lvl3pPr marL="999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3pPr>
            <a:lvl4pPr marL="149903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4pPr>
            <a:lvl5pPr marL="199870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5pPr>
            <a:lvl6pPr marL="2498386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6pPr>
            <a:lvl7pPr marL="2998064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7pPr>
            <a:lvl8pPr marL="3497743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8pPr>
            <a:lvl9pPr marL="3997420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9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</a:rPr>
              <a:t>如何查看：</a:t>
            </a:r>
            <a:r>
              <a:rPr lang="en-US" altLang="zh-CN" b="1" dirty="0" err="1">
                <a:latin typeface="微软雅黑" panose="020B0503020204020204" pitchFamily="34" charset="-122"/>
              </a:rPr>
              <a:t>iCode</a:t>
            </a:r>
            <a:r>
              <a:rPr lang="en-US" altLang="zh-CN" b="1" dirty="0">
                <a:latin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</a:rPr>
              <a:t>个人主页</a:t>
            </a:r>
            <a:r>
              <a:rPr lang="en-US" altLang="zh-CN" b="1" dirty="0">
                <a:latin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</a:rPr>
              <a:t>头像右侧</a:t>
            </a:r>
            <a:endParaRPr lang="id-ID" b="1" dirty="0">
              <a:latin typeface="微软雅黑" panose="020B0503020204020204" pitchFamily="34" charset="-122"/>
            </a:endParaRPr>
          </a:p>
        </p:txBody>
      </p:sp>
      <p:sp>
        <p:nvSpPr>
          <p:cNvPr id="24" name="标题 5"/>
          <p:cNvSpPr txBox="1">
            <a:spLocks/>
          </p:cNvSpPr>
          <p:nvPr/>
        </p:nvSpPr>
        <p:spPr bwMode="auto">
          <a:xfrm>
            <a:off x="368263" y="363926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码神特训营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入门篇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学习流程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6B608E-FF84-2341-B5B0-359CAFF018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869" y="2459290"/>
            <a:ext cx="1345858" cy="375894"/>
          </a:xfrm>
          <a:prstGeom prst="rect">
            <a:avLst/>
          </a:prstGeom>
        </p:spPr>
      </p:pic>
      <p:sp>
        <p:nvSpPr>
          <p:cNvPr id="23" name="îSḷîdé">
            <a:extLst>
              <a:ext uri="{FF2B5EF4-FFF2-40B4-BE49-F238E27FC236}">
                <a16:creationId xmlns:a16="http://schemas.microsoft.com/office/drawing/2014/main" id="{303DA58D-9DD2-FA43-B64E-81EC0251777A}"/>
              </a:ext>
            </a:extLst>
          </p:cNvPr>
          <p:cNvSpPr/>
          <p:nvPr/>
        </p:nvSpPr>
        <p:spPr bwMode="auto">
          <a:xfrm>
            <a:off x="734329" y="2393895"/>
            <a:ext cx="1561612" cy="1754139"/>
          </a:xfrm>
          <a:custGeom>
            <a:avLst/>
            <a:gdLst>
              <a:gd name="T0" fmla="*/ 1488 w 1488"/>
              <a:gd name="T1" fmla="*/ 498 h 1680"/>
              <a:gd name="T2" fmla="*/ 1413 w 1488"/>
              <a:gd name="T3" fmla="*/ 366 h 1680"/>
              <a:gd name="T4" fmla="*/ 820 w 1488"/>
              <a:gd name="T5" fmla="*/ 24 h 1680"/>
              <a:gd name="T6" fmla="*/ 669 w 1488"/>
              <a:gd name="T7" fmla="*/ 24 h 1680"/>
              <a:gd name="T8" fmla="*/ 76 w 1488"/>
              <a:gd name="T9" fmla="*/ 366 h 1680"/>
              <a:gd name="T10" fmla="*/ 0 w 1488"/>
              <a:gd name="T11" fmla="*/ 498 h 1680"/>
              <a:gd name="T12" fmla="*/ 0 w 1488"/>
              <a:gd name="T13" fmla="*/ 1182 h 1680"/>
              <a:gd name="T14" fmla="*/ 76 w 1488"/>
              <a:gd name="T15" fmla="*/ 1314 h 1680"/>
              <a:gd name="T16" fmla="*/ 669 w 1488"/>
              <a:gd name="T17" fmla="*/ 1656 h 1680"/>
              <a:gd name="T18" fmla="*/ 820 w 1488"/>
              <a:gd name="T19" fmla="*/ 1656 h 1680"/>
              <a:gd name="T20" fmla="*/ 1413 w 1488"/>
              <a:gd name="T21" fmla="*/ 1314 h 1680"/>
              <a:gd name="T22" fmla="*/ 1488 w 1488"/>
              <a:gd name="T23" fmla="*/ 1182 h 1680"/>
              <a:gd name="T24" fmla="*/ 1488 w 1488"/>
              <a:gd name="T25" fmla="*/ 498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88" h="1680">
                <a:moveTo>
                  <a:pt x="1488" y="498"/>
                </a:moveTo>
                <a:cubicBezTo>
                  <a:pt x="1488" y="450"/>
                  <a:pt x="1454" y="390"/>
                  <a:pt x="1413" y="366"/>
                </a:cubicBezTo>
                <a:cubicBezTo>
                  <a:pt x="820" y="24"/>
                  <a:pt x="820" y="24"/>
                  <a:pt x="820" y="24"/>
                </a:cubicBezTo>
                <a:cubicBezTo>
                  <a:pt x="779" y="0"/>
                  <a:pt x="710" y="0"/>
                  <a:pt x="669" y="24"/>
                </a:cubicBezTo>
                <a:cubicBezTo>
                  <a:pt x="76" y="366"/>
                  <a:pt x="76" y="366"/>
                  <a:pt x="76" y="366"/>
                </a:cubicBezTo>
                <a:cubicBezTo>
                  <a:pt x="35" y="390"/>
                  <a:pt x="0" y="450"/>
                  <a:pt x="0" y="498"/>
                </a:cubicBezTo>
                <a:cubicBezTo>
                  <a:pt x="0" y="1182"/>
                  <a:pt x="0" y="1182"/>
                  <a:pt x="0" y="1182"/>
                </a:cubicBezTo>
                <a:cubicBezTo>
                  <a:pt x="0" y="1231"/>
                  <a:pt x="35" y="1289"/>
                  <a:pt x="76" y="1314"/>
                </a:cubicBezTo>
                <a:cubicBezTo>
                  <a:pt x="669" y="1656"/>
                  <a:pt x="669" y="1656"/>
                  <a:pt x="669" y="1656"/>
                </a:cubicBezTo>
                <a:cubicBezTo>
                  <a:pt x="710" y="1680"/>
                  <a:pt x="779" y="1680"/>
                  <a:pt x="820" y="1656"/>
                </a:cubicBezTo>
                <a:cubicBezTo>
                  <a:pt x="1413" y="1314"/>
                  <a:pt x="1413" y="1314"/>
                  <a:pt x="1413" y="1314"/>
                </a:cubicBezTo>
                <a:cubicBezTo>
                  <a:pt x="1454" y="1289"/>
                  <a:pt x="1488" y="1231"/>
                  <a:pt x="1488" y="1182"/>
                </a:cubicBezTo>
                <a:lnTo>
                  <a:pt x="1488" y="498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 w="38100">
            <a:solidFill>
              <a:schemeClr val="bg1"/>
            </a:solidFill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996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99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9903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9870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98386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98064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97743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97420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A4B0CD9-3361-A441-A569-F9E67BB05B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71" y="3083017"/>
            <a:ext cx="1345858" cy="375894"/>
          </a:xfrm>
          <a:prstGeom prst="rect">
            <a:avLst/>
          </a:prstGeom>
        </p:spPr>
      </p:pic>
      <p:sp>
        <p:nvSpPr>
          <p:cNvPr id="26" name="íśļiḑe">
            <a:extLst>
              <a:ext uri="{FF2B5EF4-FFF2-40B4-BE49-F238E27FC236}">
                <a16:creationId xmlns:a16="http://schemas.microsoft.com/office/drawing/2014/main" id="{17F1C94C-DDAA-324D-BDAD-AF78101F006F}"/>
              </a:ext>
            </a:extLst>
          </p:cNvPr>
          <p:cNvSpPr txBox="1"/>
          <p:nvPr/>
        </p:nvSpPr>
        <p:spPr>
          <a:xfrm>
            <a:off x="252283" y="4199164"/>
            <a:ext cx="2525703" cy="489638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1pPr>
            <a:lvl2pPr marL="4996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2pPr>
            <a:lvl3pPr marL="999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3pPr>
            <a:lvl4pPr marL="149903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4pPr>
            <a:lvl5pPr marL="199870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5pPr>
            <a:lvl6pPr marL="2498386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6pPr>
            <a:lvl7pPr marL="2998064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7pPr>
            <a:lvl8pPr marL="3497743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8pPr>
            <a:lvl9pPr marL="3997420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9pPr>
          </a:lstStyle>
          <a:p>
            <a:pPr algn="ctr"/>
            <a:r>
              <a:rPr lang="zh-CN" altLang="id-ID" sz="1600" b="1" dirty="0"/>
              <a:t>学习</a:t>
            </a:r>
            <a:r>
              <a:rPr lang="zh-CN" altLang="en-US" sz="1600" b="1" dirty="0"/>
              <a:t>研发工具链课程</a:t>
            </a:r>
            <a:endParaRPr lang="id-ID" sz="1600" b="1" dirty="0"/>
          </a:p>
        </p:txBody>
      </p:sp>
      <p:sp>
        <p:nvSpPr>
          <p:cNvPr id="28" name="îSḷîdé">
            <a:extLst>
              <a:ext uri="{FF2B5EF4-FFF2-40B4-BE49-F238E27FC236}">
                <a16:creationId xmlns:a16="http://schemas.microsoft.com/office/drawing/2014/main" id="{29C6D79B-FCE8-674A-92EA-800197F81F83}"/>
              </a:ext>
            </a:extLst>
          </p:cNvPr>
          <p:cNvSpPr/>
          <p:nvPr/>
        </p:nvSpPr>
        <p:spPr bwMode="auto">
          <a:xfrm>
            <a:off x="9620597" y="1846311"/>
            <a:ext cx="1561612" cy="1754139"/>
          </a:xfrm>
          <a:custGeom>
            <a:avLst/>
            <a:gdLst>
              <a:gd name="T0" fmla="*/ 1488 w 1488"/>
              <a:gd name="T1" fmla="*/ 498 h 1680"/>
              <a:gd name="T2" fmla="*/ 1413 w 1488"/>
              <a:gd name="T3" fmla="*/ 366 h 1680"/>
              <a:gd name="T4" fmla="*/ 820 w 1488"/>
              <a:gd name="T5" fmla="*/ 24 h 1680"/>
              <a:gd name="T6" fmla="*/ 669 w 1488"/>
              <a:gd name="T7" fmla="*/ 24 h 1680"/>
              <a:gd name="T8" fmla="*/ 76 w 1488"/>
              <a:gd name="T9" fmla="*/ 366 h 1680"/>
              <a:gd name="T10" fmla="*/ 0 w 1488"/>
              <a:gd name="T11" fmla="*/ 498 h 1680"/>
              <a:gd name="T12" fmla="*/ 0 w 1488"/>
              <a:gd name="T13" fmla="*/ 1182 h 1680"/>
              <a:gd name="T14" fmla="*/ 76 w 1488"/>
              <a:gd name="T15" fmla="*/ 1314 h 1680"/>
              <a:gd name="T16" fmla="*/ 669 w 1488"/>
              <a:gd name="T17" fmla="*/ 1656 h 1680"/>
              <a:gd name="T18" fmla="*/ 820 w 1488"/>
              <a:gd name="T19" fmla="*/ 1656 h 1680"/>
              <a:gd name="T20" fmla="*/ 1413 w 1488"/>
              <a:gd name="T21" fmla="*/ 1314 h 1680"/>
              <a:gd name="T22" fmla="*/ 1488 w 1488"/>
              <a:gd name="T23" fmla="*/ 1182 h 1680"/>
              <a:gd name="T24" fmla="*/ 1488 w 1488"/>
              <a:gd name="T25" fmla="*/ 498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88" h="1680">
                <a:moveTo>
                  <a:pt x="1488" y="498"/>
                </a:moveTo>
                <a:cubicBezTo>
                  <a:pt x="1488" y="450"/>
                  <a:pt x="1454" y="390"/>
                  <a:pt x="1413" y="366"/>
                </a:cubicBezTo>
                <a:cubicBezTo>
                  <a:pt x="820" y="24"/>
                  <a:pt x="820" y="24"/>
                  <a:pt x="820" y="24"/>
                </a:cubicBezTo>
                <a:cubicBezTo>
                  <a:pt x="779" y="0"/>
                  <a:pt x="710" y="0"/>
                  <a:pt x="669" y="24"/>
                </a:cubicBezTo>
                <a:cubicBezTo>
                  <a:pt x="76" y="366"/>
                  <a:pt x="76" y="366"/>
                  <a:pt x="76" y="366"/>
                </a:cubicBezTo>
                <a:cubicBezTo>
                  <a:pt x="35" y="390"/>
                  <a:pt x="0" y="450"/>
                  <a:pt x="0" y="498"/>
                </a:cubicBezTo>
                <a:cubicBezTo>
                  <a:pt x="0" y="1182"/>
                  <a:pt x="0" y="1182"/>
                  <a:pt x="0" y="1182"/>
                </a:cubicBezTo>
                <a:cubicBezTo>
                  <a:pt x="0" y="1231"/>
                  <a:pt x="35" y="1289"/>
                  <a:pt x="76" y="1314"/>
                </a:cubicBezTo>
                <a:cubicBezTo>
                  <a:pt x="669" y="1656"/>
                  <a:pt x="669" y="1656"/>
                  <a:pt x="669" y="1656"/>
                </a:cubicBezTo>
                <a:cubicBezTo>
                  <a:pt x="710" y="1680"/>
                  <a:pt x="779" y="1680"/>
                  <a:pt x="820" y="1656"/>
                </a:cubicBezTo>
                <a:cubicBezTo>
                  <a:pt x="1413" y="1314"/>
                  <a:pt x="1413" y="1314"/>
                  <a:pt x="1413" y="1314"/>
                </a:cubicBezTo>
                <a:cubicBezTo>
                  <a:pt x="1454" y="1289"/>
                  <a:pt x="1488" y="1231"/>
                  <a:pt x="1488" y="1182"/>
                </a:cubicBezTo>
                <a:lnTo>
                  <a:pt x="1488" y="498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bg1"/>
            </a:solidFill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996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99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9903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9870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98386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98064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97743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97420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9" name="isļide">
            <a:extLst>
              <a:ext uri="{FF2B5EF4-FFF2-40B4-BE49-F238E27FC236}">
                <a16:creationId xmlns:a16="http://schemas.microsoft.com/office/drawing/2014/main" id="{BF1076BF-70D9-BB45-9D7C-452E5EFFB3EB}"/>
              </a:ext>
            </a:extLst>
          </p:cNvPr>
          <p:cNvSpPr txBox="1"/>
          <p:nvPr/>
        </p:nvSpPr>
        <p:spPr>
          <a:xfrm>
            <a:off x="9169049" y="3665681"/>
            <a:ext cx="2616922" cy="1027444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 fontScale="85000" lnSpcReduction="20000"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1pPr>
            <a:lvl2pPr marL="4996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2pPr>
            <a:lvl3pPr marL="999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3pPr>
            <a:lvl4pPr marL="149903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4pPr>
            <a:lvl5pPr marL="199870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5pPr>
            <a:lvl6pPr marL="2498386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6pPr>
            <a:lvl7pPr marL="2998064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7pPr>
            <a:lvl8pPr marL="3497743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8pPr>
            <a:lvl9pPr marL="3997420" algn="l" defTabSz="99935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微软雅黑" pitchFamily="34" charset="-122"/>
                <a:cs typeface="+mn-cs"/>
              </a:defRPr>
            </a:lvl9pPr>
          </a:lstStyle>
          <a:p>
            <a:pPr algn="ctr">
              <a:lnSpc>
                <a:spcPct val="170000"/>
              </a:lnSpc>
            </a:pPr>
            <a:r>
              <a:rPr lang="zh-CN" altLang="en-US" sz="1600" b="1" dirty="0"/>
              <a:t>进一步学习其他必修</a:t>
            </a:r>
            <a:r>
              <a:rPr lang="en-US" altLang="zh-CN" sz="1600" b="1" dirty="0"/>
              <a:t>&amp;</a:t>
            </a:r>
            <a:r>
              <a:rPr lang="zh-CN" altLang="en-US" sz="1600" b="1" dirty="0"/>
              <a:t>选修课程，</a:t>
            </a:r>
            <a:r>
              <a:rPr lang="en-US" altLang="zh-CN" sz="1600" b="1" dirty="0">
                <a:solidFill>
                  <a:srgbClr val="FF0000"/>
                </a:solidFill>
              </a:rPr>
              <a:t>90</a:t>
            </a:r>
            <a:r>
              <a:rPr lang="zh-CN" altLang="en-US" sz="1600" b="1" dirty="0">
                <a:solidFill>
                  <a:srgbClr val="FF0000"/>
                </a:solidFill>
              </a:rPr>
              <a:t>分</a:t>
            </a:r>
            <a:r>
              <a:rPr lang="zh-CN" altLang="en-US" sz="1600" b="1" dirty="0"/>
              <a:t>通关</a:t>
            </a:r>
            <a:endParaRPr lang="en-US" altLang="zh-CN" sz="1600" b="1" dirty="0"/>
          </a:p>
          <a:p>
            <a:pPr algn="ctr">
              <a:lnSpc>
                <a:spcPct val="170000"/>
              </a:lnSpc>
            </a:pPr>
            <a:r>
              <a:rPr lang="zh-CN" altLang="id-ID" sz="1600" b="1" dirty="0"/>
              <a:t>通</a:t>
            </a:r>
            <a:r>
              <a:rPr lang="zh-CN" altLang="en-US" sz="1600" b="1" dirty="0"/>
              <a:t>关同学将获得结业证书</a:t>
            </a:r>
            <a:endParaRPr lang="id-ID" sz="1600" b="1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B5D1085-DF8D-E64F-A403-9609B4FD51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74" y="2504476"/>
            <a:ext cx="1345858" cy="375894"/>
          </a:xfrm>
          <a:prstGeom prst="rect">
            <a:avLst/>
          </a:prstGeom>
        </p:spPr>
      </p:pic>
      <p:sp>
        <p:nvSpPr>
          <p:cNvPr id="42" name="ïṧľîḓê">
            <a:extLst>
              <a:ext uri="{FF2B5EF4-FFF2-40B4-BE49-F238E27FC236}">
                <a16:creationId xmlns:a16="http://schemas.microsoft.com/office/drawing/2014/main" id="{F6F974D8-D34F-554E-9B6D-D8A6BB952F66}"/>
              </a:ext>
            </a:extLst>
          </p:cNvPr>
          <p:cNvSpPr/>
          <p:nvPr/>
        </p:nvSpPr>
        <p:spPr>
          <a:xfrm rot="5400000">
            <a:off x="5717537" y="4551182"/>
            <a:ext cx="338147" cy="308891"/>
          </a:xfrm>
          <a:prstGeom prst="rightArrow">
            <a:avLst/>
          </a:prstGeom>
          <a:solidFill>
            <a:schemeClr val="accent1"/>
          </a:solidFill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25000" lnSpcReduction="20000"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996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99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9903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9870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98386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98064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97743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97420" algn="l" defTabSz="99935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BDA9E4-4027-5349-8A5D-1B52FAA489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6340" y="4988009"/>
            <a:ext cx="1962225" cy="138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2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5">
            <a:extLst>
              <a:ext uri="{FF2B5EF4-FFF2-40B4-BE49-F238E27FC236}">
                <a16:creationId xmlns:a16="http://schemas.microsoft.com/office/drawing/2014/main" id="{D5509750-180C-4E75-BB0B-0063345F1584}"/>
              </a:ext>
            </a:extLst>
          </p:cNvPr>
          <p:cNvSpPr txBox="1">
            <a:spLocks/>
          </p:cNvSpPr>
          <p:nvPr/>
        </p:nvSpPr>
        <p:spPr bwMode="auto">
          <a:xfrm>
            <a:off x="215950" y="72058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码神特训营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入门篇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本期学习流程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75FD06-CD9B-45CD-8703-C803C2052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440304"/>
              </p:ext>
            </p:extLst>
          </p:nvPr>
        </p:nvGraphicFramePr>
        <p:xfrm>
          <a:off x="2020299" y="936154"/>
          <a:ext cx="7370761" cy="589082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21461">
                  <a:extLst>
                    <a:ext uri="{9D8B030D-6E8A-4147-A177-3AD203B41FA5}">
                      <a16:colId xmlns:a16="http://schemas.microsoft.com/office/drawing/2014/main" val="2904409968"/>
                    </a:ext>
                  </a:extLst>
                </a:gridCol>
                <a:gridCol w="1727816">
                  <a:extLst>
                    <a:ext uri="{9D8B030D-6E8A-4147-A177-3AD203B41FA5}">
                      <a16:colId xmlns:a16="http://schemas.microsoft.com/office/drawing/2014/main" val="3076126009"/>
                    </a:ext>
                  </a:extLst>
                </a:gridCol>
                <a:gridCol w="3731443">
                  <a:extLst>
                    <a:ext uri="{9D8B030D-6E8A-4147-A177-3AD203B41FA5}">
                      <a16:colId xmlns:a16="http://schemas.microsoft.com/office/drawing/2014/main" val="3082196366"/>
                    </a:ext>
                  </a:extLst>
                </a:gridCol>
                <a:gridCol w="890041">
                  <a:extLst>
                    <a:ext uri="{9D8B030D-6E8A-4147-A177-3AD203B41FA5}">
                      <a16:colId xmlns:a16="http://schemas.microsoft.com/office/drawing/2014/main" val="1384668933"/>
                    </a:ext>
                  </a:extLst>
                </a:gridCol>
              </a:tblGrid>
              <a:tr h="25601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时间</a:t>
                      </a: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模块</a:t>
                      </a: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课程名称</a:t>
                      </a: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参考学习时长</a:t>
                      </a: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3787760385"/>
                  </a:ext>
                </a:extLst>
              </a:tr>
              <a:tr h="2560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7.14</a:t>
                      </a:r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18:00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开营仪式</a:t>
                      </a: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《</a:t>
                      </a:r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开营仪式</a:t>
                      </a:r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》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20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802063659"/>
                  </a:ext>
                </a:extLst>
              </a:tr>
              <a:tr h="256017">
                <a:tc rowSpan="17"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7.14-7.21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 rowSpan="10"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必修</a:t>
                      </a:r>
                      <a:endParaRPr lang="en-US" altLang="zh-CN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百度研发流程指南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30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3174090028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研发工具链课程概述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5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4264790861"/>
                  </a:ext>
                </a:extLst>
              </a:tr>
              <a:tr h="173736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en-US" sz="1300" kern="120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DevOps</a:t>
                      </a:r>
                      <a:r>
                        <a:rPr lang="zh-CN" altLang="en-US" sz="1300" kern="120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20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3170193193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icafe</a:t>
                      </a:r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简介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20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1847089164"/>
                  </a:ext>
                </a:extLst>
              </a:tr>
              <a:tr h="231648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代码的艺术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120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2308344151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百度研发工具链实战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40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2995555414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en-US" sz="1300" b="1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QC</a:t>
                      </a:r>
                      <a:r>
                        <a:rPr lang="zh-CN" altLang="en-US" sz="1300" b="1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考试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100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232531413"/>
                  </a:ext>
                </a:extLst>
              </a:tr>
              <a:tr h="231648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各编程语言的编码规范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20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1842482994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安全制度要求及研发实践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30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2175667768"/>
                  </a:ext>
                </a:extLst>
              </a:tr>
              <a:tr h="289560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数据流通规范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30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3572463775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选修</a:t>
                      </a: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持续集成与质量保证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40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1169727659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百度持续交付方法与实践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50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3197079676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高可用性设计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60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2044169085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平台化介绍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50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3448361762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marL="72394" marR="72394" marT="36197" marB="36197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如何高效和安全的引入开源软件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40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2790643266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敏捷实践应用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40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98569788"/>
                  </a:ext>
                </a:extLst>
              </a:tr>
              <a:tr h="256017">
                <a:tc vMerge="1">
                  <a:txBody>
                    <a:bodyPr/>
                    <a:lstStyle/>
                    <a:p>
                      <a:pPr algn="ctr"/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marL="0" algn="ctr" defTabSz="999355" rtl="0" eaLnBrk="1" fontAlgn="t" latinLnBrk="0" hangingPunct="1"/>
                      <a:r>
                        <a:rPr lang="zh-CN" altLang="en-US" sz="1300" kern="1200" dirty="0">
                          <a:solidFill>
                            <a:schemeClr val="dk1"/>
                          </a:solidFill>
                          <a:latin typeface="+mj-ea"/>
                          <a:ea typeface="+mj-ea"/>
                          <a:cs typeface="+mn-cs"/>
                        </a:rPr>
                        <a:t>写出安全的代码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40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3960907353"/>
                  </a:ext>
                </a:extLst>
              </a:tr>
              <a:tr h="25601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7.22 </a:t>
                      </a:r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下午</a:t>
                      </a: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结营仪式</a:t>
                      </a: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群内</a:t>
                      </a:r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-《</a:t>
                      </a:r>
                      <a:r>
                        <a:rPr lang="zh-CN" altLang="en-US" sz="1300" dirty="0">
                          <a:latin typeface="+mj-ea"/>
                          <a:ea typeface="+mj-ea"/>
                        </a:rPr>
                        <a:t>结营仪式</a:t>
                      </a:r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》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300" dirty="0">
                          <a:latin typeface="+mj-ea"/>
                          <a:ea typeface="+mj-ea"/>
                        </a:rPr>
                        <a:t>20 min</a:t>
                      </a:r>
                      <a:endParaRPr lang="zh-CN" altLang="en-US" sz="1300" dirty="0">
                        <a:latin typeface="+mj-ea"/>
                        <a:ea typeface="+mj-ea"/>
                      </a:endParaRPr>
                    </a:p>
                  </a:txBody>
                  <a:tcPr marL="58609" marR="58609" marT="29304" marB="29304" anchor="ctr"/>
                </a:tc>
                <a:extLst>
                  <a:ext uri="{0D108BD9-81ED-4DB2-BD59-A6C34878D82A}">
                    <a16:rowId xmlns:a16="http://schemas.microsoft.com/office/drawing/2014/main" val="576364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73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百度代码认证体系(人)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72434" y="6562461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i="1" u="sng" dirty="0">
                <a:hlinkClick r:id="rId3"/>
              </a:rPr>
              <a:t>百度程序员认证体系</a:t>
            </a:r>
            <a:endParaRPr lang="zh-CN" altLang="en-US" i="1" u="sng" dirty="0"/>
          </a:p>
        </p:txBody>
      </p:sp>
      <p:sp>
        <p:nvSpPr>
          <p:cNvPr id="7" name="标题 5"/>
          <p:cNvSpPr txBox="1">
            <a:spLocks/>
          </p:cNvSpPr>
          <p:nvPr/>
        </p:nvSpPr>
        <p:spPr bwMode="auto">
          <a:xfrm>
            <a:off x="307975" y="299773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百度程序员认证体系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" name="Picture 2" descr="http://file.family.baidu.com/chanpin/c260d75b-0e21-4b13-b365-6a4f7d77d38a_1569381268392.png">
            <a:extLst>
              <a:ext uri="{FF2B5EF4-FFF2-40B4-BE49-F238E27FC236}">
                <a16:creationId xmlns:a16="http://schemas.microsoft.com/office/drawing/2014/main" id="{C285EF5A-2CD8-4927-B5FA-8B6797B71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019" y="3541978"/>
            <a:ext cx="7117174" cy="287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741F61B-74E2-468A-B2EB-0A4E08184899}"/>
              </a:ext>
            </a:extLst>
          </p:cNvPr>
          <p:cNvSpPr/>
          <p:nvPr/>
        </p:nvSpPr>
        <p:spPr>
          <a:xfrm>
            <a:off x="307975" y="1252444"/>
            <a:ext cx="116277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Qualified Coder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：是对百度程序员的最基础要求。通过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Qualified Coder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认证后，才可以具备提交代码的权限。通过公司统一组织的“码神特训营”的学习并通过考试后，可以获得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的认证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Good Coder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：通过按照指定题目编写代码，考察在编码规范及编码素质方面的能力。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Good Coder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的认证由由公司各体系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CMC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来组织。</a:t>
            </a:r>
          </a:p>
          <a:p>
            <a:pPr algn="just"/>
            <a:endParaRPr lang="zh-CN" altLang="en-US" sz="16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Master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：是百度程序员的最高荣誉。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Master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除了编写高质量代码，还高质量的执行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Review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并往往在推动部门或公司的代码质量方面作出了贡献。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Master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的评选每年组织一次，由各体系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CMC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推荐，之后由公司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CMC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统一评定。</a:t>
            </a:r>
            <a:endParaRPr lang="zh-CN" altLang="en-US" sz="1600" b="0" i="0" dirty="0">
              <a:solidFill>
                <a:srgbClr val="12121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9962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5">
            <a:extLst>
              <a:ext uri="{FF2B5EF4-FFF2-40B4-BE49-F238E27FC236}">
                <a16:creationId xmlns:a16="http://schemas.microsoft.com/office/drawing/2014/main" id="{1ADA148D-AB68-F044-8354-A2555C224F60}"/>
              </a:ext>
            </a:extLst>
          </p:cNvPr>
          <p:cNvSpPr txBox="1">
            <a:spLocks/>
          </p:cNvSpPr>
          <p:nvPr/>
        </p:nvSpPr>
        <p:spPr bwMode="auto">
          <a:xfrm>
            <a:off x="359166" y="216074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QC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考试说明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6773C0-97A4-674D-BE40-3215B443FEDF}"/>
              </a:ext>
            </a:extLst>
          </p:cNvPr>
          <p:cNvSpPr/>
          <p:nvPr/>
        </p:nvSpPr>
        <p:spPr>
          <a:xfrm>
            <a:off x="792014" y="1368202"/>
            <a:ext cx="4481347" cy="4613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【</a:t>
            </a:r>
            <a:r>
              <a:rPr lang="en" altLang="zh-CN" dirty="0">
                <a:solidFill>
                  <a:srgbClr val="282C38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QC</a:t>
            </a:r>
            <a:r>
              <a:rPr lang="zh-CN" altLang="en-US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考试注意事项</a:t>
            </a:r>
            <a:r>
              <a:rPr lang="en-US" altLang="zh-CN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282C38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①</a:t>
            </a:r>
            <a:r>
              <a:rPr lang="zh-CN" altLang="en-US" dirty="0">
                <a:solidFill>
                  <a:srgbClr val="282C38"/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看</a:t>
            </a:r>
            <a:r>
              <a:rPr lang="en" altLang="zh-CN" dirty="0">
                <a:solidFill>
                  <a:srgbClr val="FF0000"/>
                </a:solidFill>
                <a:latin typeface="Helvetica Neue" panose="02000503000000020004" pitchFamily="2" charset="0"/>
              </a:rPr>
              <a:t>readme</a:t>
            </a:r>
            <a:r>
              <a:rPr lang="zh-CN" altLang="en" dirty="0">
                <a:solidFill>
                  <a:srgbClr val="FF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！！</a:t>
            </a:r>
            <a:endParaRPr lang="en" altLang="zh-CN" dirty="0">
              <a:solidFill>
                <a:srgbClr val="FF0000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" altLang="zh-CN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②</a:t>
            </a:r>
            <a:r>
              <a:rPr lang="zh-CN" altLang="en-US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按照学习地址从度学堂入口进入；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③禁止删除代码库！！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④任务失败先按照流程自查是否遗漏了哪些环节和步骤；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⑤工具类问题可咨询对应服务号；</a:t>
            </a:r>
            <a:endParaRPr lang="en-US" altLang="zh-CN" dirty="0">
              <a:solidFill>
                <a:srgbClr val="282C38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⑥</a:t>
            </a:r>
            <a:r>
              <a:rPr lang="zh-CN" altLang="en-US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如有紧急提交代码的任务可以发邮件给直属经理，抄送</a:t>
            </a:r>
            <a:r>
              <a:rPr lang="en-US" altLang="zh-CN" dirty="0"/>
              <a:t>ext_qc@baidu.com</a:t>
            </a:r>
            <a:r>
              <a:rPr lang="zh-CN" altLang="en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，</a:t>
            </a:r>
            <a:r>
              <a:rPr lang="zh-CN" altLang="en-US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经理确认后，开通临时</a:t>
            </a:r>
            <a:r>
              <a:rPr lang="en" altLang="zh-CN" dirty="0">
                <a:solidFill>
                  <a:srgbClr val="282C38"/>
                </a:solidFill>
                <a:latin typeface="Helvetica Neue" panose="02000503000000020004" pitchFamily="2" charset="0"/>
                <a:ea typeface="PingFang SC" panose="020B0400000000000000" pitchFamily="34" charset="-122"/>
              </a:rPr>
              <a:t>QC</a:t>
            </a:r>
            <a:r>
              <a:rPr lang="zh-CN" altLang="en-US" dirty="0">
                <a:solidFill>
                  <a:srgbClr val="282C38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认证</a:t>
            </a:r>
            <a:endParaRPr lang="zh-CN" altLang="en-US" dirty="0">
              <a:solidFill>
                <a:srgbClr val="282C38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5268E15-1939-48FD-A1C2-7FF4ABA7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502" y="1512218"/>
            <a:ext cx="7021717" cy="461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5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66763" y="1825720"/>
            <a:ext cx="9849007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accent2"/>
                </a:solidFill>
              </a:rPr>
              <a:t>考试进度查询：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http://coder.baidu-int.com/rest/qualified-coder-status/check</a:t>
            </a:r>
            <a:endParaRPr lang="zh-CN" altLang="en-US" sz="2000" dirty="0"/>
          </a:p>
        </p:txBody>
      </p:sp>
      <p:sp>
        <p:nvSpPr>
          <p:cNvPr id="9" name="标题 5">
            <a:extLst>
              <a:ext uri="{FF2B5EF4-FFF2-40B4-BE49-F238E27FC236}">
                <a16:creationId xmlns:a16="http://schemas.microsoft.com/office/drawing/2014/main" id="{1ADA148D-AB68-F044-8354-A2555C224F60}"/>
              </a:ext>
            </a:extLst>
          </p:cNvPr>
          <p:cNvSpPr txBox="1">
            <a:spLocks/>
          </p:cNvSpPr>
          <p:nvPr/>
        </p:nvSpPr>
        <p:spPr bwMode="auto">
          <a:xfrm>
            <a:off x="359166" y="216074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QC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考试说明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C047CC-FB6E-4125-A06A-C3AE7ECD8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3" y="3313113"/>
            <a:ext cx="107537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11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百度代码认证体系(人)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标题 5"/>
          <p:cNvSpPr txBox="1">
            <a:spLocks/>
          </p:cNvSpPr>
          <p:nvPr/>
        </p:nvSpPr>
        <p:spPr bwMode="auto">
          <a:xfrm>
            <a:off x="335839" y="183509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码神特训营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工程师手册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5" name="Picture 1" descr="C:\Users\ZONGCH~1\AppData\Local\Temp\BaiduHi\7B588154-F278-413D-932C-7ABE7C27F8FF.jpg">
            <a:extLst>
              <a:ext uri="{FF2B5EF4-FFF2-40B4-BE49-F238E27FC236}">
                <a16:creationId xmlns:a16="http://schemas.microsoft.com/office/drawing/2014/main" id="{1B45591A-C553-4165-A1ED-3F3E5B405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403893"/>
            <a:ext cx="7909247" cy="486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E71F0AC-B712-4211-A384-19162E230DD0}"/>
              </a:ext>
            </a:extLst>
          </p:cNvPr>
          <p:cNvSpPr txBox="1"/>
          <p:nvPr/>
        </p:nvSpPr>
        <p:spPr>
          <a:xfrm>
            <a:off x="8064822" y="2520330"/>
            <a:ext cx="4150913" cy="2633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dirty="0"/>
              <a:t>百度工程师文化</a:t>
            </a:r>
            <a:endParaRPr kumimoji="1" lang="en-US" altLang="zh-CN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dirty="0"/>
              <a:t>培养机制</a:t>
            </a:r>
            <a:endParaRPr kumimoji="1" lang="en-US" altLang="zh-CN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dirty="0"/>
              <a:t>产品研发全流程中的机制、方法</a:t>
            </a:r>
            <a:endParaRPr kumimoji="1" lang="en-US" altLang="zh-CN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 dirty="0"/>
              <a:t>平台化、开源、安全规范、数据资产服务</a:t>
            </a:r>
            <a:endParaRPr kumimoji="1" lang="en-US" altLang="zh-CN" sz="1600" dirty="0"/>
          </a:p>
          <a:p>
            <a:pPr algn="just">
              <a:lnSpc>
                <a:spcPct val="150000"/>
              </a:lnSpc>
            </a:pPr>
            <a:endParaRPr kumimoji="1" lang="en-US" altLang="zh-CN" sz="1600" dirty="0"/>
          </a:p>
          <a:p>
            <a:pPr algn="just">
              <a:lnSpc>
                <a:spcPct val="150000"/>
              </a:lnSpc>
            </a:pPr>
            <a:endParaRPr kumimoji="1" lang="en-US" altLang="zh-CN" sz="1600" dirty="0"/>
          </a:p>
          <a:p>
            <a:pPr algn="ctr">
              <a:lnSpc>
                <a:spcPct val="150000"/>
              </a:lnSpc>
            </a:pPr>
            <a:r>
              <a:rPr kumimoji="1" lang="zh-CN" altLang="en-US" sz="1600" dirty="0"/>
              <a:t>快速了解工程师培养机制及能力要求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4C6ACE00-CBD0-4BCF-88F7-1C630F7EB7CE}"/>
              </a:ext>
            </a:extLst>
          </p:cNvPr>
          <p:cNvSpPr/>
          <p:nvPr/>
        </p:nvSpPr>
        <p:spPr>
          <a:xfrm>
            <a:off x="10009038" y="4176514"/>
            <a:ext cx="216024" cy="504056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529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FE57DF-8CD7-41C3-9E0E-E0329D0A7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39" y="1375631"/>
            <a:ext cx="5933368" cy="3981422"/>
          </a:xfrm>
          <a:prstGeom prst="rect">
            <a:avLst/>
          </a:prstGeom>
        </p:spPr>
      </p:pic>
      <p:sp>
        <p:nvSpPr>
          <p:cNvPr id="4" name="标题 5">
            <a:extLst>
              <a:ext uri="{FF2B5EF4-FFF2-40B4-BE49-F238E27FC236}">
                <a16:creationId xmlns:a16="http://schemas.microsoft.com/office/drawing/2014/main" id="{DA803946-B591-4449-92E6-07EBFF0C16CC}"/>
              </a:ext>
            </a:extLst>
          </p:cNvPr>
          <p:cNvSpPr txBox="1">
            <a:spLocks/>
          </p:cNvSpPr>
          <p:nvPr/>
        </p:nvSpPr>
        <p:spPr bwMode="auto">
          <a:xfrm>
            <a:off x="335839" y="183509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码神特训营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岗前篇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F2564F-D4CE-430F-A7BF-FF63B94DFEA6}"/>
              </a:ext>
            </a:extLst>
          </p:cNvPr>
          <p:cNvSpPr txBox="1"/>
          <p:nvPr/>
        </p:nvSpPr>
        <p:spPr>
          <a:xfrm>
            <a:off x="4356769" y="6029054"/>
            <a:ext cx="3527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DDL</a:t>
            </a:r>
            <a:r>
              <a:rPr lang="zh-CN" altLang="en-US" dirty="0"/>
              <a:t>：本周五</a:t>
            </a:r>
            <a:r>
              <a:rPr lang="en-US" altLang="zh-CN" dirty="0"/>
              <a:t>24:00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139F07-8750-450D-89DD-987A931BD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605" y="2708511"/>
            <a:ext cx="6048598" cy="182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88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5"/>
          <p:cNvSpPr txBox="1">
            <a:spLocks/>
          </p:cNvSpPr>
          <p:nvPr/>
        </p:nvSpPr>
        <p:spPr bwMode="auto">
          <a:xfrm>
            <a:off x="346098" y="289932"/>
            <a:ext cx="10386803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常见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FAQ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0694" y="1036024"/>
            <a:ext cx="11247116" cy="5859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Q</a:t>
            </a:r>
            <a:r>
              <a:rPr lang="zh-CN" altLang="en-US" b="1" dirty="0"/>
              <a:t>：我之前已经获得了</a:t>
            </a:r>
            <a:r>
              <a:rPr lang="en-US" altLang="zh-CN" b="1" dirty="0"/>
              <a:t>QC</a:t>
            </a:r>
            <a:r>
              <a:rPr lang="zh-CN" altLang="en-US" b="1" dirty="0"/>
              <a:t>勋章，还需要参加码神特训营么？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码神特训营入门篇中有很多基础的专业课程，建议已经获得</a:t>
            </a:r>
            <a:r>
              <a:rPr lang="en-US" altLang="zh-CN" dirty="0"/>
              <a:t>QC</a:t>
            </a:r>
            <a:r>
              <a:rPr lang="zh-CN" altLang="en-US" dirty="0"/>
              <a:t>勋章的同学尽量完整学习码神入门篇课程学习，获得</a:t>
            </a:r>
            <a:r>
              <a:rPr lang="en-US" altLang="zh-CN" dirty="0"/>
              <a:t>90/125</a:t>
            </a:r>
            <a:r>
              <a:rPr lang="zh-CN" altLang="en-US" dirty="0"/>
              <a:t>学分还有结业证书和奖品等着你</a:t>
            </a:r>
            <a:r>
              <a:rPr lang="en-US" altLang="zh-CN" dirty="0"/>
              <a:t>~</a:t>
            </a:r>
            <a:r>
              <a:rPr lang="zh-CN" altLang="en-US" dirty="0"/>
              <a:t>如果已经学过相应课程并完成</a:t>
            </a:r>
            <a:r>
              <a:rPr lang="en-US" altLang="zh-CN" dirty="0"/>
              <a:t>QC</a:t>
            </a:r>
            <a:r>
              <a:rPr lang="zh-CN" altLang="en-US" dirty="0"/>
              <a:t>考试，则不需要重复参加</a:t>
            </a:r>
            <a:r>
              <a:rPr lang="en-US" altLang="zh-CN" dirty="0"/>
              <a:t>~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*入职前学完岗前篇的同学提交后学习进度统计时同步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Q</a:t>
            </a:r>
            <a:r>
              <a:rPr lang="zh-CN" altLang="en-US" b="1" dirty="0"/>
              <a:t>：我平时的工作不需要提交代码，需要参加码神特训营么？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实际工作中不需要在</a:t>
            </a:r>
            <a:r>
              <a:rPr lang="en-US" altLang="zh-CN" dirty="0" err="1"/>
              <a:t>iCode</a:t>
            </a:r>
            <a:r>
              <a:rPr lang="zh-CN" altLang="en-US" dirty="0"/>
              <a:t>上提交代码的同学（</a:t>
            </a:r>
            <a:r>
              <a:rPr lang="en-US" altLang="zh-CN" dirty="0"/>
              <a:t>PMO</a:t>
            </a:r>
            <a:r>
              <a:rPr lang="zh-CN" altLang="en-US" dirty="0"/>
              <a:t>、硬件工程师等）不强制要求参加码神相关课程，可以根据自己的兴趣和需求学习</a:t>
            </a:r>
            <a:r>
              <a:rPr lang="en-US" altLang="zh-CN" dirty="0"/>
              <a:t>~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Q</a:t>
            </a:r>
            <a:r>
              <a:rPr lang="zh-CN" altLang="en-US" b="1" dirty="0"/>
              <a:t>：如何查看我是否通过了</a:t>
            </a:r>
            <a:r>
              <a:rPr lang="en-US" altLang="zh-CN" b="1" dirty="0"/>
              <a:t>QC</a:t>
            </a:r>
            <a:r>
              <a:rPr lang="zh-CN" altLang="en-US" b="1" dirty="0"/>
              <a:t>考试？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通过查询链接、邮件、</a:t>
            </a:r>
            <a:r>
              <a:rPr lang="en-US" altLang="zh-CN" dirty="0" err="1"/>
              <a:t>iCode</a:t>
            </a:r>
            <a:r>
              <a:rPr lang="zh-CN" altLang="en-US" dirty="0"/>
              <a:t>主页都可以查看，具体可参考知识库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Q</a:t>
            </a:r>
            <a:r>
              <a:rPr lang="zh-CN" altLang="en-US" b="1" dirty="0"/>
              <a:t>：如果在学习和</a:t>
            </a:r>
            <a:r>
              <a:rPr lang="en-US" altLang="zh-CN" b="1" dirty="0"/>
              <a:t>QC</a:t>
            </a:r>
            <a:r>
              <a:rPr lang="zh-CN" altLang="en-US" b="1" dirty="0"/>
              <a:t>考试中遇到了问题应该找谁解决呢？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如流群、</a:t>
            </a:r>
            <a:r>
              <a:rPr lang="en-US" altLang="zh-CN" dirty="0"/>
              <a:t>QC</a:t>
            </a:r>
            <a:r>
              <a:rPr lang="zh-CN" altLang="en-US" dirty="0"/>
              <a:t>实战群、各工具服务号，具体可参考知识库</a:t>
            </a:r>
          </a:p>
        </p:txBody>
      </p:sp>
    </p:spTree>
    <p:extLst>
      <p:ext uri="{BB962C8B-B14F-4D97-AF65-F5344CB8AC3E}">
        <p14:creationId xmlns:p14="http://schemas.microsoft.com/office/powerpoint/2010/main" val="98505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772B96-8678-BE46-AA17-60FCBFE58527}"/>
              </a:ext>
            </a:extLst>
          </p:cNvPr>
          <p:cNvSpPr txBox="1"/>
          <p:nvPr/>
        </p:nvSpPr>
        <p:spPr>
          <a:xfrm>
            <a:off x="370328" y="865997"/>
            <a:ext cx="11272096" cy="3782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/>
              <a:t>1</a:t>
            </a:r>
            <a:r>
              <a:rPr kumimoji="1" lang="zh-CN" altLang="en-US" b="1" dirty="0"/>
              <a:t>、征集班委（报名联系</a:t>
            </a:r>
            <a:r>
              <a:rPr kumimoji="1" lang="en-US" altLang="zh-CN" b="1" dirty="0" err="1"/>
              <a:t>zhaodexuan</a:t>
            </a:r>
            <a:r>
              <a:rPr kumimoji="1" lang="zh-CN" altLang="en-US" b="1" dirty="0"/>
              <a:t>）：</a:t>
            </a:r>
            <a:endParaRPr kumimoji="1" lang="en-US" altLang="zh-CN" b="1" dirty="0"/>
          </a:p>
          <a:p>
            <a:pPr marL="78542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组织委员：</a:t>
            </a:r>
            <a:r>
              <a:rPr kumimoji="1" lang="en-US" altLang="zh-CN" dirty="0"/>
              <a:t>3</a:t>
            </a:r>
            <a:r>
              <a:rPr kumimoji="1" lang="zh-CN" altLang="en-US" dirty="0"/>
              <a:t>名（帮助大家解答学习流程上的问题）</a:t>
            </a:r>
            <a:endParaRPr kumimoji="1" lang="en-US" altLang="zh-CN" dirty="0"/>
          </a:p>
          <a:p>
            <a:pPr marL="78542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学习委员：</a:t>
            </a:r>
            <a:r>
              <a:rPr kumimoji="1" lang="en-US" altLang="zh-CN" dirty="0"/>
              <a:t>5</a:t>
            </a:r>
            <a:r>
              <a:rPr kumimoji="1" lang="zh-CN" altLang="en-US" dirty="0"/>
              <a:t>名（帮助大家解答技术类问题）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en-US" altLang="zh-CN" b="1" dirty="0"/>
              <a:t>2</a:t>
            </a:r>
            <a:r>
              <a:rPr kumimoji="1" lang="zh-CN" altLang="en-US" b="1" dirty="0"/>
              <a:t>、学习奖励机制：</a:t>
            </a:r>
            <a:endParaRPr kumimoji="1" lang="en-US" altLang="zh-CN" b="1" dirty="0"/>
          </a:p>
          <a:p>
            <a:pPr marL="78542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结业奖：截至下周四</a:t>
            </a:r>
            <a:r>
              <a:rPr kumimoji="1" lang="en-US" altLang="zh-CN" dirty="0"/>
              <a:t>24</a:t>
            </a:r>
            <a:r>
              <a:rPr kumimoji="1" lang="zh-CN" altLang="en-US" dirty="0"/>
              <a:t>点前，修满</a:t>
            </a:r>
            <a:r>
              <a:rPr kumimoji="1" lang="en-US" altLang="zh-CN" dirty="0"/>
              <a:t>90</a:t>
            </a:r>
            <a:r>
              <a:rPr kumimoji="1" lang="zh-CN" altLang="en-US" dirty="0"/>
              <a:t>学分，发放</a:t>
            </a:r>
            <a:r>
              <a:rPr kumimoji="1" lang="zh-CN" altLang="en-US" dirty="0">
                <a:solidFill>
                  <a:srgbClr val="FF0000"/>
                </a:solidFill>
              </a:rPr>
              <a:t>纸质结业证书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78542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学霸奖：截至下周四</a:t>
            </a:r>
            <a:r>
              <a:rPr kumimoji="1" lang="en-US" altLang="zh-CN" dirty="0"/>
              <a:t>24</a:t>
            </a:r>
            <a:r>
              <a:rPr kumimoji="1" lang="zh-CN" altLang="en-US" dirty="0"/>
              <a:t>点前，修满</a:t>
            </a:r>
            <a:r>
              <a:rPr kumimoji="1" lang="en-US" altLang="zh-CN" dirty="0"/>
              <a:t>125</a:t>
            </a:r>
            <a:r>
              <a:rPr kumimoji="1" lang="zh-CN" altLang="en-US" dirty="0"/>
              <a:t>分满分，发放</a:t>
            </a:r>
            <a:r>
              <a:rPr kumimoji="1" lang="zh-CN" altLang="en-US" dirty="0">
                <a:solidFill>
                  <a:srgbClr val="FF0000"/>
                </a:solidFill>
              </a:rPr>
              <a:t>纸质版工程师手册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78542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QC</a:t>
            </a:r>
            <a:r>
              <a:rPr kumimoji="1" lang="zh-CN" altLang="en-US" dirty="0"/>
              <a:t>之星： 最快完成</a:t>
            </a:r>
            <a:r>
              <a:rPr kumimoji="1" lang="en-US" altLang="zh-CN" dirty="0"/>
              <a:t>QC</a:t>
            </a:r>
            <a:r>
              <a:rPr kumimoji="1" lang="zh-CN" altLang="en-US" dirty="0"/>
              <a:t>考试的前</a:t>
            </a:r>
            <a:r>
              <a:rPr kumimoji="1" lang="en-US" altLang="zh-CN" dirty="0"/>
              <a:t>5%</a:t>
            </a:r>
            <a:r>
              <a:rPr kumimoji="1" lang="zh-CN" altLang="en-US" dirty="0"/>
              <a:t>同学，发放</a:t>
            </a:r>
            <a:r>
              <a:rPr kumimoji="1" lang="zh-CN" altLang="en-US" dirty="0">
                <a:solidFill>
                  <a:srgbClr val="FF0000"/>
                </a:solidFill>
              </a:rPr>
              <a:t>实体徽章</a:t>
            </a:r>
            <a:r>
              <a:rPr kumimoji="1" lang="en-US" altLang="zh-CN" dirty="0">
                <a:solidFill>
                  <a:srgbClr val="FF0000"/>
                </a:solidFill>
              </a:rPr>
              <a:t>+</a:t>
            </a:r>
            <a:r>
              <a:rPr kumimoji="1" lang="zh-CN" altLang="en-US" dirty="0">
                <a:solidFill>
                  <a:srgbClr val="FF0000"/>
                </a:solidFill>
              </a:rPr>
              <a:t>定制奖品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785426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天使奖：班委</a:t>
            </a:r>
            <a:r>
              <a:rPr kumimoji="1" lang="en-US" altLang="zh-CN" dirty="0"/>
              <a:t>+</a:t>
            </a:r>
            <a:r>
              <a:rPr kumimoji="1" lang="zh-CN" altLang="en-US" dirty="0"/>
              <a:t>其他热心为大家解答问题的同学，发放</a:t>
            </a:r>
            <a:r>
              <a:rPr kumimoji="1" lang="zh-CN" altLang="en-US" dirty="0">
                <a:solidFill>
                  <a:srgbClr val="FF0000"/>
                </a:solidFill>
              </a:rPr>
              <a:t>定制奖品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0EE874-CAED-934D-9284-A470667E7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228" y="5203204"/>
            <a:ext cx="1667216" cy="166721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6B96BF-D13F-314B-8BD6-FDC3B86E1E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25" y="5215095"/>
            <a:ext cx="1655325" cy="16553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90FA62A-E8B1-0046-B4C3-FCB91F908D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00" y="5200110"/>
            <a:ext cx="1670309" cy="1670309"/>
          </a:xfrm>
          <a:prstGeom prst="rect">
            <a:avLst/>
          </a:prstGeom>
        </p:spPr>
      </p:pic>
      <p:sp>
        <p:nvSpPr>
          <p:cNvPr id="9" name="标题 5">
            <a:extLst>
              <a:ext uri="{FF2B5EF4-FFF2-40B4-BE49-F238E27FC236}">
                <a16:creationId xmlns:a16="http://schemas.microsoft.com/office/drawing/2014/main" id="{94336D4D-7A68-5F41-9931-0D0D462B9E71}"/>
              </a:ext>
            </a:extLst>
          </p:cNvPr>
          <p:cNvSpPr txBox="1">
            <a:spLocks/>
          </p:cNvSpPr>
          <p:nvPr/>
        </p:nvSpPr>
        <p:spPr bwMode="auto">
          <a:xfrm>
            <a:off x="287958" y="62326"/>
            <a:ext cx="10674835" cy="8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920" tIns="49960" rIns="99920" bIns="4996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1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99676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99355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499033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998709" algn="ctr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奖励机制</a:t>
            </a:r>
            <a:r>
              <a:rPr lang="en-US" altLang="zh-CN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&amp;</a:t>
            </a:r>
            <a:r>
              <a:rPr lang="zh-CN" altLang="en-US" sz="2800" b="1" kern="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规则</a:t>
            </a:r>
            <a:endParaRPr lang="en-US" altLang="zh-CN" sz="2800" b="1" kern="0" dirty="0">
              <a:solidFill>
                <a:schemeClr val="bg2">
                  <a:lumMod val="2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C851864-83F8-3E45-B6B1-71C567D45A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638" y="5184626"/>
            <a:ext cx="1702811" cy="170281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CDEEC8F-3AD6-45A3-AA25-3FA9AB6C9F1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860" y="5184626"/>
            <a:ext cx="2272873" cy="170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969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3614" dirty="0"/>
              <a:t>预祝大家顺利结业！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7435391" y="3894481"/>
            <a:ext cx="4156433" cy="312126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码神特训营</a:t>
            </a:r>
            <a:r>
              <a:rPr lang="en-US" altLang="zh-CN" b="1" dirty="0"/>
              <a:t>-</a:t>
            </a:r>
            <a:r>
              <a:rPr lang="zh-CN" altLang="en-US" b="1" dirty="0"/>
              <a:t>进阶篇</a:t>
            </a:r>
            <a:r>
              <a:rPr lang="en-US" altLang="zh-CN" b="1" dirty="0"/>
              <a:t>  BIT&amp;CMC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8906755" y="1479133"/>
            <a:ext cx="2685069" cy="1166713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7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809" tIns="45905" rIns="91809" bIns="45905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809" tIns="45905" rIns="91809" bIns="45905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809" tIns="45905" rIns="91809" bIns="45905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809" tIns="45905" rIns="91809" bIns="45905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809" tIns="45905" rIns="91809" bIns="45905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7435391" y="2829119"/>
            <a:ext cx="41315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7435391" y="3711206"/>
            <a:ext cx="41315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409" y="6297887"/>
            <a:ext cx="2672025" cy="57003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8CC8C79-94DA-CF42-ABA1-BC0BD36113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268" y="368120"/>
            <a:ext cx="2708221" cy="7563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1AD1A09-A75B-BE4E-A7B7-7436A56FC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" y="0"/>
            <a:ext cx="12216606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321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2208&quot;/&gt;&lt;CPresentation id=&quot;1&quot;&gt;&lt;m_precDefaultNumber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strFormatTime&gt;%#m/%#d/%Y&lt;/m_strFormatTime&gt;&lt;/m_precDefaultDate&gt;&lt;m_precDefaultYear/&gt;&lt;m_precDefaultQuarter/&gt;&lt;m_precDefaultMonth/&gt;&lt;m_precDefaultWeek/&gt;&lt;m_precDefaultDay/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119454</TotalTime>
  <Words>1534</Words>
  <Application>Microsoft Office PowerPoint</Application>
  <PresentationFormat>自定义</PresentationFormat>
  <Paragraphs>237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Helvetica Neue</vt:lpstr>
      <vt:lpstr>PingFang SC</vt:lpstr>
      <vt:lpstr>宋体</vt:lpstr>
      <vt:lpstr>微软雅黑</vt:lpstr>
      <vt:lpstr>Arial</vt:lpstr>
      <vt:lpstr>Calibri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BIT-工程师学习体系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预祝大家顺利结业！</vt:lpstr>
    </vt:vector>
  </TitlesOfParts>
  <Company>MSCD龙帝国技术社区 Htpp://Bbs.Mscode.Cc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Aaron</dc:creator>
  <cp:lastModifiedBy>Yu,Qiqi</cp:lastModifiedBy>
  <cp:revision>5846</cp:revision>
  <cp:lastPrinted>2019-07-10T11:16:57Z</cp:lastPrinted>
  <dcterms:created xsi:type="dcterms:W3CDTF">2010-01-26T01:27:03Z</dcterms:created>
  <dcterms:modified xsi:type="dcterms:W3CDTF">2022-07-14T10:35:04Z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4eed1396-652e-48af-a096-58850838b021-2">
    <vt:lpwstr>ff5d71b98789e916474a72de662803cc</vt:lpwstr>
  </property>
  <property fmtid="{D5CDD505-2E9C-101B-9397-08002B2CF9AE}" pid="3" name="4eed1396-652e-48af-a096-58850838b021-3">
    <vt:lpwstr>49f3f8741914688d43fc10764a7c3355</vt:lpwstr>
  </property>
</Properties>
</file>