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55" r:id="rId1"/>
  </p:sldMasterIdLst>
  <p:notesMasterIdLst>
    <p:notesMasterId r:id="rId12"/>
  </p:notesMasterIdLst>
  <p:handoutMasterIdLst>
    <p:handoutMasterId r:id="rId13"/>
  </p:handoutMasterIdLst>
  <p:sldIdLst>
    <p:sldId id="256" r:id="rId2"/>
    <p:sldId id="1777" r:id="rId3"/>
    <p:sldId id="1706" r:id="rId4"/>
    <p:sldId id="1789" r:id="rId5"/>
    <p:sldId id="1778" r:id="rId6"/>
    <p:sldId id="1726" r:id="rId7"/>
    <p:sldId id="1785" r:id="rId8"/>
    <p:sldId id="1782" r:id="rId9"/>
    <p:sldId id="1786" r:id="rId10"/>
    <p:sldId id="1780" r:id="rId11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1F3"/>
    <a:srgbClr val="FF5F06"/>
    <a:srgbClr val="BABCBD"/>
    <a:srgbClr val="347DAA"/>
    <a:srgbClr val="2653B8"/>
    <a:srgbClr val="A9DCF6"/>
    <a:srgbClr val="76A438"/>
    <a:srgbClr val="91B73B"/>
    <a:srgbClr val="1B5B8F"/>
    <a:srgbClr val="11B2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00" autoAdjust="0"/>
    <p:restoredTop sz="95293" autoAdjust="0"/>
  </p:normalViewPr>
  <p:slideViewPr>
    <p:cSldViewPr snapToGrid="0">
      <p:cViewPr varScale="1">
        <p:scale>
          <a:sx n="94" d="100"/>
          <a:sy n="94" d="100"/>
        </p:scale>
        <p:origin x="240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68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759692D-B947-F143-8FED-3190B139B1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B1A304-E945-1647-B67F-2ED43D06FB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0FB3C-A4BF-E944-B11F-0032A12C680E}" type="datetimeFigureOut">
              <a:rPr kumimoji="1" lang="zh-CN" altLang="en-US" smtClean="0"/>
              <a:t>2022/9/5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3263DC-6CA1-B840-B1EE-5465E951B5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F837EF-0BE9-3B45-9D1E-BE30DB9F3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975B0-05F3-6040-8899-A9EC632247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0684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248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828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D15F1A-6CE6-47B3-BB14-B4474C947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DD44A8-5C51-4171-B066-78251AB4A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331200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3D2A2-FBB7-4DB2-8B8E-48151F71D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28B2F-2176-494D-9172-A579BD0A5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3096359-DCD8-41DE-B40D-12E607668070}"/>
              </a:ext>
            </a:extLst>
          </p:cNvPr>
          <p:cNvGrpSpPr/>
          <p:nvPr userDrawn="1"/>
        </p:nvGrpSpPr>
        <p:grpSpPr>
          <a:xfrm>
            <a:off x="838200" y="1298866"/>
            <a:ext cx="10850563" cy="36000"/>
            <a:chOff x="564668" y="0"/>
            <a:chExt cx="27329872" cy="6858000"/>
          </a:xfrm>
        </p:grpSpPr>
        <p:sp>
          <p:nvSpPr>
            <p:cNvPr id="8" name="平行四边形 13">
              <a:extLst>
                <a:ext uri="{FF2B5EF4-FFF2-40B4-BE49-F238E27FC236}">
                  <a16:creationId xmlns:a16="http://schemas.microsoft.com/office/drawing/2014/main" id="{E4C5B08A-CC2B-4082-830B-E82DE958EB18}"/>
                </a:ext>
              </a:extLst>
            </p:cNvPr>
            <p:cNvSpPr/>
            <p:nvPr/>
          </p:nvSpPr>
          <p:spPr>
            <a:xfrm flipH="1">
              <a:off x="664630" y="0"/>
              <a:ext cx="27229910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9" name="平行四边形 14">
              <a:extLst>
                <a:ext uri="{FF2B5EF4-FFF2-40B4-BE49-F238E27FC236}">
                  <a16:creationId xmlns:a16="http://schemas.microsoft.com/office/drawing/2014/main" id="{A9C86C12-8EF6-48E7-BB60-5B79F7EE906B}"/>
                </a:ext>
              </a:extLst>
            </p:cNvPr>
            <p:cNvSpPr/>
            <p:nvPr/>
          </p:nvSpPr>
          <p:spPr>
            <a:xfrm flipH="1">
              <a:off x="564668" y="0"/>
              <a:ext cx="7183963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25360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01911-F514-4BA6-A927-1A13099E2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522D03-F533-41DB-96FB-D9B137EBE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49905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5028D4-43ED-42B6-AFB0-C68259535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83A2C7-24F7-4DDD-A777-F71B52609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BD80E7-8113-430C-91F8-34E4227A7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0419E97-1423-4D64-B9AD-EAEE1106E430}"/>
              </a:ext>
            </a:extLst>
          </p:cNvPr>
          <p:cNvGrpSpPr/>
          <p:nvPr userDrawn="1"/>
        </p:nvGrpSpPr>
        <p:grpSpPr>
          <a:xfrm>
            <a:off x="838200" y="1298866"/>
            <a:ext cx="10850563" cy="36000"/>
            <a:chOff x="564668" y="0"/>
            <a:chExt cx="27329872" cy="6858000"/>
          </a:xfrm>
        </p:grpSpPr>
        <p:sp>
          <p:nvSpPr>
            <p:cNvPr id="9" name="平行四边形 13">
              <a:extLst>
                <a:ext uri="{FF2B5EF4-FFF2-40B4-BE49-F238E27FC236}">
                  <a16:creationId xmlns:a16="http://schemas.microsoft.com/office/drawing/2014/main" id="{12BEF8F1-FB9F-497F-BAFC-87FB31480AB6}"/>
                </a:ext>
              </a:extLst>
            </p:cNvPr>
            <p:cNvSpPr/>
            <p:nvPr/>
          </p:nvSpPr>
          <p:spPr>
            <a:xfrm flipH="1">
              <a:off x="664630" y="0"/>
              <a:ext cx="27229910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0" name="平行四边形 14">
              <a:extLst>
                <a:ext uri="{FF2B5EF4-FFF2-40B4-BE49-F238E27FC236}">
                  <a16:creationId xmlns:a16="http://schemas.microsoft.com/office/drawing/2014/main" id="{A14A403F-D942-47EC-81D9-331DE67F9806}"/>
                </a:ext>
              </a:extLst>
            </p:cNvPr>
            <p:cNvSpPr/>
            <p:nvPr/>
          </p:nvSpPr>
          <p:spPr>
            <a:xfrm flipH="1">
              <a:off x="564668" y="0"/>
              <a:ext cx="7183963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46799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127ACD-AD2E-40BE-A240-1004BC330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14935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606D1C-EF2B-4EB1-8FA3-16B1033C0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935A66-8382-4F8F-8A98-2F45CBA50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8A65A9-4441-4C0E-A0C8-B7A1ACE166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F831A6-F610-4A97-98CC-1D5A5501B6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C945524-6616-4F24-86EA-0C2A18763FDC}"/>
              </a:ext>
            </a:extLst>
          </p:cNvPr>
          <p:cNvGrpSpPr/>
          <p:nvPr userDrawn="1"/>
        </p:nvGrpSpPr>
        <p:grpSpPr>
          <a:xfrm>
            <a:off x="838200" y="1298866"/>
            <a:ext cx="10850563" cy="36000"/>
            <a:chOff x="564668" y="0"/>
            <a:chExt cx="27329872" cy="6858000"/>
          </a:xfrm>
        </p:grpSpPr>
        <p:sp>
          <p:nvSpPr>
            <p:cNvPr id="11" name="平行四边形 13">
              <a:extLst>
                <a:ext uri="{FF2B5EF4-FFF2-40B4-BE49-F238E27FC236}">
                  <a16:creationId xmlns:a16="http://schemas.microsoft.com/office/drawing/2014/main" id="{D585DE41-1824-4577-B805-907EF735CC2D}"/>
                </a:ext>
              </a:extLst>
            </p:cNvPr>
            <p:cNvSpPr/>
            <p:nvPr/>
          </p:nvSpPr>
          <p:spPr>
            <a:xfrm flipH="1">
              <a:off x="664630" y="0"/>
              <a:ext cx="27229910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2" name="平行四边形 14">
              <a:extLst>
                <a:ext uri="{FF2B5EF4-FFF2-40B4-BE49-F238E27FC236}">
                  <a16:creationId xmlns:a16="http://schemas.microsoft.com/office/drawing/2014/main" id="{D5328B98-E4E9-4D7C-A39E-2CB827787F2C}"/>
                </a:ext>
              </a:extLst>
            </p:cNvPr>
            <p:cNvSpPr/>
            <p:nvPr/>
          </p:nvSpPr>
          <p:spPr>
            <a:xfrm flipH="1">
              <a:off x="564668" y="0"/>
              <a:ext cx="7183963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84258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0E8935-5D68-4E03-8994-0F651E6F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FCE9FD2-C0DE-4C14-A4B1-02197E6B454E}"/>
              </a:ext>
            </a:extLst>
          </p:cNvPr>
          <p:cNvGrpSpPr/>
          <p:nvPr userDrawn="1"/>
        </p:nvGrpSpPr>
        <p:grpSpPr>
          <a:xfrm>
            <a:off x="838200" y="1298866"/>
            <a:ext cx="10850563" cy="36000"/>
            <a:chOff x="564668" y="0"/>
            <a:chExt cx="27329872" cy="6858000"/>
          </a:xfrm>
        </p:grpSpPr>
        <p:sp>
          <p:nvSpPr>
            <p:cNvPr id="7" name="平行四边形 13">
              <a:extLst>
                <a:ext uri="{FF2B5EF4-FFF2-40B4-BE49-F238E27FC236}">
                  <a16:creationId xmlns:a16="http://schemas.microsoft.com/office/drawing/2014/main" id="{91B8BD05-8044-4305-94B1-974AAFDED53C}"/>
                </a:ext>
              </a:extLst>
            </p:cNvPr>
            <p:cNvSpPr/>
            <p:nvPr/>
          </p:nvSpPr>
          <p:spPr>
            <a:xfrm flipH="1">
              <a:off x="664630" y="0"/>
              <a:ext cx="27229910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8" name="平行四边形 14">
              <a:extLst>
                <a:ext uri="{FF2B5EF4-FFF2-40B4-BE49-F238E27FC236}">
                  <a16:creationId xmlns:a16="http://schemas.microsoft.com/office/drawing/2014/main" id="{4D5272B5-584A-4AA1-85E2-2B107070572C}"/>
                </a:ext>
              </a:extLst>
            </p:cNvPr>
            <p:cNvSpPr/>
            <p:nvPr/>
          </p:nvSpPr>
          <p:spPr>
            <a:xfrm flipH="1">
              <a:off x="564668" y="0"/>
              <a:ext cx="7183963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844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610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06AEC-1771-4CF5-AB0A-387DDCD5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87766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8991E-BBEB-42C7-957C-7AB3E2EE5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34866"/>
            <a:ext cx="6172200" cy="452618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37780A-0C3F-4640-B945-428BAC265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298866"/>
            <a:ext cx="3932237" cy="457012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41ED0DA-CBDB-4A7D-9D76-3411B84CD1D2}"/>
              </a:ext>
            </a:extLst>
          </p:cNvPr>
          <p:cNvGrpSpPr/>
          <p:nvPr userDrawn="1"/>
        </p:nvGrpSpPr>
        <p:grpSpPr>
          <a:xfrm>
            <a:off x="838200" y="1298866"/>
            <a:ext cx="10850563" cy="36000"/>
            <a:chOff x="564668" y="0"/>
            <a:chExt cx="27329872" cy="6858000"/>
          </a:xfrm>
        </p:grpSpPr>
        <p:sp>
          <p:nvSpPr>
            <p:cNvPr id="9" name="平行四边形 13">
              <a:extLst>
                <a:ext uri="{FF2B5EF4-FFF2-40B4-BE49-F238E27FC236}">
                  <a16:creationId xmlns:a16="http://schemas.microsoft.com/office/drawing/2014/main" id="{E71EAB8D-6714-4A2C-A7B6-2DA0005DBE10}"/>
                </a:ext>
              </a:extLst>
            </p:cNvPr>
            <p:cNvSpPr/>
            <p:nvPr/>
          </p:nvSpPr>
          <p:spPr>
            <a:xfrm flipH="1">
              <a:off x="664630" y="0"/>
              <a:ext cx="27229910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0" name="平行四边形 14">
              <a:extLst>
                <a:ext uri="{FF2B5EF4-FFF2-40B4-BE49-F238E27FC236}">
                  <a16:creationId xmlns:a16="http://schemas.microsoft.com/office/drawing/2014/main" id="{F606F352-B0C3-4BCE-9A11-271068BA5F1E}"/>
                </a:ext>
              </a:extLst>
            </p:cNvPr>
            <p:cNvSpPr/>
            <p:nvPr/>
          </p:nvSpPr>
          <p:spPr>
            <a:xfrm flipH="1">
              <a:off x="564668" y="0"/>
              <a:ext cx="7183963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9416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C0A9A-EF52-4826-885F-FFA720DC7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87766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F98CC3-94C2-4149-8F11-E711842E5C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370866"/>
            <a:ext cx="6172200" cy="44901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A8278C-24BE-4B1E-987F-9D9E1D02D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78805"/>
            <a:ext cx="3932237" cy="449018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BFE7E4A-DD0F-43F2-B9AD-6F94A8E813C9}"/>
              </a:ext>
            </a:extLst>
          </p:cNvPr>
          <p:cNvGrpSpPr/>
          <p:nvPr userDrawn="1"/>
        </p:nvGrpSpPr>
        <p:grpSpPr>
          <a:xfrm>
            <a:off x="838200" y="1298866"/>
            <a:ext cx="10850563" cy="36000"/>
            <a:chOff x="564668" y="0"/>
            <a:chExt cx="27329872" cy="6858000"/>
          </a:xfrm>
        </p:grpSpPr>
        <p:sp>
          <p:nvSpPr>
            <p:cNvPr id="9" name="平行四边形 13">
              <a:extLst>
                <a:ext uri="{FF2B5EF4-FFF2-40B4-BE49-F238E27FC236}">
                  <a16:creationId xmlns:a16="http://schemas.microsoft.com/office/drawing/2014/main" id="{A7164FFB-73A6-460C-A4DD-ED12EBBA0CCC}"/>
                </a:ext>
              </a:extLst>
            </p:cNvPr>
            <p:cNvSpPr/>
            <p:nvPr/>
          </p:nvSpPr>
          <p:spPr>
            <a:xfrm flipH="1">
              <a:off x="664630" y="0"/>
              <a:ext cx="27229910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0" name="平行四边形 14">
              <a:extLst>
                <a:ext uri="{FF2B5EF4-FFF2-40B4-BE49-F238E27FC236}">
                  <a16:creationId xmlns:a16="http://schemas.microsoft.com/office/drawing/2014/main" id="{5B3675A8-7B87-498A-8675-57B660B9A0D3}"/>
                </a:ext>
              </a:extLst>
            </p:cNvPr>
            <p:cNvSpPr/>
            <p:nvPr/>
          </p:nvSpPr>
          <p:spPr>
            <a:xfrm flipH="1">
              <a:off x="564668" y="0"/>
              <a:ext cx="7183963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4825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729ACF-C4B0-45DD-B00C-85D2232E2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1CA52B-E19A-499A-80B3-569619D5D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641D2AE-B230-4E70-A940-9D5FF16F2B99}"/>
              </a:ext>
            </a:extLst>
          </p:cNvPr>
          <p:cNvGrpSpPr/>
          <p:nvPr userDrawn="1"/>
        </p:nvGrpSpPr>
        <p:grpSpPr>
          <a:xfrm>
            <a:off x="838200" y="1298866"/>
            <a:ext cx="10850563" cy="36000"/>
            <a:chOff x="564668" y="0"/>
            <a:chExt cx="27329872" cy="6858000"/>
          </a:xfrm>
        </p:grpSpPr>
        <p:sp>
          <p:nvSpPr>
            <p:cNvPr id="8" name="平行四边形 13">
              <a:extLst>
                <a:ext uri="{FF2B5EF4-FFF2-40B4-BE49-F238E27FC236}">
                  <a16:creationId xmlns:a16="http://schemas.microsoft.com/office/drawing/2014/main" id="{B3FEF758-1AA1-4268-A0E0-50090FE44A06}"/>
                </a:ext>
              </a:extLst>
            </p:cNvPr>
            <p:cNvSpPr/>
            <p:nvPr/>
          </p:nvSpPr>
          <p:spPr>
            <a:xfrm flipH="1">
              <a:off x="664630" y="0"/>
              <a:ext cx="27229910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9" name="平行四边形 14">
              <a:extLst>
                <a:ext uri="{FF2B5EF4-FFF2-40B4-BE49-F238E27FC236}">
                  <a16:creationId xmlns:a16="http://schemas.microsoft.com/office/drawing/2014/main" id="{24EFC6DC-2953-495A-B6AD-3285766DAD06}"/>
                </a:ext>
              </a:extLst>
            </p:cNvPr>
            <p:cNvSpPr/>
            <p:nvPr/>
          </p:nvSpPr>
          <p:spPr>
            <a:xfrm flipH="1">
              <a:off x="564668" y="0"/>
              <a:ext cx="7183963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85756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0FAFAA-29D8-48E8-98CB-73BC7417DA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57367" y="1202267"/>
            <a:ext cx="1240367" cy="497469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240044-D9FD-46F9-8782-396B57518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8830733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19478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6569477" y="4905492"/>
            <a:ext cx="49504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0" name="图片 129">
            <a:extLst>
              <a:ext uri="{FF2B5EF4-FFF2-40B4-BE49-F238E27FC236}">
                <a16:creationId xmlns:a16="http://schemas.microsoft.com/office/drawing/2014/main" id="{A482AB31-7160-3D43-9D27-45D4AE3746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910" y="226928"/>
            <a:ext cx="1970789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446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图片 134">
            <a:extLst>
              <a:ext uri="{FF2B5EF4-FFF2-40B4-BE49-F238E27FC236}">
                <a16:creationId xmlns:a16="http://schemas.microsoft.com/office/drawing/2014/main" id="{CD08CE20-2467-D049-97F1-360C9CAFE5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910" y="226928"/>
            <a:ext cx="1970789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88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349F23-A254-4F27-9AD2-8AF1796D4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591"/>
            <a:ext cx="10515600" cy="731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8D30DA-8AC2-4B40-B861-5D9F393F4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28835"/>
            <a:ext cx="10515600" cy="4548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13CF67-097E-4FA6-B4C1-18346E833B0B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365125"/>
            <a:ext cx="1970789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14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tif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FFCF163E-94F9-47BD-8273-22851C9232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副标题 9">
            <a:extLst>
              <a:ext uri="{FF2B5EF4-FFF2-40B4-BE49-F238E27FC236}">
                <a16:creationId xmlns:a16="http://schemas.microsoft.com/office/drawing/2014/main" id="{8F4AA0D2-A856-4F18-8763-B1B79DF7F1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E0370A5-76B5-4D96-8E99-17EFA691D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 bwMode="auto">
          <a:xfrm>
            <a:off x="4726120" y="1930280"/>
            <a:ext cx="5976000" cy="0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接连接符 9"/>
          <p:cNvCxnSpPr/>
          <p:nvPr/>
        </p:nvCxnSpPr>
        <p:spPr bwMode="auto">
          <a:xfrm>
            <a:off x="4726120" y="2644072"/>
            <a:ext cx="5976000" cy="0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连接符 10"/>
          <p:cNvCxnSpPr/>
          <p:nvPr/>
        </p:nvCxnSpPr>
        <p:spPr bwMode="auto">
          <a:xfrm>
            <a:off x="4726120" y="3357864"/>
            <a:ext cx="5976000" cy="0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/>
          <p:cNvCxnSpPr/>
          <p:nvPr/>
        </p:nvCxnSpPr>
        <p:spPr bwMode="auto">
          <a:xfrm>
            <a:off x="4726120" y="4071656"/>
            <a:ext cx="5976000" cy="0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/>
          <p:cNvCxnSpPr/>
          <p:nvPr/>
        </p:nvCxnSpPr>
        <p:spPr bwMode="auto">
          <a:xfrm>
            <a:off x="4726120" y="4785447"/>
            <a:ext cx="5976000" cy="0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/>
          <p:cNvCxnSpPr/>
          <p:nvPr/>
        </p:nvCxnSpPr>
        <p:spPr>
          <a:xfrm>
            <a:off x="2630158" y="1560032"/>
            <a:ext cx="0" cy="4083608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îśľiḑé"/>
          <p:cNvSpPr txBox="1"/>
          <p:nvPr/>
        </p:nvSpPr>
        <p:spPr>
          <a:xfrm>
            <a:off x="838145" y="1494365"/>
            <a:ext cx="1744388" cy="523220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ctr">
            <a:normAutofit fontScale="85000" lnSpcReduction="20000"/>
          </a:bodyPr>
          <a:lstStyle/>
          <a:p>
            <a:pPr algn="r"/>
            <a:r>
              <a:rPr lang="zh-CN" altLang="en-US" sz="2400" b="1" dirty="0">
                <a:solidFill>
                  <a:sysClr val="windowText" lastClr="000000"/>
                </a:solidFill>
              </a:rPr>
              <a:t>目 录</a:t>
            </a:r>
            <a:endParaRPr lang="en-US" altLang="zh-CN" sz="2400" b="1" dirty="0">
              <a:solidFill>
                <a:sysClr val="windowText" lastClr="000000"/>
              </a:solidFill>
            </a:endParaRPr>
          </a:p>
          <a:p>
            <a:pPr algn="r"/>
            <a:r>
              <a:rPr lang="tr-TR" sz="1400" b="1" dirty="0">
                <a:solidFill>
                  <a:sysClr val="windowText" lastClr="000000"/>
                </a:solidFill>
              </a:rPr>
              <a:t>Contents</a:t>
            </a:r>
          </a:p>
        </p:txBody>
      </p:sp>
      <p:sp>
        <p:nvSpPr>
          <p:cNvPr id="16" name="íṡḻîdê"/>
          <p:cNvSpPr txBox="1"/>
          <p:nvPr/>
        </p:nvSpPr>
        <p:spPr bwMode="auto">
          <a:xfrm>
            <a:off x="4604177" y="2824750"/>
            <a:ext cx="6086431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 b="1" dirty="0"/>
              <a:t>学习流程</a:t>
            </a:r>
            <a:endParaRPr lang="en-US" altLang="zh-CN" sz="2000" b="1" dirty="0"/>
          </a:p>
        </p:txBody>
      </p:sp>
      <p:sp>
        <p:nvSpPr>
          <p:cNvPr id="17" name="îšļiḋê"/>
          <p:cNvSpPr txBox="1"/>
          <p:nvPr/>
        </p:nvSpPr>
        <p:spPr bwMode="auto">
          <a:xfrm>
            <a:off x="4604177" y="2116825"/>
            <a:ext cx="6086431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 b="1" dirty="0"/>
              <a:t>课程安排</a:t>
            </a:r>
            <a:endParaRPr lang="en-US" altLang="zh-CN" sz="2000" b="1" dirty="0"/>
          </a:p>
        </p:txBody>
      </p:sp>
      <p:sp>
        <p:nvSpPr>
          <p:cNvPr id="18" name="i$lïḓé"/>
          <p:cNvSpPr txBox="1"/>
          <p:nvPr/>
        </p:nvSpPr>
        <p:spPr bwMode="auto">
          <a:xfrm>
            <a:off x="4604177" y="3513633"/>
            <a:ext cx="6086431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 b="1" dirty="0"/>
              <a:t>奖励机制</a:t>
            </a:r>
          </a:p>
        </p:txBody>
      </p:sp>
      <p:sp>
        <p:nvSpPr>
          <p:cNvPr id="19" name="îslîḓê"/>
          <p:cNvSpPr txBox="1"/>
          <p:nvPr/>
        </p:nvSpPr>
        <p:spPr bwMode="auto">
          <a:xfrm>
            <a:off x="4604177" y="4250872"/>
            <a:ext cx="6086431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 b="1" dirty="0"/>
              <a:t>课程规则</a:t>
            </a:r>
            <a:endParaRPr lang="en-US" altLang="zh-CN" sz="2000" b="1" dirty="0"/>
          </a:p>
        </p:txBody>
      </p:sp>
      <p:sp>
        <p:nvSpPr>
          <p:cNvPr id="20" name="iṥľiďè"/>
          <p:cNvSpPr txBox="1"/>
          <p:nvPr/>
        </p:nvSpPr>
        <p:spPr bwMode="auto">
          <a:xfrm>
            <a:off x="4604177" y="4964664"/>
            <a:ext cx="6086431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 b="1" dirty="0"/>
              <a:t>常见问题</a:t>
            </a:r>
            <a:endParaRPr lang="en-US" altLang="zh-CN" sz="2000" b="1" dirty="0"/>
          </a:p>
        </p:txBody>
      </p:sp>
      <p:cxnSp>
        <p:nvCxnSpPr>
          <p:cNvPr id="23" name="直接连接符 22"/>
          <p:cNvCxnSpPr/>
          <p:nvPr/>
        </p:nvCxnSpPr>
        <p:spPr bwMode="auto">
          <a:xfrm>
            <a:off x="4726120" y="5447697"/>
            <a:ext cx="5976000" cy="0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îšļiḋê"/>
          <p:cNvSpPr txBox="1"/>
          <p:nvPr/>
        </p:nvSpPr>
        <p:spPr bwMode="auto">
          <a:xfrm>
            <a:off x="4615689" y="1366233"/>
            <a:ext cx="6086431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 b="1" dirty="0"/>
              <a:t>课程背景</a:t>
            </a:r>
            <a:endParaRPr lang="en-US" altLang="zh-CN" sz="2000" b="1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079C4FBD-4784-4848-8A18-7A55865D44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948" y="1250908"/>
            <a:ext cx="709200" cy="720638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559D295E-6EC1-F440-880F-A1CC1028B9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577" y="1953116"/>
            <a:ext cx="708571" cy="72000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39D61373-D42B-8342-8E65-F6E6FCA181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577" y="2663020"/>
            <a:ext cx="709200" cy="720639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6E617FC5-BD00-FE45-A42A-5FD21CE392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863" y="3379540"/>
            <a:ext cx="709200" cy="720639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8106416E-3A55-3946-B097-E1F109E106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263" y="4102649"/>
            <a:ext cx="712800" cy="718548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A3372E85-EC54-2749-9CFB-8037D5255BD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263" y="4795063"/>
            <a:ext cx="712800" cy="71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60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、课程背景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B5C342-C21F-C64D-80F4-9B902658A7E6}"/>
              </a:ext>
            </a:extLst>
          </p:cNvPr>
          <p:cNvSpPr/>
          <p:nvPr/>
        </p:nvSpPr>
        <p:spPr>
          <a:xfrm>
            <a:off x="678462" y="1316866"/>
            <a:ext cx="10211930" cy="879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「码神特训营」分为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“岗前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入门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进阶”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三步培养，为</a:t>
            </a:r>
            <a:r>
              <a:rPr lang="en" altLang="zh-CN" dirty="0">
                <a:solidFill>
                  <a:srgbClr val="333333"/>
                </a:solidFill>
                <a:latin typeface="Arial" panose="020B0604020202020204" pitchFamily="34" charset="0"/>
              </a:rPr>
              <a:t>T3-T7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同学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必修。</a:t>
            </a:r>
            <a:endParaRPr lang="zh-CN" altLang="en-US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（免修：不涉及代码编写的同学，如</a:t>
            </a:r>
            <a:r>
              <a:rPr lang="e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PMO</a:t>
            </a:r>
            <a:r>
              <a:rPr lang="zh-CN" altLang="en" dirty="0">
                <a:solidFill>
                  <a:srgbClr val="000000"/>
                </a:solidFill>
                <a:latin typeface="Arial" panose="020B0604020202020204" pitchFamily="34" charset="0"/>
              </a:rPr>
              <a:t>、</a:t>
            </a:r>
            <a:r>
              <a:rPr lang="e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OP</a:t>
            </a:r>
            <a:r>
              <a:rPr lang="zh-CN" altLang="en" dirty="0">
                <a:solidFill>
                  <a:srgbClr val="000000"/>
                </a:solidFill>
                <a:latin typeface="Arial" panose="020B0604020202020204" pitchFamily="34" charset="0"/>
              </a:rPr>
              <a:t>、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系统工程师、硬件工程师可自动免修）</a:t>
            </a: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 descr="imageDownloadAddress">
            <a:extLst>
              <a:ext uri="{FF2B5EF4-FFF2-40B4-BE49-F238E27FC236}">
                <a16:creationId xmlns:a16="http://schemas.microsoft.com/office/drawing/2014/main" id="{4907EAB7-AC59-479D-AAF6-5C22BAE5A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299" y="2267721"/>
            <a:ext cx="6788255" cy="4359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、课程背景</a:t>
            </a:r>
          </a:p>
        </p:txBody>
      </p:sp>
      <p:sp>
        <p:nvSpPr>
          <p:cNvPr id="6" name="íšlîḍè"/>
          <p:cNvSpPr/>
          <p:nvPr/>
        </p:nvSpPr>
        <p:spPr>
          <a:xfrm>
            <a:off x="669925" y="1798541"/>
            <a:ext cx="2173218" cy="388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Impact" panose="020B0806030902050204" pitchFamily="34" charset="0"/>
              </a:rPr>
              <a:t>课程目标</a:t>
            </a:r>
            <a:endParaRPr lang="en-US" sz="16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sp>
        <p:nvSpPr>
          <p:cNvPr id="7" name="iṩḻíḑé"/>
          <p:cNvSpPr/>
          <p:nvPr/>
        </p:nvSpPr>
        <p:spPr>
          <a:xfrm>
            <a:off x="2843142" y="1798541"/>
            <a:ext cx="2173218" cy="38875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1600" dirty="0">
                <a:latin typeface="Impact" panose="020B0806030902050204" pitchFamily="34" charset="0"/>
              </a:rPr>
              <a:t>适用群体</a:t>
            </a:r>
            <a:endParaRPr lang="en-US" sz="1600" dirty="0">
              <a:latin typeface="Impact" panose="020B0806030902050204" pitchFamily="34" charset="0"/>
            </a:endParaRPr>
          </a:p>
        </p:txBody>
      </p:sp>
      <p:sp>
        <p:nvSpPr>
          <p:cNvPr id="8" name="íSḻîḓê"/>
          <p:cNvSpPr/>
          <p:nvPr/>
        </p:nvSpPr>
        <p:spPr>
          <a:xfrm>
            <a:off x="5000836" y="1798541"/>
            <a:ext cx="2173218" cy="388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Impact" panose="020B0806030902050204" pitchFamily="34" charset="0"/>
              </a:rPr>
              <a:t>政策导向</a:t>
            </a:r>
            <a:endParaRPr lang="en-US" sz="16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sp>
        <p:nvSpPr>
          <p:cNvPr id="9" name="islîdé"/>
          <p:cNvSpPr/>
          <p:nvPr/>
        </p:nvSpPr>
        <p:spPr>
          <a:xfrm>
            <a:off x="7174054" y="1798541"/>
            <a:ext cx="2173218" cy="38875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1600" dirty="0">
                <a:latin typeface="Impact" panose="020B0806030902050204" pitchFamily="34" charset="0"/>
              </a:rPr>
              <a:t>学习周期</a:t>
            </a:r>
            <a:r>
              <a:rPr lang="en-US" altLang="zh-CN" sz="1600" dirty="0">
                <a:latin typeface="Impact" panose="020B0806030902050204" pitchFamily="34" charset="0"/>
              </a:rPr>
              <a:t>&amp;</a:t>
            </a:r>
            <a:r>
              <a:rPr lang="zh-CN" altLang="en-US" sz="1600" dirty="0">
                <a:latin typeface="Impact" panose="020B0806030902050204" pitchFamily="34" charset="0"/>
              </a:rPr>
              <a:t>形式</a:t>
            </a:r>
            <a:endParaRPr lang="en-US" sz="1600" dirty="0">
              <a:latin typeface="Impact" panose="020B0806030902050204" pitchFamily="34" charset="0"/>
            </a:endParaRPr>
          </a:p>
        </p:txBody>
      </p:sp>
      <p:sp>
        <p:nvSpPr>
          <p:cNvPr id="10" name="ïSḷíḍé"/>
          <p:cNvSpPr/>
          <p:nvPr/>
        </p:nvSpPr>
        <p:spPr>
          <a:xfrm>
            <a:off x="9347271" y="1798541"/>
            <a:ext cx="2173218" cy="388752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Impact" panose="020B0806030902050204" pitchFamily="34" charset="0"/>
              </a:rPr>
              <a:t>课程内容</a:t>
            </a:r>
            <a:endParaRPr lang="en-US" altLang="zh-CN" sz="16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grpSp>
        <p:nvGrpSpPr>
          <p:cNvPr id="11" name="îṩ1iḑé"/>
          <p:cNvGrpSpPr/>
          <p:nvPr/>
        </p:nvGrpSpPr>
        <p:grpSpPr>
          <a:xfrm>
            <a:off x="1701294" y="2126211"/>
            <a:ext cx="110480" cy="1040481"/>
            <a:chOff x="6322659" y="3180606"/>
            <a:chExt cx="110480" cy="1040481"/>
          </a:xfrm>
        </p:grpSpPr>
        <p:sp>
          <p:nvSpPr>
            <p:cNvPr id="39" name="is1íḑê"/>
            <p:cNvSpPr/>
            <p:nvPr/>
          </p:nvSpPr>
          <p:spPr bwMode="gray">
            <a:xfrm>
              <a:off x="6322659" y="3180606"/>
              <a:ext cx="110480" cy="107745"/>
            </a:xfrm>
            <a:prstGeom prst="ellipse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round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iśḻïďê"/>
            <p:cNvSpPr/>
            <p:nvPr/>
          </p:nvSpPr>
          <p:spPr bwMode="gray">
            <a:xfrm flipV="1">
              <a:off x="6377899" y="3272470"/>
              <a:ext cx="0" cy="948617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2" name="î$ḷïḋe"/>
          <p:cNvGrpSpPr/>
          <p:nvPr/>
        </p:nvGrpSpPr>
        <p:grpSpPr>
          <a:xfrm>
            <a:off x="3819378" y="2141204"/>
            <a:ext cx="201903" cy="2007243"/>
            <a:chOff x="4362933" y="3180606"/>
            <a:chExt cx="110480" cy="2337511"/>
          </a:xfrm>
        </p:grpSpPr>
        <p:sp>
          <p:nvSpPr>
            <p:cNvPr id="37" name="ïşḻïḋè"/>
            <p:cNvSpPr/>
            <p:nvPr/>
          </p:nvSpPr>
          <p:spPr bwMode="gray">
            <a:xfrm>
              <a:off x="4362933" y="3180606"/>
              <a:ext cx="110480" cy="107745"/>
            </a:xfrm>
            <a:prstGeom prst="ellipse">
              <a:avLst/>
            </a:prstGeom>
            <a:solidFill>
              <a:schemeClr val="tx2"/>
            </a:solidFill>
            <a:ln w="12700" algn="ctr">
              <a:solidFill>
                <a:schemeClr val="bg1"/>
              </a:solidFill>
              <a:round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îṥļíḑe"/>
            <p:cNvSpPr/>
            <p:nvPr/>
          </p:nvSpPr>
          <p:spPr bwMode="gray">
            <a:xfrm flipV="1">
              <a:off x="4418173" y="3248780"/>
              <a:ext cx="0" cy="226933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3" name="iSḷidé"/>
          <p:cNvGrpSpPr/>
          <p:nvPr/>
        </p:nvGrpSpPr>
        <p:grpSpPr>
          <a:xfrm>
            <a:off x="6032205" y="2126211"/>
            <a:ext cx="110480" cy="1040481"/>
            <a:chOff x="6322659" y="3180606"/>
            <a:chExt cx="110480" cy="1040481"/>
          </a:xfrm>
        </p:grpSpPr>
        <p:sp>
          <p:nvSpPr>
            <p:cNvPr id="35" name="ïṧḷîďè"/>
            <p:cNvSpPr/>
            <p:nvPr/>
          </p:nvSpPr>
          <p:spPr bwMode="gray">
            <a:xfrm>
              <a:off x="6322659" y="3180606"/>
              <a:ext cx="110480" cy="107745"/>
            </a:xfrm>
            <a:prstGeom prst="ellipse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round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îṥ1íḋè"/>
            <p:cNvSpPr/>
            <p:nvPr/>
          </p:nvSpPr>
          <p:spPr bwMode="gray">
            <a:xfrm flipV="1">
              <a:off x="6377899" y="3272470"/>
              <a:ext cx="0" cy="948617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4" name="iş1íḍê"/>
          <p:cNvGrpSpPr/>
          <p:nvPr/>
        </p:nvGrpSpPr>
        <p:grpSpPr>
          <a:xfrm>
            <a:off x="8205422" y="2141204"/>
            <a:ext cx="252796" cy="1859044"/>
            <a:chOff x="4362933" y="3180606"/>
            <a:chExt cx="110480" cy="2270015"/>
          </a:xfrm>
        </p:grpSpPr>
        <p:sp>
          <p:nvSpPr>
            <p:cNvPr id="33" name="íSļiḑè"/>
            <p:cNvSpPr/>
            <p:nvPr/>
          </p:nvSpPr>
          <p:spPr bwMode="gray">
            <a:xfrm>
              <a:off x="4362933" y="3180606"/>
              <a:ext cx="110480" cy="107745"/>
            </a:xfrm>
            <a:prstGeom prst="ellipse">
              <a:avLst/>
            </a:prstGeom>
            <a:solidFill>
              <a:schemeClr val="tx2"/>
            </a:solidFill>
            <a:ln w="12700" algn="ctr">
              <a:solidFill>
                <a:schemeClr val="bg1"/>
              </a:solidFill>
              <a:round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ṡlíḑe"/>
            <p:cNvSpPr/>
            <p:nvPr/>
          </p:nvSpPr>
          <p:spPr bwMode="gray">
            <a:xfrm flipV="1">
              <a:off x="4418173" y="3248780"/>
              <a:ext cx="0" cy="220184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5" name="ïṧļîďè"/>
          <p:cNvGrpSpPr/>
          <p:nvPr/>
        </p:nvGrpSpPr>
        <p:grpSpPr>
          <a:xfrm>
            <a:off x="10378640" y="2126211"/>
            <a:ext cx="110480" cy="1040481"/>
            <a:chOff x="6322659" y="3180606"/>
            <a:chExt cx="110480" cy="1040481"/>
          </a:xfrm>
        </p:grpSpPr>
        <p:sp>
          <p:nvSpPr>
            <p:cNvPr id="31" name="îşḷiďê"/>
            <p:cNvSpPr/>
            <p:nvPr/>
          </p:nvSpPr>
          <p:spPr bwMode="gray">
            <a:xfrm>
              <a:off x="6322659" y="3180606"/>
              <a:ext cx="110480" cy="107745"/>
            </a:xfrm>
            <a:prstGeom prst="ellipse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round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ïšľïḍê"/>
            <p:cNvSpPr/>
            <p:nvPr/>
          </p:nvSpPr>
          <p:spPr bwMode="gray">
            <a:xfrm flipV="1">
              <a:off x="6377899" y="3272470"/>
              <a:ext cx="0" cy="948617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9" name="iṩľîdè"/>
          <p:cNvSpPr txBox="1"/>
          <p:nvPr/>
        </p:nvSpPr>
        <p:spPr>
          <a:xfrm>
            <a:off x="560823" y="2965682"/>
            <a:ext cx="2501901" cy="1182765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提升个人</a:t>
            </a:r>
            <a:r>
              <a:rPr lang="zh-CN" altLang="zh-CN" sz="1400" b="1" dirty="0"/>
              <a:t>工程能力</a:t>
            </a:r>
            <a:r>
              <a:rPr lang="zh-CN" altLang="en-US" sz="1400" b="1" dirty="0"/>
              <a:t>基本功</a:t>
            </a:r>
            <a:br>
              <a:rPr lang="en-US" altLang="zh-CN" sz="1400" b="1" dirty="0"/>
            </a:br>
            <a:r>
              <a:rPr lang="zh-CN" altLang="en-US" sz="1400" b="1" dirty="0"/>
              <a:t>促进在工作中落地实施</a:t>
            </a:r>
            <a:endParaRPr lang="en-US" altLang="zh-CN" sz="1200" b="1" dirty="0"/>
          </a:p>
        </p:txBody>
      </p:sp>
      <p:sp>
        <p:nvSpPr>
          <p:cNvPr id="27" name="ïṥḻíḍè"/>
          <p:cNvSpPr txBox="1"/>
          <p:nvPr/>
        </p:nvSpPr>
        <p:spPr>
          <a:xfrm>
            <a:off x="2026561" y="4148447"/>
            <a:ext cx="2906801" cy="1259380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全公司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序列新员工，</a:t>
            </a:r>
            <a:r>
              <a:rPr lang="en-US" altLang="zh-CN" sz="1400" b="1" dirty="0"/>
              <a:t>T3-T7</a:t>
            </a:r>
            <a:r>
              <a:rPr lang="zh-CN" altLang="en-US" sz="1400" b="1" dirty="0"/>
              <a:t>必修；</a:t>
            </a:r>
            <a:endParaRPr lang="en-US" altLang="zh-CN" sz="1400" b="1" dirty="0"/>
          </a:p>
          <a:p>
            <a:pPr algn="ctr">
              <a:lnSpc>
                <a:spcPct val="150000"/>
              </a:lnSpc>
            </a:pPr>
            <a:r>
              <a:rPr lang="zh-CN" altLang="en-US" sz="1400" b="1" dirty="0"/>
              <a:t>不从事代码编写的工程师可免修，</a:t>
            </a:r>
            <a:endParaRPr lang="en-US" altLang="zh-CN" sz="1400" b="1" dirty="0"/>
          </a:p>
          <a:p>
            <a:pPr>
              <a:lnSpc>
                <a:spcPct val="150000"/>
              </a:lnSpc>
            </a:pPr>
            <a:r>
              <a:rPr lang="zh-CN" altLang="en-US" sz="1400" b="1" dirty="0"/>
              <a:t>如</a:t>
            </a:r>
            <a:r>
              <a:rPr lang="en-US" altLang="zh-CN" sz="1400" b="1" dirty="0"/>
              <a:t>PMO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OP</a:t>
            </a:r>
            <a:r>
              <a:rPr lang="zh-CN" altLang="en-US" sz="1400" b="1" dirty="0"/>
              <a:t>、硬件、系统工程师</a:t>
            </a:r>
            <a:endParaRPr lang="en-US" altLang="zh-CN" sz="1400" b="1" dirty="0"/>
          </a:p>
        </p:txBody>
      </p:sp>
      <p:sp>
        <p:nvSpPr>
          <p:cNvPr id="25" name="îṩḷiḍè"/>
          <p:cNvSpPr txBox="1"/>
          <p:nvPr/>
        </p:nvSpPr>
        <p:spPr>
          <a:xfrm>
            <a:off x="9336128" y="3174096"/>
            <a:ext cx="2184359" cy="1032041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pPr algn="ctr"/>
            <a:r>
              <a:rPr lang="zh-CN" altLang="en-US" sz="1400" b="1" dirty="0"/>
              <a:t>项目文档</a:t>
            </a:r>
            <a:br>
              <a:rPr lang="en-US" altLang="zh-CN" sz="1400" b="1" dirty="0"/>
            </a:br>
            <a:r>
              <a:rPr lang="zh-CN" altLang="en-US" sz="1400" b="1" dirty="0"/>
              <a:t>代码质量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项目管理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Mini-spider</a:t>
            </a:r>
            <a:r>
              <a:rPr lang="zh-CN" altLang="en-US" sz="1400" b="1" dirty="0"/>
              <a:t>详解（选修）</a:t>
            </a:r>
            <a:endParaRPr lang="en-US" altLang="zh-CN" sz="1400" b="1" dirty="0"/>
          </a:p>
        </p:txBody>
      </p:sp>
      <p:sp>
        <p:nvSpPr>
          <p:cNvPr id="23" name="ïṡlïḓe"/>
          <p:cNvSpPr txBox="1"/>
          <p:nvPr/>
        </p:nvSpPr>
        <p:spPr>
          <a:xfrm>
            <a:off x="7504928" y="3774342"/>
            <a:ext cx="1653784" cy="1240453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Autofit/>
          </a:bodyPr>
          <a:lstStyle/>
          <a:p>
            <a:pPr algn="ctr">
              <a:lnSpc>
                <a:spcPct val="160000"/>
              </a:lnSpc>
            </a:pPr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r>
              <a:rPr lang="zh-CN" altLang="en-US" sz="1400" b="1" dirty="0">
                <a:solidFill>
                  <a:srgbClr val="FF0000"/>
                </a:solidFill>
              </a:rPr>
              <a:t>个月</a:t>
            </a:r>
            <a:r>
              <a:rPr lang="zh-CN" altLang="en-US" sz="1400" b="1" dirty="0"/>
              <a:t>在线学习</a:t>
            </a:r>
            <a:endParaRPr lang="en-US" altLang="zh-CN" sz="1400" b="1" dirty="0"/>
          </a:p>
          <a:p>
            <a:pPr algn="ctr">
              <a:lnSpc>
                <a:spcPct val="160000"/>
              </a:lnSpc>
            </a:pPr>
            <a:r>
              <a:rPr lang="zh-CN" altLang="en-US" sz="1400" b="1" dirty="0">
                <a:solidFill>
                  <a:srgbClr val="FF0000"/>
                </a:solidFill>
              </a:rPr>
              <a:t>加群即报名成功</a:t>
            </a:r>
            <a:endParaRPr lang="en-US" altLang="zh-CN" sz="1400" b="1" dirty="0">
              <a:solidFill>
                <a:srgbClr val="FF0000"/>
              </a:solidFill>
            </a:endParaRPr>
          </a:p>
        </p:txBody>
      </p:sp>
      <p:sp>
        <p:nvSpPr>
          <p:cNvPr id="21" name="ïŝļide"/>
          <p:cNvSpPr txBox="1"/>
          <p:nvPr/>
        </p:nvSpPr>
        <p:spPr>
          <a:xfrm>
            <a:off x="5036416" y="3193017"/>
            <a:ext cx="2173217" cy="471579"/>
          </a:xfrm>
          <a:prstGeom prst="rect">
            <a:avLst/>
          </a:prstGeom>
          <a:noFill/>
        </p:spPr>
        <p:txBody>
          <a:bodyPr wrap="none" lIns="90000" tIns="46800" rIns="90000" bIns="46800" rtlCol="0" anchor="ctr" anchorCtr="0">
            <a:normAutofit/>
          </a:bodyPr>
          <a:lstStyle/>
          <a:p>
            <a:pPr algn="ctr"/>
            <a:r>
              <a:rPr lang="zh-CN" altLang="en-US" sz="1400" b="1" dirty="0"/>
              <a:t>绝大部分体系必修课要求</a:t>
            </a:r>
            <a:endParaRPr lang="en-US" altLang="zh-CN" sz="1400" b="1" dirty="0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534" y="3690116"/>
            <a:ext cx="2736454" cy="171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604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、课程安排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910B623-312C-48EE-A759-59D727841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272864"/>
              </p:ext>
            </p:extLst>
          </p:nvPr>
        </p:nvGraphicFramePr>
        <p:xfrm>
          <a:off x="2006363" y="1673316"/>
          <a:ext cx="8179274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595">
                  <a:extLst>
                    <a:ext uri="{9D8B030D-6E8A-4147-A177-3AD203B41FA5}">
                      <a16:colId xmlns:a16="http://schemas.microsoft.com/office/drawing/2014/main" val="3906465983"/>
                    </a:ext>
                  </a:extLst>
                </a:gridCol>
                <a:gridCol w="2237265">
                  <a:extLst>
                    <a:ext uri="{9D8B030D-6E8A-4147-A177-3AD203B41FA5}">
                      <a16:colId xmlns:a16="http://schemas.microsoft.com/office/drawing/2014/main" val="42860018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969142609"/>
                    </a:ext>
                  </a:extLst>
                </a:gridCol>
                <a:gridCol w="1450814">
                  <a:extLst>
                    <a:ext uri="{9D8B030D-6E8A-4147-A177-3AD203B41FA5}">
                      <a16:colId xmlns:a16="http://schemas.microsoft.com/office/drawing/2014/main" val="281241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时间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F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课程模块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F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课程名称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F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是否有作业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F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13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月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日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19:00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F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开营仪式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654033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Week 1</a:t>
                      </a:r>
                    </a:p>
                    <a:p>
                      <a:pPr algn="ctr"/>
                      <a:r>
                        <a:rPr lang="en-US" altLang="zh-CN" dirty="0"/>
                        <a:t>9</a:t>
                      </a:r>
                      <a:r>
                        <a:rPr lang="zh-CN" altLang="en-US" dirty="0"/>
                        <a:t>月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日</a:t>
                      </a:r>
                      <a:r>
                        <a:rPr lang="en-US" altLang="zh-CN" dirty="0"/>
                        <a:t>-9</a:t>
                      </a:r>
                      <a:r>
                        <a:rPr lang="zh-CN" altLang="en-US" dirty="0"/>
                        <a:t>月</a:t>
                      </a:r>
                      <a:r>
                        <a:rPr lang="en-US" altLang="zh-CN" dirty="0"/>
                        <a:t>11</a:t>
                      </a:r>
                      <a:r>
                        <a:rPr lang="zh-CN" altLang="en-US" dirty="0"/>
                        <a:t>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代码质量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代码检查规则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13572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altLang="zh-C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单元测试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355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Code Review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45023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Week 2</a:t>
                      </a:r>
                    </a:p>
                    <a:p>
                      <a:pPr algn="ctr"/>
                      <a:r>
                        <a:rPr lang="en-US" altLang="zh-CN" dirty="0"/>
                        <a:t>9</a:t>
                      </a:r>
                      <a:r>
                        <a:rPr lang="zh-CN" altLang="en-US" dirty="0"/>
                        <a:t>月</a:t>
                      </a:r>
                      <a:r>
                        <a:rPr lang="en-US" altLang="zh-CN" dirty="0"/>
                        <a:t>12</a:t>
                      </a:r>
                      <a:r>
                        <a:rPr lang="zh-CN" altLang="en-US" dirty="0"/>
                        <a:t>日</a:t>
                      </a:r>
                      <a:r>
                        <a:rPr lang="en-US" altLang="zh-CN" dirty="0"/>
                        <a:t>-9</a:t>
                      </a:r>
                      <a:r>
                        <a:rPr lang="zh-CN" altLang="en-US" dirty="0"/>
                        <a:t>月</a:t>
                      </a:r>
                      <a:r>
                        <a:rPr lang="en-US" altLang="zh-CN" dirty="0"/>
                        <a:t>18</a:t>
                      </a:r>
                      <a:r>
                        <a:rPr lang="zh-CN" altLang="en-US" dirty="0"/>
                        <a:t>日</a:t>
                      </a:r>
                      <a:endParaRPr lang="en-US" altLang="zh-C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项目文档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如何写好项目文档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3559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研发过程资产管理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473833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Week 3</a:t>
                      </a:r>
                    </a:p>
                    <a:p>
                      <a:pPr algn="ctr"/>
                      <a:r>
                        <a:rPr lang="en-US" altLang="zh-CN" dirty="0"/>
                        <a:t>9</a:t>
                      </a:r>
                      <a:r>
                        <a:rPr lang="zh-CN" altLang="en-US" dirty="0"/>
                        <a:t>月</a:t>
                      </a:r>
                      <a:r>
                        <a:rPr lang="en-US" altLang="zh-CN" dirty="0"/>
                        <a:t>19</a:t>
                      </a:r>
                      <a:r>
                        <a:rPr lang="zh-CN" altLang="en-US" dirty="0"/>
                        <a:t>日</a:t>
                      </a:r>
                      <a:r>
                        <a:rPr lang="en-US" altLang="zh-CN" dirty="0"/>
                        <a:t>-9</a:t>
                      </a:r>
                      <a:r>
                        <a:rPr lang="zh-CN" altLang="en-US" dirty="0"/>
                        <a:t>月</a:t>
                      </a:r>
                      <a:r>
                        <a:rPr lang="en-US" altLang="zh-CN" dirty="0"/>
                        <a:t>25</a:t>
                      </a:r>
                      <a:r>
                        <a:rPr lang="zh-CN" altLang="en-US" dirty="0"/>
                        <a:t>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项目管理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项目管理入门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25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项目管理工具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0348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项目沟通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20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Week 4</a:t>
                      </a:r>
                    </a:p>
                    <a:p>
                      <a:pPr algn="ctr"/>
                      <a:r>
                        <a:rPr lang="en-US" altLang="zh-CN" dirty="0"/>
                        <a:t>9</a:t>
                      </a:r>
                      <a:r>
                        <a:rPr lang="zh-CN" altLang="en-US" dirty="0"/>
                        <a:t>月</a:t>
                      </a:r>
                      <a:r>
                        <a:rPr lang="en-US" altLang="zh-CN" dirty="0"/>
                        <a:t>26</a:t>
                      </a:r>
                      <a:r>
                        <a:rPr lang="zh-CN" altLang="en-US" dirty="0"/>
                        <a:t>日</a:t>
                      </a:r>
                      <a:r>
                        <a:rPr lang="en-US" altLang="zh-CN" dirty="0"/>
                        <a:t>-9</a:t>
                      </a:r>
                      <a:r>
                        <a:rPr lang="zh-CN" altLang="en-US" dirty="0"/>
                        <a:t>月</a:t>
                      </a:r>
                      <a:r>
                        <a:rPr lang="en-US" altLang="zh-CN" dirty="0"/>
                        <a:t>30</a:t>
                      </a:r>
                      <a:r>
                        <a:rPr lang="zh-CN" altLang="en-US" dirty="0"/>
                        <a:t>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Mini-spider</a:t>
                      </a:r>
                      <a:r>
                        <a:rPr lang="zh-CN" altLang="en-US" dirty="0"/>
                        <a:t>（选修）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Mini-spider</a:t>
                      </a:r>
                      <a:r>
                        <a:rPr lang="zh-CN" altLang="en-US" dirty="0"/>
                        <a:t>详解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324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时间待群内通知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F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结营仪式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971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80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、学习流程</a:t>
            </a:r>
          </a:p>
        </p:txBody>
      </p:sp>
      <p:grpSp>
        <p:nvGrpSpPr>
          <p:cNvPr id="5" name="e294b2be-bedd-435f-8cfd-285d2911001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2718" y="1777295"/>
            <a:ext cx="12194718" cy="4865545"/>
            <a:chOff x="-2718" y="1990424"/>
            <a:chExt cx="12194718" cy="4865545"/>
          </a:xfrm>
        </p:grpSpPr>
        <p:sp>
          <p:nvSpPr>
            <p:cNvPr id="6" name="iṧľíḑé"/>
            <p:cNvSpPr/>
            <p:nvPr/>
          </p:nvSpPr>
          <p:spPr bwMode="auto">
            <a:xfrm>
              <a:off x="552" y="3664726"/>
              <a:ext cx="12191448" cy="2885300"/>
            </a:xfrm>
            <a:custGeom>
              <a:avLst/>
              <a:gdLst>
                <a:gd name="connsiteX0" fmla="*/ 9394249 w 12191448"/>
                <a:gd name="connsiteY0" fmla="*/ 852 h 2885300"/>
                <a:gd name="connsiteX1" fmla="*/ 9879572 w 12191448"/>
                <a:gd name="connsiteY1" fmla="*/ 1063441 h 2885300"/>
                <a:gd name="connsiteX2" fmla="*/ 10201707 w 12191448"/>
                <a:gd name="connsiteY2" fmla="*/ 1259256 h 2885300"/>
                <a:gd name="connsiteX3" fmla="*/ 10727297 w 12191448"/>
                <a:gd name="connsiteY3" fmla="*/ 1463462 h 2885300"/>
                <a:gd name="connsiteX4" fmla="*/ 11168114 w 12191448"/>
                <a:gd name="connsiteY4" fmla="*/ 1578153 h 2885300"/>
                <a:gd name="connsiteX5" fmla="*/ 11439386 w 12191448"/>
                <a:gd name="connsiteY5" fmla="*/ 1681655 h 2885300"/>
                <a:gd name="connsiteX6" fmla="*/ 12164190 w 12191448"/>
                <a:gd name="connsiteY6" fmla="*/ 1401920 h 2885300"/>
                <a:gd name="connsiteX7" fmla="*/ 12191448 w 12191448"/>
                <a:gd name="connsiteY7" fmla="*/ 1415974 h 2885300"/>
                <a:gd name="connsiteX8" fmla="*/ 12191448 w 12191448"/>
                <a:gd name="connsiteY8" fmla="*/ 2885300 h 2885300"/>
                <a:gd name="connsiteX9" fmla="*/ 0 w 12191448"/>
                <a:gd name="connsiteY9" fmla="*/ 2885300 h 2885300"/>
                <a:gd name="connsiteX10" fmla="*/ 0 w 12191448"/>
                <a:gd name="connsiteY10" fmla="*/ 1859690 h 2885300"/>
                <a:gd name="connsiteX11" fmla="*/ 50200 w 12191448"/>
                <a:gd name="connsiteY11" fmla="*/ 1869077 h 2885300"/>
                <a:gd name="connsiteX12" fmla="*/ 418961 w 12191448"/>
                <a:gd name="connsiteY12" fmla="*/ 1564166 h 2885300"/>
                <a:gd name="connsiteX13" fmla="*/ 635132 w 12191448"/>
                <a:gd name="connsiteY13" fmla="*/ 1642492 h 2885300"/>
                <a:gd name="connsiteX14" fmla="*/ 965744 w 12191448"/>
                <a:gd name="connsiteY14" fmla="*/ 1751588 h 2885300"/>
                <a:gd name="connsiteX15" fmla="*/ 1487094 w 12191448"/>
                <a:gd name="connsiteY15" fmla="*/ 1452272 h 2885300"/>
                <a:gd name="connsiteX16" fmla="*/ 1635447 w 12191448"/>
                <a:gd name="connsiteY16" fmla="*/ 1345973 h 2885300"/>
                <a:gd name="connsiteX17" fmla="*/ 1813469 w 12191448"/>
                <a:gd name="connsiteY17" fmla="*/ 1298418 h 2885300"/>
                <a:gd name="connsiteX18" fmla="*/ 2279718 w 12191448"/>
                <a:gd name="connsiteY18" fmla="*/ 993508 h 2885300"/>
                <a:gd name="connsiteX19" fmla="*/ 2474695 w 12191448"/>
                <a:gd name="connsiteY19" fmla="*/ 1122186 h 2885300"/>
                <a:gd name="connsiteX20" fmla="*/ 2576422 w 12191448"/>
                <a:gd name="connsiteY20" fmla="*/ 1259256 h 2885300"/>
                <a:gd name="connsiteX21" fmla="*/ 2851932 w 12191448"/>
                <a:gd name="connsiteY21" fmla="*/ 1281634 h 2885300"/>
                <a:gd name="connsiteX22" fmla="*/ 3063864 w 12191448"/>
                <a:gd name="connsiteY22" fmla="*/ 1463462 h 2885300"/>
                <a:gd name="connsiteX23" fmla="*/ 3538590 w 12191448"/>
                <a:gd name="connsiteY23" fmla="*/ 1318000 h 2885300"/>
                <a:gd name="connsiteX24" fmla="*/ 3674226 w 12191448"/>
                <a:gd name="connsiteY24" fmla="*/ 1063441 h 2885300"/>
                <a:gd name="connsiteX25" fmla="*/ 3894633 w 12191448"/>
                <a:gd name="connsiteY25" fmla="*/ 948750 h 2885300"/>
                <a:gd name="connsiteX26" fmla="*/ 4064179 w 12191448"/>
                <a:gd name="connsiteY26" fmla="*/ 789301 h 2885300"/>
                <a:gd name="connsiteX27" fmla="*/ 4496519 w 12191448"/>
                <a:gd name="connsiteY27" fmla="*/ 604677 h 2885300"/>
                <a:gd name="connsiteX28" fmla="*/ 4564337 w 12191448"/>
                <a:gd name="connsiteY28" fmla="*/ 515162 h 2885300"/>
                <a:gd name="connsiteX29" fmla="*/ 4941575 w 12191448"/>
                <a:gd name="connsiteY29" fmla="*/ 772517 h 2885300"/>
                <a:gd name="connsiteX30" fmla="*/ 5280665 w 12191448"/>
                <a:gd name="connsiteY30" fmla="*/ 881614 h 2885300"/>
                <a:gd name="connsiteX31" fmla="*/ 5505311 w 12191448"/>
                <a:gd name="connsiteY31" fmla="*/ 1004697 h 2885300"/>
                <a:gd name="connsiteX32" fmla="*/ 5772347 w 12191448"/>
                <a:gd name="connsiteY32" fmla="*/ 881614 h 2885300"/>
                <a:gd name="connsiteX33" fmla="*/ 5975799 w 12191448"/>
                <a:gd name="connsiteY33" fmla="*/ 789301 h 2885300"/>
                <a:gd name="connsiteX34" fmla="*/ 6230117 w 12191448"/>
                <a:gd name="connsiteY34" fmla="*/ 873222 h 2885300"/>
                <a:gd name="connsiteX35" fmla="*/ 6416617 w 12191448"/>
                <a:gd name="connsiteY35" fmla="*/ 1021481 h 2885300"/>
                <a:gd name="connsiteX36" fmla="*/ 6734514 w 12191448"/>
                <a:gd name="connsiteY36" fmla="*/ 937561 h 2885300"/>
                <a:gd name="connsiteX37" fmla="*/ 6836240 w 12191448"/>
                <a:gd name="connsiteY37" fmla="*/ 817275 h 2885300"/>
                <a:gd name="connsiteX38" fmla="*/ 7294011 w 12191448"/>
                <a:gd name="connsiteY38" fmla="*/ 761328 h 2885300"/>
                <a:gd name="connsiteX39" fmla="*/ 7565283 w 12191448"/>
                <a:gd name="connsiteY39" fmla="*/ 596285 h 2885300"/>
                <a:gd name="connsiteX40" fmla="*/ 7942520 w 12191448"/>
                <a:gd name="connsiteY40" fmla="*/ 436836 h 2885300"/>
                <a:gd name="connsiteX41" fmla="*/ 8340951 w 12191448"/>
                <a:gd name="connsiteY41" fmla="*/ 596285 h 2885300"/>
                <a:gd name="connsiteX42" fmla="*/ 8620700 w 12191448"/>
                <a:gd name="connsiteY42" fmla="*/ 744544 h 2885300"/>
                <a:gd name="connsiteX43" fmla="*/ 8760575 w 12191448"/>
                <a:gd name="connsiteY43" fmla="*/ 881614 h 2885300"/>
                <a:gd name="connsiteX44" fmla="*/ 9394249 w 12191448"/>
                <a:gd name="connsiteY44" fmla="*/ 852 h 288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2191448" h="2885300">
                  <a:moveTo>
                    <a:pt x="9394249" y="852"/>
                  </a:moveTo>
                  <a:cubicBezTo>
                    <a:pt x="9580749" y="31157"/>
                    <a:pt x="9744995" y="853707"/>
                    <a:pt x="9879572" y="1063441"/>
                  </a:cubicBezTo>
                  <a:cubicBezTo>
                    <a:pt x="10014149" y="1273175"/>
                    <a:pt x="10201707" y="1259256"/>
                    <a:pt x="10201707" y="1259256"/>
                  </a:cubicBezTo>
                  <a:lnTo>
                    <a:pt x="10727297" y="1463462"/>
                  </a:lnTo>
                  <a:lnTo>
                    <a:pt x="11168114" y="1578153"/>
                  </a:lnTo>
                  <a:lnTo>
                    <a:pt x="11439386" y="1681655"/>
                  </a:lnTo>
                  <a:lnTo>
                    <a:pt x="12164190" y="1401920"/>
                  </a:lnTo>
                  <a:lnTo>
                    <a:pt x="12191448" y="1415974"/>
                  </a:lnTo>
                  <a:lnTo>
                    <a:pt x="12191448" y="2885300"/>
                  </a:lnTo>
                  <a:lnTo>
                    <a:pt x="0" y="2885300"/>
                  </a:lnTo>
                  <a:lnTo>
                    <a:pt x="0" y="1859690"/>
                  </a:lnTo>
                  <a:lnTo>
                    <a:pt x="50200" y="1869077"/>
                  </a:lnTo>
                  <a:lnTo>
                    <a:pt x="418961" y="1564166"/>
                  </a:lnTo>
                  <a:lnTo>
                    <a:pt x="635132" y="1642492"/>
                  </a:lnTo>
                  <a:lnTo>
                    <a:pt x="965744" y="1751588"/>
                  </a:lnTo>
                  <a:lnTo>
                    <a:pt x="1487094" y="1452272"/>
                  </a:lnTo>
                  <a:lnTo>
                    <a:pt x="1635447" y="1345973"/>
                  </a:lnTo>
                  <a:lnTo>
                    <a:pt x="1813469" y="1298418"/>
                  </a:lnTo>
                  <a:lnTo>
                    <a:pt x="2279718" y="993508"/>
                  </a:lnTo>
                  <a:lnTo>
                    <a:pt x="2474695" y="1122186"/>
                  </a:lnTo>
                  <a:lnTo>
                    <a:pt x="2576422" y="1259256"/>
                  </a:lnTo>
                  <a:lnTo>
                    <a:pt x="2851932" y="1281634"/>
                  </a:lnTo>
                  <a:lnTo>
                    <a:pt x="3063864" y="1463462"/>
                  </a:lnTo>
                  <a:lnTo>
                    <a:pt x="3538590" y="1318000"/>
                  </a:lnTo>
                  <a:lnTo>
                    <a:pt x="3674226" y="1063441"/>
                  </a:lnTo>
                  <a:lnTo>
                    <a:pt x="3894633" y="948750"/>
                  </a:lnTo>
                  <a:lnTo>
                    <a:pt x="4064179" y="789301"/>
                  </a:lnTo>
                  <a:lnTo>
                    <a:pt x="4496519" y="604677"/>
                  </a:lnTo>
                  <a:lnTo>
                    <a:pt x="4564337" y="515162"/>
                  </a:lnTo>
                  <a:lnTo>
                    <a:pt x="4941575" y="772517"/>
                  </a:lnTo>
                  <a:lnTo>
                    <a:pt x="5280665" y="881614"/>
                  </a:lnTo>
                  <a:lnTo>
                    <a:pt x="5505311" y="1004697"/>
                  </a:lnTo>
                  <a:lnTo>
                    <a:pt x="5772347" y="881614"/>
                  </a:lnTo>
                  <a:lnTo>
                    <a:pt x="5975799" y="789301"/>
                  </a:lnTo>
                  <a:lnTo>
                    <a:pt x="6230117" y="873222"/>
                  </a:lnTo>
                  <a:lnTo>
                    <a:pt x="6416617" y="1021481"/>
                  </a:lnTo>
                  <a:lnTo>
                    <a:pt x="6734514" y="937561"/>
                  </a:lnTo>
                  <a:lnTo>
                    <a:pt x="6836240" y="817275"/>
                  </a:lnTo>
                  <a:lnTo>
                    <a:pt x="7294011" y="761328"/>
                  </a:lnTo>
                  <a:lnTo>
                    <a:pt x="7565283" y="596285"/>
                  </a:lnTo>
                  <a:lnTo>
                    <a:pt x="7942520" y="436836"/>
                  </a:lnTo>
                  <a:cubicBezTo>
                    <a:pt x="7967952" y="422849"/>
                    <a:pt x="8340951" y="596285"/>
                    <a:pt x="8340951" y="596285"/>
                  </a:cubicBezTo>
                  <a:lnTo>
                    <a:pt x="8620700" y="744544"/>
                  </a:lnTo>
                  <a:cubicBezTo>
                    <a:pt x="8667325" y="790234"/>
                    <a:pt x="8631651" y="1005563"/>
                    <a:pt x="8760575" y="881614"/>
                  </a:cubicBezTo>
                  <a:cubicBezTo>
                    <a:pt x="8889499" y="757665"/>
                    <a:pt x="9207750" y="-29453"/>
                    <a:pt x="9394249" y="852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išḻíḑe"/>
            <p:cNvSpPr/>
            <p:nvPr/>
          </p:nvSpPr>
          <p:spPr bwMode="auto">
            <a:xfrm>
              <a:off x="-2718" y="4954511"/>
              <a:ext cx="2453343" cy="1901458"/>
            </a:xfrm>
            <a:custGeom>
              <a:avLst/>
              <a:gdLst>
                <a:gd name="connsiteX0" fmla="*/ 2308937 w 2453343"/>
                <a:gd name="connsiteY0" fmla="*/ 0 h 1901458"/>
                <a:gd name="connsiteX1" fmla="*/ 2453343 w 2453343"/>
                <a:gd name="connsiteY1" fmla="*/ 92549 h 1901458"/>
                <a:gd name="connsiteX2" fmla="*/ 2262217 w 2453343"/>
                <a:gd name="connsiteY2" fmla="*/ 117790 h 1901458"/>
                <a:gd name="connsiteX3" fmla="*/ 1807761 w 2453343"/>
                <a:gd name="connsiteY3" fmla="*/ 465549 h 1901458"/>
                <a:gd name="connsiteX4" fmla="*/ 1620881 w 2453343"/>
                <a:gd name="connsiteY4" fmla="*/ 588947 h 1901458"/>
                <a:gd name="connsiteX5" fmla="*/ 1620881 w 2453343"/>
                <a:gd name="connsiteY5" fmla="*/ 670278 h 1901458"/>
                <a:gd name="connsiteX6" fmla="*/ 1353304 w 2453343"/>
                <a:gd name="connsiteY6" fmla="*/ 838549 h 1901458"/>
                <a:gd name="connsiteX7" fmla="*/ 1620881 w 2453343"/>
                <a:gd name="connsiteY7" fmla="*/ 891835 h 1901458"/>
                <a:gd name="connsiteX8" fmla="*/ 1208898 w 2453343"/>
                <a:gd name="connsiteY8" fmla="*/ 1074128 h 1901458"/>
                <a:gd name="connsiteX9" fmla="*/ 1149436 w 2453343"/>
                <a:gd name="connsiteY9" fmla="*/ 1273248 h 1901458"/>
                <a:gd name="connsiteX10" fmla="*/ 996535 w 2453343"/>
                <a:gd name="connsiteY10" fmla="*/ 1318120 h 1901458"/>
                <a:gd name="connsiteX11" fmla="*/ 711969 w 2453343"/>
                <a:gd name="connsiteY11" fmla="*/ 1531263 h 1901458"/>
                <a:gd name="connsiteX12" fmla="*/ 627024 w 2453343"/>
                <a:gd name="connsiteY12" fmla="*/ 1901458 h 1901458"/>
                <a:gd name="connsiteX13" fmla="*/ 491112 w 2453343"/>
                <a:gd name="connsiteY13" fmla="*/ 1733188 h 1901458"/>
                <a:gd name="connsiteX14" fmla="*/ 168321 w 2453343"/>
                <a:gd name="connsiteY14" fmla="*/ 1710751 h 1901458"/>
                <a:gd name="connsiteX15" fmla="*/ 2678 w 2453343"/>
                <a:gd name="connsiteY15" fmla="*/ 1621007 h 1901458"/>
                <a:gd name="connsiteX16" fmla="*/ 0 w 2453343"/>
                <a:gd name="connsiteY16" fmla="*/ 1622583 h 1901458"/>
                <a:gd name="connsiteX17" fmla="*/ 0 w 2453343"/>
                <a:gd name="connsiteY17" fmla="*/ 758045 h 1901458"/>
                <a:gd name="connsiteX18" fmla="*/ 410414 w 2453343"/>
                <a:gd name="connsiteY18" fmla="*/ 577729 h 1901458"/>
                <a:gd name="connsiteX19" fmla="*/ 270255 w 2453343"/>
                <a:gd name="connsiteY19" fmla="*/ 903053 h 1901458"/>
                <a:gd name="connsiteX20" fmla="*/ 410414 w 2453343"/>
                <a:gd name="connsiteY20" fmla="*/ 1183504 h 1901458"/>
                <a:gd name="connsiteX21" fmla="*/ 2678 w 2453343"/>
                <a:gd name="connsiteY21" fmla="*/ 1531263 h 1901458"/>
                <a:gd name="connsiteX22" fmla="*/ 559068 w 2453343"/>
                <a:gd name="connsiteY22" fmla="*/ 1452737 h 1901458"/>
                <a:gd name="connsiteX23" fmla="*/ 962557 w 2453343"/>
                <a:gd name="connsiteY23" fmla="*/ 1020842 h 1901458"/>
                <a:gd name="connsiteX24" fmla="*/ 992288 w 2453343"/>
                <a:gd name="connsiteY24" fmla="*/ 746000 h 1901458"/>
                <a:gd name="connsiteX25" fmla="*/ 1663354 w 2453343"/>
                <a:gd name="connsiteY25" fmla="*/ 314105 h 1901458"/>
                <a:gd name="connsiteX26" fmla="*/ 2308937 w 2453343"/>
                <a:gd name="connsiteY26" fmla="*/ 0 h 1901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53343" h="1901458">
                  <a:moveTo>
                    <a:pt x="2308937" y="0"/>
                  </a:moveTo>
                  <a:cubicBezTo>
                    <a:pt x="2453343" y="92549"/>
                    <a:pt x="2453343" y="92549"/>
                    <a:pt x="2453343" y="92549"/>
                  </a:cubicBezTo>
                  <a:cubicBezTo>
                    <a:pt x="2262217" y="117790"/>
                    <a:pt x="2262217" y="117790"/>
                    <a:pt x="2262217" y="117790"/>
                  </a:cubicBezTo>
                  <a:cubicBezTo>
                    <a:pt x="1807761" y="465549"/>
                    <a:pt x="1807761" y="465549"/>
                    <a:pt x="1807761" y="465549"/>
                  </a:cubicBezTo>
                  <a:cubicBezTo>
                    <a:pt x="1620881" y="588947"/>
                    <a:pt x="1620881" y="588947"/>
                    <a:pt x="1620881" y="588947"/>
                  </a:cubicBezTo>
                  <a:cubicBezTo>
                    <a:pt x="1620881" y="670278"/>
                    <a:pt x="1620881" y="670278"/>
                    <a:pt x="1620881" y="670278"/>
                  </a:cubicBezTo>
                  <a:cubicBezTo>
                    <a:pt x="1353304" y="838549"/>
                    <a:pt x="1353304" y="838549"/>
                    <a:pt x="1353304" y="838549"/>
                  </a:cubicBezTo>
                  <a:cubicBezTo>
                    <a:pt x="1620881" y="891835"/>
                    <a:pt x="1620881" y="891835"/>
                    <a:pt x="1620881" y="891835"/>
                  </a:cubicBezTo>
                  <a:cubicBezTo>
                    <a:pt x="1208898" y="1074128"/>
                    <a:pt x="1208898" y="1074128"/>
                    <a:pt x="1208898" y="1074128"/>
                  </a:cubicBezTo>
                  <a:cubicBezTo>
                    <a:pt x="1149436" y="1273248"/>
                    <a:pt x="1149436" y="1273248"/>
                    <a:pt x="1149436" y="1273248"/>
                  </a:cubicBezTo>
                  <a:cubicBezTo>
                    <a:pt x="996535" y="1318120"/>
                    <a:pt x="996535" y="1318120"/>
                    <a:pt x="996535" y="1318120"/>
                  </a:cubicBezTo>
                  <a:cubicBezTo>
                    <a:pt x="711969" y="1531263"/>
                    <a:pt x="711969" y="1531263"/>
                    <a:pt x="711969" y="1531263"/>
                  </a:cubicBezTo>
                  <a:cubicBezTo>
                    <a:pt x="627024" y="1901458"/>
                    <a:pt x="627024" y="1901458"/>
                    <a:pt x="627024" y="1901458"/>
                  </a:cubicBezTo>
                  <a:cubicBezTo>
                    <a:pt x="491112" y="1733188"/>
                    <a:pt x="491112" y="1733188"/>
                    <a:pt x="491112" y="1733188"/>
                  </a:cubicBezTo>
                  <a:cubicBezTo>
                    <a:pt x="168321" y="1710751"/>
                    <a:pt x="168321" y="1710751"/>
                    <a:pt x="168321" y="1710751"/>
                  </a:cubicBezTo>
                  <a:cubicBezTo>
                    <a:pt x="2678" y="1621007"/>
                    <a:pt x="2678" y="1621007"/>
                    <a:pt x="2678" y="1621007"/>
                  </a:cubicBezTo>
                  <a:lnTo>
                    <a:pt x="0" y="1622583"/>
                  </a:lnTo>
                  <a:lnTo>
                    <a:pt x="0" y="758045"/>
                  </a:lnTo>
                  <a:lnTo>
                    <a:pt x="410414" y="577729"/>
                  </a:lnTo>
                  <a:cubicBezTo>
                    <a:pt x="270255" y="903053"/>
                    <a:pt x="270255" y="903053"/>
                    <a:pt x="270255" y="903053"/>
                  </a:cubicBezTo>
                  <a:cubicBezTo>
                    <a:pt x="410414" y="1183504"/>
                    <a:pt x="410414" y="1183504"/>
                    <a:pt x="410414" y="1183504"/>
                  </a:cubicBezTo>
                  <a:cubicBezTo>
                    <a:pt x="2678" y="1531263"/>
                    <a:pt x="2678" y="1531263"/>
                    <a:pt x="2678" y="1531263"/>
                  </a:cubicBezTo>
                  <a:cubicBezTo>
                    <a:pt x="559068" y="1452737"/>
                    <a:pt x="559068" y="1452737"/>
                    <a:pt x="559068" y="1452737"/>
                  </a:cubicBezTo>
                  <a:cubicBezTo>
                    <a:pt x="962557" y="1020842"/>
                    <a:pt x="962557" y="1020842"/>
                    <a:pt x="962557" y="1020842"/>
                  </a:cubicBezTo>
                  <a:cubicBezTo>
                    <a:pt x="992288" y="746000"/>
                    <a:pt x="992288" y="746000"/>
                    <a:pt x="992288" y="746000"/>
                  </a:cubicBezTo>
                  <a:cubicBezTo>
                    <a:pt x="1663354" y="314105"/>
                    <a:pt x="1663354" y="314105"/>
                    <a:pt x="1663354" y="314105"/>
                  </a:cubicBezTo>
                  <a:cubicBezTo>
                    <a:pt x="2308937" y="0"/>
                    <a:pt x="2308937" y="0"/>
                    <a:pt x="2308937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ïṧ1îḋé"/>
            <p:cNvSpPr/>
            <p:nvPr/>
          </p:nvSpPr>
          <p:spPr bwMode="auto">
            <a:xfrm>
              <a:off x="2519228" y="4465044"/>
              <a:ext cx="2550160" cy="1868701"/>
            </a:xfrm>
            <a:custGeom>
              <a:avLst/>
              <a:gdLst>
                <a:gd name="T0" fmla="*/ 243 w 1078"/>
                <a:gd name="T1" fmla="*/ 610 h 1198"/>
                <a:gd name="T2" fmla="*/ 185 w 1078"/>
                <a:gd name="T3" fmla="*/ 824 h 1198"/>
                <a:gd name="T4" fmla="*/ 56 w 1078"/>
                <a:gd name="T5" fmla="*/ 890 h 1198"/>
                <a:gd name="T6" fmla="*/ 0 w 1078"/>
                <a:gd name="T7" fmla="*/ 1039 h 1198"/>
                <a:gd name="T8" fmla="*/ 34 w 1078"/>
                <a:gd name="T9" fmla="*/ 1039 h 1198"/>
                <a:gd name="T10" fmla="*/ 84 w 1078"/>
                <a:gd name="T11" fmla="*/ 1119 h 1198"/>
                <a:gd name="T12" fmla="*/ 124 w 1078"/>
                <a:gd name="T13" fmla="*/ 1119 h 1198"/>
                <a:gd name="T14" fmla="*/ 124 w 1078"/>
                <a:gd name="T15" fmla="*/ 1007 h 1198"/>
                <a:gd name="T16" fmla="*/ 199 w 1078"/>
                <a:gd name="T17" fmla="*/ 960 h 1198"/>
                <a:gd name="T18" fmla="*/ 248 w 1078"/>
                <a:gd name="T19" fmla="*/ 845 h 1198"/>
                <a:gd name="T20" fmla="*/ 327 w 1078"/>
                <a:gd name="T21" fmla="*/ 1007 h 1198"/>
                <a:gd name="T22" fmla="*/ 291 w 1078"/>
                <a:gd name="T23" fmla="*/ 1119 h 1198"/>
                <a:gd name="T24" fmla="*/ 327 w 1078"/>
                <a:gd name="T25" fmla="*/ 1140 h 1198"/>
                <a:gd name="T26" fmla="*/ 406 w 1078"/>
                <a:gd name="T27" fmla="*/ 1140 h 1198"/>
                <a:gd name="T28" fmla="*/ 471 w 1078"/>
                <a:gd name="T29" fmla="*/ 1198 h 1198"/>
                <a:gd name="T30" fmla="*/ 550 w 1078"/>
                <a:gd name="T31" fmla="*/ 1039 h 1198"/>
                <a:gd name="T32" fmla="*/ 699 w 1078"/>
                <a:gd name="T33" fmla="*/ 1075 h 1198"/>
                <a:gd name="T34" fmla="*/ 806 w 1078"/>
                <a:gd name="T35" fmla="*/ 1007 h 1198"/>
                <a:gd name="T36" fmla="*/ 963 w 1078"/>
                <a:gd name="T37" fmla="*/ 890 h 1198"/>
                <a:gd name="T38" fmla="*/ 1078 w 1078"/>
                <a:gd name="T39" fmla="*/ 723 h 1198"/>
                <a:gd name="T40" fmla="*/ 1078 w 1078"/>
                <a:gd name="T41" fmla="*/ 561 h 1198"/>
                <a:gd name="T42" fmla="*/ 1078 w 1078"/>
                <a:gd name="T43" fmla="*/ 378 h 1198"/>
                <a:gd name="T44" fmla="*/ 999 w 1078"/>
                <a:gd name="T45" fmla="*/ 414 h 1198"/>
                <a:gd name="T46" fmla="*/ 941 w 1078"/>
                <a:gd name="T47" fmla="*/ 313 h 1198"/>
                <a:gd name="T48" fmla="*/ 941 w 1078"/>
                <a:gd name="T49" fmla="*/ 268 h 1198"/>
                <a:gd name="T50" fmla="*/ 869 w 1078"/>
                <a:gd name="T51" fmla="*/ 182 h 1198"/>
                <a:gd name="T52" fmla="*/ 891 w 1078"/>
                <a:gd name="T53" fmla="*/ 140 h 1198"/>
                <a:gd name="T54" fmla="*/ 880 w 1078"/>
                <a:gd name="T55" fmla="*/ 0 h 1198"/>
                <a:gd name="T56" fmla="*/ 756 w 1078"/>
                <a:gd name="T57" fmla="*/ 90 h 1198"/>
                <a:gd name="T58" fmla="*/ 670 w 1078"/>
                <a:gd name="T59" fmla="*/ 173 h 1198"/>
                <a:gd name="T60" fmla="*/ 598 w 1078"/>
                <a:gd name="T61" fmla="*/ 281 h 1198"/>
                <a:gd name="T62" fmla="*/ 539 w 1078"/>
                <a:gd name="T63" fmla="*/ 308 h 1198"/>
                <a:gd name="T64" fmla="*/ 501 w 1078"/>
                <a:gd name="T65" fmla="*/ 353 h 1198"/>
                <a:gd name="T66" fmla="*/ 420 w 1078"/>
                <a:gd name="T67" fmla="*/ 529 h 1198"/>
                <a:gd name="T68" fmla="*/ 243 w 1078"/>
                <a:gd name="T69" fmla="*/ 61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8" h="1198">
                  <a:moveTo>
                    <a:pt x="243" y="610"/>
                  </a:moveTo>
                  <a:lnTo>
                    <a:pt x="185" y="824"/>
                  </a:lnTo>
                  <a:lnTo>
                    <a:pt x="56" y="890"/>
                  </a:lnTo>
                  <a:lnTo>
                    <a:pt x="0" y="1039"/>
                  </a:lnTo>
                  <a:lnTo>
                    <a:pt x="34" y="1039"/>
                  </a:lnTo>
                  <a:lnTo>
                    <a:pt x="84" y="1119"/>
                  </a:lnTo>
                  <a:lnTo>
                    <a:pt x="124" y="1119"/>
                  </a:lnTo>
                  <a:lnTo>
                    <a:pt x="124" y="1007"/>
                  </a:lnTo>
                  <a:lnTo>
                    <a:pt x="199" y="960"/>
                  </a:lnTo>
                  <a:lnTo>
                    <a:pt x="248" y="845"/>
                  </a:lnTo>
                  <a:lnTo>
                    <a:pt x="327" y="1007"/>
                  </a:lnTo>
                  <a:lnTo>
                    <a:pt x="291" y="1119"/>
                  </a:lnTo>
                  <a:lnTo>
                    <a:pt x="327" y="1140"/>
                  </a:lnTo>
                  <a:lnTo>
                    <a:pt x="406" y="1140"/>
                  </a:lnTo>
                  <a:lnTo>
                    <a:pt x="471" y="1198"/>
                  </a:lnTo>
                  <a:lnTo>
                    <a:pt x="550" y="1039"/>
                  </a:lnTo>
                  <a:lnTo>
                    <a:pt x="699" y="1075"/>
                  </a:lnTo>
                  <a:lnTo>
                    <a:pt x="806" y="1007"/>
                  </a:lnTo>
                  <a:lnTo>
                    <a:pt x="963" y="890"/>
                  </a:lnTo>
                  <a:lnTo>
                    <a:pt x="1078" y="723"/>
                  </a:lnTo>
                  <a:lnTo>
                    <a:pt x="1078" y="561"/>
                  </a:lnTo>
                  <a:lnTo>
                    <a:pt x="1078" y="378"/>
                  </a:lnTo>
                  <a:lnTo>
                    <a:pt x="999" y="414"/>
                  </a:lnTo>
                  <a:lnTo>
                    <a:pt x="941" y="313"/>
                  </a:lnTo>
                  <a:lnTo>
                    <a:pt x="941" y="268"/>
                  </a:lnTo>
                  <a:lnTo>
                    <a:pt x="869" y="182"/>
                  </a:lnTo>
                  <a:lnTo>
                    <a:pt x="891" y="140"/>
                  </a:lnTo>
                  <a:lnTo>
                    <a:pt x="880" y="0"/>
                  </a:lnTo>
                  <a:lnTo>
                    <a:pt x="756" y="90"/>
                  </a:lnTo>
                  <a:lnTo>
                    <a:pt x="670" y="173"/>
                  </a:lnTo>
                  <a:lnTo>
                    <a:pt x="598" y="281"/>
                  </a:lnTo>
                  <a:lnTo>
                    <a:pt x="539" y="308"/>
                  </a:lnTo>
                  <a:lnTo>
                    <a:pt x="501" y="353"/>
                  </a:lnTo>
                  <a:lnTo>
                    <a:pt x="420" y="529"/>
                  </a:lnTo>
                  <a:lnTo>
                    <a:pt x="243" y="61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íṣ1ïḍè"/>
            <p:cNvSpPr/>
            <p:nvPr/>
          </p:nvSpPr>
          <p:spPr bwMode="auto">
            <a:xfrm>
              <a:off x="5268101" y="4720860"/>
              <a:ext cx="1014859" cy="1353951"/>
            </a:xfrm>
            <a:custGeom>
              <a:avLst/>
              <a:gdLst>
                <a:gd name="T0" fmla="*/ 117 w 429"/>
                <a:gd name="T1" fmla="*/ 147 h 868"/>
                <a:gd name="T2" fmla="*/ 117 w 429"/>
                <a:gd name="T3" fmla="*/ 234 h 868"/>
                <a:gd name="T4" fmla="*/ 117 w 429"/>
                <a:gd name="T5" fmla="*/ 377 h 868"/>
                <a:gd name="T6" fmla="*/ 0 w 429"/>
                <a:gd name="T7" fmla="*/ 528 h 868"/>
                <a:gd name="T8" fmla="*/ 0 w 429"/>
                <a:gd name="T9" fmla="*/ 687 h 868"/>
                <a:gd name="T10" fmla="*/ 58 w 429"/>
                <a:gd name="T11" fmla="*/ 868 h 868"/>
                <a:gd name="T12" fmla="*/ 201 w 429"/>
                <a:gd name="T13" fmla="*/ 609 h 868"/>
                <a:gd name="T14" fmla="*/ 144 w 429"/>
                <a:gd name="T15" fmla="*/ 609 h 868"/>
                <a:gd name="T16" fmla="*/ 201 w 429"/>
                <a:gd name="T17" fmla="*/ 507 h 868"/>
                <a:gd name="T18" fmla="*/ 314 w 429"/>
                <a:gd name="T19" fmla="*/ 564 h 868"/>
                <a:gd name="T20" fmla="*/ 314 w 429"/>
                <a:gd name="T21" fmla="*/ 419 h 868"/>
                <a:gd name="T22" fmla="*/ 429 w 429"/>
                <a:gd name="T23" fmla="*/ 419 h 868"/>
                <a:gd name="T24" fmla="*/ 314 w 429"/>
                <a:gd name="T25" fmla="*/ 196 h 868"/>
                <a:gd name="T26" fmla="*/ 271 w 429"/>
                <a:gd name="T27" fmla="*/ 147 h 868"/>
                <a:gd name="T28" fmla="*/ 302 w 429"/>
                <a:gd name="T29" fmla="*/ 95 h 868"/>
                <a:gd name="T30" fmla="*/ 314 w 429"/>
                <a:gd name="T31" fmla="*/ 0 h 868"/>
                <a:gd name="T32" fmla="*/ 117 w 429"/>
                <a:gd name="T33" fmla="*/ 147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9" h="868">
                  <a:moveTo>
                    <a:pt x="117" y="147"/>
                  </a:moveTo>
                  <a:lnTo>
                    <a:pt x="117" y="234"/>
                  </a:lnTo>
                  <a:lnTo>
                    <a:pt x="117" y="377"/>
                  </a:lnTo>
                  <a:lnTo>
                    <a:pt x="0" y="528"/>
                  </a:lnTo>
                  <a:lnTo>
                    <a:pt x="0" y="687"/>
                  </a:lnTo>
                  <a:lnTo>
                    <a:pt x="58" y="868"/>
                  </a:lnTo>
                  <a:lnTo>
                    <a:pt x="201" y="609"/>
                  </a:lnTo>
                  <a:lnTo>
                    <a:pt x="144" y="609"/>
                  </a:lnTo>
                  <a:lnTo>
                    <a:pt x="201" y="507"/>
                  </a:lnTo>
                  <a:lnTo>
                    <a:pt x="314" y="564"/>
                  </a:lnTo>
                  <a:lnTo>
                    <a:pt x="314" y="419"/>
                  </a:lnTo>
                  <a:lnTo>
                    <a:pt x="429" y="419"/>
                  </a:lnTo>
                  <a:lnTo>
                    <a:pt x="314" y="196"/>
                  </a:lnTo>
                  <a:lnTo>
                    <a:pt x="271" y="147"/>
                  </a:lnTo>
                  <a:lnTo>
                    <a:pt x="302" y="95"/>
                  </a:lnTo>
                  <a:lnTo>
                    <a:pt x="314" y="0"/>
                  </a:lnTo>
                  <a:lnTo>
                    <a:pt x="117" y="147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iSľidè"/>
            <p:cNvSpPr/>
            <p:nvPr/>
          </p:nvSpPr>
          <p:spPr bwMode="auto">
            <a:xfrm>
              <a:off x="6453287" y="4387052"/>
              <a:ext cx="1686701" cy="1701798"/>
            </a:xfrm>
            <a:custGeom>
              <a:avLst/>
              <a:gdLst>
                <a:gd name="T0" fmla="*/ 0 w 713"/>
                <a:gd name="T1" fmla="*/ 381 h 1091"/>
                <a:gd name="T2" fmla="*/ 34 w 713"/>
                <a:gd name="T3" fmla="*/ 737 h 1091"/>
                <a:gd name="T4" fmla="*/ 113 w 713"/>
                <a:gd name="T5" fmla="*/ 895 h 1091"/>
                <a:gd name="T6" fmla="*/ 113 w 713"/>
                <a:gd name="T7" fmla="*/ 1010 h 1091"/>
                <a:gd name="T8" fmla="*/ 284 w 713"/>
                <a:gd name="T9" fmla="*/ 992 h 1091"/>
                <a:gd name="T10" fmla="*/ 334 w 713"/>
                <a:gd name="T11" fmla="*/ 1091 h 1091"/>
                <a:gd name="T12" fmla="*/ 492 w 713"/>
                <a:gd name="T13" fmla="*/ 992 h 1091"/>
                <a:gd name="T14" fmla="*/ 464 w 713"/>
                <a:gd name="T15" fmla="*/ 832 h 1091"/>
                <a:gd name="T16" fmla="*/ 550 w 713"/>
                <a:gd name="T17" fmla="*/ 795 h 1091"/>
                <a:gd name="T18" fmla="*/ 591 w 713"/>
                <a:gd name="T19" fmla="*/ 832 h 1091"/>
                <a:gd name="T20" fmla="*/ 670 w 713"/>
                <a:gd name="T21" fmla="*/ 737 h 1091"/>
                <a:gd name="T22" fmla="*/ 471 w 713"/>
                <a:gd name="T23" fmla="*/ 521 h 1091"/>
                <a:gd name="T24" fmla="*/ 492 w 713"/>
                <a:gd name="T25" fmla="*/ 262 h 1091"/>
                <a:gd name="T26" fmla="*/ 471 w 713"/>
                <a:gd name="T27" fmla="*/ 223 h 1091"/>
                <a:gd name="T28" fmla="*/ 570 w 713"/>
                <a:gd name="T29" fmla="*/ 223 h 1091"/>
                <a:gd name="T30" fmla="*/ 713 w 713"/>
                <a:gd name="T31" fmla="*/ 223 h 1091"/>
                <a:gd name="T32" fmla="*/ 663 w 713"/>
                <a:gd name="T33" fmla="*/ 111 h 1091"/>
                <a:gd name="T34" fmla="*/ 647 w 713"/>
                <a:gd name="T35" fmla="*/ 0 h 1091"/>
                <a:gd name="T36" fmla="*/ 464 w 713"/>
                <a:gd name="T37" fmla="*/ 111 h 1091"/>
                <a:gd name="T38" fmla="*/ 370 w 713"/>
                <a:gd name="T39" fmla="*/ 205 h 1091"/>
                <a:gd name="T40" fmla="*/ 178 w 713"/>
                <a:gd name="T41" fmla="*/ 243 h 1091"/>
                <a:gd name="T42" fmla="*/ 135 w 713"/>
                <a:gd name="T43" fmla="*/ 325 h 1091"/>
                <a:gd name="T44" fmla="*/ 0 w 713"/>
                <a:gd name="T45" fmla="*/ 381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13" h="1091">
                  <a:moveTo>
                    <a:pt x="0" y="381"/>
                  </a:moveTo>
                  <a:lnTo>
                    <a:pt x="34" y="737"/>
                  </a:lnTo>
                  <a:lnTo>
                    <a:pt x="113" y="895"/>
                  </a:lnTo>
                  <a:lnTo>
                    <a:pt x="113" y="1010"/>
                  </a:lnTo>
                  <a:lnTo>
                    <a:pt x="284" y="992"/>
                  </a:lnTo>
                  <a:lnTo>
                    <a:pt x="334" y="1091"/>
                  </a:lnTo>
                  <a:lnTo>
                    <a:pt x="492" y="992"/>
                  </a:lnTo>
                  <a:lnTo>
                    <a:pt x="464" y="832"/>
                  </a:lnTo>
                  <a:lnTo>
                    <a:pt x="550" y="795"/>
                  </a:lnTo>
                  <a:lnTo>
                    <a:pt x="591" y="832"/>
                  </a:lnTo>
                  <a:lnTo>
                    <a:pt x="670" y="737"/>
                  </a:lnTo>
                  <a:lnTo>
                    <a:pt x="471" y="521"/>
                  </a:lnTo>
                  <a:lnTo>
                    <a:pt x="492" y="262"/>
                  </a:lnTo>
                  <a:lnTo>
                    <a:pt x="471" y="223"/>
                  </a:lnTo>
                  <a:lnTo>
                    <a:pt x="570" y="223"/>
                  </a:lnTo>
                  <a:lnTo>
                    <a:pt x="713" y="223"/>
                  </a:lnTo>
                  <a:lnTo>
                    <a:pt x="663" y="111"/>
                  </a:lnTo>
                  <a:lnTo>
                    <a:pt x="647" y="0"/>
                  </a:lnTo>
                  <a:lnTo>
                    <a:pt x="464" y="111"/>
                  </a:lnTo>
                  <a:lnTo>
                    <a:pt x="370" y="205"/>
                  </a:lnTo>
                  <a:lnTo>
                    <a:pt x="178" y="243"/>
                  </a:lnTo>
                  <a:lnTo>
                    <a:pt x="135" y="325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îslíḑe"/>
            <p:cNvSpPr/>
            <p:nvPr/>
          </p:nvSpPr>
          <p:spPr bwMode="auto">
            <a:xfrm>
              <a:off x="8701209" y="3941139"/>
              <a:ext cx="2687869" cy="2038520"/>
            </a:xfrm>
            <a:custGeom>
              <a:avLst/>
              <a:gdLst>
                <a:gd name="T0" fmla="*/ 70 w 1078"/>
                <a:gd name="T1" fmla="*/ 86 h 971"/>
                <a:gd name="T2" fmla="*/ 0 w 1078"/>
                <a:gd name="T3" fmla="*/ 295 h 971"/>
                <a:gd name="T4" fmla="*/ 36 w 1078"/>
                <a:gd name="T5" fmla="*/ 437 h 971"/>
                <a:gd name="T6" fmla="*/ 192 w 1078"/>
                <a:gd name="T7" fmla="*/ 716 h 971"/>
                <a:gd name="T8" fmla="*/ 358 w 1078"/>
                <a:gd name="T9" fmla="*/ 780 h 971"/>
                <a:gd name="T10" fmla="*/ 358 w 1078"/>
                <a:gd name="T11" fmla="*/ 942 h 971"/>
                <a:gd name="T12" fmla="*/ 485 w 1078"/>
                <a:gd name="T13" fmla="*/ 942 h 971"/>
                <a:gd name="T14" fmla="*/ 543 w 1078"/>
                <a:gd name="T15" fmla="*/ 971 h 971"/>
                <a:gd name="T16" fmla="*/ 636 w 1078"/>
                <a:gd name="T17" fmla="*/ 942 h 971"/>
                <a:gd name="T18" fmla="*/ 835 w 1078"/>
                <a:gd name="T19" fmla="*/ 942 h 971"/>
                <a:gd name="T20" fmla="*/ 1042 w 1078"/>
                <a:gd name="T21" fmla="*/ 942 h 971"/>
                <a:gd name="T22" fmla="*/ 1078 w 1078"/>
                <a:gd name="T23" fmla="*/ 780 h 971"/>
                <a:gd name="T24" fmla="*/ 871 w 1078"/>
                <a:gd name="T25" fmla="*/ 716 h 971"/>
                <a:gd name="T26" fmla="*/ 785 w 1078"/>
                <a:gd name="T27" fmla="*/ 496 h 971"/>
                <a:gd name="T28" fmla="*/ 456 w 1078"/>
                <a:gd name="T29" fmla="*/ 424 h 971"/>
                <a:gd name="T30" fmla="*/ 358 w 1078"/>
                <a:gd name="T31" fmla="*/ 324 h 971"/>
                <a:gd name="T32" fmla="*/ 392 w 1078"/>
                <a:gd name="T33" fmla="*/ 295 h 971"/>
                <a:gd name="T34" fmla="*/ 264 w 1078"/>
                <a:gd name="T35" fmla="*/ 201 h 971"/>
                <a:gd name="T36" fmla="*/ 293 w 1078"/>
                <a:gd name="T37" fmla="*/ 86 h 971"/>
                <a:gd name="T38" fmla="*/ 239 w 1078"/>
                <a:gd name="T39" fmla="*/ 0 h 971"/>
                <a:gd name="T40" fmla="*/ 70 w 1078"/>
                <a:gd name="T41" fmla="*/ 86 h 971"/>
                <a:gd name="connsiteX0" fmla="*/ 649 w 10000"/>
                <a:gd name="connsiteY0" fmla="*/ 4345 h 13459"/>
                <a:gd name="connsiteX1" fmla="*/ 0 w 10000"/>
                <a:gd name="connsiteY1" fmla="*/ 6497 h 13459"/>
                <a:gd name="connsiteX2" fmla="*/ 334 w 10000"/>
                <a:gd name="connsiteY2" fmla="*/ 7960 h 13459"/>
                <a:gd name="connsiteX3" fmla="*/ 1781 w 10000"/>
                <a:gd name="connsiteY3" fmla="*/ 10833 h 13459"/>
                <a:gd name="connsiteX4" fmla="*/ 3321 w 10000"/>
                <a:gd name="connsiteY4" fmla="*/ 11492 h 13459"/>
                <a:gd name="connsiteX5" fmla="*/ 3321 w 10000"/>
                <a:gd name="connsiteY5" fmla="*/ 13160 h 13459"/>
                <a:gd name="connsiteX6" fmla="*/ 4499 w 10000"/>
                <a:gd name="connsiteY6" fmla="*/ 13160 h 13459"/>
                <a:gd name="connsiteX7" fmla="*/ 5037 w 10000"/>
                <a:gd name="connsiteY7" fmla="*/ 13459 h 13459"/>
                <a:gd name="connsiteX8" fmla="*/ 5900 w 10000"/>
                <a:gd name="connsiteY8" fmla="*/ 13160 h 13459"/>
                <a:gd name="connsiteX9" fmla="*/ 7746 w 10000"/>
                <a:gd name="connsiteY9" fmla="*/ 13160 h 13459"/>
                <a:gd name="connsiteX10" fmla="*/ 9666 w 10000"/>
                <a:gd name="connsiteY10" fmla="*/ 13160 h 13459"/>
                <a:gd name="connsiteX11" fmla="*/ 10000 w 10000"/>
                <a:gd name="connsiteY11" fmla="*/ 11492 h 13459"/>
                <a:gd name="connsiteX12" fmla="*/ 8080 w 10000"/>
                <a:gd name="connsiteY12" fmla="*/ 10833 h 13459"/>
                <a:gd name="connsiteX13" fmla="*/ 7282 w 10000"/>
                <a:gd name="connsiteY13" fmla="*/ 8567 h 13459"/>
                <a:gd name="connsiteX14" fmla="*/ 4230 w 10000"/>
                <a:gd name="connsiteY14" fmla="*/ 7826 h 13459"/>
                <a:gd name="connsiteX15" fmla="*/ 3321 w 10000"/>
                <a:gd name="connsiteY15" fmla="*/ 6796 h 13459"/>
                <a:gd name="connsiteX16" fmla="*/ 3636 w 10000"/>
                <a:gd name="connsiteY16" fmla="*/ 6497 h 13459"/>
                <a:gd name="connsiteX17" fmla="*/ 2449 w 10000"/>
                <a:gd name="connsiteY17" fmla="*/ 5529 h 13459"/>
                <a:gd name="connsiteX18" fmla="*/ 2718 w 10000"/>
                <a:gd name="connsiteY18" fmla="*/ 4345 h 13459"/>
                <a:gd name="connsiteX19" fmla="*/ 2633 w 10000"/>
                <a:gd name="connsiteY19" fmla="*/ 0 h 13459"/>
                <a:gd name="connsiteX20" fmla="*/ 649 w 10000"/>
                <a:gd name="connsiteY20" fmla="*/ 4345 h 13459"/>
                <a:gd name="connsiteX0-1" fmla="*/ 649 w 10000"/>
                <a:gd name="connsiteY0-2" fmla="*/ 4345 h 13459"/>
                <a:gd name="connsiteX1-3" fmla="*/ 0 w 10000"/>
                <a:gd name="connsiteY1-4" fmla="*/ 6497 h 13459"/>
                <a:gd name="connsiteX2-5" fmla="*/ 334 w 10000"/>
                <a:gd name="connsiteY2-6" fmla="*/ 7960 h 13459"/>
                <a:gd name="connsiteX3-7" fmla="*/ 1781 w 10000"/>
                <a:gd name="connsiteY3-8" fmla="*/ 10833 h 13459"/>
                <a:gd name="connsiteX4-9" fmla="*/ 3321 w 10000"/>
                <a:gd name="connsiteY4-10" fmla="*/ 11492 h 13459"/>
                <a:gd name="connsiteX5-11" fmla="*/ 3321 w 10000"/>
                <a:gd name="connsiteY5-12" fmla="*/ 13160 h 13459"/>
                <a:gd name="connsiteX6-13" fmla="*/ 4499 w 10000"/>
                <a:gd name="connsiteY6-14" fmla="*/ 13160 h 13459"/>
                <a:gd name="connsiteX7-15" fmla="*/ 5037 w 10000"/>
                <a:gd name="connsiteY7-16" fmla="*/ 13459 h 13459"/>
                <a:gd name="connsiteX8-17" fmla="*/ 5900 w 10000"/>
                <a:gd name="connsiteY8-18" fmla="*/ 13160 h 13459"/>
                <a:gd name="connsiteX9-19" fmla="*/ 7746 w 10000"/>
                <a:gd name="connsiteY9-20" fmla="*/ 13160 h 13459"/>
                <a:gd name="connsiteX10-21" fmla="*/ 9666 w 10000"/>
                <a:gd name="connsiteY10-22" fmla="*/ 13160 h 13459"/>
                <a:gd name="connsiteX11-23" fmla="*/ 10000 w 10000"/>
                <a:gd name="connsiteY11-24" fmla="*/ 11492 h 13459"/>
                <a:gd name="connsiteX12-25" fmla="*/ 8080 w 10000"/>
                <a:gd name="connsiteY12-26" fmla="*/ 10833 h 13459"/>
                <a:gd name="connsiteX13-27" fmla="*/ 7282 w 10000"/>
                <a:gd name="connsiteY13-28" fmla="*/ 8567 h 13459"/>
                <a:gd name="connsiteX14-29" fmla="*/ 4230 w 10000"/>
                <a:gd name="connsiteY14-30" fmla="*/ 7826 h 13459"/>
                <a:gd name="connsiteX15-31" fmla="*/ 3321 w 10000"/>
                <a:gd name="connsiteY15-32" fmla="*/ 6796 h 13459"/>
                <a:gd name="connsiteX16-33" fmla="*/ 3636 w 10000"/>
                <a:gd name="connsiteY16-34" fmla="*/ 6497 h 13459"/>
                <a:gd name="connsiteX17-35" fmla="*/ 4194 w 10000"/>
                <a:gd name="connsiteY17-36" fmla="*/ 6032 h 13459"/>
                <a:gd name="connsiteX18-37" fmla="*/ 2718 w 10000"/>
                <a:gd name="connsiteY18-38" fmla="*/ 4345 h 13459"/>
                <a:gd name="connsiteX19-39" fmla="*/ 2633 w 10000"/>
                <a:gd name="connsiteY19-40" fmla="*/ 0 h 13459"/>
                <a:gd name="connsiteX20-41" fmla="*/ 649 w 10000"/>
                <a:gd name="connsiteY20-42" fmla="*/ 4345 h 13459"/>
                <a:gd name="connsiteX0-43" fmla="*/ 649 w 10000"/>
                <a:gd name="connsiteY0-44" fmla="*/ 4345 h 13459"/>
                <a:gd name="connsiteX1-45" fmla="*/ 0 w 10000"/>
                <a:gd name="connsiteY1-46" fmla="*/ 6497 h 13459"/>
                <a:gd name="connsiteX2-47" fmla="*/ 334 w 10000"/>
                <a:gd name="connsiteY2-48" fmla="*/ 7960 h 13459"/>
                <a:gd name="connsiteX3-49" fmla="*/ 1781 w 10000"/>
                <a:gd name="connsiteY3-50" fmla="*/ 10833 h 13459"/>
                <a:gd name="connsiteX4-51" fmla="*/ 3321 w 10000"/>
                <a:gd name="connsiteY4-52" fmla="*/ 11492 h 13459"/>
                <a:gd name="connsiteX5-53" fmla="*/ 3321 w 10000"/>
                <a:gd name="connsiteY5-54" fmla="*/ 13160 h 13459"/>
                <a:gd name="connsiteX6-55" fmla="*/ 4499 w 10000"/>
                <a:gd name="connsiteY6-56" fmla="*/ 13160 h 13459"/>
                <a:gd name="connsiteX7-57" fmla="*/ 5037 w 10000"/>
                <a:gd name="connsiteY7-58" fmla="*/ 13459 h 13459"/>
                <a:gd name="connsiteX8-59" fmla="*/ 5900 w 10000"/>
                <a:gd name="connsiteY8-60" fmla="*/ 13160 h 13459"/>
                <a:gd name="connsiteX9-61" fmla="*/ 7746 w 10000"/>
                <a:gd name="connsiteY9-62" fmla="*/ 13160 h 13459"/>
                <a:gd name="connsiteX10-63" fmla="*/ 9666 w 10000"/>
                <a:gd name="connsiteY10-64" fmla="*/ 13160 h 13459"/>
                <a:gd name="connsiteX11-65" fmla="*/ 10000 w 10000"/>
                <a:gd name="connsiteY11-66" fmla="*/ 11492 h 13459"/>
                <a:gd name="connsiteX12-67" fmla="*/ 8080 w 10000"/>
                <a:gd name="connsiteY12-68" fmla="*/ 10833 h 13459"/>
                <a:gd name="connsiteX13-69" fmla="*/ 7282 w 10000"/>
                <a:gd name="connsiteY13-70" fmla="*/ 8567 h 13459"/>
                <a:gd name="connsiteX14-71" fmla="*/ 4230 w 10000"/>
                <a:gd name="connsiteY14-72" fmla="*/ 7826 h 13459"/>
                <a:gd name="connsiteX15-73" fmla="*/ 3321 w 10000"/>
                <a:gd name="connsiteY15-74" fmla="*/ 6796 h 13459"/>
                <a:gd name="connsiteX16-75" fmla="*/ 3636 w 10000"/>
                <a:gd name="connsiteY16-76" fmla="*/ 6497 h 13459"/>
                <a:gd name="connsiteX17-77" fmla="*/ 4194 w 10000"/>
                <a:gd name="connsiteY17-78" fmla="*/ 6032 h 13459"/>
                <a:gd name="connsiteX18-79" fmla="*/ 2633 w 10000"/>
                <a:gd name="connsiteY18-80" fmla="*/ 0 h 13459"/>
                <a:gd name="connsiteX19-81" fmla="*/ 649 w 10000"/>
                <a:gd name="connsiteY19-82" fmla="*/ 4345 h 13459"/>
                <a:gd name="connsiteX0-83" fmla="*/ 649 w 10000"/>
                <a:gd name="connsiteY0-84" fmla="*/ 4345 h 13459"/>
                <a:gd name="connsiteX1-85" fmla="*/ 0 w 10000"/>
                <a:gd name="connsiteY1-86" fmla="*/ 6497 h 13459"/>
                <a:gd name="connsiteX2-87" fmla="*/ 334 w 10000"/>
                <a:gd name="connsiteY2-88" fmla="*/ 7960 h 13459"/>
                <a:gd name="connsiteX3-89" fmla="*/ 1781 w 10000"/>
                <a:gd name="connsiteY3-90" fmla="*/ 10833 h 13459"/>
                <a:gd name="connsiteX4-91" fmla="*/ 3321 w 10000"/>
                <a:gd name="connsiteY4-92" fmla="*/ 11492 h 13459"/>
                <a:gd name="connsiteX5-93" fmla="*/ 3321 w 10000"/>
                <a:gd name="connsiteY5-94" fmla="*/ 13160 h 13459"/>
                <a:gd name="connsiteX6-95" fmla="*/ 4499 w 10000"/>
                <a:gd name="connsiteY6-96" fmla="*/ 13160 h 13459"/>
                <a:gd name="connsiteX7-97" fmla="*/ 5037 w 10000"/>
                <a:gd name="connsiteY7-98" fmla="*/ 13459 h 13459"/>
                <a:gd name="connsiteX8-99" fmla="*/ 5900 w 10000"/>
                <a:gd name="connsiteY8-100" fmla="*/ 13160 h 13459"/>
                <a:gd name="connsiteX9-101" fmla="*/ 7746 w 10000"/>
                <a:gd name="connsiteY9-102" fmla="*/ 13160 h 13459"/>
                <a:gd name="connsiteX10-103" fmla="*/ 9666 w 10000"/>
                <a:gd name="connsiteY10-104" fmla="*/ 13160 h 13459"/>
                <a:gd name="connsiteX11-105" fmla="*/ 10000 w 10000"/>
                <a:gd name="connsiteY11-106" fmla="*/ 11492 h 13459"/>
                <a:gd name="connsiteX12-107" fmla="*/ 8080 w 10000"/>
                <a:gd name="connsiteY12-108" fmla="*/ 10833 h 13459"/>
                <a:gd name="connsiteX13-109" fmla="*/ 7282 w 10000"/>
                <a:gd name="connsiteY13-110" fmla="*/ 8567 h 13459"/>
                <a:gd name="connsiteX14-111" fmla="*/ 4230 w 10000"/>
                <a:gd name="connsiteY14-112" fmla="*/ 7826 h 13459"/>
                <a:gd name="connsiteX15-113" fmla="*/ 3321 w 10000"/>
                <a:gd name="connsiteY15-114" fmla="*/ 6796 h 13459"/>
                <a:gd name="connsiteX16-115" fmla="*/ 4194 w 10000"/>
                <a:gd name="connsiteY16-116" fmla="*/ 6032 h 13459"/>
                <a:gd name="connsiteX17-117" fmla="*/ 2633 w 10000"/>
                <a:gd name="connsiteY17-118" fmla="*/ 0 h 13459"/>
                <a:gd name="connsiteX18-119" fmla="*/ 649 w 10000"/>
                <a:gd name="connsiteY18-120" fmla="*/ 4345 h 13459"/>
                <a:gd name="connsiteX0-121" fmla="*/ 649 w 10000"/>
                <a:gd name="connsiteY0-122" fmla="*/ 4345 h 13459"/>
                <a:gd name="connsiteX1-123" fmla="*/ 0 w 10000"/>
                <a:gd name="connsiteY1-124" fmla="*/ 6497 h 13459"/>
                <a:gd name="connsiteX2-125" fmla="*/ 334 w 10000"/>
                <a:gd name="connsiteY2-126" fmla="*/ 7960 h 13459"/>
                <a:gd name="connsiteX3-127" fmla="*/ 1781 w 10000"/>
                <a:gd name="connsiteY3-128" fmla="*/ 10833 h 13459"/>
                <a:gd name="connsiteX4-129" fmla="*/ 3321 w 10000"/>
                <a:gd name="connsiteY4-130" fmla="*/ 11492 h 13459"/>
                <a:gd name="connsiteX5-131" fmla="*/ 3321 w 10000"/>
                <a:gd name="connsiteY5-132" fmla="*/ 13160 h 13459"/>
                <a:gd name="connsiteX6-133" fmla="*/ 4499 w 10000"/>
                <a:gd name="connsiteY6-134" fmla="*/ 13160 h 13459"/>
                <a:gd name="connsiteX7-135" fmla="*/ 5037 w 10000"/>
                <a:gd name="connsiteY7-136" fmla="*/ 13459 h 13459"/>
                <a:gd name="connsiteX8-137" fmla="*/ 5900 w 10000"/>
                <a:gd name="connsiteY8-138" fmla="*/ 13160 h 13459"/>
                <a:gd name="connsiteX9-139" fmla="*/ 7746 w 10000"/>
                <a:gd name="connsiteY9-140" fmla="*/ 13160 h 13459"/>
                <a:gd name="connsiteX10-141" fmla="*/ 9666 w 10000"/>
                <a:gd name="connsiteY10-142" fmla="*/ 13160 h 13459"/>
                <a:gd name="connsiteX11-143" fmla="*/ 10000 w 10000"/>
                <a:gd name="connsiteY11-144" fmla="*/ 11492 h 13459"/>
                <a:gd name="connsiteX12-145" fmla="*/ 8080 w 10000"/>
                <a:gd name="connsiteY12-146" fmla="*/ 10833 h 13459"/>
                <a:gd name="connsiteX13-147" fmla="*/ 7282 w 10000"/>
                <a:gd name="connsiteY13-148" fmla="*/ 8567 h 13459"/>
                <a:gd name="connsiteX14-149" fmla="*/ 4230 w 10000"/>
                <a:gd name="connsiteY14-150" fmla="*/ 7826 h 13459"/>
                <a:gd name="connsiteX15-151" fmla="*/ 4194 w 10000"/>
                <a:gd name="connsiteY15-152" fmla="*/ 6032 h 13459"/>
                <a:gd name="connsiteX16-153" fmla="*/ 2633 w 10000"/>
                <a:gd name="connsiteY16-154" fmla="*/ 0 h 13459"/>
                <a:gd name="connsiteX17-155" fmla="*/ 649 w 10000"/>
                <a:gd name="connsiteY17-156" fmla="*/ 4345 h 13459"/>
                <a:gd name="connsiteX0-157" fmla="*/ 649 w 10000"/>
                <a:gd name="connsiteY0-158" fmla="*/ 4345 h 13459"/>
                <a:gd name="connsiteX1-159" fmla="*/ 0 w 10000"/>
                <a:gd name="connsiteY1-160" fmla="*/ 6497 h 13459"/>
                <a:gd name="connsiteX2-161" fmla="*/ 334 w 10000"/>
                <a:gd name="connsiteY2-162" fmla="*/ 7960 h 13459"/>
                <a:gd name="connsiteX3-163" fmla="*/ 1781 w 10000"/>
                <a:gd name="connsiteY3-164" fmla="*/ 10833 h 13459"/>
                <a:gd name="connsiteX4-165" fmla="*/ 3321 w 10000"/>
                <a:gd name="connsiteY4-166" fmla="*/ 11492 h 13459"/>
                <a:gd name="connsiteX5-167" fmla="*/ 3321 w 10000"/>
                <a:gd name="connsiteY5-168" fmla="*/ 13160 h 13459"/>
                <a:gd name="connsiteX6-169" fmla="*/ 4499 w 10000"/>
                <a:gd name="connsiteY6-170" fmla="*/ 13160 h 13459"/>
                <a:gd name="connsiteX7-171" fmla="*/ 5037 w 10000"/>
                <a:gd name="connsiteY7-172" fmla="*/ 13459 h 13459"/>
                <a:gd name="connsiteX8-173" fmla="*/ 5900 w 10000"/>
                <a:gd name="connsiteY8-174" fmla="*/ 13160 h 13459"/>
                <a:gd name="connsiteX9-175" fmla="*/ 7746 w 10000"/>
                <a:gd name="connsiteY9-176" fmla="*/ 13160 h 13459"/>
                <a:gd name="connsiteX10-177" fmla="*/ 9666 w 10000"/>
                <a:gd name="connsiteY10-178" fmla="*/ 13160 h 13459"/>
                <a:gd name="connsiteX11-179" fmla="*/ 10000 w 10000"/>
                <a:gd name="connsiteY11-180" fmla="*/ 11492 h 13459"/>
                <a:gd name="connsiteX12-181" fmla="*/ 8080 w 10000"/>
                <a:gd name="connsiteY12-182" fmla="*/ 10833 h 13459"/>
                <a:gd name="connsiteX13-183" fmla="*/ 7282 w 10000"/>
                <a:gd name="connsiteY13-184" fmla="*/ 8567 h 13459"/>
                <a:gd name="connsiteX14-185" fmla="*/ 4729 w 10000"/>
                <a:gd name="connsiteY14-186" fmla="*/ 7700 h 13459"/>
                <a:gd name="connsiteX15-187" fmla="*/ 4194 w 10000"/>
                <a:gd name="connsiteY15-188" fmla="*/ 6032 h 13459"/>
                <a:gd name="connsiteX16-189" fmla="*/ 2633 w 10000"/>
                <a:gd name="connsiteY16-190" fmla="*/ 0 h 13459"/>
                <a:gd name="connsiteX17-191" fmla="*/ 649 w 10000"/>
                <a:gd name="connsiteY17-192" fmla="*/ 4345 h 13459"/>
                <a:gd name="connsiteX0-193" fmla="*/ 649 w 10000"/>
                <a:gd name="connsiteY0-194" fmla="*/ 4345 h 13459"/>
                <a:gd name="connsiteX1-195" fmla="*/ 0 w 10000"/>
                <a:gd name="connsiteY1-196" fmla="*/ 6497 h 13459"/>
                <a:gd name="connsiteX2-197" fmla="*/ 334 w 10000"/>
                <a:gd name="connsiteY2-198" fmla="*/ 7960 h 13459"/>
                <a:gd name="connsiteX3-199" fmla="*/ 1781 w 10000"/>
                <a:gd name="connsiteY3-200" fmla="*/ 10833 h 13459"/>
                <a:gd name="connsiteX4-201" fmla="*/ 3321 w 10000"/>
                <a:gd name="connsiteY4-202" fmla="*/ 11492 h 13459"/>
                <a:gd name="connsiteX5-203" fmla="*/ 3321 w 10000"/>
                <a:gd name="connsiteY5-204" fmla="*/ 13160 h 13459"/>
                <a:gd name="connsiteX6-205" fmla="*/ 4499 w 10000"/>
                <a:gd name="connsiteY6-206" fmla="*/ 13160 h 13459"/>
                <a:gd name="connsiteX7-207" fmla="*/ 5037 w 10000"/>
                <a:gd name="connsiteY7-208" fmla="*/ 13459 h 13459"/>
                <a:gd name="connsiteX8-209" fmla="*/ 5900 w 10000"/>
                <a:gd name="connsiteY8-210" fmla="*/ 13160 h 13459"/>
                <a:gd name="connsiteX9-211" fmla="*/ 7746 w 10000"/>
                <a:gd name="connsiteY9-212" fmla="*/ 13160 h 13459"/>
                <a:gd name="connsiteX10-213" fmla="*/ 9666 w 10000"/>
                <a:gd name="connsiteY10-214" fmla="*/ 13160 h 13459"/>
                <a:gd name="connsiteX11-215" fmla="*/ 10000 w 10000"/>
                <a:gd name="connsiteY11-216" fmla="*/ 11492 h 13459"/>
                <a:gd name="connsiteX12-217" fmla="*/ 8080 w 10000"/>
                <a:gd name="connsiteY12-218" fmla="*/ 10833 h 13459"/>
                <a:gd name="connsiteX13-219" fmla="*/ 7656 w 10000"/>
                <a:gd name="connsiteY13-220" fmla="*/ 9951 h 13459"/>
                <a:gd name="connsiteX14-221" fmla="*/ 4729 w 10000"/>
                <a:gd name="connsiteY14-222" fmla="*/ 7700 h 13459"/>
                <a:gd name="connsiteX15-223" fmla="*/ 4194 w 10000"/>
                <a:gd name="connsiteY15-224" fmla="*/ 6032 h 13459"/>
                <a:gd name="connsiteX16-225" fmla="*/ 2633 w 10000"/>
                <a:gd name="connsiteY16-226" fmla="*/ 0 h 13459"/>
                <a:gd name="connsiteX17-227" fmla="*/ 649 w 10000"/>
                <a:gd name="connsiteY17-228" fmla="*/ 4345 h 13459"/>
                <a:gd name="connsiteX0-229" fmla="*/ 649 w 10000"/>
                <a:gd name="connsiteY0-230" fmla="*/ 4345 h 13459"/>
                <a:gd name="connsiteX1-231" fmla="*/ 0 w 10000"/>
                <a:gd name="connsiteY1-232" fmla="*/ 6497 h 13459"/>
                <a:gd name="connsiteX2-233" fmla="*/ 334 w 10000"/>
                <a:gd name="connsiteY2-234" fmla="*/ 7960 h 13459"/>
                <a:gd name="connsiteX3-235" fmla="*/ 1781 w 10000"/>
                <a:gd name="connsiteY3-236" fmla="*/ 10833 h 13459"/>
                <a:gd name="connsiteX4-237" fmla="*/ 3321 w 10000"/>
                <a:gd name="connsiteY4-238" fmla="*/ 11492 h 13459"/>
                <a:gd name="connsiteX5-239" fmla="*/ 3321 w 10000"/>
                <a:gd name="connsiteY5-240" fmla="*/ 13160 h 13459"/>
                <a:gd name="connsiteX6-241" fmla="*/ 4499 w 10000"/>
                <a:gd name="connsiteY6-242" fmla="*/ 13160 h 13459"/>
                <a:gd name="connsiteX7-243" fmla="*/ 5037 w 10000"/>
                <a:gd name="connsiteY7-244" fmla="*/ 13459 h 13459"/>
                <a:gd name="connsiteX8-245" fmla="*/ 5900 w 10000"/>
                <a:gd name="connsiteY8-246" fmla="*/ 13160 h 13459"/>
                <a:gd name="connsiteX9-247" fmla="*/ 7746 w 10000"/>
                <a:gd name="connsiteY9-248" fmla="*/ 13160 h 13459"/>
                <a:gd name="connsiteX10-249" fmla="*/ 9666 w 10000"/>
                <a:gd name="connsiteY10-250" fmla="*/ 13160 h 13459"/>
                <a:gd name="connsiteX11-251" fmla="*/ 10000 w 10000"/>
                <a:gd name="connsiteY11-252" fmla="*/ 11492 h 13459"/>
                <a:gd name="connsiteX12-253" fmla="*/ 8080 w 10000"/>
                <a:gd name="connsiteY12-254" fmla="*/ 10833 h 13459"/>
                <a:gd name="connsiteX13-255" fmla="*/ 7739 w 10000"/>
                <a:gd name="connsiteY13-256" fmla="*/ 9762 h 13459"/>
                <a:gd name="connsiteX14-257" fmla="*/ 4729 w 10000"/>
                <a:gd name="connsiteY14-258" fmla="*/ 7700 h 13459"/>
                <a:gd name="connsiteX15-259" fmla="*/ 4194 w 10000"/>
                <a:gd name="connsiteY15-260" fmla="*/ 6032 h 13459"/>
                <a:gd name="connsiteX16-261" fmla="*/ 2633 w 10000"/>
                <a:gd name="connsiteY16-262" fmla="*/ 0 h 13459"/>
                <a:gd name="connsiteX17-263" fmla="*/ 649 w 10000"/>
                <a:gd name="connsiteY17-264" fmla="*/ 4345 h 13459"/>
                <a:gd name="connsiteX0-265" fmla="*/ 649 w 10000"/>
                <a:gd name="connsiteY0-266" fmla="*/ 4345 h 13459"/>
                <a:gd name="connsiteX1-267" fmla="*/ 0 w 10000"/>
                <a:gd name="connsiteY1-268" fmla="*/ 6497 h 13459"/>
                <a:gd name="connsiteX2-269" fmla="*/ 334 w 10000"/>
                <a:gd name="connsiteY2-270" fmla="*/ 7960 h 13459"/>
                <a:gd name="connsiteX3-271" fmla="*/ 1781 w 10000"/>
                <a:gd name="connsiteY3-272" fmla="*/ 10833 h 13459"/>
                <a:gd name="connsiteX4-273" fmla="*/ 3321 w 10000"/>
                <a:gd name="connsiteY4-274" fmla="*/ 11492 h 13459"/>
                <a:gd name="connsiteX5-275" fmla="*/ 3321 w 10000"/>
                <a:gd name="connsiteY5-276" fmla="*/ 13160 h 13459"/>
                <a:gd name="connsiteX6-277" fmla="*/ 4499 w 10000"/>
                <a:gd name="connsiteY6-278" fmla="*/ 13160 h 13459"/>
                <a:gd name="connsiteX7-279" fmla="*/ 5037 w 10000"/>
                <a:gd name="connsiteY7-280" fmla="*/ 13459 h 13459"/>
                <a:gd name="connsiteX8-281" fmla="*/ 5900 w 10000"/>
                <a:gd name="connsiteY8-282" fmla="*/ 13160 h 13459"/>
                <a:gd name="connsiteX9-283" fmla="*/ 7746 w 10000"/>
                <a:gd name="connsiteY9-284" fmla="*/ 13160 h 13459"/>
                <a:gd name="connsiteX10-285" fmla="*/ 9666 w 10000"/>
                <a:gd name="connsiteY10-286" fmla="*/ 13160 h 13459"/>
                <a:gd name="connsiteX11-287" fmla="*/ 10000 w 10000"/>
                <a:gd name="connsiteY11-288" fmla="*/ 11492 h 13459"/>
                <a:gd name="connsiteX12-289" fmla="*/ 8703 w 10000"/>
                <a:gd name="connsiteY12-290" fmla="*/ 10204 h 13459"/>
                <a:gd name="connsiteX13-291" fmla="*/ 7739 w 10000"/>
                <a:gd name="connsiteY13-292" fmla="*/ 9762 h 13459"/>
                <a:gd name="connsiteX14-293" fmla="*/ 4729 w 10000"/>
                <a:gd name="connsiteY14-294" fmla="*/ 7700 h 13459"/>
                <a:gd name="connsiteX15-295" fmla="*/ 4194 w 10000"/>
                <a:gd name="connsiteY15-296" fmla="*/ 6032 h 13459"/>
                <a:gd name="connsiteX16-297" fmla="*/ 2633 w 10000"/>
                <a:gd name="connsiteY16-298" fmla="*/ 0 h 13459"/>
                <a:gd name="connsiteX17-299" fmla="*/ 649 w 10000"/>
                <a:gd name="connsiteY17-300" fmla="*/ 4345 h 13459"/>
                <a:gd name="connsiteX0-301" fmla="*/ 649 w 10540"/>
                <a:gd name="connsiteY0-302" fmla="*/ 4345 h 13459"/>
                <a:gd name="connsiteX1-303" fmla="*/ 0 w 10540"/>
                <a:gd name="connsiteY1-304" fmla="*/ 6497 h 13459"/>
                <a:gd name="connsiteX2-305" fmla="*/ 334 w 10540"/>
                <a:gd name="connsiteY2-306" fmla="*/ 7960 h 13459"/>
                <a:gd name="connsiteX3-307" fmla="*/ 1781 w 10540"/>
                <a:gd name="connsiteY3-308" fmla="*/ 10833 h 13459"/>
                <a:gd name="connsiteX4-309" fmla="*/ 3321 w 10540"/>
                <a:gd name="connsiteY4-310" fmla="*/ 11492 h 13459"/>
                <a:gd name="connsiteX5-311" fmla="*/ 3321 w 10540"/>
                <a:gd name="connsiteY5-312" fmla="*/ 13160 h 13459"/>
                <a:gd name="connsiteX6-313" fmla="*/ 4499 w 10540"/>
                <a:gd name="connsiteY6-314" fmla="*/ 13160 h 13459"/>
                <a:gd name="connsiteX7-315" fmla="*/ 5037 w 10540"/>
                <a:gd name="connsiteY7-316" fmla="*/ 13459 h 13459"/>
                <a:gd name="connsiteX8-317" fmla="*/ 5900 w 10540"/>
                <a:gd name="connsiteY8-318" fmla="*/ 13160 h 13459"/>
                <a:gd name="connsiteX9-319" fmla="*/ 7746 w 10540"/>
                <a:gd name="connsiteY9-320" fmla="*/ 13160 h 13459"/>
                <a:gd name="connsiteX10-321" fmla="*/ 9666 w 10540"/>
                <a:gd name="connsiteY10-322" fmla="*/ 13160 h 13459"/>
                <a:gd name="connsiteX11-323" fmla="*/ 10540 w 10540"/>
                <a:gd name="connsiteY11-324" fmla="*/ 11240 h 13459"/>
                <a:gd name="connsiteX12-325" fmla="*/ 8703 w 10540"/>
                <a:gd name="connsiteY12-326" fmla="*/ 10204 h 13459"/>
                <a:gd name="connsiteX13-327" fmla="*/ 7739 w 10540"/>
                <a:gd name="connsiteY13-328" fmla="*/ 9762 h 13459"/>
                <a:gd name="connsiteX14-329" fmla="*/ 4729 w 10540"/>
                <a:gd name="connsiteY14-330" fmla="*/ 7700 h 13459"/>
                <a:gd name="connsiteX15-331" fmla="*/ 4194 w 10540"/>
                <a:gd name="connsiteY15-332" fmla="*/ 6032 h 13459"/>
                <a:gd name="connsiteX16-333" fmla="*/ 2633 w 10540"/>
                <a:gd name="connsiteY16-334" fmla="*/ 0 h 13459"/>
                <a:gd name="connsiteX17-335" fmla="*/ 649 w 10540"/>
                <a:gd name="connsiteY17-336" fmla="*/ 4345 h 134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</a:cxnLst>
              <a:rect l="l" t="t" r="r" b="b"/>
              <a:pathLst>
                <a:path w="10540" h="13459">
                  <a:moveTo>
                    <a:pt x="649" y="4345"/>
                  </a:moveTo>
                  <a:lnTo>
                    <a:pt x="0" y="6497"/>
                  </a:lnTo>
                  <a:cubicBezTo>
                    <a:pt x="111" y="6985"/>
                    <a:pt x="223" y="7472"/>
                    <a:pt x="334" y="7960"/>
                  </a:cubicBezTo>
                  <a:lnTo>
                    <a:pt x="1781" y="10833"/>
                  </a:lnTo>
                  <a:lnTo>
                    <a:pt x="3321" y="11492"/>
                  </a:lnTo>
                  <a:lnTo>
                    <a:pt x="3321" y="13160"/>
                  </a:lnTo>
                  <a:lnTo>
                    <a:pt x="4499" y="13160"/>
                  </a:lnTo>
                  <a:lnTo>
                    <a:pt x="5037" y="13459"/>
                  </a:lnTo>
                  <a:lnTo>
                    <a:pt x="5900" y="13160"/>
                  </a:lnTo>
                  <a:lnTo>
                    <a:pt x="7746" y="13160"/>
                  </a:lnTo>
                  <a:lnTo>
                    <a:pt x="9666" y="13160"/>
                  </a:lnTo>
                  <a:cubicBezTo>
                    <a:pt x="9777" y="12604"/>
                    <a:pt x="10429" y="11796"/>
                    <a:pt x="10540" y="11240"/>
                  </a:cubicBezTo>
                  <a:lnTo>
                    <a:pt x="8703" y="10204"/>
                  </a:lnTo>
                  <a:lnTo>
                    <a:pt x="7739" y="9762"/>
                  </a:lnTo>
                  <a:lnTo>
                    <a:pt x="4729" y="7700"/>
                  </a:lnTo>
                  <a:lnTo>
                    <a:pt x="4194" y="6032"/>
                  </a:lnTo>
                  <a:cubicBezTo>
                    <a:pt x="4027" y="4949"/>
                    <a:pt x="3224" y="281"/>
                    <a:pt x="2633" y="0"/>
                  </a:cubicBezTo>
                  <a:lnTo>
                    <a:pt x="649" y="4345"/>
                  </a:lnTo>
                  <a:close/>
                </a:path>
              </a:pathLst>
            </a:custGeom>
            <a:solidFill>
              <a:srgbClr val="BABCB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i$ḻîḋé"/>
            <p:cNvSpPr/>
            <p:nvPr/>
          </p:nvSpPr>
          <p:spPr bwMode="auto">
            <a:xfrm>
              <a:off x="11468443" y="5364284"/>
              <a:ext cx="720287" cy="672696"/>
            </a:xfrm>
            <a:custGeom>
              <a:avLst/>
              <a:gdLst>
                <a:gd name="connsiteX0" fmla="*/ 720287 w 720287"/>
                <a:gd name="connsiteY0" fmla="*/ 0 h 672696"/>
                <a:gd name="connsiteX1" fmla="*/ 720287 w 720287"/>
                <a:gd name="connsiteY1" fmla="*/ 111185 h 672696"/>
                <a:gd name="connsiteX2" fmla="*/ 709692 w 720287"/>
                <a:gd name="connsiteY2" fmla="*/ 158340 h 672696"/>
                <a:gd name="connsiteX3" fmla="*/ 487322 w 720287"/>
                <a:gd name="connsiteY3" fmla="*/ 267530 h 672696"/>
                <a:gd name="connsiteX4" fmla="*/ 624529 w 720287"/>
                <a:gd name="connsiteY4" fmla="*/ 435994 h 672696"/>
                <a:gd name="connsiteX5" fmla="*/ 720287 w 720287"/>
                <a:gd name="connsiteY5" fmla="*/ 483349 h 672696"/>
                <a:gd name="connsiteX6" fmla="*/ 720287 w 720287"/>
                <a:gd name="connsiteY6" fmla="*/ 672696 h 672696"/>
                <a:gd name="connsiteX7" fmla="*/ 709692 w 720287"/>
                <a:gd name="connsiteY7" fmla="*/ 671531 h 672696"/>
                <a:gd name="connsiteX8" fmla="*/ 49678 w 720287"/>
                <a:gd name="connsiteY8" fmla="*/ 267530 h 672696"/>
                <a:gd name="connsiteX9" fmla="*/ 0 w 720287"/>
                <a:gd name="connsiteY9" fmla="*/ 267530 h 6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0287" h="672696">
                  <a:moveTo>
                    <a:pt x="720287" y="0"/>
                  </a:moveTo>
                  <a:lnTo>
                    <a:pt x="720287" y="111185"/>
                  </a:lnTo>
                  <a:lnTo>
                    <a:pt x="709692" y="158340"/>
                  </a:lnTo>
                  <a:lnTo>
                    <a:pt x="487322" y="267530"/>
                  </a:lnTo>
                  <a:lnTo>
                    <a:pt x="624529" y="435994"/>
                  </a:lnTo>
                  <a:lnTo>
                    <a:pt x="720287" y="483349"/>
                  </a:lnTo>
                  <a:lnTo>
                    <a:pt x="720287" y="672696"/>
                  </a:lnTo>
                  <a:lnTo>
                    <a:pt x="709692" y="671531"/>
                  </a:lnTo>
                  <a:lnTo>
                    <a:pt x="49678" y="267530"/>
                  </a:lnTo>
                  <a:lnTo>
                    <a:pt x="0" y="26753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iṡľïde"/>
            <p:cNvSpPr/>
            <p:nvPr/>
          </p:nvSpPr>
          <p:spPr bwMode="auto">
            <a:xfrm>
              <a:off x="14" y="4954511"/>
              <a:ext cx="2450613" cy="1901458"/>
            </a:xfrm>
            <a:custGeom>
              <a:avLst/>
              <a:gdLst>
                <a:gd name="T0" fmla="*/ 257 w 738"/>
                <a:gd name="T1" fmla="*/ 206 h 678"/>
                <a:gd name="T2" fmla="*/ 224 w 738"/>
                <a:gd name="T3" fmla="*/ 322 h 678"/>
                <a:gd name="T4" fmla="*/ 257 w 738"/>
                <a:gd name="T5" fmla="*/ 422 h 678"/>
                <a:gd name="T6" fmla="*/ 161 w 738"/>
                <a:gd name="T7" fmla="*/ 546 h 678"/>
                <a:gd name="T8" fmla="*/ 292 w 738"/>
                <a:gd name="T9" fmla="*/ 518 h 678"/>
                <a:gd name="T10" fmla="*/ 387 w 738"/>
                <a:gd name="T11" fmla="*/ 364 h 678"/>
                <a:gd name="T12" fmla="*/ 394 w 738"/>
                <a:gd name="T13" fmla="*/ 266 h 678"/>
                <a:gd name="T14" fmla="*/ 552 w 738"/>
                <a:gd name="T15" fmla="*/ 112 h 678"/>
                <a:gd name="T16" fmla="*/ 704 w 738"/>
                <a:gd name="T17" fmla="*/ 0 h 678"/>
                <a:gd name="T18" fmla="*/ 738 w 738"/>
                <a:gd name="T19" fmla="*/ 33 h 678"/>
                <a:gd name="T20" fmla="*/ 693 w 738"/>
                <a:gd name="T21" fmla="*/ 42 h 678"/>
                <a:gd name="T22" fmla="*/ 586 w 738"/>
                <a:gd name="T23" fmla="*/ 166 h 678"/>
                <a:gd name="T24" fmla="*/ 542 w 738"/>
                <a:gd name="T25" fmla="*/ 210 h 678"/>
                <a:gd name="T26" fmla="*/ 542 w 738"/>
                <a:gd name="T27" fmla="*/ 239 h 678"/>
                <a:gd name="T28" fmla="*/ 479 w 738"/>
                <a:gd name="T29" fmla="*/ 299 h 678"/>
                <a:gd name="T30" fmla="*/ 542 w 738"/>
                <a:gd name="T31" fmla="*/ 318 h 678"/>
                <a:gd name="T32" fmla="*/ 445 w 738"/>
                <a:gd name="T33" fmla="*/ 383 h 678"/>
                <a:gd name="T34" fmla="*/ 431 w 738"/>
                <a:gd name="T35" fmla="*/ 454 h 678"/>
                <a:gd name="T36" fmla="*/ 395 w 738"/>
                <a:gd name="T37" fmla="*/ 470 h 678"/>
                <a:gd name="T38" fmla="*/ 328 w 738"/>
                <a:gd name="T39" fmla="*/ 546 h 678"/>
                <a:gd name="T40" fmla="*/ 308 w 738"/>
                <a:gd name="T41" fmla="*/ 678 h 678"/>
                <a:gd name="T42" fmla="*/ 276 w 738"/>
                <a:gd name="T43" fmla="*/ 618 h 678"/>
                <a:gd name="T44" fmla="*/ 200 w 738"/>
                <a:gd name="T45" fmla="*/ 610 h 678"/>
                <a:gd name="T46" fmla="*/ 161 w 738"/>
                <a:gd name="T47" fmla="*/ 578 h 678"/>
                <a:gd name="T48" fmla="*/ 109 w 738"/>
                <a:gd name="T49" fmla="*/ 626 h 678"/>
                <a:gd name="T50" fmla="*/ 49 w 738"/>
                <a:gd name="T51" fmla="*/ 645 h 678"/>
                <a:gd name="T52" fmla="*/ 7 w 738"/>
                <a:gd name="T53" fmla="*/ 645 h 678"/>
                <a:gd name="T54" fmla="*/ 57 w 738"/>
                <a:gd name="T55" fmla="*/ 610 h 678"/>
                <a:gd name="T56" fmla="*/ 77 w 738"/>
                <a:gd name="T57" fmla="*/ 574 h 678"/>
                <a:gd name="T58" fmla="*/ 97 w 738"/>
                <a:gd name="T59" fmla="*/ 558 h 678"/>
                <a:gd name="T60" fmla="*/ 41 w 738"/>
                <a:gd name="T61" fmla="*/ 578 h 678"/>
                <a:gd name="T62" fmla="*/ 0 w 738"/>
                <a:gd name="T63" fmla="*/ 622 h 678"/>
                <a:gd name="T64" fmla="*/ 0 w 738"/>
                <a:gd name="T65" fmla="*/ 377 h 678"/>
                <a:gd name="connsiteX0" fmla="*/ 3482 w 10000"/>
                <a:gd name="connsiteY0" fmla="*/ 3038 h 10000"/>
                <a:gd name="connsiteX1" fmla="*/ 3035 w 10000"/>
                <a:gd name="connsiteY1" fmla="*/ 4749 h 10000"/>
                <a:gd name="connsiteX2" fmla="*/ 2182 w 10000"/>
                <a:gd name="connsiteY2" fmla="*/ 8053 h 10000"/>
                <a:gd name="connsiteX3" fmla="*/ 3957 w 10000"/>
                <a:gd name="connsiteY3" fmla="*/ 7640 h 10000"/>
                <a:gd name="connsiteX4" fmla="*/ 5244 w 10000"/>
                <a:gd name="connsiteY4" fmla="*/ 5369 h 10000"/>
                <a:gd name="connsiteX5" fmla="*/ 5339 w 10000"/>
                <a:gd name="connsiteY5" fmla="*/ 3923 h 10000"/>
                <a:gd name="connsiteX6" fmla="*/ 7480 w 10000"/>
                <a:gd name="connsiteY6" fmla="*/ 1652 h 10000"/>
                <a:gd name="connsiteX7" fmla="*/ 9539 w 10000"/>
                <a:gd name="connsiteY7" fmla="*/ 0 h 10000"/>
                <a:gd name="connsiteX8" fmla="*/ 10000 w 10000"/>
                <a:gd name="connsiteY8" fmla="*/ 487 h 10000"/>
                <a:gd name="connsiteX9" fmla="*/ 9390 w 10000"/>
                <a:gd name="connsiteY9" fmla="*/ 619 h 10000"/>
                <a:gd name="connsiteX10" fmla="*/ 7940 w 10000"/>
                <a:gd name="connsiteY10" fmla="*/ 2448 h 10000"/>
                <a:gd name="connsiteX11" fmla="*/ 7344 w 10000"/>
                <a:gd name="connsiteY11" fmla="*/ 3097 h 10000"/>
                <a:gd name="connsiteX12" fmla="*/ 7344 w 10000"/>
                <a:gd name="connsiteY12" fmla="*/ 3525 h 10000"/>
                <a:gd name="connsiteX13" fmla="*/ 6491 w 10000"/>
                <a:gd name="connsiteY13" fmla="*/ 4410 h 10000"/>
                <a:gd name="connsiteX14" fmla="*/ 7344 w 10000"/>
                <a:gd name="connsiteY14" fmla="*/ 4690 h 10000"/>
                <a:gd name="connsiteX15" fmla="*/ 6030 w 10000"/>
                <a:gd name="connsiteY15" fmla="*/ 5649 h 10000"/>
                <a:gd name="connsiteX16" fmla="*/ 5840 w 10000"/>
                <a:gd name="connsiteY16" fmla="*/ 6696 h 10000"/>
                <a:gd name="connsiteX17" fmla="*/ 5352 w 10000"/>
                <a:gd name="connsiteY17" fmla="*/ 6932 h 10000"/>
                <a:gd name="connsiteX18" fmla="*/ 4444 w 10000"/>
                <a:gd name="connsiteY18" fmla="*/ 8053 h 10000"/>
                <a:gd name="connsiteX19" fmla="*/ 4173 w 10000"/>
                <a:gd name="connsiteY19" fmla="*/ 10000 h 10000"/>
                <a:gd name="connsiteX20" fmla="*/ 3740 w 10000"/>
                <a:gd name="connsiteY20" fmla="*/ 9115 h 10000"/>
                <a:gd name="connsiteX21" fmla="*/ 2710 w 10000"/>
                <a:gd name="connsiteY21" fmla="*/ 8997 h 10000"/>
                <a:gd name="connsiteX22" fmla="*/ 2182 w 10000"/>
                <a:gd name="connsiteY22" fmla="*/ 8525 h 10000"/>
                <a:gd name="connsiteX23" fmla="*/ 1477 w 10000"/>
                <a:gd name="connsiteY23" fmla="*/ 9233 h 10000"/>
                <a:gd name="connsiteX24" fmla="*/ 664 w 10000"/>
                <a:gd name="connsiteY24" fmla="*/ 9513 h 10000"/>
                <a:gd name="connsiteX25" fmla="*/ 95 w 10000"/>
                <a:gd name="connsiteY25" fmla="*/ 9513 h 10000"/>
                <a:gd name="connsiteX26" fmla="*/ 772 w 10000"/>
                <a:gd name="connsiteY26" fmla="*/ 8997 h 10000"/>
                <a:gd name="connsiteX27" fmla="*/ 1043 w 10000"/>
                <a:gd name="connsiteY27" fmla="*/ 8466 h 10000"/>
                <a:gd name="connsiteX28" fmla="*/ 1314 w 10000"/>
                <a:gd name="connsiteY28" fmla="*/ 8230 h 10000"/>
                <a:gd name="connsiteX29" fmla="*/ 556 w 10000"/>
                <a:gd name="connsiteY29" fmla="*/ 8525 h 10000"/>
                <a:gd name="connsiteX30" fmla="*/ 0 w 10000"/>
                <a:gd name="connsiteY30" fmla="*/ 9174 h 10000"/>
                <a:gd name="connsiteX31" fmla="*/ 0 w 10000"/>
                <a:gd name="connsiteY31" fmla="*/ 5560 h 10000"/>
                <a:gd name="connsiteX0-1" fmla="*/ 3035 w 10000"/>
                <a:gd name="connsiteY0-2" fmla="*/ 4749 h 10000"/>
                <a:gd name="connsiteX1-3" fmla="*/ 2182 w 10000"/>
                <a:gd name="connsiteY1-4" fmla="*/ 8053 h 10000"/>
                <a:gd name="connsiteX2-5" fmla="*/ 3957 w 10000"/>
                <a:gd name="connsiteY2-6" fmla="*/ 7640 h 10000"/>
                <a:gd name="connsiteX3-7" fmla="*/ 5244 w 10000"/>
                <a:gd name="connsiteY3-8" fmla="*/ 5369 h 10000"/>
                <a:gd name="connsiteX4-9" fmla="*/ 5339 w 10000"/>
                <a:gd name="connsiteY4-10" fmla="*/ 3923 h 10000"/>
                <a:gd name="connsiteX5-11" fmla="*/ 7480 w 10000"/>
                <a:gd name="connsiteY5-12" fmla="*/ 1652 h 10000"/>
                <a:gd name="connsiteX6-13" fmla="*/ 9539 w 10000"/>
                <a:gd name="connsiteY6-14" fmla="*/ 0 h 10000"/>
                <a:gd name="connsiteX7-15" fmla="*/ 10000 w 10000"/>
                <a:gd name="connsiteY7-16" fmla="*/ 487 h 10000"/>
                <a:gd name="connsiteX8-17" fmla="*/ 9390 w 10000"/>
                <a:gd name="connsiteY8-18" fmla="*/ 619 h 10000"/>
                <a:gd name="connsiteX9-19" fmla="*/ 7940 w 10000"/>
                <a:gd name="connsiteY9-20" fmla="*/ 2448 h 10000"/>
                <a:gd name="connsiteX10-21" fmla="*/ 7344 w 10000"/>
                <a:gd name="connsiteY10-22" fmla="*/ 3097 h 10000"/>
                <a:gd name="connsiteX11-23" fmla="*/ 7344 w 10000"/>
                <a:gd name="connsiteY11-24" fmla="*/ 3525 h 10000"/>
                <a:gd name="connsiteX12-25" fmla="*/ 6491 w 10000"/>
                <a:gd name="connsiteY12-26" fmla="*/ 4410 h 10000"/>
                <a:gd name="connsiteX13-27" fmla="*/ 7344 w 10000"/>
                <a:gd name="connsiteY13-28" fmla="*/ 4690 h 10000"/>
                <a:gd name="connsiteX14-29" fmla="*/ 6030 w 10000"/>
                <a:gd name="connsiteY14-30" fmla="*/ 5649 h 10000"/>
                <a:gd name="connsiteX15-31" fmla="*/ 5840 w 10000"/>
                <a:gd name="connsiteY15-32" fmla="*/ 6696 h 10000"/>
                <a:gd name="connsiteX16-33" fmla="*/ 5352 w 10000"/>
                <a:gd name="connsiteY16-34" fmla="*/ 6932 h 10000"/>
                <a:gd name="connsiteX17-35" fmla="*/ 4444 w 10000"/>
                <a:gd name="connsiteY17-36" fmla="*/ 8053 h 10000"/>
                <a:gd name="connsiteX18-37" fmla="*/ 4173 w 10000"/>
                <a:gd name="connsiteY18-38" fmla="*/ 10000 h 10000"/>
                <a:gd name="connsiteX19-39" fmla="*/ 3740 w 10000"/>
                <a:gd name="connsiteY19-40" fmla="*/ 9115 h 10000"/>
                <a:gd name="connsiteX20-41" fmla="*/ 2710 w 10000"/>
                <a:gd name="connsiteY20-42" fmla="*/ 8997 h 10000"/>
                <a:gd name="connsiteX21-43" fmla="*/ 2182 w 10000"/>
                <a:gd name="connsiteY21-44" fmla="*/ 8525 h 10000"/>
                <a:gd name="connsiteX22-45" fmla="*/ 1477 w 10000"/>
                <a:gd name="connsiteY22-46" fmla="*/ 9233 h 10000"/>
                <a:gd name="connsiteX23-47" fmla="*/ 664 w 10000"/>
                <a:gd name="connsiteY23-48" fmla="*/ 9513 h 10000"/>
                <a:gd name="connsiteX24-49" fmla="*/ 95 w 10000"/>
                <a:gd name="connsiteY24-50" fmla="*/ 9513 h 10000"/>
                <a:gd name="connsiteX25-51" fmla="*/ 772 w 10000"/>
                <a:gd name="connsiteY25-52" fmla="*/ 8997 h 10000"/>
                <a:gd name="connsiteX26-53" fmla="*/ 1043 w 10000"/>
                <a:gd name="connsiteY26-54" fmla="*/ 8466 h 10000"/>
                <a:gd name="connsiteX27-55" fmla="*/ 1314 w 10000"/>
                <a:gd name="connsiteY27-56" fmla="*/ 8230 h 10000"/>
                <a:gd name="connsiteX28-57" fmla="*/ 556 w 10000"/>
                <a:gd name="connsiteY28-58" fmla="*/ 8525 h 10000"/>
                <a:gd name="connsiteX29-59" fmla="*/ 0 w 10000"/>
                <a:gd name="connsiteY29-60" fmla="*/ 9174 h 10000"/>
                <a:gd name="connsiteX30-61" fmla="*/ 0 w 10000"/>
                <a:gd name="connsiteY30-62" fmla="*/ 5560 h 10000"/>
                <a:gd name="connsiteX0-63" fmla="*/ 2182 w 10000"/>
                <a:gd name="connsiteY0-64" fmla="*/ 8053 h 10000"/>
                <a:gd name="connsiteX1-65" fmla="*/ 3957 w 10000"/>
                <a:gd name="connsiteY1-66" fmla="*/ 7640 h 10000"/>
                <a:gd name="connsiteX2-67" fmla="*/ 5244 w 10000"/>
                <a:gd name="connsiteY2-68" fmla="*/ 5369 h 10000"/>
                <a:gd name="connsiteX3-69" fmla="*/ 5339 w 10000"/>
                <a:gd name="connsiteY3-70" fmla="*/ 3923 h 10000"/>
                <a:gd name="connsiteX4-71" fmla="*/ 7480 w 10000"/>
                <a:gd name="connsiteY4-72" fmla="*/ 1652 h 10000"/>
                <a:gd name="connsiteX5-73" fmla="*/ 9539 w 10000"/>
                <a:gd name="connsiteY5-74" fmla="*/ 0 h 10000"/>
                <a:gd name="connsiteX6-75" fmla="*/ 10000 w 10000"/>
                <a:gd name="connsiteY6-76" fmla="*/ 487 h 10000"/>
                <a:gd name="connsiteX7-77" fmla="*/ 9390 w 10000"/>
                <a:gd name="connsiteY7-78" fmla="*/ 619 h 10000"/>
                <a:gd name="connsiteX8-79" fmla="*/ 7940 w 10000"/>
                <a:gd name="connsiteY8-80" fmla="*/ 2448 h 10000"/>
                <a:gd name="connsiteX9-81" fmla="*/ 7344 w 10000"/>
                <a:gd name="connsiteY9-82" fmla="*/ 3097 h 10000"/>
                <a:gd name="connsiteX10-83" fmla="*/ 7344 w 10000"/>
                <a:gd name="connsiteY10-84" fmla="*/ 3525 h 10000"/>
                <a:gd name="connsiteX11-85" fmla="*/ 6491 w 10000"/>
                <a:gd name="connsiteY11-86" fmla="*/ 4410 h 10000"/>
                <a:gd name="connsiteX12-87" fmla="*/ 7344 w 10000"/>
                <a:gd name="connsiteY12-88" fmla="*/ 4690 h 10000"/>
                <a:gd name="connsiteX13-89" fmla="*/ 6030 w 10000"/>
                <a:gd name="connsiteY13-90" fmla="*/ 5649 h 10000"/>
                <a:gd name="connsiteX14-91" fmla="*/ 5840 w 10000"/>
                <a:gd name="connsiteY14-92" fmla="*/ 6696 h 10000"/>
                <a:gd name="connsiteX15-93" fmla="*/ 5352 w 10000"/>
                <a:gd name="connsiteY15-94" fmla="*/ 6932 h 10000"/>
                <a:gd name="connsiteX16-95" fmla="*/ 4444 w 10000"/>
                <a:gd name="connsiteY16-96" fmla="*/ 8053 h 10000"/>
                <a:gd name="connsiteX17-97" fmla="*/ 4173 w 10000"/>
                <a:gd name="connsiteY17-98" fmla="*/ 10000 h 10000"/>
                <a:gd name="connsiteX18-99" fmla="*/ 3740 w 10000"/>
                <a:gd name="connsiteY18-100" fmla="*/ 9115 h 10000"/>
                <a:gd name="connsiteX19-101" fmla="*/ 2710 w 10000"/>
                <a:gd name="connsiteY19-102" fmla="*/ 8997 h 10000"/>
                <a:gd name="connsiteX20-103" fmla="*/ 2182 w 10000"/>
                <a:gd name="connsiteY20-104" fmla="*/ 8525 h 10000"/>
                <a:gd name="connsiteX21-105" fmla="*/ 1477 w 10000"/>
                <a:gd name="connsiteY21-106" fmla="*/ 9233 h 10000"/>
                <a:gd name="connsiteX22-107" fmla="*/ 664 w 10000"/>
                <a:gd name="connsiteY22-108" fmla="*/ 9513 h 10000"/>
                <a:gd name="connsiteX23-109" fmla="*/ 95 w 10000"/>
                <a:gd name="connsiteY23-110" fmla="*/ 9513 h 10000"/>
                <a:gd name="connsiteX24-111" fmla="*/ 772 w 10000"/>
                <a:gd name="connsiteY24-112" fmla="*/ 8997 h 10000"/>
                <a:gd name="connsiteX25-113" fmla="*/ 1043 w 10000"/>
                <a:gd name="connsiteY25-114" fmla="*/ 8466 h 10000"/>
                <a:gd name="connsiteX26-115" fmla="*/ 1314 w 10000"/>
                <a:gd name="connsiteY26-116" fmla="*/ 8230 h 10000"/>
                <a:gd name="connsiteX27-117" fmla="*/ 556 w 10000"/>
                <a:gd name="connsiteY27-118" fmla="*/ 8525 h 10000"/>
                <a:gd name="connsiteX28-119" fmla="*/ 0 w 10000"/>
                <a:gd name="connsiteY28-120" fmla="*/ 9174 h 10000"/>
                <a:gd name="connsiteX29-121" fmla="*/ 0 w 10000"/>
                <a:gd name="connsiteY29-122" fmla="*/ 5560 h 10000"/>
                <a:gd name="connsiteX0-123" fmla="*/ 2182 w 10000"/>
                <a:gd name="connsiteY0-124" fmla="*/ 8053 h 10000"/>
                <a:gd name="connsiteX1-125" fmla="*/ 3957 w 10000"/>
                <a:gd name="connsiteY1-126" fmla="*/ 7640 h 10000"/>
                <a:gd name="connsiteX2-127" fmla="*/ 5244 w 10000"/>
                <a:gd name="connsiteY2-128" fmla="*/ 5369 h 10000"/>
                <a:gd name="connsiteX3-129" fmla="*/ 5339 w 10000"/>
                <a:gd name="connsiteY3-130" fmla="*/ 3923 h 10000"/>
                <a:gd name="connsiteX4-131" fmla="*/ 7480 w 10000"/>
                <a:gd name="connsiteY4-132" fmla="*/ 1652 h 10000"/>
                <a:gd name="connsiteX5-133" fmla="*/ 9539 w 10000"/>
                <a:gd name="connsiteY5-134" fmla="*/ 0 h 10000"/>
                <a:gd name="connsiteX6-135" fmla="*/ 10000 w 10000"/>
                <a:gd name="connsiteY6-136" fmla="*/ 487 h 10000"/>
                <a:gd name="connsiteX7-137" fmla="*/ 9390 w 10000"/>
                <a:gd name="connsiteY7-138" fmla="*/ 619 h 10000"/>
                <a:gd name="connsiteX8-139" fmla="*/ 7940 w 10000"/>
                <a:gd name="connsiteY8-140" fmla="*/ 2448 h 10000"/>
                <a:gd name="connsiteX9-141" fmla="*/ 7344 w 10000"/>
                <a:gd name="connsiteY9-142" fmla="*/ 3097 h 10000"/>
                <a:gd name="connsiteX10-143" fmla="*/ 7344 w 10000"/>
                <a:gd name="connsiteY10-144" fmla="*/ 3525 h 10000"/>
                <a:gd name="connsiteX11-145" fmla="*/ 6491 w 10000"/>
                <a:gd name="connsiteY11-146" fmla="*/ 4410 h 10000"/>
                <a:gd name="connsiteX12-147" fmla="*/ 7344 w 10000"/>
                <a:gd name="connsiteY12-148" fmla="*/ 4690 h 10000"/>
                <a:gd name="connsiteX13-149" fmla="*/ 6030 w 10000"/>
                <a:gd name="connsiteY13-150" fmla="*/ 5649 h 10000"/>
                <a:gd name="connsiteX14-151" fmla="*/ 5840 w 10000"/>
                <a:gd name="connsiteY14-152" fmla="*/ 6696 h 10000"/>
                <a:gd name="connsiteX15-153" fmla="*/ 5352 w 10000"/>
                <a:gd name="connsiteY15-154" fmla="*/ 6932 h 10000"/>
                <a:gd name="connsiteX16-155" fmla="*/ 4444 w 10000"/>
                <a:gd name="connsiteY16-156" fmla="*/ 8053 h 10000"/>
                <a:gd name="connsiteX17-157" fmla="*/ 4173 w 10000"/>
                <a:gd name="connsiteY17-158" fmla="*/ 10000 h 10000"/>
                <a:gd name="connsiteX18-159" fmla="*/ 3740 w 10000"/>
                <a:gd name="connsiteY18-160" fmla="*/ 9115 h 10000"/>
                <a:gd name="connsiteX19-161" fmla="*/ 2710 w 10000"/>
                <a:gd name="connsiteY19-162" fmla="*/ 8997 h 10000"/>
                <a:gd name="connsiteX20-163" fmla="*/ 2182 w 10000"/>
                <a:gd name="connsiteY20-164" fmla="*/ 8525 h 10000"/>
                <a:gd name="connsiteX21-165" fmla="*/ 1477 w 10000"/>
                <a:gd name="connsiteY21-166" fmla="*/ 9233 h 10000"/>
                <a:gd name="connsiteX22-167" fmla="*/ 664 w 10000"/>
                <a:gd name="connsiteY22-168" fmla="*/ 9513 h 10000"/>
                <a:gd name="connsiteX23-169" fmla="*/ 95 w 10000"/>
                <a:gd name="connsiteY23-170" fmla="*/ 9513 h 10000"/>
                <a:gd name="connsiteX24-171" fmla="*/ 772 w 10000"/>
                <a:gd name="connsiteY24-172" fmla="*/ 8997 h 10000"/>
                <a:gd name="connsiteX25-173" fmla="*/ 1043 w 10000"/>
                <a:gd name="connsiteY25-174" fmla="*/ 8466 h 10000"/>
                <a:gd name="connsiteX26-175" fmla="*/ 1314 w 10000"/>
                <a:gd name="connsiteY26-176" fmla="*/ 8230 h 10000"/>
                <a:gd name="connsiteX27-177" fmla="*/ 556 w 10000"/>
                <a:gd name="connsiteY27-178" fmla="*/ 8525 h 10000"/>
                <a:gd name="connsiteX28-179" fmla="*/ 0 w 10000"/>
                <a:gd name="connsiteY28-180" fmla="*/ 9174 h 10000"/>
                <a:gd name="connsiteX0-181" fmla="*/ 2182 w 10000"/>
                <a:gd name="connsiteY0-182" fmla="*/ 8053 h 10000"/>
                <a:gd name="connsiteX1-183" fmla="*/ 3957 w 10000"/>
                <a:gd name="connsiteY1-184" fmla="*/ 7640 h 10000"/>
                <a:gd name="connsiteX2-185" fmla="*/ 5244 w 10000"/>
                <a:gd name="connsiteY2-186" fmla="*/ 5369 h 10000"/>
                <a:gd name="connsiteX3-187" fmla="*/ 5339 w 10000"/>
                <a:gd name="connsiteY3-188" fmla="*/ 3923 h 10000"/>
                <a:gd name="connsiteX4-189" fmla="*/ 7480 w 10000"/>
                <a:gd name="connsiteY4-190" fmla="*/ 1652 h 10000"/>
                <a:gd name="connsiteX5-191" fmla="*/ 9539 w 10000"/>
                <a:gd name="connsiteY5-192" fmla="*/ 0 h 10000"/>
                <a:gd name="connsiteX6-193" fmla="*/ 10000 w 10000"/>
                <a:gd name="connsiteY6-194" fmla="*/ 487 h 10000"/>
                <a:gd name="connsiteX7-195" fmla="*/ 9390 w 10000"/>
                <a:gd name="connsiteY7-196" fmla="*/ 619 h 10000"/>
                <a:gd name="connsiteX8-197" fmla="*/ 7940 w 10000"/>
                <a:gd name="connsiteY8-198" fmla="*/ 2448 h 10000"/>
                <a:gd name="connsiteX9-199" fmla="*/ 7344 w 10000"/>
                <a:gd name="connsiteY9-200" fmla="*/ 3097 h 10000"/>
                <a:gd name="connsiteX10-201" fmla="*/ 7344 w 10000"/>
                <a:gd name="connsiteY10-202" fmla="*/ 3525 h 10000"/>
                <a:gd name="connsiteX11-203" fmla="*/ 6491 w 10000"/>
                <a:gd name="connsiteY11-204" fmla="*/ 4410 h 10000"/>
                <a:gd name="connsiteX12-205" fmla="*/ 7344 w 10000"/>
                <a:gd name="connsiteY12-206" fmla="*/ 4690 h 10000"/>
                <a:gd name="connsiteX13-207" fmla="*/ 6030 w 10000"/>
                <a:gd name="connsiteY13-208" fmla="*/ 5649 h 10000"/>
                <a:gd name="connsiteX14-209" fmla="*/ 5840 w 10000"/>
                <a:gd name="connsiteY14-210" fmla="*/ 6696 h 10000"/>
                <a:gd name="connsiteX15-211" fmla="*/ 5352 w 10000"/>
                <a:gd name="connsiteY15-212" fmla="*/ 6932 h 10000"/>
                <a:gd name="connsiteX16-213" fmla="*/ 4444 w 10000"/>
                <a:gd name="connsiteY16-214" fmla="*/ 8053 h 10000"/>
                <a:gd name="connsiteX17-215" fmla="*/ 4173 w 10000"/>
                <a:gd name="connsiteY17-216" fmla="*/ 10000 h 10000"/>
                <a:gd name="connsiteX18-217" fmla="*/ 3740 w 10000"/>
                <a:gd name="connsiteY18-218" fmla="*/ 9115 h 10000"/>
                <a:gd name="connsiteX19-219" fmla="*/ 2710 w 10000"/>
                <a:gd name="connsiteY19-220" fmla="*/ 8997 h 10000"/>
                <a:gd name="connsiteX20-221" fmla="*/ 2182 w 10000"/>
                <a:gd name="connsiteY20-222" fmla="*/ 8525 h 10000"/>
                <a:gd name="connsiteX21-223" fmla="*/ 1477 w 10000"/>
                <a:gd name="connsiteY21-224" fmla="*/ 9233 h 10000"/>
                <a:gd name="connsiteX22-225" fmla="*/ 664 w 10000"/>
                <a:gd name="connsiteY22-226" fmla="*/ 9513 h 10000"/>
                <a:gd name="connsiteX23-227" fmla="*/ 95 w 10000"/>
                <a:gd name="connsiteY23-228" fmla="*/ 9513 h 10000"/>
                <a:gd name="connsiteX24-229" fmla="*/ 772 w 10000"/>
                <a:gd name="connsiteY24-230" fmla="*/ 8997 h 10000"/>
                <a:gd name="connsiteX25-231" fmla="*/ 1043 w 10000"/>
                <a:gd name="connsiteY25-232" fmla="*/ 8466 h 10000"/>
                <a:gd name="connsiteX26-233" fmla="*/ 556 w 10000"/>
                <a:gd name="connsiteY26-234" fmla="*/ 8525 h 10000"/>
                <a:gd name="connsiteX27-235" fmla="*/ 0 w 10000"/>
                <a:gd name="connsiteY27-236" fmla="*/ 9174 h 10000"/>
                <a:gd name="connsiteX0-237" fmla="*/ 3957 w 10000"/>
                <a:gd name="connsiteY0-238" fmla="*/ 7640 h 10000"/>
                <a:gd name="connsiteX1-239" fmla="*/ 5244 w 10000"/>
                <a:gd name="connsiteY1-240" fmla="*/ 5369 h 10000"/>
                <a:gd name="connsiteX2-241" fmla="*/ 5339 w 10000"/>
                <a:gd name="connsiteY2-242" fmla="*/ 3923 h 10000"/>
                <a:gd name="connsiteX3-243" fmla="*/ 7480 w 10000"/>
                <a:gd name="connsiteY3-244" fmla="*/ 1652 h 10000"/>
                <a:gd name="connsiteX4-245" fmla="*/ 9539 w 10000"/>
                <a:gd name="connsiteY4-246" fmla="*/ 0 h 10000"/>
                <a:gd name="connsiteX5-247" fmla="*/ 10000 w 10000"/>
                <a:gd name="connsiteY5-248" fmla="*/ 487 h 10000"/>
                <a:gd name="connsiteX6-249" fmla="*/ 9390 w 10000"/>
                <a:gd name="connsiteY6-250" fmla="*/ 619 h 10000"/>
                <a:gd name="connsiteX7-251" fmla="*/ 7940 w 10000"/>
                <a:gd name="connsiteY7-252" fmla="*/ 2448 h 10000"/>
                <a:gd name="connsiteX8-253" fmla="*/ 7344 w 10000"/>
                <a:gd name="connsiteY8-254" fmla="*/ 3097 h 10000"/>
                <a:gd name="connsiteX9-255" fmla="*/ 7344 w 10000"/>
                <a:gd name="connsiteY9-256" fmla="*/ 3525 h 10000"/>
                <a:gd name="connsiteX10-257" fmla="*/ 6491 w 10000"/>
                <a:gd name="connsiteY10-258" fmla="*/ 4410 h 10000"/>
                <a:gd name="connsiteX11-259" fmla="*/ 7344 w 10000"/>
                <a:gd name="connsiteY11-260" fmla="*/ 4690 h 10000"/>
                <a:gd name="connsiteX12-261" fmla="*/ 6030 w 10000"/>
                <a:gd name="connsiteY12-262" fmla="*/ 5649 h 10000"/>
                <a:gd name="connsiteX13-263" fmla="*/ 5840 w 10000"/>
                <a:gd name="connsiteY13-264" fmla="*/ 6696 h 10000"/>
                <a:gd name="connsiteX14-265" fmla="*/ 5352 w 10000"/>
                <a:gd name="connsiteY14-266" fmla="*/ 6932 h 10000"/>
                <a:gd name="connsiteX15-267" fmla="*/ 4444 w 10000"/>
                <a:gd name="connsiteY15-268" fmla="*/ 8053 h 10000"/>
                <a:gd name="connsiteX16-269" fmla="*/ 4173 w 10000"/>
                <a:gd name="connsiteY16-270" fmla="*/ 10000 h 10000"/>
                <a:gd name="connsiteX17-271" fmla="*/ 3740 w 10000"/>
                <a:gd name="connsiteY17-272" fmla="*/ 9115 h 10000"/>
                <a:gd name="connsiteX18-273" fmla="*/ 2710 w 10000"/>
                <a:gd name="connsiteY18-274" fmla="*/ 8997 h 10000"/>
                <a:gd name="connsiteX19-275" fmla="*/ 2182 w 10000"/>
                <a:gd name="connsiteY19-276" fmla="*/ 8525 h 10000"/>
                <a:gd name="connsiteX20-277" fmla="*/ 1477 w 10000"/>
                <a:gd name="connsiteY20-278" fmla="*/ 9233 h 10000"/>
                <a:gd name="connsiteX21-279" fmla="*/ 664 w 10000"/>
                <a:gd name="connsiteY21-280" fmla="*/ 9513 h 10000"/>
                <a:gd name="connsiteX22-281" fmla="*/ 95 w 10000"/>
                <a:gd name="connsiteY22-282" fmla="*/ 9513 h 10000"/>
                <a:gd name="connsiteX23-283" fmla="*/ 772 w 10000"/>
                <a:gd name="connsiteY23-284" fmla="*/ 8997 h 10000"/>
                <a:gd name="connsiteX24-285" fmla="*/ 1043 w 10000"/>
                <a:gd name="connsiteY24-286" fmla="*/ 8466 h 10000"/>
                <a:gd name="connsiteX25-287" fmla="*/ 556 w 10000"/>
                <a:gd name="connsiteY25-288" fmla="*/ 8525 h 10000"/>
                <a:gd name="connsiteX26-289" fmla="*/ 0 w 10000"/>
                <a:gd name="connsiteY26-290" fmla="*/ 9174 h 10000"/>
                <a:gd name="connsiteX0-291" fmla="*/ 3957 w 10000"/>
                <a:gd name="connsiteY0-292" fmla="*/ 7640 h 10000"/>
                <a:gd name="connsiteX1-293" fmla="*/ 5244 w 10000"/>
                <a:gd name="connsiteY1-294" fmla="*/ 5369 h 10000"/>
                <a:gd name="connsiteX2-295" fmla="*/ 5339 w 10000"/>
                <a:gd name="connsiteY2-296" fmla="*/ 3923 h 10000"/>
                <a:gd name="connsiteX3-297" fmla="*/ 7480 w 10000"/>
                <a:gd name="connsiteY3-298" fmla="*/ 1652 h 10000"/>
                <a:gd name="connsiteX4-299" fmla="*/ 9539 w 10000"/>
                <a:gd name="connsiteY4-300" fmla="*/ 0 h 10000"/>
                <a:gd name="connsiteX5-301" fmla="*/ 10000 w 10000"/>
                <a:gd name="connsiteY5-302" fmla="*/ 487 h 10000"/>
                <a:gd name="connsiteX6-303" fmla="*/ 9390 w 10000"/>
                <a:gd name="connsiteY6-304" fmla="*/ 619 h 10000"/>
                <a:gd name="connsiteX7-305" fmla="*/ 7940 w 10000"/>
                <a:gd name="connsiteY7-306" fmla="*/ 2448 h 10000"/>
                <a:gd name="connsiteX8-307" fmla="*/ 7344 w 10000"/>
                <a:gd name="connsiteY8-308" fmla="*/ 3097 h 10000"/>
                <a:gd name="connsiteX9-309" fmla="*/ 7344 w 10000"/>
                <a:gd name="connsiteY9-310" fmla="*/ 3525 h 10000"/>
                <a:gd name="connsiteX10-311" fmla="*/ 6491 w 10000"/>
                <a:gd name="connsiteY10-312" fmla="*/ 4410 h 10000"/>
                <a:gd name="connsiteX11-313" fmla="*/ 7344 w 10000"/>
                <a:gd name="connsiteY11-314" fmla="*/ 4690 h 10000"/>
                <a:gd name="connsiteX12-315" fmla="*/ 6030 w 10000"/>
                <a:gd name="connsiteY12-316" fmla="*/ 5649 h 10000"/>
                <a:gd name="connsiteX13-317" fmla="*/ 5840 w 10000"/>
                <a:gd name="connsiteY13-318" fmla="*/ 6696 h 10000"/>
                <a:gd name="connsiteX14-319" fmla="*/ 5352 w 10000"/>
                <a:gd name="connsiteY14-320" fmla="*/ 6932 h 10000"/>
                <a:gd name="connsiteX15-321" fmla="*/ 4444 w 10000"/>
                <a:gd name="connsiteY15-322" fmla="*/ 8053 h 10000"/>
                <a:gd name="connsiteX16-323" fmla="*/ 4173 w 10000"/>
                <a:gd name="connsiteY16-324" fmla="*/ 10000 h 10000"/>
                <a:gd name="connsiteX17-325" fmla="*/ 3740 w 10000"/>
                <a:gd name="connsiteY17-326" fmla="*/ 9115 h 10000"/>
                <a:gd name="connsiteX18-327" fmla="*/ 2710 w 10000"/>
                <a:gd name="connsiteY18-328" fmla="*/ 8997 h 10000"/>
                <a:gd name="connsiteX19-329" fmla="*/ 2182 w 10000"/>
                <a:gd name="connsiteY19-330" fmla="*/ 8525 h 10000"/>
                <a:gd name="connsiteX20-331" fmla="*/ 664 w 10000"/>
                <a:gd name="connsiteY20-332" fmla="*/ 9513 h 10000"/>
                <a:gd name="connsiteX21-333" fmla="*/ 95 w 10000"/>
                <a:gd name="connsiteY21-334" fmla="*/ 9513 h 10000"/>
                <a:gd name="connsiteX22-335" fmla="*/ 772 w 10000"/>
                <a:gd name="connsiteY22-336" fmla="*/ 8997 h 10000"/>
                <a:gd name="connsiteX23-337" fmla="*/ 1043 w 10000"/>
                <a:gd name="connsiteY23-338" fmla="*/ 8466 h 10000"/>
                <a:gd name="connsiteX24-339" fmla="*/ 556 w 10000"/>
                <a:gd name="connsiteY24-340" fmla="*/ 8525 h 10000"/>
                <a:gd name="connsiteX25-341" fmla="*/ 0 w 10000"/>
                <a:gd name="connsiteY25-342" fmla="*/ 9174 h 10000"/>
                <a:gd name="connsiteX0-343" fmla="*/ 3957 w 10000"/>
                <a:gd name="connsiteY0-344" fmla="*/ 7640 h 10000"/>
                <a:gd name="connsiteX1-345" fmla="*/ 5244 w 10000"/>
                <a:gd name="connsiteY1-346" fmla="*/ 5369 h 10000"/>
                <a:gd name="connsiteX2-347" fmla="*/ 5339 w 10000"/>
                <a:gd name="connsiteY2-348" fmla="*/ 3923 h 10000"/>
                <a:gd name="connsiteX3-349" fmla="*/ 7480 w 10000"/>
                <a:gd name="connsiteY3-350" fmla="*/ 1652 h 10000"/>
                <a:gd name="connsiteX4-351" fmla="*/ 9539 w 10000"/>
                <a:gd name="connsiteY4-352" fmla="*/ 0 h 10000"/>
                <a:gd name="connsiteX5-353" fmla="*/ 10000 w 10000"/>
                <a:gd name="connsiteY5-354" fmla="*/ 487 h 10000"/>
                <a:gd name="connsiteX6-355" fmla="*/ 9390 w 10000"/>
                <a:gd name="connsiteY6-356" fmla="*/ 619 h 10000"/>
                <a:gd name="connsiteX7-357" fmla="*/ 7940 w 10000"/>
                <a:gd name="connsiteY7-358" fmla="*/ 2448 h 10000"/>
                <a:gd name="connsiteX8-359" fmla="*/ 7344 w 10000"/>
                <a:gd name="connsiteY8-360" fmla="*/ 3097 h 10000"/>
                <a:gd name="connsiteX9-361" fmla="*/ 7344 w 10000"/>
                <a:gd name="connsiteY9-362" fmla="*/ 3525 h 10000"/>
                <a:gd name="connsiteX10-363" fmla="*/ 6491 w 10000"/>
                <a:gd name="connsiteY10-364" fmla="*/ 4410 h 10000"/>
                <a:gd name="connsiteX11-365" fmla="*/ 7344 w 10000"/>
                <a:gd name="connsiteY11-366" fmla="*/ 4690 h 10000"/>
                <a:gd name="connsiteX12-367" fmla="*/ 6030 w 10000"/>
                <a:gd name="connsiteY12-368" fmla="*/ 5649 h 10000"/>
                <a:gd name="connsiteX13-369" fmla="*/ 5840 w 10000"/>
                <a:gd name="connsiteY13-370" fmla="*/ 6696 h 10000"/>
                <a:gd name="connsiteX14-371" fmla="*/ 5352 w 10000"/>
                <a:gd name="connsiteY14-372" fmla="*/ 6932 h 10000"/>
                <a:gd name="connsiteX15-373" fmla="*/ 4444 w 10000"/>
                <a:gd name="connsiteY15-374" fmla="*/ 8053 h 10000"/>
                <a:gd name="connsiteX16-375" fmla="*/ 4173 w 10000"/>
                <a:gd name="connsiteY16-376" fmla="*/ 10000 h 10000"/>
                <a:gd name="connsiteX17-377" fmla="*/ 3740 w 10000"/>
                <a:gd name="connsiteY17-378" fmla="*/ 9115 h 10000"/>
                <a:gd name="connsiteX18-379" fmla="*/ 2710 w 10000"/>
                <a:gd name="connsiteY18-380" fmla="*/ 8997 h 10000"/>
                <a:gd name="connsiteX19-381" fmla="*/ 2182 w 10000"/>
                <a:gd name="connsiteY19-382" fmla="*/ 8525 h 10000"/>
                <a:gd name="connsiteX20-383" fmla="*/ 95 w 10000"/>
                <a:gd name="connsiteY20-384" fmla="*/ 9513 h 10000"/>
                <a:gd name="connsiteX21-385" fmla="*/ 772 w 10000"/>
                <a:gd name="connsiteY21-386" fmla="*/ 8997 h 10000"/>
                <a:gd name="connsiteX22-387" fmla="*/ 1043 w 10000"/>
                <a:gd name="connsiteY22-388" fmla="*/ 8466 h 10000"/>
                <a:gd name="connsiteX23-389" fmla="*/ 556 w 10000"/>
                <a:gd name="connsiteY23-390" fmla="*/ 8525 h 10000"/>
                <a:gd name="connsiteX24-391" fmla="*/ 0 w 10000"/>
                <a:gd name="connsiteY24-392" fmla="*/ 9174 h 10000"/>
                <a:gd name="connsiteX0-393" fmla="*/ 3957 w 10000"/>
                <a:gd name="connsiteY0-394" fmla="*/ 7640 h 10000"/>
                <a:gd name="connsiteX1-395" fmla="*/ 5244 w 10000"/>
                <a:gd name="connsiteY1-396" fmla="*/ 5369 h 10000"/>
                <a:gd name="connsiteX2-397" fmla="*/ 5339 w 10000"/>
                <a:gd name="connsiteY2-398" fmla="*/ 3923 h 10000"/>
                <a:gd name="connsiteX3-399" fmla="*/ 7480 w 10000"/>
                <a:gd name="connsiteY3-400" fmla="*/ 1652 h 10000"/>
                <a:gd name="connsiteX4-401" fmla="*/ 9539 w 10000"/>
                <a:gd name="connsiteY4-402" fmla="*/ 0 h 10000"/>
                <a:gd name="connsiteX5-403" fmla="*/ 10000 w 10000"/>
                <a:gd name="connsiteY5-404" fmla="*/ 487 h 10000"/>
                <a:gd name="connsiteX6-405" fmla="*/ 9390 w 10000"/>
                <a:gd name="connsiteY6-406" fmla="*/ 619 h 10000"/>
                <a:gd name="connsiteX7-407" fmla="*/ 7940 w 10000"/>
                <a:gd name="connsiteY7-408" fmla="*/ 2448 h 10000"/>
                <a:gd name="connsiteX8-409" fmla="*/ 7344 w 10000"/>
                <a:gd name="connsiteY8-410" fmla="*/ 3097 h 10000"/>
                <a:gd name="connsiteX9-411" fmla="*/ 7344 w 10000"/>
                <a:gd name="connsiteY9-412" fmla="*/ 3525 h 10000"/>
                <a:gd name="connsiteX10-413" fmla="*/ 6491 w 10000"/>
                <a:gd name="connsiteY10-414" fmla="*/ 4410 h 10000"/>
                <a:gd name="connsiteX11-415" fmla="*/ 7344 w 10000"/>
                <a:gd name="connsiteY11-416" fmla="*/ 4690 h 10000"/>
                <a:gd name="connsiteX12-417" fmla="*/ 6030 w 10000"/>
                <a:gd name="connsiteY12-418" fmla="*/ 5649 h 10000"/>
                <a:gd name="connsiteX13-419" fmla="*/ 5840 w 10000"/>
                <a:gd name="connsiteY13-420" fmla="*/ 6696 h 10000"/>
                <a:gd name="connsiteX14-421" fmla="*/ 5352 w 10000"/>
                <a:gd name="connsiteY14-422" fmla="*/ 6932 h 10000"/>
                <a:gd name="connsiteX15-423" fmla="*/ 4444 w 10000"/>
                <a:gd name="connsiteY15-424" fmla="*/ 8053 h 10000"/>
                <a:gd name="connsiteX16-425" fmla="*/ 4173 w 10000"/>
                <a:gd name="connsiteY16-426" fmla="*/ 10000 h 10000"/>
                <a:gd name="connsiteX17-427" fmla="*/ 3740 w 10000"/>
                <a:gd name="connsiteY17-428" fmla="*/ 9115 h 10000"/>
                <a:gd name="connsiteX18-429" fmla="*/ 2710 w 10000"/>
                <a:gd name="connsiteY18-430" fmla="*/ 8997 h 10000"/>
                <a:gd name="connsiteX19-431" fmla="*/ 2182 w 10000"/>
                <a:gd name="connsiteY19-432" fmla="*/ 8525 h 10000"/>
                <a:gd name="connsiteX20-433" fmla="*/ 95 w 10000"/>
                <a:gd name="connsiteY20-434" fmla="*/ 9513 h 10000"/>
                <a:gd name="connsiteX21-435" fmla="*/ 772 w 10000"/>
                <a:gd name="connsiteY21-436" fmla="*/ 8997 h 10000"/>
                <a:gd name="connsiteX22-437" fmla="*/ 556 w 10000"/>
                <a:gd name="connsiteY22-438" fmla="*/ 8525 h 10000"/>
                <a:gd name="connsiteX23-439" fmla="*/ 0 w 10000"/>
                <a:gd name="connsiteY23-440" fmla="*/ 9174 h 10000"/>
                <a:gd name="connsiteX0-441" fmla="*/ 3957 w 10000"/>
                <a:gd name="connsiteY0-442" fmla="*/ 7640 h 10000"/>
                <a:gd name="connsiteX1-443" fmla="*/ 5244 w 10000"/>
                <a:gd name="connsiteY1-444" fmla="*/ 5369 h 10000"/>
                <a:gd name="connsiteX2-445" fmla="*/ 5339 w 10000"/>
                <a:gd name="connsiteY2-446" fmla="*/ 3923 h 10000"/>
                <a:gd name="connsiteX3-447" fmla="*/ 7480 w 10000"/>
                <a:gd name="connsiteY3-448" fmla="*/ 1652 h 10000"/>
                <a:gd name="connsiteX4-449" fmla="*/ 9539 w 10000"/>
                <a:gd name="connsiteY4-450" fmla="*/ 0 h 10000"/>
                <a:gd name="connsiteX5-451" fmla="*/ 10000 w 10000"/>
                <a:gd name="connsiteY5-452" fmla="*/ 487 h 10000"/>
                <a:gd name="connsiteX6-453" fmla="*/ 9390 w 10000"/>
                <a:gd name="connsiteY6-454" fmla="*/ 619 h 10000"/>
                <a:gd name="connsiteX7-455" fmla="*/ 7940 w 10000"/>
                <a:gd name="connsiteY7-456" fmla="*/ 2448 h 10000"/>
                <a:gd name="connsiteX8-457" fmla="*/ 7344 w 10000"/>
                <a:gd name="connsiteY8-458" fmla="*/ 3097 h 10000"/>
                <a:gd name="connsiteX9-459" fmla="*/ 7344 w 10000"/>
                <a:gd name="connsiteY9-460" fmla="*/ 3525 h 10000"/>
                <a:gd name="connsiteX10-461" fmla="*/ 6491 w 10000"/>
                <a:gd name="connsiteY10-462" fmla="*/ 4410 h 10000"/>
                <a:gd name="connsiteX11-463" fmla="*/ 7344 w 10000"/>
                <a:gd name="connsiteY11-464" fmla="*/ 4690 h 10000"/>
                <a:gd name="connsiteX12-465" fmla="*/ 6030 w 10000"/>
                <a:gd name="connsiteY12-466" fmla="*/ 5649 h 10000"/>
                <a:gd name="connsiteX13-467" fmla="*/ 5840 w 10000"/>
                <a:gd name="connsiteY13-468" fmla="*/ 6696 h 10000"/>
                <a:gd name="connsiteX14-469" fmla="*/ 5352 w 10000"/>
                <a:gd name="connsiteY14-470" fmla="*/ 6932 h 10000"/>
                <a:gd name="connsiteX15-471" fmla="*/ 4444 w 10000"/>
                <a:gd name="connsiteY15-472" fmla="*/ 8053 h 10000"/>
                <a:gd name="connsiteX16-473" fmla="*/ 4173 w 10000"/>
                <a:gd name="connsiteY16-474" fmla="*/ 10000 h 10000"/>
                <a:gd name="connsiteX17-475" fmla="*/ 3740 w 10000"/>
                <a:gd name="connsiteY17-476" fmla="*/ 9115 h 10000"/>
                <a:gd name="connsiteX18-477" fmla="*/ 2710 w 10000"/>
                <a:gd name="connsiteY18-478" fmla="*/ 8997 h 10000"/>
                <a:gd name="connsiteX19-479" fmla="*/ 2182 w 10000"/>
                <a:gd name="connsiteY19-480" fmla="*/ 8525 h 10000"/>
                <a:gd name="connsiteX20-481" fmla="*/ 95 w 10000"/>
                <a:gd name="connsiteY20-482" fmla="*/ 9513 h 10000"/>
                <a:gd name="connsiteX21-483" fmla="*/ 772 w 10000"/>
                <a:gd name="connsiteY21-484" fmla="*/ 8997 h 10000"/>
                <a:gd name="connsiteX22-485" fmla="*/ 0 w 10000"/>
                <a:gd name="connsiteY22-486" fmla="*/ 9174 h 10000"/>
                <a:gd name="connsiteX0-487" fmla="*/ 3911 w 9954"/>
                <a:gd name="connsiteY0-488" fmla="*/ 7640 h 10000"/>
                <a:gd name="connsiteX1-489" fmla="*/ 5198 w 9954"/>
                <a:gd name="connsiteY1-490" fmla="*/ 5369 h 10000"/>
                <a:gd name="connsiteX2-491" fmla="*/ 5293 w 9954"/>
                <a:gd name="connsiteY2-492" fmla="*/ 3923 h 10000"/>
                <a:gd name="connsiteX3-493" fmla="*/ 7434 w 9954"/>
                <a:gd name="connsiteY3-494" fmla="*/ 1652 h 10000"/>
                <a:gd name="connsiteX4-495" fmla="*/ 9493 w 9954"/>
                <a:gd name="connsiteY4-496" fmla="*/ 0 h 10000"/>
                <a:gd name="connsiteX5-497" fmla="*/ 9954 w 9954"/>
                <a:gd name="connsiteY5-498" fmla="*/ 487 h 10000"/>
                <a:gd name="connsiteX6-499" fmla="*/ 9344 w 9954"/>
                <a:gd name="connsiteY6-500" fmla="*/ 619 h 10000"/>
                <a:gd name="connsiteX7-501" fmla="*/ 7894 w 9954"/>
                <a:gd name="connsiteY7-502" fmla="*/ 2448 h 10000"/>
                <a:gd name="connsiteX8-503" fmla="*/ 7298 w 9954"/>
                <a:gd name="connsiteY8-504" fmla="*/ 3097 h 10000"/>
                <a:gd name="connsiteX9-505" fmla="*/ 7298 w 9954"/>
                <a:gd name="connsiteY9-506" fmla="*/ 3525 h 10000"/>
                <a:gd name="connsiteX10-507" fmla="*/ 6445 w 9954"/>
                <a:gd name="connsiteY10-508" fmla="*/ 4410 h 10000"/>
                <a:gd name="connsiteX11-509" fmla="*/ 7298 w 9954"/>
                <a:gd name="connsiteY11-510" fmla="*/ 4690 h 10000"/>
                <a:gd name="connsiteX12-511" fmla="*/ 5984 w 9954"/>
                <a:gd name="connsiteY12-512" fmla="*/ 5649 h 10000"/>
                <a:gd name="connsiteX13-513" fmla="*/ 5794 w 9954"/>
                <a:gd name="connsiteY13-514" fmla="*/ 6696 h 10000"/>
                <a:gd name="connsiteX14-515" fmla="*/ 5306 w 9954"/>
                <a:gd name="connsiteY14-516" fmla="*/ 6932 h 10000"/>
                <a:gd name="connsiteX15-517" fmla="*/ 4398 w 9954"/>
                <a:gd name="connsiteY15-518" fmla="*/ 8053 h 10000"/>
                <a:gd name="connsiteX16-519" fmla="*/ 4127 w 9954"/>
                <a:gd name="connsiteY16-520" fmla="*/ 10000 h 10000"/>
                <a:gd name="connsiteX17-521" fmla="*/ 3694 w 9954"/>
                <a:gd name="connsiteY17-522" fmla="*/ 9115 h 10000"/>
                <a:gd name="connsiteX18-523" fmla="*/ 2664 w 9954"/>
                <a:gd name="connsiteY18-524" fmla="*/ 8997 h 10000"/>
                <a:gd name="connsiteX19-525" fmla="*/ 2136 w 9954"/>
                <a:gd name="connsiteY19-526" fmla="*/ 8525 h 10000"/>
                <a:gd name="connsiteX20-527" fmla="*/ 49 w 9954"/>
                <a:gd name="connsiteY20-528" fmla="*/ 9513 h 10000"/>
                <a:gd name="connsiteX21-529" fmla="*/ 726 w 9954"/>
                <a:gd name="connsiteY21-530" fmla="*/ 8997 h 10000"/>
                <a:gd name="connsiteX0-531" fmla="*/ 3200 w 9271"/>
                <a:gd name="connsiteY0-532" fmla="*/ 7640 h 10000"/>
                <a:gd name="connsiteX1-533" fmla="*/ 4493 w 9271"/>
                <a:gd name="connsiteY1-534" fmla="*/ 5369 h 10000"/>
                <a:gd name="connsiteX2-535" fmla="*/ 4588 w 9271"/>
                <a:gd name="connsiteY2-536" fmla="*/ 3923 h 10000"/>
                <a:gd name="connsiteX3-537" fmla="*/ 6739 w 9271"/>
                <a:gd name="connsiteY3-538" fmla="*/ 1652 h 10000"/>
                <a:gd name="connsiteX4-539" fmla="*/ 8808 w 9271"/>
                <a:gd name="connsiteY4-540" fmla="*/ 0 h 10000"/>
                <a:gd name="connsiteX5-541" fmla="*/ 9271 w 9271"/>
                <a:gd name="connsiteY5-542" fmla="*/ 487 h 10000"/>
                <a:gd name="connsiteX6-543" fmla="*/ 8658 w 9271"/>
                <a:gd name="connsiteY6-544" fmla="*/ 619 h 10000"/>
                <a:gd name="connsiteX7-545" fmla="*/ 7201 w 9271"/>
                <a:gd name="connsiteY7-546" fmla="*/ 2448 h 10000"/>
                <a:gd name="connsiteX8-547" fmla="*/ 6603 w 9271"/>
                <a:gd name="connsiteY8-548" fmla="*/ 3097 h 10000"/>
                <a:gd name="connsiteX9-549" fmla="*/ 6603 w 9271"/>
                <a:gd name="connsiteY9-550" fmla="*/ 3525 h 10000"/>
                <a:gd name="connsiteX10-551" fmla="*/ 5746 w 9271"/>
                <a:gd name="connsiteY10-552" fmla="*/ 4410 h 10000"/>
                <a:gd name="connsiteX11-553" fmla="*/ 6603 w 9271"/>
                <a:gd name="connsiteY11-554" fmla="*/ 4690 h 10000"/>
                <a:gd name="connsiteX12-555" fmla="*/ 5283 w 9271"/>
                <a:gd name="connsiteY12-556" fmla="*/ 5649 h 10000"/>
                <a:gd name="connsiteX13-557" fmla="*/ 5092 w 9271"/>
                <a:gd name="connsiteY13-558" fmla="*/ 6696 h 10000"/>
                <a:gd name="connsiteX14-559" fmla="*/ 4602 w 9271"/>
                <a:gd name="connsiteY14-560" fmla="*/ 6932 h 10000"/>
                <a:gd name="connsiteX15-561" fmla="*/ 3689 w 9271"/>
                <a:gd name="connsiteY15-562" fmla="*/ 8053 h 10000"/>
                <a:gd name="connsiteX16-563" fmla="*/ 3417 w 9271"/>
                <a:gd name="connsiteY16-564" fmla="*/ 10000 h 10000"/>
                <a:gd name="connsiteX17-565" fmla="*/ 2982 w 9271"/>
                <a:gd name="connsiteY17-566" fmla="*/ 9115 h 10000"/>
                <a:gd name="connsiteX18-567" fmla="*/ 1947 w 9271"/>
                <a:gd name="connsiteY18-568" fmla="*/ 8997 h 10000"/>
                <a:gd name="connsiteX19-569" fmla="*/ 1417 w 9271"/>
                <a:gd name="connsiteY19-570" fmla="*/ 8525 h 10000"/>
                <a:gd name="connsiteX20-571" fmla="*/ 0 w 9271"/>
                <a:gd name="connsiteY20-572" fmla="*/ 8997 h 10000"/>
                <a:gd name="connsiteX0-573" fmla="*/ 1924 w 8472"/>
                <a:gd name="connsiteY0-574" fmla="*/ 7640 h 10000"/>
                <a:gd name="connsiteX1-575" fmla="*/ 3318 w 8472"/>
                <a:gd name="connsiteY1-576" fmla="*/ 5369 h 10000"/>
                <a:gd name="connsiteX2-577" fmla="*/ 3421 w 8472"/>
                <a:gd name="connsiteY2-578" fmla="*/ 3923 h 10000"/>
                <a:gd name="connsiteX3-579" fmla="*/ 5741 w 8472"/>
                <a:gd name="connsiteY3-580" fmla="*/ 1652 h 10000"/>
                <a:gd name="connsiteX4-581" fmla="*/ 7973 w 8472"/>
                <a:gd name="connsiteY4-582" fmla="*/ 0 h 10000"/>
                <a:gd name="connsiteX5-583" fmla="*/ 8472 w 8472"/>
                <a:gd name="connsiteY5-584" fmla="*/ 487 h 10000"/>
                <a:gd name="connsiteX6-585" fmla="*/ 7811 w 8472"/>
                <a:gd name="connsiteY6-586" fmla="*/ 619 h 10000"/>
                <a:gd name="connsiteX7-587" fmla="*/ 6239 w 8472"/>
                <a:gd name="connsiteY7-588" fmla="*/ 2448 h 10000"/>
                <a:gd name="connsiteX8-589" fmla="*/ 5594 w 8472"/>
                <a:gd name="connsiteY8-590" fmla="*/ 3097 h 10000"/>
                <a:gd name="connsiteX9-591" fmla="*/ 5594 w 8472"/>
                <a:gd name="connsiteY9-592" fmla="*/ 3525 h 10000"/>
                <a:gd name="connsiteX10-593" fmla="*/ 4670 w 8472"/>
                <a:gd name="connsiteY10-594" fmla="*/ 4410 h 10000"/>
                <a:gd name="connsiteX11-595" fmla="*/ 5594 w 8472"/>
                <a:gd name="connsiteY11-596" fmla="*/ 4690 h 10000"/>
                <a:gd name="connsiteX12-597" fmla="*/ 4170 w 8472"/>
                <a:gd name="connsiteY12-598" fmla="*/ 5649 h 10000"/>
                <a:gd name="connsiteX13-599" fmla="*/ 3964 w 8472"/>
                <a:gd name="connsiteY13-600" fmla="*/ 6696 h 10000"/>
                <a:gd name="connsiteX14-601" fmla="*/ 3436 w 8472"/>
                <a:gd name="connsiteY14-602" fmla="*/ 6932 h 10000"/>
                <a:gd name="connsiteX15-603" fmla="*/ 2451 w 8472"/>
                <a:gd name="connsiteY15-604" fmla="*/ 8053 h 10000"/>
                <a:gd name="connsiteX16-605" fmla="*/ 2158 w 8472"/>
                <a:gd name="connsiteY16-606" fmla="*/ 10000 h 10000"/>
                <a:gd name="connsiteX17-607" fmla="*/ 1688 w 8472"/>
                <a:gd name="connsiteY17-608" fmla="*/ 9115 h 10000"/>
                <a:gd name="connsiteX18-609" fmla="*/ 572 w 8472"/>
                <a:gd name="connsiteY18-610" fmla="*/ 8997 h 10000"/>
                <a:gd name="connsiteX19-611" fmla="*/ 0 w 8472"/>
                <a:gd name="connsiteY19-612" fmla="*/ 8525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</a:cxnLst>
              <a:rect l="l" t="t" r="r" b="b"/>
              <a:pathLst>
                <a:path w="8472" h="10000">
                  <a:moveTo>
                    <a:pt x="1924" y="7640"/>
                  </a:moveTo>
                  <a:lnTo>
                    <a:pt x="3318" y="5369"/>
                  </a:lnTo>
                  <a:cubicBezTo>
                    <a:pt x="3353" y="4887"/>
                    <a:pt x="3386" y="4405"/>
                    <a:pt x="3421" y="3923"/>
                  </a:cubicBezTo>
                  <a:lnTo>
                    <a:pt x="5741" y="1652"/>
                  </a:lnTo>
                  <a:lnTo>
                    <a:pt x="7973" y="0"/>
                  </a:lnTo>
                  <a:lnTo>
                    <a:pt x="8472" y="487"/>
                  </a:lnTo>
                  <a:lnTo>
                    <a:pt x="7811" y="619"/>
                  </a:lnTo>
                  <a:lnTo>
                    <a:pt x="6239" y="2448"/>
                  </a:lnTo>
                  <a:lnTo>
                    <a:pt x="5594" y="3097"/>
                  </a:lnTo>
                  <a:lnTo>
                    <a:pt x="5594" y="3525"/>
                  </a:lnTo>
                  <a:lnTo>
                    <a:pt x="4670" y="4410"/>
                  </a:lnTo>
                  <a:lnTo>
                    <a:pt x="5594" y="4690"/>
                  </a:lnTo>
                  <a:lnTo>
                    <a:pt x="4170" y="5649"/>
                  </a:lnTo>
                  <a:cubicBezTo>
                    <a:pt x="4101" y="5998"/>
                    <a:pt x="4032" y="6347"/>
                    <a:pt x="3964" y="6696"/>
                  </a:cubicBezTo>
                  <a:lnTo>
                    <a:pt x="3436" y="6932"/>
                  </a:lnTo>
                  <a:lnTo>
                    <a:pt x="2451" y="8053"/>
                  </a:lnTo>
                  <a:cubicBezTo>
                    <a:pt x="2354" y="8702"/>
                    <a:pt x="2255" y="9351"/>
                    <a:pt x="2158" y="10000"/>
                  </a:cubicBezTo>
                  <a:lnTo>
                    <a:pt x="1688" y="9115"/>
                  </a:lnTo>
                  <a:lnTo>
                    <a:pt x="572" y="8997"/>
                  </a:lnTo>
                  <a:lnTo>
                    <a:pt x="0" y="8525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4" name="直接连接符 13"/>
            <p:cNvCxnSpPr>
              <a:cxnSpLocks/>
              <a:stCxn id="13" idx="4"/>
            </p:cNvCxnSpPr>
            <p:nvPr/>
          </p:nvCxnSpPr>
          <p:spPr>
            <a:xfrm flipV="1">
              <a:off x="1308396" y="4491206"/>
              <a:ext cx="829174" cy="120924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íŝḷïḋé"/>
            <p:cNvGrpSpPr/>
            <p:nvPr/>
          </p:nvGrpSpPr>
          <p:grpSpPr>
            <a:xfrm>
              <a:off x="2033353" y="2023566"/>
              <a:ext cx="3206139" cy="2089434"/>
              <a:chOff x="2410246" y="1706620"/>
              <a:chExt cx="3206139" cy="2089434"/>
            </a:xfrm>
          </p:grpSpPr>
          <p:grpSp>
            <p:nvGrpSpPr>
              <p:cNvPr id="33" name="islíḓe"/>
              <p:cNvGrpSpPr/>
              <p:nvPr/>
            </p:nvGrpSpPr>
            <p:grpSpPr>
              <a:xfrm>
                <a:off x="2410246" y="1706620"/>
                <a:ext cx="2418521" cy="1525202"/>
                <a:chOff x="2410246" y="1522920"/>
                <a:chExt cx="2418521" cy="1525202"/>
              </a:xfrm>
            </p:grpSpPr>
            <p:sp>
              <p:nvSpPr>
                <p:cNvPr id="35" name="ïŝḷïďê"/>
                <p:cNvSpPr txBox="1"/>
                <p:nvPr/>
              </p:nvSpPr>
              <p:spPr bwMode="auto">
                <a:xfrm>
                  <a:off x="2422241" y="1522920"/>
                  <a:ext cx="2337736" cy="4696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>
                  <a:norm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自学线上课</a:t>
                  </a:r>
                  <a:r>
                    <a: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rPr>
                    <a:t>程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6" name="íṩľiḍè"/>
                <p:cNvSpPr/>
                <p:nvPr/>
              </p:nvSpPr>
              <p:spPr bwMode="auto">
                <a:xfrm>
                  <a:off x="2410246" y="2001088"/>
                  <a:ext cx="2418521" cy="10470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zh-CN" altLang="en-US" sz="1300" dirty="0">
                      <a:solidFill>
                        <a:srgbClr val="000000"/>
                      </a:solidFill>
                    </a:rPr>
                    <a:t>码神之进阶篇课程知识库主页：</a:t>
                  </a:r>
                  <a:br>
                    <a:rPr lang="en-US" altLang="zh-CN" sz="1300" dirty="0">
                      <a:solidFill>
                        <a:srgbClr val="000000"/>
                      </a:solidFill>
                    </a:rPr>
                  </a:br>
                  <a:r>
                    <a:rPr lang="en-US" altLang="zh-CN" sz="1300" dirty="0"/>
                    <a:t>http://ku.baidu-int.com/knowledge/HFVrC7hq1Q/pKzJfZczuc/d6Geb_3P0n/JYzNe2yVxFOrug</a:t>
                  </a:r>
                  <a:endParaRPr lang="zh-CN" altLang="en-US" sz="1300" dirty="0"/>
                </a:p>
                <a:p>
                  <a:endParaRPr lang="zh-CN" altLang="en-US" sz="1300" dirty="0"/>
                </a:p>
                <a:p>
                  <a:pPr lvl="0" algn="ctr">
                    <a:lnSpc>
                      <a:spcPct val="150000"/>
                    </a:lnSpc>
                    <a:defRPr/>
                  </a:pPr>
                  <a:endParaRPr kumimoji="0" lang="en-US" altLang="zh-CN" sz="13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34" name="isḷíďè"/>
              <p:cNvSpPr txBox="1"/>
              <p:nvPr/>
            </p:nvSpPr>
            <p:spPr bwMode="auto">
              <a:xfrm>
                <a:off x="4298297" y="3326424"/>
                <a:ext cx="1318088" cy="4696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Step 2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cxnSp>
          <p:nvCxnSpPr>
            <p:cNvPr id="16" name="直接连接符 15"/>
            <p:cNvCxnSpPr>
              <a:stCxn id="8" idx="27"/>
            </p:cNvCxnSpPr>
            <p:nvPr/>
          </p:nvCxnSpPr>
          <p:spPr>
            <a:xfrm flipV="1">
              <a:off x="4600991" y="3641462"/>
              <a:ext cx="43198" cy="823582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îş1íḋe"/>
            <p:cNvGrpSpPr/>
            <p:nvPr/>
          </p:nvGrpSpPr>
          <p:grpSpPr>
            <a:xfrm>
              <a:off x="4733968" y="1990424"/>
              <a:ext cx="2448462" cy="2124783"/>
              <a:chOff x="4877318" y="1990424"/>
              <a:chExt cx="2448462" cy="2124783"/>
            </a:xfrm>
          </p:grpSpPr>
          <p:sp>
            <p:nvSpPr>
              <p:cNvPr id="29" name="ïṣ1ïḑe"/>
              <p:cNvSpPr txBox="1"/>
              <p:nvPr/>
            </p:nvSpPr>
            <p:spPr bwMode="auto">
              <a:xfrm>
                <a:off x="5918880" y="3645577"/>
                <a:ext cx="1318088" cy="4696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  <a:defRPr/>
                </a:pPr>
                <a:r>
                  <a:rPr lang="en-US" altLang="zh-CN" sz="1600" b="1" dirty="0">
                    <a:solidFill>
                      <a:srgbClr val="000000"/>
                    </a:solidFill>
                  </a:rPr>
                  <a:t>Step 3</a:t>
                </a:r>
                <a:endParaRPr lang="en-US" altLang="zh-CN" sz="1400" b="1" dirty="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30" name="íSļïḓê"/>
              <p:cNvGrpSpPr/>
              <p:nvPr/>
            </p:nvGrpSpPr>
            <p:grpSpPr>
              <a:xfrm>
                <a:off x="4877318" y="1990424"/>
                <a:ext cx="2448462" cy="1513399"/>
                <a:chOff x="4877318" y="1320218"/>
                <a:chExt cx="2448462" cy="1513399"/>
              </a:xfrm>
            </p:grpSpPr>
            <p:sp>
              <p:nvSpPr>
                <p:cNvPr id="31" name="îŝľîḓe"/>
                <p:cNvSpPr txBox="1"/>
                <p:nvPr/>
              </p:nvSpPr>
              <p:spPr bwMode="auto">
                <a:xfrm>
                  <a:off x="4961208" y="1320218"/>
                  <a:ext cx="2337736" cy="4696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>
                  <a:norm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2000" b="1" dirty="0">
                      <a:solidFill>
                        <a:srgbClr val="000000"/>
                      </a:solidFill>
                    </a:rPr>
                    <a:t>问答平台提交作业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32" name="ïsḻídè"/>
                <p:cNvSpPr/>
                <p:nvPr/>
              </p:nvSpPr>
              <p:spPr bwMode="auto">
                <a:xfrm>
                  <a:off x="4877318" y="1777484"/>
                  <a:ext cx="2448462" cy="10561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rPr>
                    <a:t>每周</a:t>
                  </a:r>
                  <a:r>
                    <a:rPr lang="zh-CN" altLang="en-US" sz="1400" dirty="0">
                      <a:solidFill>
                        <a:srgbClr val="000000"/>
                      </a:solidFill>
                    </a:rPr>
                    <a:t>作业</a:t>
                  </a:r>
                  <a:r>
                    <a:rPr kumimoji="0" lang="en-US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rPr>
                    <a:t>&amp;</a:t>
                  </a: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rPr>
                    <a:t>提交地址会公布到</a:t>
                  </a: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如流群话题和公告</a:t>
                  </a:r>
                  <a:endPara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  <a:p>
                  <a:pPr marL="0" marR="0" lvl="0" indent="0" algn="ctr" defTabSz="913765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accent2"/>
                      </a:solidFill>
                      <a:effectLst/>
                      <a:uLnTx/>
                      <a:uFillTx/>
                    </a:rPr>
                    <a:t>每周</a:t>
                  </a:r>
                  <a:r>
                    <a:rPr kumimoji="0" lang="en-US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accent2"/>
                      </a:solidFill>
                      <a:effectLst/>
                      <a:uLnTx/>
                      <a:uFillTx/>
                    </a:rPr>
                    <a:t>1</a:t>
                  </a: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accent2"/>
                      </a:solidFill>
                      <a:effectLst/>
                      <a:uLnTx/>
                      <a:uFillTx/>
                    </a:rPr>
                    <a:t>次</a:t>
                  </a:r>
                  <a:endPara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cxnSp>
          <p:nvCxnSpPr>
            <p:cNvPr id="18" name="直接连接符 17"/>
            <p:cNvCxnSpPr>
              <a:cxnSpLocks/>
            </p:cNvCxnSpPr>
            <p:nvPr/>
          </p:nvCxnSpPr>
          <p:spPr>
            <a:xfrm flipV="1">
              <a:off x="6193929" y="3492527"/>
              <a:ext cx="386502" cy="1216702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îṡ1îďé"/>
            <p:cNvGrpSpPr/>
            <p:nvPr/>
          </p:nvGrpSpPr>
          <p:grpSpPr>
            <a:xfrm>
              <a:off x="6033289" y="2408920"/>
              <a:ext cx="4016969" cy="1133097"/>
              <a:chOff x="6674631" y="2638200"/>
              <a:chExt cx="4016969" cy="1133097"/>
            </a:xfrm>
          </p:grpSpPr>
          <p:sp>
            <p:nvSpPr>
              <p:cNvPr id="25" name="îŝliḓe"/>
              <p:cNvSpPr txBox="1"/>
              <p:nvPr/>
            </p:nvSpPr>
            <p:spPr bwMode="auto">
              <a:xfrm>
                <a:off x="9373512" y="3301667"/>
                <a:ext cx="1318088" cy="4696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  <a:defRPr/>
                </a:pPr>
                <a:r>
                  <a:rPr lang="en-US" altLang="zh-CN" sz="1600" b="1" dirty="0">
                    <a:solidFill>
                      <a:srgbClr val="000000"/>
                    </a:solidFill>
                  </a:rPr>
                  <a:t>Step 4</a:t>
                </a:r>
              </a:p>
            </p:txBody>
          </p:sp>
          <p:sp>
            <p:nvSpPr>
              <p:cNvPr id="28" name="ïṥļidè"/>
              <p:cNvSpPr/>
              <p:nvPr/>
            </p:nvSpPr>
            <p:spPr bwMode="auto">
              <a:xfrm>
                <a:off x="6674631" y="2638200"/>
                <a:ext cx="2540711" cy="703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cxnSp>
          <p:nvCxnSpPr>
            <p:cNvPr id="20" name="直接连接符 19"/>
            <p:cNvCxnSpPr>
              <a:cxnSpLocks/>
              <a:stCxn id="11" idx="16"/>
            </p:cNvCxnSpPr>
            <p:nvPr/>
          </p:nvCxnSpPr>
          <p:spPr>
            <a:xfrm flipH="1" flipV="1">
              <a:off x="9296357" y="2869767"/>
              <a:ext cx="382161" cy="205541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ïş1îḋe"/>
            <p:cNvSpPr txBox="1"/>
            <p:nvPr/>
          </p:nvSpPr>
          <p:spPr bwMode="auto">
            <a:xfrm>
              <a:off x="10314225" y="4311054"/>
              <a:ext cx="1318088" cy="4696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  <a:defRPr/>
              </a:pPr>
              <a:r>
                <a:rPr lang="en-US" altLang="zh-CN" sz="1600" b="1" dirty="0">
                  <a:solidFill>
                    <a:srgbClr val="000000"/>
                  </a:solidFill>
                </a:rPr>
                <a:t>Step 5</a:t>
              </a:r>
              <a:endParaRPr lang="en-US" altLang="zh-CN" sz="14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869274" y="3793069"/>
            <a:ext cx="878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开营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10754069" y="3388749"/>
            <a:ext cx="878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结营</a:t>
            </a:r>
          </a:p>
        </p:txBody>
      </p:sp>
      <p:sp>
        <p:nvSpPr>
          <p:cNvPr id="54" name="isḷíďè"/>
          <p:cNvSpPr txBox="1"/>
          <p:nvPr/>
        </p:nvSpPr>
        <p:spPr bwMode="auto">
          <a:xfrm>
            <a:off x="1306890" y="4324904"/>
            <a:ext cx="1178036" cy="46963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Step 1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" name="右大括号 2"/>
          <p:cNvSpPr/>
          <p:nvPr/>
        </p:nvSpPr>
        <p:spPr>
          <a:xfrm rot="5400000">
            <a:off x="3210944" y="3025990"/>
            <a:ext cx="78545" cy="3695114"/>
          </a:xfrm>
          <a:prstGeom prst="rightBrac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3253265" y="5090682"/>
            <a:ext cx="138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共</a:t>
            </a:r>
            <a:r>
              <a:rPr lang="en-US" altLang="zh-CN" b="1" dirty="0">
                <a:solidFill>
                  <a:schemeClr val="accent1"/>
                </a:solidFill>
              </a:rPr>
              <a:t>3</a:t>
            </a:r>
            <a:r>
              <a:rPr lang="zh-CN" altLang="en-US" b="1" dirty="0">
                <a:solidFill>
                  <a:schemeClr val="accent1"/>
                </a:solidFill>
              </a:rPr>
              <a:t>周</a:t>
            </a:r>
          </a:p>
        </p:txBody>
      </p:sp>
      <p:cxnSp>
        <p:nvCxnSpPr>
          <p:cNvPr id="45" name="直接连接符 44"/>
          <p:cNvCxnSpPr>
            <a:cxnSpLocks/>
          </p:cNvCxnSpPr>
          <p:nvPr/>
        </p:nvCxnSpPr>
        <p:spPr>
          <a:xfrm flipV="1">
            <a:off x="10721205" y="3994473"/>
            <a:ext cx="298090" cy="1005082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îsḷíḑe"/>
          <p:cNvSpPr txBox="1"/>
          <p:nvPr/>
        </p:nvSpPr>
        <p:spPr bwMode="auto">
          <a:xfrm>
            <a:off x="7277105" y="1328108"/>
            <a:ext cx="2337736" cy="46963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>
              <a:spcBef>
                <a:spcPct val="0"/>
              </a:spcBef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结业考试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7" name="ïṥļidè"/>
          <p:cNvSpPr/>
          <p:nvPr/>
        </p:nvSpPr>
        <p:spPr bwMode="auto">
          <a:xfrm>
            <a:off x="7312290" y="1686191"/>
            <a:ext cx="2311250" cy="703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accent2"/>
                </a:solidFill>
              </a:rPr>
              <a:t>必修！</a:t>
            </a:r>
            <a:endParaRPr lang="en-US" altLang="zh-CN" sz="1400" dirty="0">
              <a:solidFill>
                <a:schemeClr val="accent2"/>
              </a:solidFill>
            </a:endParaRPr>
          </a:p>
          <a:p>
            <a:pPr marL="0" marR="0" lvl="0" indent="0" algn="ctr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rgbClr val="000000"/>
                </a:solidFill>
              </a:rPr>
              <a:t>认真学过就不难，不限次数，满分</a:t>
            </a:r>
            <a:r>
              <a:rPr lang="en-US" altLang="zh-CN" sz="1400" dirty="0">
                <a:solidFill>
                  <a:srgbClr val="000000"/>
                </a:solidFill>
              </a:rPr>
              <a:t>100</a:t>
            </a:r>
            <a:r>
              <a:rPr lang="zh-CN" altLang="en-US" sz="1400" dirty="0">
                <a:solidFill>
                  <a:srgbClr val="000000"/>
                </a:solidFill>
              </a:rPr>
              <a:t>，</a:t>
            </a:r>
            <a:r>
              <a:rPr lang="en-US" altLang="zh-CN" sz="1400" dirty="0">
                <a:solidFill>
                  <a:srgbClr val="000000"/>
                </a:solidFill>
              </a:rPr>
              <a:t>90</a:t>
            </a:r>
            <a:r>
              <a:rPr lang="zh-CN" altLang="en-US" sz="1400" dirty="0">
                <a:solidFill>
                  <a:srgbClr val="000000"/>
                </a:solidFill>
              </a:rPr>
              <a:t>分通关</a:t>
            </a:r>
            <a:endParaRPr lang="en-US" altLang="zh-CN" sz="1400" dirty="0">
              <a:solidFill>
                <a:srgbClr val="000000"/>
              </a:solidFill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E7F8CEF6-F006-CD45-B857-951AD61A4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576" y="3994473"/>
            <a:ext cx="576000" cy="900000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737242F8-5785-F943-853A-627A3D3E82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83875">
            <a:off x="6639496" y="4161064"/>
            <a:ext cx="576000" cy="9000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2228B7A0-F193-3949-B8AA-A30DE02881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5209">
            <a:off x="9723207" y="4374612"/>
            <a:ext cx="585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 txBox="1">
            <a:spLocks/>
          </p:cNvSpPr>
          <p:nvPr/>
        </p:nvSpPr>
        <p:spPr>
          <a:xfrm>
            <a:off x="813884" y="225253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/>
              <a:t>4</a:t>
            </a:r>
            <a:r>
              <a:rPr lang="zh-CN" altLang="en-US" sz="3200" dirty="0"/>
              <a:t>、奖励机制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1F46BD2-7648-4491-B456-9EE7BDB53B58}"/>
              </a:ext>
            </a:extLst>
          </p:cNvPr>
          <p:cNvGrpSpPr/>
          <p:nvPr/>
        </p:nvGrpSpPr>
        <p:grpSpPr>
          <a:xfrm>
            <a:off x="563637" y="1781416"/>
            <a:ext cx="10748962" cy="4352866"/>
            <a:chOff x="623007" y="1666720"/>
            <a:chExt cx="10748962" cy="4352866"/>
          </a:xfrm>
        </p:grpSpPr>
        <p:grpSp>
          <p:nvGrpSpPr>
            <p:cNvPr id="40" name="组合 39"/>
            <p:cNvGrpSpPr/>
            <p:nvPr/>
          </p:nvGrpSpPr>
          <p:grpSpPr>
            <a:xfrm>
              <a:off x="696593" y="1726696"/>
              <a:ext cx="10540423" cy="4292890"/>
              <a:chOff x="465851" y="1395935"/>
              <a:chExt cx="10764922" cy="4292890"/>
            </a:xfrm>
          </p:grpSpPr>
          <p:sp>
            <p:nvSpPr>
              <p:cNvPr id="6" name="i$líḓe"/>
              <p:cNvSpPr/>
              <p:nvPr/>
            </p:nvSpPr>
            <p:spPr bwMode="auto">
              <a:xfrm>
                <a:off x="5291931" y="1931987"/>
                <a:ext cx="1701800" cy="1727200"/>
              </a:xfrm>
              <a:custGeom>
                <a:avLst/>
                <a:gdLst>
                  <a:gd name="T0" fmla="*/ 415 w 453"/>
                  <a:gd name="T1" fmla="*/ 229 h 459"/>
                  <a:gd name="T2" fmla="*/ 444 w 453"/>
                  <a:gd name="T3" fmla="*/ 195 h 459"/>
                  <a:gd name="T4" fmla="*/ 449 w 453"/>
                  <a:gd name="T5" fmla="*/ 174 h 459"/>
                  <a:gd name="T6" fmla="*/ 432 w 453"/>
                  <a:gd name="T7" fmla="*/ 165 h 459"/>
                  <a:gd name="T8" fmla="*/ 398 w 453"/>
                  <a:gd name="T9" fmla="*/ 151 h 459"/>
                  <a:gd name="T10" fmla="*/ 387 w 453"/>
                  <a:gd name="T11" fmla="*/ 131 h 459"/>
                  <a:gd name="T12" fmla="*/ 406 w 453"/>
                  <a:gd name="T13" fmla="*/ 86 h 459"/>
                  <a:gd name="T14" fmla="*/ 388 w 453"/>
                  <a:gd name="T15" fmla="*/ 81 h 459"/>
                  <a:gd name="T16" fmla="*/ 345 w 453"/>
                  <a:gd name="T17" fmla="*/ 83 h 459"/>
                  <a:gd name="T18" fmla="*/ 331 w 453"/>
                  <a:gd name="T19" fmla="*/ 61 h 459"/>
                  <a:gd name="T20" fmla="*/ 334 w 453"/>
                  <a:gd name="T21" fmla="*/ 26 h 459"/>
                  <a:gd name="T22" fmla="*/ 308 w 453"/>
                  <a:gd name="T23" fmla="*/ 25 h 459"/>
                  <a:gd name="T24" fmla="*/ 276 w 453"/>
                  <a:gd name="T25" fmla="*/ 48 h 459"/>
                  <a:gd name="T26" fmla="*/ 255 w 453"/>
                  <a:gd name="T27" fmla="*/ 43 h 459"/>
                  <a:gd name="T28" fmla="*/ 238 w 453"/>
                  <a:gd name="T29" fmla="*/ 0 h 459"/>
                  <a:gd name="T30" fmla="*/ 214 w 453"/>
                  <a:gd name="T31" fmla="*/ 0 h 459"/>
                  <a:gd name="T32" fmla="*/ 188 w 453"/>
                  <a:gd name="T33" fmla="*/ 45 h 459"/>
                  <a:gd name="T34" fmla="*/ 172 w 453"/>
                  <a:gd name="T35" fmla="*/ 49 h 459"/>
                  <a:gd name="T36" fmla="*/ 138 w 453"/>
                  <a:gd name="T37" fmla="*/ 17 h 459"/>
                  <a:gd name="T38" fmla="*/ 117 w 453"/>
                  <a:gd name="T39" fmla="*/ 28 h 459"/>
                  <a:gd name="T40" fmla="*/ 125 w 453"/>
                  <a:gd name="T41" fmla="*/ 71 h 459"/>
                  <a:gd name="T42" fmla="*/ 106 w 453"/>
                  <a:gd name="T43" fmla="*/ 84 h 459"/>
                  <a:gd name="T44" fmla="*/ 57 w 453"/>
                  <a:gd name="T45" fmla="*/ 78 h 459"/>
                  <a:gd name="T46" fmla="*/ 42 w 453"/>
                  <a:gd name="T47" fmla="*/ 93 h 459"/>
                  <a:gd name="T48" fmla="*/ 64 w 453"/>
                  <a:gd name="T49" fmla="*/ 133 h 459"/>
                  <a:gd name="T50" fmla="*/ 51 w 453"/>
                  <a:gd name="T51" fmla="*/ 160 h 459"/>
                  <a:gd name="T52" fmla="*/ 16 w 453"/>
                  <a:gd name="T53" fmla="*/ 166 h 459"/>
                  <a:gd name="T54" fmla="*/ 3 w 453"/>
                  <a:gd name="T55" fmla="*/ 178 h 459"/>
                  <a:gd name="T56" fmla="*/ 30 w 453"/>
                  <a:gd name="T57" fmla="*/ 206 h 459"/>
                  <a:gd name="T58" fmla="*/ 38 w 453"/>
                  <a:gd name="T59" fmla="*/ 233 h 459"/>
                  <a:gd name="T60" fmla="*/ 0 w 453"/>
                  <a:gd name="T61" fmla="*/ 268 h 459"/>
                  <a:gd name="T62" fmla="*/ 4 w 453"/>
                  <a:gd name="T63" fmla="*/ 287 h 459"/>
                  <a:gd name="T64" fmla="*/ 27 w 453"/>
                  <a:gd name="T65" fmla="*/ 293 h 459"/>
                  <a:gd name="T66" fmla="*/ 57 w 453"/>
                  <a:gd name="T67" fmla="*/ 311 h 459"/>
                  <a:gd name="T68" fmla="*/ 59 w 453"/>
                  <a:gd name="T69" fmla="*/ 336 h 459"/>
                  <a:gd name="T70" fmla="*/ 50 w 453"/>
                  <a:gd name="T71" fmla="*/ 376 h 459"/>
                  <a:gd name="T72" fmla="*/ 85 w 453"/>
                  <a:gd name="T73" fmla="*/ 369 h 459"/>
                  <a:gd name="T74" fmla="*/ 109 w 453"/>
                  <a:gd name="T75" fmla="*/ 377 h 459"/>
                  <a:gd name="T76" fmla="*/ 120 w 453"/>
                  <a:gd name="T77" fmla="*/ 410 h 459"/>
                  <a:gd name="T78" fmla="*/ 127 w 453"/>
                  <a:gd name="T79" fmla="*/ 436 h 459"/>
                  <a:gd name="T80" fmla="*/ 152 w 453"/>
                  <a:gd name="T81" fmla="*/ 426 h 459"/>
                  <a:gd name="T82" fmla="*/ 179 w 453"/>
                  <a:gd name="T83" fmla="*/ 412 h 459"/>
                  <a:gd name="T84" fmla="*/ 204 w 453"/>
                  <a:gd name="T85" fmla="*/ 416 h 459"/>
                  <a:gd name="T86" fmla="*/ 218 w 453"/>
                  <a:gd name="T87" fmla="*/ 459 h 459"/>
                  <a:gd name="T88" fmla="*/ 242 w 453"/>
                  <a:gd name="T89" fmla="*/ 449 h 459"/>
                  <a:gd name="T90" fmla="*/ 268 w 453"/>
                  <a:gd name="T91" fmla="*/ 413 h 459"/>
                  <a:gd name="T92" fmla="*/ 287 w 453"/>
                  <a:gd name="T93" fmla="*/ 408 h 459"/>
                  <a:gd name="T94" fmla="*/ 316 w 453"/>
                  <a:gd name="T95" fmla="*/ 441 h 459"/>
                  <a:gd name="T96" fmla="*/ 337 w 453"/>
                  <a:gd name="T97" fmla="*/ 431 h 459"/>
                  <a:gd name="T98" fmla="*/ 333 w 453"/>
                  <a:gd name="T99" fmla="*/ 385 h 459"/>
                  <a:gd name="T100" fmla="*/ 354 w 453"/>
                  <a:gd name="T101" fmla="*/ 368 h 459"/>
                  <a:gd name="T102" fmla="*/ 398 w 453"/>
                  <a:gd name="T103" fmla="*/ 382 h 459"/>
                  <a:gd name="T104" fmla="*/ 413 w 453"/>
                  <a:gd name="T105" fmla="*/ 363 h 459"/>
                  <a:gd name="T106" fmla="*/ 390 w 453"/>
                  <a:gd name="T107" fmla="*/ 323 h 459"/>
                  <a:gd name="T108" fmla="*/ 404 w 453"/>
                  <a:gd name="T109" fmla="*/ 293 h 459"/>
                  <a:gd name="T110" fmla="*/ 447 w 453"/>
                  <a:gd name="T111" fmla="*/ 292 h 459"/>
                  <a:gd name="T112" fmla="*/ 451 w 453"/>
                  <a:gd name="T113" fmla="*/ 276 h 459"/>
                  <a:gd name="T114" fmla="*/ 226 w 453"/>
                  <a:gd name="T115" fmla="*/ 368 h 4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53" h="459">
                    <a:moveTo>
                      <a:pt x="423" y="253"/>
                    </a:moveTo>
                    <a:cubicBezTo>
                      <a:pt x="420" y="252"/>
                      <a:pt x="417" y="250"/>
                      <a:pt x="414" y="249"/>
                    </a:cubicBezTo>
                    <a:cubicBezTo>
                      <a:pt x="414" y="247"/>
                      <a:pt x="414" y="245"/>
                      <a:pt x="414" y="243"/>
                    </a:cubicBezTo>
                    <a:cubicBezTo>
                      <a:pt x="415" y="239"/>
                      <a:pt x="415" y="235"/>
                      <a:pt x="415" y="233"/>
                    </a:cubicBezTo>
                    <a:cubicBezTo>
                      <a:pt x="415" y="231"/>
                      <a:pt x="415" y="229"/>
                      <a:pt x="415" y="229"/>
                    </a:cubicBezTo>
                    <a:cubicBezTo>
                      <a:pt x="415" y="229"/>
                      <a:pt x="415" y="228"/>
                      <a:pt x="415" y="226"/>
                    </a:cubicBezTo>
                    <a:cubicBezTo>
                      <a:pt x="415" y="223"/>
                      <a:pt x="415" y="220"/>
                      <a:pt x="414" y="216"/>
                    </a:cubicBezTo>
                    <a:cubicBezTo>
                      <a:pt x="414" y="214"/>
                      <a:pt x="414" y="212"/>
                      <a:pt x="414" y="210"/>
                    </a:cubicBezTo>
                    <a:cubicBezTo>
                      <a:pt x="417" y="209"/>
                      <a:pt x="420" y="207"/>
                      <a:pt x="423" y="206"/>
                    </a:cubicBezTo>
                    <a:cubicBezTo>
                      <a:pt x="431" y="202"/>
                      <a:pt x="438" y="198"/>
                      <a:pt x="444" y="195"/>
                    </a:cubicBezTo>
                    <a:cubicBezTo>
                      <a:pt x="449" y="192"/>
                      <a:pt x="453" y="190"/>
                      <a:pt x="453" y="190"/>
                    </a:cubicBezTo>
                    <a:cubicBezTo>
                      <a:pt x="453" y="190"/>
                      <a:pt x="452" y="189"/>
                      <a:pt x="452" y="187"/>
                    </a:cubicBezTo>
                    <a:cubicBezTo>
                      <a:pt x="452" y="185"/>
                      <a:pt x="452" y="184"/>
                      <a:pt x="451" y="183"/>
                    </a:cubicBezTo>
                    <a:cubicBezTo>
                      <a:pt x="451" y="181"/>
                      <a:pt x="451" y="180"/>
                      <a:pt x="450" y="178"/>
                    </a:cubicBezTo>
                    <a:cubicBezTo>
                      <a:pt x="450" y="177"/>
                      <a:pt x="450" y="175"/>
                      <a:pt x="449" y="174"/>
                    </a:cubicBezTo>
                    <a:cubicBezTo>
                      <a:pt x="449" y="173"/>
                      <a:pt x="449" y="173"/>
                      <a:pt x="449" y="172"/>
                    </a:cubicBezTo>
                    <a:cubicBezTo>
                      <a:pt x="449" y="171"/>
                      <a:pt x="448" y="171"/>
                      <a:pt x="448" y="170"/>
                    </a:cubicBezTo>
                    <a:cubicBezTo>
                      <a:pt x="448" y="168"/>
                      <a:pt x="447" y="166"/>
                      <a:pt x="447" y="166"/>
                    </a:cubicBezTo>
                    <a:cubicBezTo>
                      <a:pt x="447" y="166"/>
                      <a:pt x="443" y="166"/>
                      <a:pt x="437" y="166"/>
                    </a:cubicBezTo>
                    <a:cubicBezTo>
                      <a:pt x="435" y="166"/>
                      <a:pt x="434" y="166"/>
                      <a:pt x="432" y="165"/>
                    </a:cubicBezTo>
                    <a:cubicBezTo>
                      <a:pt x="430" y="165"/>
                      <a:pt x="428" y="165"/>
                      <a:pt x="426" y="165"/>
                    </a:cubicBezTo>
                    <a:cubicBezTo>
                      <a:pt x="422" y="165"/>
                      <a:pt x="418" y="165"/>
                      <a:pt x="414" y="165"/>
                    </a:cubicBezTo>
                    <a:cubicBezTo>
                      <a:pt x="411" y="165"/>
                      <a:pt x="407" y="165"/>
                      <a:pt x="404" y="166"/>
                    </a:cubicBezTo>
                    <a:cubicBezTo>
                      <a:pt x="403" y="163"/>
                      <a:pt x="402" y="162"/>
                      <a:pt x="402" y="160"/>
                    </a:cubicBezTo>
                    <a:cubicBezTo>
                      <a:pt x="400" y="156"/>
                      <a:pt x="399" y="153"/>
                      <a:pt x="398" y="151"/>
                    </a:cubicBezTo>
                    <a:cubicBezTo>
                      <a:pt x="397" y="149"/>
                      <a:pt x="396" y="148"/>
                      <a:pt x="396" y="148"/>
                    </a:cubicBezTo>
                    <a:cubicBezTo>
                      <a:pt x="396" y="148"/>
                      <a:pt x="396" y="146"/>
                      <a:pt x="395" y="144"/>
                    </a:cubicBezTo>
                    <a:cubicBezTo>
                      <a:pt x="394" y="142"/>
                      <a:pt x="392" y="139"/>
                      <a:pt x="390" y="136"/>
                    </a:cubicBezTo>
                    <a:cubicBezTo>
                      <a:pt x="390" y="135"/>
                      <a:pt x="389" y="134"/>
                      <a:pt x="389" y="133"/>
                    </a:cubicBezTo>
                    <a:cubicBezTo>
                      <a:pt x="388" y="132"/>
                      <a:pt x="387" y="131"/>
                      <a:pt x="387" y="131"/>
                    </a:cubicBezTo>
                    <a:cubicBezTo>
                      <a:pt x="389" y="128"/>
                      <a:pt x="391" y="125"/>
                      <a:pt x="394" y="123"/>
                    </a:cubicBezTo>
                    <a:cubicBezTo>
                      <a:pt x="399" y="116"/>
                      <a:pt x="404" y="110"/>
                      <a:pt x="407" y="105"/>
                    </a:cubicBezTo>
                    <a:cubicBezTo>
                      <a:pt x="411" y="99"/>
                      <a:pt x="413" y="96"/>
                      <a:pt x="413" y="96"/>
                    </a:cubicBezTo>
                    <a:cubicBezTo>
                      <a:pt x="413" y="96"/>
                      <a:pt x="412" y="95"/>
                      <a:pt x="411" y="93"/>
                    </a:cubicBezTo>
                    <a:cubicBezTo>
                      <a:pt x="410" y="91"/>
                      <a:pt x="408" y="89"/>
                      <a:pt x="406" y="86"/>
                    </a:cubicBezTo>
                    <a:cubicBezTo>
                      <a:pt x="405" y="85"/>
                      <a:pt x="404" y="84"/>
                      <a:pt x="403" y="83"/>
                    </a:cubicBezTo>
                    <a:cubicBezTo>
                      <a:pt x="402" y="82"/>
                      <a:pt x="401" y="81"/>
                      <a:pt x="401" y="80"/>
                    </a:cubicBezTo>
                    <a:cubicBezTo>
                      <a:pt x="399" y="78"/>
                      <a:pt x="398" y="77"/>
                      <a:pt x="398" y="77"/>
                    </a:cubicBezTo>
                    <a:cubicBezTo>
                      <a:pt x="398" y="77"/>
                      <a:pt x="397" y="77"/>
                      <a:pt x="395" y="78"/>
                    </a:cubicBezTo>
                    <a:cubicBezTo>
                      <a:pt x="394" y="79"/>
                      <a:pt x="391" y="79"/>
                      <a:pt x="388" y="81"/>
                    </a:cubicBezTo>
                    <a:cubicBezTo>
                      <a:pt x="383" y="83"/>
                      <a:pt x="375" y="87"/>
                      <a:pt x="368" y="90"/>
                    </a:cubicBezTo>
                    <a:cubicBezTo>
                      <a:pt x="365" y="92"/>
                      <a:pt x="361" y="93"/>
                      <a:pt x="359" y="95"/>
                    </a:cubicBezTo>
                    <a:cubicBezTo>
                      <a:pt x="357" y="93"/>
                      <a:pt x="355" y="92"/>
                      <a:pt x="354" y="91"/>
                    </a:cubicBezTo>
                    <a:cubicBezTo>
                      <a:pt x="351" y="88"/>
                      <a:pt x="348" y="86"/>
                      <a:pt x="347" y="84"/>
                    </a:cubicBezTo>
                    <a:cubicBezTo>
                      <a:pt x="346" y="84"/>
                      <a:pt x="345" y="83"/>
                      <a:pt x="345" y="83"/>
                    </a:cubicBezTo>
                    <a:cubicBezTo>
                      <a:pt x="344" y="82"/>
                      <a:pt x="344" y="82"/>
                      <a:pt x="344" y="82"/>
                    </a:cubicBezTo>
                    <a:cubicBezTo>
                      <a:pt x="344" y="82"/>
                      <a:pt x="343" y="81"/>
                      <a:pt x="341" y="80"/>
                    </a:cubicBezTo>
                    <a:cubicBezTo>
                      <a:pt x="339" y="78"/>
                      <a:pt x="337" y="77"/>
                      <a:pt x="333" y="74"/>
                    </a:cubicBezTo>
                    <a:cubicBezTo>
                      <a:pt x="332" y="73"/>
                      <a:pt x="330" y="72"/>
                      <a:pt x="328" y="71"/>
                    </a:cubicBezTo>
                    <a:cubicBezTo>
                      <a:pt x="329" y="67"/>
                      <a:pt x="330" y="64"/>
                      <a:pt x="331" y="61"/>
                    </a:cubicBezTo>
                    <a:cubicBezTo>
                      <a:pt x="332" y="57"/>
                      <a:pt x="333" y="53"/>
                      <a:pt x="333" y="49"/>
                    </a:cubicBezTo>
                    <a:cubicBezTo>
                      <a:pt x="334" y="45"/>
                      <a:pt x="335" y="41"/>
                      <a:pt x="335" y="38"/>
                    </a:cubicBezTo>
                    <a:cubicBezTo>
                      <a:pt x="336" y="32"/>
                      <a:pt x="337" y="28"/>
                      <a:pt x="337" y="28"/>
                    </a:cubicBezTo>
                    <a:cubicBezTo>
                      <a:pt x="337" y="28"/>
                      <a:pt x="337" y="28"/>
                      <a:pt x="336" y="28"/>
                    </a:cubicBezTo>
                    <a:cubicBezTo>
                      <a:pt x="335" y="27"/>
                      <a:pt x="335" y="27"/>
                      <a:pt x="334" y="26"/>
                    </a:cubicBezTo>
                    <a:cubicBezTo>
                      <a:pt x="332" y="25"/>
                      <a:pt x="329" y="24"/>
                      <a:pt x="326" y="22"/>
                    </a:cubicBezTo>
                    <a:cubicBezTo>
                      <a:pt x="323" y="21"/>
                      <a:pt x="321" y="20"/>
                      <a:pt x="318" y="19"/>
                    </a:cubicBezTo>
                    <a:cubicBezTo>
                      <a:pt x="317" y="18"/>
                      <a:pt x="317" y="18"/>
                      <a:pt x="316" y="18"/>
                    </a:cubicBezTo>
                    <a:cubicBezTo>
                      <a:pt x="315" y="18"/>
                      <a:pt x="315" y="17"/>
                      <a:pt x="315" y="17"/>
                    </a:cubicBezTo>
                    <a:cubicBezTo>
                      <a:pt x="315" y="17"/>
                      <a:pt x="312" y="20"/>
                      <a:pt x="308" y="25"/>
                    </a:cubicBezTo>
                    <a:cubicBezTo>
                      <a:pt x="306" y="28"/>
                      <a:pt x="303" y="30"/>
                      <a:pt x="301" y="33"/>
                    </a:cubicBezTo>
                    <a:cubicBezTo>
                      <a:pt x="298" y="36"/>
                      <a:pt x="296" y="39"/>
                      <a:pt x="293" y="43"/>
                    </a:cubicBezTo>
                    <a:cubicBezTo>
                      <a:pt x="291" y="45"/>
                      <a:pt x="289" y="48"/>
                      <a:pt x="287" y="51"/>
                    </a:cubicBezTo>
                    <a:cubicBezTo>
                      <a:pt x="285" y="50"/>
                      <a:pt x="283" y="50"/>
                      <a:pt x="281" y="49"/>
                    </a:cubicBezTo>
                    <a:cubicBezTo>
                      <a:pt x="279" y="48"/>
                      <a:pt x="277" y="48"/>
                      <a:pt x="276" y="48"/>
                    </a:cubicBezTo>
                    <a:cubicBezTo>
                      <a:pt x="275" y="47"/>
                      <a:pt x="274" y="47"/>
                      <a:pt x="274" y="47"/>
                    </a:cubicBezTo>
                    <a:cubicBezTo>
                      <a:pt x="273" y="47"/>
                      <a:pt x="272" y="47"/>
                      <a:pt x="272" y="47"/>
                    </a:cubicBezTo>
                    <a:cubicBezTo>
                      <a:pt x="270" y="46"/>
                      <a:pt x="268" y="46"/>
                      <a:pt x="268" y="46"/>
                    </a:cubicBezTo>
                    <a:cubicBezTo>
                      <a:pt x="268" y="46"/>
                      <a:pt x="267" y="45"/>
                      <a:pt x="265" y="45"/>
                    </a:cubicBezTo>
                    <a:cubicBezTo>
                      <a:pt x="263" y="44"/>
                      <a:pt x="259" y="44"/>
                      <a:pt x="255" y="43"/>
                    </a:cubicBezTo>
                    <a:cubicBezTo>
                      <a:pt x="253" y="43"/>
                      <a:pt x="251" y="43"/>
                      <a:pt x="249" y="42"/>
                    </a:cubicBezTo>
                    <a:cubicBezTo>
                      <a:pt x="249" y="39"/>
                      <a:pt x="248" y="36"/>
                      <a:pt x="247" y="32"/>
                    </a:cubicBezTo>
                    <a:cubicBezTo>
                      <a:pt x="245" y="24"/>
                      <a:pt x="243" y="16"/>
                      <a:pt x="242" y="10"/>
                    </a:cubicBezTo>
                    <a:cubicBezTo>
                      <a:pt x="240" y="4"/>
                      <a:pt x="239" y="0"/>
                      <a:pt x="239" y="0"/>
                    </a:cubicBezTo>
                    <a:cubicBezTo>
                      <a:pt x="239" y="0"/>
                      <a:pt x="238" y="0"/>
                      <a:pt x="238" y="0"/>
                    </a:cubicBezTo>
                    <a:cubicBezTo>
                      <a:pt x="237" y="0"/>
                      <a:pt x="236" y="0"/>
                      <a:pt x="235" y="0"/>
                    </a:cubicBezTo>
                    <a:cubicBezTo>
                      <a:pt x="233" y="0"/>
                      <a:pt x="229" y="0"/>
                      <a:pt x="226" y="0"/>
                    </a:cubicBezTo>
                    <a:cubicBezTo>
                      <a:pt x="223" y="0"/>
                      <a:pt x="220" y="0"/>
                      <a:pt x="218" y="0"/>
                    </a:cubicBezTo>
                    <a:cubicBezTo>
                      <a:pt x="217" y="0"/>
                      <a:pt x="216" y="0"/>
                      <a:pt x="215" y="0"/>
                    </a:cubicBezTo>
                    <a:cubicBezTo>
                      <a:pt x="215" y="0"/>
                      <a:pt x="214" y="0"/>
                      <a:pt x="214" y="0"/>
                    </a:cubicBezTo>
                    <a:cubicBezTo>
                      <a:pt x="214" y="0"/>
                      <a:pt x="213" y="4"/>
                      <a:pt x="211" y="10"/>
                    </a:cubicBezTo>
                    <a:cubicBezTo>
                      <a:pt x="210" y="16"/>
                      <a:pt x="207" y="24"/>
                      <a:pt x="206" y="32"/>
                    </a:cubicBezTo>
                    <a:cubicBezTo>
                      <a:pt x="205" y="36"/>
                      <a:pt x="204" y="39"/>
                      <a:pt x="204" y="42"/>
                    </a:cubicBezTo>
                    <a:cubicBezTo>
                      <a:pt x="202" y="43"/>
                      <a:pt x="199" y="43"/>
                      <a:pt x="197" y="43"/>
                    </a:cubicBezTo>
                    <a:cubicBezTo>
                      <a:pt x="194" y="44"/>
                      <a:pt x="190" y="44"/>
                      <a:pt x="188" y="45"/>
                    </a:cubicBezTo>
                    <a:cubicBezTo>
                      <a:pt x="186" y="45"/>
                      <a:pt x="185" y="46"/>
                      <a:pt x="185" y="46"/>
                    </a:cubicBezTo>
                    <a:cubicBezTo>
                      <a:pt x="185" y="46"/>
                      <a:pt x="183" y="46"/>
                      <a:pt x="181" y="47"/>
                    </a:cubicBezTo>
                    <a:cubicBezTo>
                      <a:pt x="180" y="47"/>
                      <a:pt x="180" y="47"/>
                      <a:pt x="179" y="47"/>
                    </a:cubicBezTo>
                    <a:cubicBezTo>
                      <a:pt x="178" y="47"/>
                      <a:pt x="178" y="47"/>
                      <a:pt x="177" y="48"/>
                    </a:cubicBezTo>
                    <a:cubicBezTo>
                      <a:pt x="175" y="48"/>
                      <a:pt x="174" y="48"/>
                      <a:pt x="172" y="49"/>
                    </a:cubicBezTo>
                    <a:cubicBezTo>
                      <a:pt x="170" y="50"/>
                      <a:pt x="168" y="50"/>
                      <a:pt x="166" y="51"/>
                    </a:cubicBezTo>
                    <a:cubicBezTo>
                      <a:pt x="164" y="48"/>
                      <a:pt x="162" y="45"/>
                      <a:pt x="160" y="43"/>
                    </a:cubicBezTo>
                    <a:cubicBezTo>
                      <a:pt x="157" y="39"/>
                      <a:pt x="154" y="36"/>
                      <a:pt x="152" y="33"/>
                    </a:cubicBezTo>
                    <a:cubicBezTo>
                      <a:pt x="149" y="30"/>
                      <a:pt x="147" y="28"/>
                      <a:pt x="145" y="25"/>
                    </a:cubicBezTo>
                    <a:cubicBezTo>
                      <a:pt x="141" y="20"/>
                      <a:pt x="138" y="17"/>
                      <a:pt x="138" y="17"/>
                    </a:cubicBezTo>
                    <a:cubicBezTo>
                      <a:pt x="138" y="17"/>
                      <a:pt x="138" y="18"/>
                      <a:pt x="137" y="18"/>
                    </a:cubicBezTo>
                    <a:cubicBezTo>
                      <a:pt x="136" y="18"/>
                      <a:pt x="135" y="18"/>
                      <a:pt x="134" y="19"/>
                    </a:cubicBezTo>
                    <a:cubicBezTo>
                      <a:pt x="132" y="20"/>
                      <a:pt x="130" y="21"/>
                      <a:pt x="127" y="22"/>
                    </a:cubicBezTo>
                    <a:cubicBezTo>
                      <a:pt x="124" y="24"/>
                      <a:pt x="121" y="25"/>
                      <a:pt x="119" y="26"/>
                    </a:cubicBezTo>
                    <a:cubicBezTo>
                      <a:pt x="118" y="27"/>
                      <a:pt x="117" y="27"/>
                      <a:pt x="117" y="28"/>
                    </a:cubicBezTo>
                    <a:cubicBezTo>
                      <a:pt x="116" y="28"/>
                      <a:pt x="116" y="28"/>
                      <a:pt x="116" y="28"/>
                    </a:cubicBezTo>
                    <a:cubicBezTo>
                      <a:pt x="116" y="28"/>
                      <a:pt x="116" y="32"/>
                      <a:pt x="118" y="38"/>
                    </a:cubicBezTo>
                    <a:cubicBezTo>
                      <a:pt x="118" y="41"/>
                      <a:pt x="119" y="45"/>
                      <a:pt x="120" y="49"/>
                    </a:cubicBezTo>
                    <a:cubicBezTo>
                      <a:pt x="120" y="53"/>
                      <a:pt x="121" y="57"/>
                      <a:pt x="122" y="61"/>
                    </a:cubicBezTo>
                    <a:cubicBezTo>
                      <a:pt x="123" y="64"/>
                      <a:pt x="124" y="67"/>
                      <a:pt x="125" y="71"/>
                    </a:cubicBezTo>
                    <a:cubicBezTo>
                      <a:pt x="123" y="72"/>
                      <a:pt x="121" y="73"/>
                      <a:pt x="120" y="74"/>
                    </a:cubicBezTo>
                    <a:cubicBezTo>
                      <a:pt x="116" y="77"/>
                      <a:pt x="114" y="78"/>
                      <a:pt x="112" y="80"/>
                    </a:cubicBezTo>
                    <a:cubicBezTo>
                      <a:pt x="110" y="81"/>
                      <a:pt x="109" y="82"/>
                      <a:pt x="109" y="82"/>
                    </a:cubicBezTo>
                    <a:cubicBezTo>
                      <a:pt x="109" y="82"/>
                      <a:pt x="109" y="82"/>
                      <a:pt x="108" y="83"/>
                    </a:cubicBezTo>
                    <a:cubicBezTo>
                      <a:pt x="108" y="83"/>
                      <a:pt x="107" y="84"/>
                      <a:pt x="106" y="84"/>
                    </a:cubicBezTo>
                    <a:cubicBezTo>
                      <a:pt x="104" y="86"/>
                      <a:pt x="102" y="88"/>
                      <a:pt x="99" y="91"/>
                    </a:cubicBezTo>
                    <a:cubicBezTo>
                      <a:pt x="98" y="92"/>
                      <a:pt x="96" y="93"/>
                      <a:pt x="94" y="95"/>
                    </a:cubicBezTo>
                    <a:cubicBezTo>
                      <a:pt x="91" y="93"/>
                      <a:pt x="88" y="92"/>
                      <a:pt x="85" y="90"/>
                    </a:cubicBezTo>
                    <a:cubicBezTo>
                      <a:pt x="78" y="87"/>
                      <a:pt x="70" y="83"/>
                      <a:pt x="64" y="81"/>
                    </a:cubicBezTo>
                    <a:cubicBezTo>
                      <a:pt x="62" y="79"/>
                      <a:pt x="59" y="79"/>
                      <a:pt x="57" y="78"/>
                    </a:cubicBezTo>
                    <a:cubicBezTo>
                      <a:pt x="56" y="77"/>
                      <a:pt x="55" y="77"/>
                      <a:pt x="55" y="77"/>
                    </a:cubicBezTo>
                    <a:cubicBezTo>
                      <a:pt x="55" y="77"/>
                      <a:pt x="54" y="78"/>
                      <a:pt x="52" y="80"/>
                    </a:cubicBezTo>
                    <a:cubicBezTo>
                      <a:pt x="52" y="81"/>
                      <a:pt x="51" y="82"/>
                      <a:pt x="50" y="83"/>
                    </a:cubicBezTo>
                    <a:cubicBezTo>
                      <a:pt x="49" y="84"/>
                      <a:pt x="48" y="85"/>
                      <a:pt x="47" y="86"/>
                    </a:cubicBezTo>
                    <a:cubicBezTo>
                      <a:pt x="45" y="89"/>
                      <a:pt x="43" y="91"/>
                      <a:pt x="42" y="93"/>
                    </a:cubicBezTo>
                    <a:cubicBezTo>
                      <a:pt x="40" y="95"/>
                      <a:pt x="40" y="96"/>
                      <a:pt x="40" y="96"/>
                    </a:cubicBezTo>
                    <a:cubicBezTo>
                      <a:pt x="40" y="96"/>
                      <a:pt x="42" y="99"/>
                      <a:pt x="46" y="105"/>
                    </a:cubicBezTo>
                    <a:cubicBezTo>
                      <a:pt x="49" y="110"/>
                      <a:pt x="54" y="116"/>
                      <a:pt x="59" y="123"/>
                    </a:cubicBezTo>
                    <a:cubicBezTo>
                      <a:pt x="62" y="125"/>
                      <a:pt x="64" y="128"/>
                      <a:pt x="66" y="131"/>
                    </a:cubicBezTo>
                    <a:cubicBezTo>
                      <a:pt x="65" y="131"/>
                      <a:pt x="65" y="132"/>
                      <a:pt x="64" y="133"/>
                    </a:cubicBezTo>
                    <a:cubicBezTo>
                      <a:pt x="64" y="134"/>
                      <a:pt x="63" y="135"/>
                      <a:pt x="63" y="136"/>
                    </a:cubicBezTo>
                    <a:cubicBezTo>
                      <a:pt x="61" y="139"/>
                      <a:pt x="59" y="142"/>
                      <a:pt x="58" y="144"/>
                    </a:cubicBezTo>
                    <a:cubicBezTo>
                      <a:pt x="57" y="146"/>
                      <a:pt x="57" y="148"/>
                      <a:pt x="57" y="148"/>
                    </a:cubicBezTo>
                    <a:cubicBezTo>
                      <a:pt x="57" y="148"/>
                      <a:pt x="56" y="149"/>
                      <a:pt x="55" y="151"/>
                    </a:cubicBezTo>
                    <a:cubicBezTo>
                      <a:pt x="54" y="153"/>
                      <a:pt x="53" y="156"/>
                      <a:pt x="51" y="160"/>
                    </a:cubicBezTo>
                    <a:cubicBezTo>
                      <a:pt x="51" y="162"/>
                      <a:pt x="50" y="163"/>
                      <a:pt x="49" y="166"/>
                    </a:cubicBezTo>
                    <a:cubicBezTo>
                      <a:pt x="46" y="165"/>
                      <a:pt x="42" y="165"/>
                      <a:pt x="39" y="165"/>
                    </a:cubicBezTo>
                    <a:cubicBezTo>
                      <a:pt x="35" y="165"/>
                      <a:pt x="31" y="165"/>
                      <a:pt x="27" y="165"/>
                    </a:cubicBezTo>
                    <a:cubicBezTo>
                      <a:pt x="25" y="165"/>
                      <a:pt x="23" y="165"/>
                      <a:pt x="21" y="165"/>
                    </a:cubicBezTo>
                    <a:cubicBezTo>
                      <a:pt x="19" y="166"/>
                      <a:pt x="18" y="166"/>
                      <a:pt x="16" y="166"/>
                    </a:cubicBezTo>
                    <a:cubicBezTo>
                      <a:pt x="10" y="166"/>
                      <a:pt x="6" y="166"/>
                      <a:pt x="6" y="166"/>
                    </a:cubicBezTo>
                    <a:cubicBezTo>
                      <a:pt x="6" y="166"/>
                      <a:pt x="5" y="168"/>
                      <a:pt x="5" y="170"/>
                    </a:cubicBezTo>
                    <a:cubicBezTo>
                      <a:pt x="4" y="171"/>
                      <a:pt x="4" y="171"/>
                      <a:pt x="4" y="172"/>
                    </a:cubicBezTo>
                    <a:cubicBezTo>
                      <a:pt x="4" y="173"/>
                      <a:pt x="4" y="173"/>
                      <a:pt x="4" y="174"/>
                    </a:cubicBezTo>
                    <a:cubicBezTo>
                      <a:pt x="3" y="175"/>
                      <a:pt x="3" y="177"/>
                      <a:pt x="3" y="178"/>
                    </a:cubicBezTo>
                    <a:cubicBezTo>
                      <a:pt x="2" y="180"/>
                      <a:pt x="2" y="181"/>
                      <a:pt x="2" y="183"/>
                    </a:cubicBezTo>
                    <a:cubicBezTo>
                      <a:pt x="1" y="184"/>
                      <a:pt x="1" y="185"/>
                      <a:pt x="1" y="187"/>
                    </a:cubicBezTo>
                    <a:cubicBezTo>
                      <a:pt x="0" y="189"/>
                      <a:pt x="0" y="190"/>
                      <a:pt x="0" y="190"/>
                    </a:cubicBezTo>
                    <a:cubicBezTo>
                      <a:pt x="0" y="190"/>
                      <a:pt x="4" y="192"/>
                      <a:pt x="9" y="195"/>
                    </a:cubicBezTo>
                    <a:cubicBezTo>
                      <a:pt x="15" y="198"/>
                      <a:pt x="22" y="202"/>
                      <a:pt x="30" y="206"/>
                    </a:cubicBezTo>
                    <a:cubicBezTo>
                      <a:pt x="33" y="207"/>
                      <a:pt x="36" y="209"/>
                      <a:pt x="39" y="210"/>
                    </a:cubicBezTo>
                    <a:cubicBezTo>
                      <a:pt x="39" y="212"/>
                      <a:pt x="39" y="214"/>
                      <a:pt x="39" y="216"/>
                    </a:cubicBezTo>
                    <a:cubicBezTo>
                      <a:pt x="38" y="220"/>
                      <a:pt x="38" y="223"/>
                      <a:pt x="38" y="226"/>
                    </a:cubicBezTo>
                    <a:cubicBezTo>
                      <a:pt x="38" y="228"/>
                      <a:pt x="38" y="229"/>
                      <a:pt x="38" y="229"/>
                    </a:cubicBezTo>
                    <a:cubicBezTo>
                      <a:pt x="38" y="229"/>
                      <a:pt x="38" y="231"/>
                      <a:pt x="38" y="233"/>
                    </a:cubicBezTo>
                    <a:cubicBezTo>
                      <a:pt x="38" y="235"/>
                      <a:pt x="38" y="239"/>
                      <a:pt x="39" y="243"/>
                    </a:cubicBezTo>
                    <a:cubicBezTo>
                      <a:pt x="39" y="245"/>
                      <a:pt x="39" y="247"/>
                      <a:pt x="39" y="249"/>
                    </a:cubicBezTo>
                    <a:cubicBezTo>
                      <a:pt x="36" y="250"/>
                      <a:pt x="33" y="252"/>
                      <a:pt x="30" y="253"/>
                    </a:cubicBezTo>
                    <a:cubicBezTo>
                      <a:pt x="22" y="257"/>
                      <a:pt x="15" y="260"/>
                      <a:pt x="9" y="263"/>
                    </a:cubicBezTo>
                    <a:cubicBezTo>
                      <a:pt x="4" y="266"/>
                      <a:pt x="0" y="268"/>
                      <a:pt x="0" y="268"/>
                    </a:cubicBezTo>
                    <a:cubicBezTo>
                      <a:pt x="0" y="268"/>
                      <a:pt x="0" y="270"/>
                      <a:pt x="1" y="272"/>
                    </a:cubicBezTo>
                    <a:cubicBezTo>
                      <a:pt x="1" y="273"/>
                      <a:pt x="1" y="275"/>
                      <a:pt x="2" y="276"/>
                    </a:cubicBezTo>
                    <a:cubicBezTo>
                      <a:pt x="2" y="277"/>
                      <a:pt x="2" y="279"/>
                      <a:pt x="3" y="280"/>
                    </a:cubicBezTo>
                    <a:cubicBezTo>
                      <a:pt x="3" y="282"/>
                      <a:pt x="3" y="283"/>
                      <a:pt x="4" y="285"/>
                    </a:cubicBezTo>
                    <a:cubicBezTo>
                      <a:pt x="4" y="286"/>
                      <a:pt x="4" y="286"/>
                      <a:pt x="4" y="287"/>
                    </a:cubicBezTo>
                    <a:cubicBezTo>
                      <a:pt x="4" y="287"/>
                      <a:pt x="4" y="288"/>
                      <a:pt x="5" y="289"/>
                    </a:cubicBezTo>
                    <a:cubicBezTo>
                      <a:pt x="5" y="291"/>
                      <a:pt x="6" y="292"/>
                      <a:pt x="6" y="292"/>
                    </a:cubicBezTo>
                    <a:cubicBezTo>
                      <a:pt x="6" y="292"/>
                      <a:pt x="10" y="293"/>
                      <a:pt x="16" y="293"/>
                    </a:cubicBezTo>
                    <a:cubicBezTo>
                      <a:pt x="18" y="293"/>
                      <a:pt x="19" y="293"/>
                      <a:pt x="21" y="293"/>
                    </a:cubicBezTo>
                    <a:cubicBezTo>
                      <a:pt x="23" y="293"/>
                      <a:pt x="25" y="293"/>
                      <a:pt x="27" y="293"/>
                    </a:cubicBezTo>
                    <a:cubicBezTo>
                      <a:pt x="31" y="293"/>
                      <a:pt x="35" y="294"/>
                      <a:pt x="39" y="293"/>
                    </a:cubicBezTo>
                    <a:cubicBezTo>
                      <a:pt x="42" y="293"/>
                      <a:pt x="46" y="293"/>
                      <a:pt x="49" y="293"/>
                    </a:cubicBezTo>
                    <a:cubicBezTo>
                      <a:pt x="50" y="295"/>
                      <a:pt x="51" y="297"/>
                      <a:pt x="51" y="299"/>
                    </a:cubicBezTo>
                    <a:cubicBezTo>
                      <a:pt x="53" y="303"/>
                      <a:pt x="54" y="306"/>
                      <a:pt x="55" y="308"/>
                    </a:cubicBezTo>
                    <a:cubicBezTo>
                      <a:pt x="56" y="310"/>
                      <a:pt x="57" y="311"/>
                      <a:pt x="57" y="311"/>
                    </a:cubicBezTo>
                    <a:cubicBezTo>
                      <a:pt x="57" y="311"/>
                      <a:pt x="57" y="312"/>
                      <a:pt x="58" y="314"/>
                    </a:cubicBezTo>
                    <a:cubicBezTo>
                      <a:pt x="59" y="316"/>
                      <a:pt x="61" y="319"/>
                      <a:pt x="63" y="323"/>
                    </a:cubicBezTo>
                    <a:cubicBezTo>
                      <a:pt x="63" y="324"/>
                      <a:pt x="64" y="325"/>
                      <a:pt x="64" y="325"/>
                    </a:cubicBezTo>
                    <a:cubicBezTo>
                      <a:pt x="65" y="326"/>
                      <a:pt x="65" y="327"/>
                      <a:pt x="66" y="328"/>
                    </a:cubicBezTo>
                    <a:cubicBezTo>
                      <a:pt x="64" y="331"/>
                      <a:pt x="62" y="333"/>
                      <a:pt x="59" y="336"/>
                    </a:cubicBezTo>
                    <a:cubicBezTo>
                      <a:pt x="54" y="342"/>
                      <a:pt x="49" y="349"/>
                      <a:pt x="46" y="354"/>
                    </a:cubicBezTo>
                    <a:cubicBezTo>
                      <a:pt x="42" y="359"/>
                      <a:pt x="40" y="363"/>
                      <a:pt x="40" y="363"/>
                    </a:cubicBezTo>
                    <a:cubicBezTo>
                      <a:pt x="40" y="363"/>
                      <a:pt x="40" y="364"/>
                      <a:pt x="42" y="366"/>
                    </a:cubicBezTo>
                    <a:cubicBezTo>
                      <a:pt x="43" y="368"/>
                      <a:pt x="45" y="370"/>
                      <a:pt x="47" y="373"/>
                    </a:cubicBezTo>
                    <a:cubicBezTo>
                      <a:pt x="48" y="374"/>
                      <a:pt x="49" y="375"/>
                      <a:pt x="50" y="376"/>
                    </a:cubicBezTo>
                    <a:cubicBezTo>
                      <a:pt x="51" y="377"/>
                      <a:pt x="52" y="378"/>
                      <a:pt x="52" y="379"/>
                    </a:cubicBezTo>
                    <a:cubicBezTo>
                      <a:pt x="54" y="381"/>
                      <a:pt x="55" y="382"/>
                      <a:pt x="55" y="382"/>
                    </a:cubicBezTo>
                    <a:cubicBezTo>
                      <a:pt x="55" y="382"/>
                      <a:pt x="56" y="382"/>
                      <a:pt x="57" y="381"/>
                    </a:cubicBezTo>
                    <a:cubicBezTo>
                      <a:pt x="59" y="380"/>
                      <a:pt x="62" y="379"/>
                      <a:pt x="64" y="378"/>
                    </a:cubicBezTo>
                    <a:cubicBezTo>
                      <a:pt x="70" y="376"/>
                      <a:pt x="78" y="372"/>
                      <a:pt x="85" y="369"/>
                    </a:cubicBezTo>
                    <a:cubicBezTo>
                      <a:pt x="88" y="367"/>
                      <a:pt x="91" y="365"/>
                      <a:pt x="94" y="364"/>
                    </a:cubicBezTo>
                    <a:cubicBezTo>
                      <a:pt x="96" y="365"/>
                      <a:pt x="98" y="367"/>
                      <a:pt x="99" y="368"/>
                    </a:cubicBezTo>
                    <a:cubicBezTo>
                      <a:pt x="102" y="371"/>
                      <a:pt x="104" y="373"/>
                      <a:pt x="106" y="374"/>
                    </a:cubicBezTo>
                    <a:cubicBezTo>
                      <a:pt x="107" y="375"/>
                      <a:pt x="108" y="376"/>
                      <a:pt x="108" y="376"/>
                    </a:cubicBezTo>
                    <a:cubicBezTo>
                      <a:pt x="109" y="376"/>
                      <a:pt x="109" y="377"/>
                      <a:pt x="109" y="377"/>
                    </a:cubicBezTo>
                    <a:cubicBezTo>
                      <a:pt x="109" y="377"/>
                      <a:pt x="110" y="377"/>
                      <a:pt x="112" y="379"/>
                    </a:cubicBezTo>
                    <a:cubicBezTo>
                      <a:pt x="114" y="380"/>
                      <a:pt x="116" y="382"/>
                      <a:pt x="120" y="385"/>
                    </a:cubicBezTo>
                    <a:cubicBezTo>
                      <a:pt x="121" y="386"/>
                      <a:pt x="123" y="387"/>
                      <a:pt x="125" y="388"/>
                    </a:cubicBezTo>
                    <a:cubicBezTo>
                      <a:pt x="124" y="391"/>
                      <a:pt x="123" y="395"/>
                      <a:pt x="122" y="398"/>
                    </a:cubicBezTo>
                    <a:cubicBezTo>
                      <a:pt x="121" y="402"/>
                      <a:pt x="120" y="406"/>
                      <a:pt x="120" y="410"/>
                    </a:cubicBezTo>
                    <a:cubicBezTo>
                      <a:pt x="119" y="414"/>
                      <a:pt x="118" y="417"/>
                      <a:pt x="118" y="420"/>
                    </a:cubicBezTo>
                    <a:cubicBezTo>
                      <a:pt x="116" y="427"/>
                      <a:pt x="116" y="431"/>
                      <a:pt x="116" y="431"/>
                    </a:cubicBezTo>
                    <a:cubicBezTo>
                      <a:pt x="116" y="431"/>
                      <a:pt x="116" y="431"/>
                      <a:pt x="117" y="431"/>
                    </a:cubicBezTo>
                    <a:cubicBezTo>
                      <a:pt x="117" y="432"/>
                      <a:pt x="118" y="432"/>
                      <a:pt x="119" y="432"/>
                    </a:cubicBezTo>
                    <a:cubicBezTo>
                      <a:pt x="121" y="434"/>
                      <a:pt x="124" y="435"/>
                      <a:pt x="127" y="436"/>
                    </a:cubicBezTo>
                    <a:cubicBezTo>
                      <a:pt x="130" y="438"/>
                      <a:pt x="132" y="439"/>
                      <a:pt x="134" y="440"/>
                    </a:cubicBezTo>
                    <a:cubicBezTo>
                      <a:pt x="135" y="440"/>
                      <a:pt x="136" y="441"/>
                      <a:pt x="137" y="441"/>
                    </a:cubicBezTo>
                    <a:cubicBezTo>
                      <a:pt x="138" y="441"/>
                      <a:pt x="138" y="441"/>
                      <a:pt x="138" y="441"/>
                    </a:cubicBezTo>
                    <a:cubicBezTo>
                      <a:pt x="138" y="441"/>
                      <a:pt x="141" y="438"/>
                      <a:pt x="145" y="434"/>
                    </a:cubicBezTo>
                    <a:cubicBezTo>
                      <a:pt x="147" y="431"/>
                      <a:pt x="149" y="428"/>
                      <a:pt x="152" y="426"/>
                    </a:cubicBezTo>
                    <a:cubicBezTo>
                      <a:pt x="154" y="423"/>
                      <a:pt x="157" y="419"/>
                      <a:pt x="160" y="416"/>
                    </a:cubicBezTo>
                    <a:cubicBezTo>
                      <a:pt x="162" y="413"/>
                      <a:pt x="164" y="410"/>
                      <a:pt x="166" y="408"/>
                    </a:cubicBezTo>
                    <a:cubicBezTo>
                      <a:pt x="168" y="408"/>
                      <a:pt x="170" y="409"/>
                      <a:pt x="172" y="410"/>
                    </a:cubicBezTo>
                    <a:cubicBezTo>
                      <a:pt x="174" y="410"/>
                      <a:pt x="175" y="411"/>
                      <a:pt x="177" y="411"/>
                    </a:cubicBezTo>
                    <a:cubicBezTo>
                      <a:pt x="178" y="411"/>
                      <a:pt x="178" y="412"/>
                      <a:pt x="179" y="412"/>
                    </a:cubicBezTo>
                    <a:cubicBezTo>
                      <a:pt x="180" y="412"/>
                      <a:pt x="180" y="412"/>
                      <a:pt x="181" y="412"/>
                    </a:cubicBezTo>
                    <a:cubicBezTo>
                      <a:pt x="183" y="413"/>
                      <a:pt x="185" y="413"/>
                      <a:pt x="185" y="413"/>
                    </a:cubicBezTo>
                    <a:cubicBezTo>
                      <a:pt x="185" y="413"/>
                      <a:pt x="186" y="413"/>
                      <a:pt x="188" y="414"/>
                    </a:cubicBezTo>
                    <a:cubicBezTo>
                      <a:pt x="190" y="414"/>
                      <a:pt x="194" y="415"/>
                      <a:pt x="197" y="416"/>
                    </a:cubicBezTo>
                    <a:cubicBezTo>
                      <a:pt x="199" y="416"/>
                      <a:pt x="202" y="416"/>
                      <a:pt x="204" y="416"/>
                    </a:cubicBezTo>
                    <a:cubicBezTo>
                      <a:pt x="204" y="420"/>
                      <a:pt x="205" y="423"/>
                      <a:pt x="206" y="427"/>
                    </a:cubicBezTo>
                    <a:cubicBezTo>
                      <a:pt x="207" y="435"/>
                      <a:pt x="210" y="443"/>
                      <a:pt x="211" y="449"/>
                    </a:cubicBezTo>
                    <a:cubicBezTo>
                      <a:pt x="213" y="455"/>
                      <a:pt x="214" y="459"/>
                      <a:pt x="214" y="459"/>
                    </a:cubicBezTo>
                    <a:cubicBezTo>
                      <a:pt x="214" y="459"/>
                      <a:pt x="215" y="459"/>
                      <a:pt x="215" y="459"/>
                    </a:cubicBezTo>
                    <a:cubicBezTo>
                      <a:pt x="216" y="459"/>
                      <a:pt x="217" y="459"/>
                      <a:pt x="218" y="459"/>
                    </a:cubicBezTo>
                    <a:cubicBezTo>
                      <a:pt x="220" y="459"/>
                      <a:pt x="223" y="459"/>
                      <a:pt x="226" y="459"/>
                    </a:cubicBezTo>
                    <a:cubicBezTo>
                      <a:pt x="229" y="459"/>
                      <a:pt x="233" y="459"/>
                      <a:pt x="235" y="459"/>
                    </a:cubicBezTo>
                    <a:cubicBezTo>
                      <a:pt x="236" y="459"/>
                      <a:pt x="237" y="459"/>
                      <a:pt x="238" y="459"/>
                    </a:cubicBezTo>
                    <a:cubicBezTo>
                      <a:pt x="238" y="459"/>
                      <a:pt x="239" y="459"/>
                      <a:pt x="239" y="459"/>
                    </a:cubicBezTo>
                    <a:cubicBezTo>
                      <a:pt x="239" y="459"/>
                      <a:pt x="240" y="455"/>
                      <a:pt x="242" y="449"/>
                    </a:cubicBezTo>
                    <a:cubicBezTo>
                      <a:pt x="243" y="443"/>
                      <a:pt x="245" y="435"/>
                      <a:pt x="247" y="427"/>
                    </a:cubicBezTo>
                    <a:cubicBezTo>
                      <a:pt x="248" y="423"/>
                      <a:pt x="249" y="420"/>
                      <a:pt x="249" y="416"/>
                    </a:cubicBezTo>
                    <a:cubicBezTo>
                      <a:pt x="251" y="416"/>
                      <a:pt x="253" y="416"/>
                      <a:pt x="255" y="416"/>
                    </a:cubicBezTo>
                    <a:cubicBezTo>
                      <a:pt x="259" y="415"/>
                      <a:pt x="263" y="414"/>
                      <a:pt x="265" y="414"/>
                    </a:cubicBezTo>
                    <a:cubicBezTo>
                      <a:pt x="267" y="413"/>
                      <a:pt x="268" y="413"/>
                      <a:pt x="268" y="413"/>
                    </a:cubicBezTo>
                    <a:cubicBezTo>
                      <a:pt x="268" y="413"/>
                      <a:pt x="270" y="413"/>
                      <a:pt x="272" y="412"/>
                    </a:cubicBezTo>
                    <a:cubicBezTo>
                      <a:pt x="272" y="412"/>
                      <a:pt x="273" y="412"/>
                      <a:pt x="274" y="412"/>
                    </a:cubicBezTo>
                    <a:cubicBezTo>
                      <a:pt x="274" y="412"/>
                      <a:pt x="275" y="411"/>
                      <a:pt x="276" y="411"/>
                    </a:cubicBezTo>
                    <a:cubicBezTo>
                      <a:pt x="277" y="411"/>
                      <a:pt x="279" y="410"/>
                      <a:pt x="281" y="410"/>
                    </a:cubicBezTo>
                    <a:cubicBezTo>
                      <a:pt x="283" y="409"/>
                      <a:pt x="285" y="408"/>
                      <a:pt x="287" y="408"/>
                    </a:cubicBezTo>
                    <a:cubicBezTo>
                      <a:pt x="289" y="410"/>
                      <a:pt x="291" y="413"/>
                      <a:pt x="293" y="416"/>
                    </a:cubicBezTo>
                    <a:cubicBezTo>
                      <a:pt x="296" y="419"/>
                      <a:pt x="298" y="423"/>
                      <a:pt x="301" y="426"/>
                    </a:cubicBezTo>
                    <a:cubicBezTo>
                      <a:pt x="303" y="428"/>
                      <a:pt x="306" y="431"/>
                      <a:pt x="308" y="434"/>
                    </a:cubicBezTo>
                    <a:cubicBezTo>
                      <a:pt x="312" y="438"/>
                      <a:pt x="315" y="441"/>
                      <a:pt x="315" y="441"/>
                    </a:cubicBezTo>
                    <a:cubicBezTo>
                      <a:pt x="315" y="441"/>
                      <a:pt x="315" y="441"/>
                      <a:pt x="316" y="441"/>
                    </a:cubicBezTo>
                    <a:cubicBezTo>
                      <a:pt x="317" y="441"/>
                      <a:pt x="317" y="440"/>
                      <a:pt x="318" y="440"/>
                    </a:cubicBezTo>
                    <a:cubicBezTo>
                      <a:pt x="321" y="439"/>
                      <a:pt x="323" y="438"/>
                      <a:pt x="326" y="436"/>
                    </a:cubicBezTo>
                    <a:cubicBezTo>
                      <a:pt x="329" y="435"/>
                      <a:pt x="332" y="434"/>
                      <a:pt x="334" y="432"/>
                    </a:cubicBezTo>
                    <a:cubicBezTo>
                      <a:pt x="335" y="432"/>
                      <a:pt x="335" y="432"/>
                      <a:pt x="336" y="431"/>
                    </a:cubicBezTo>
                    <a:cubicBezTo>
                      <a:pt x="337" y="431"/>
                      <a:pt x="337" y="431"/>
                      <a:pt x="337" y="431"/>
                    </a:cubicBezTo>
                    <a:cubicBezTo>
                      <a:pt x="337" y="431"/>
                      <a:pt x="336" y="427"/>
                      <a:pt x="335" y="420"/>
                    </a:cubicBezTo>
                    <a:cubicBezTo>
                      <a:pt x="335" y="417"/>
                      <a:pt x="334" y="414"/>
                      <a:pt x="333" y="410"/>
                    </a:cubicBezTo>
                    <a:cubicBezTo>
                      <a:pt x="333" y="406"/>
                      <a:pt x="332" y="402"/>
                      <a:pt x="331" y="398"/>
                    </a:cubicBezTo>
                    <a:cubicBezTo>
                      <a:pt x="330" y="395"/>
                      <a:pt x="329" y="391"/>
                      <a:pt x="328" y="388"/>
                    </a:cubicBezTo>
                    <a:cubicBezTo>
                      <a:pt x="330" y="387"/>
                      <a:pt x="332" y="386"/>
                      <a:pt x="333" y="385"/>
                    </a:cubicBezTo>
                    <a:cubicBezTo>
                      <a:pt x="337" y="382"/>
                      <a:pt x="339" y="380"/>
                      <a:pt x="341" y="379"/>
                    </a:cubicBezTo>
                    <a:cubicBezTo>
                      <a:pt x="343" y="377"/>
                      <a:pt x="344" y="377"/>
                      <a:pt x="344" y="377"/>
                    </a:cubicBezTo>
                    <a:cubicBezTo>
                      <a:pt x="344" y="377"/>
                      <a:pt x="344" y="376"/>
                      <a:pt x="345" y="376"/>
                    </a:cubicBezTo>
                    <a:cubicBezTo>
                      <a:pt x="345" y="376"/>
                      <a:pt x="346" y="375"/>
                      <a:pt x="347" y="374"/>
                    </a:cubicBezTo>
                    <a:cubicBezTo>
                      <a:pt x="348" y="373"/>
                      <a:pt x="351" y="371"/>
                      <a:pt x="354" y="368"/>
                    </a:cubicBezTo>
                    <a:cubicBezTo>
                      <a:pt x="355" y="367"/>
                      <a:pt x="357" y="365"/>
                      <a:pt x="359" y="364"/>
                    </a:cubicBezTo>
                    <a:cubicBezTo>
                      <a:pt x="361" y="365"/>
                      <a:pt x="365" y="367"/>
                      <a:pt x="368" y="369"/>
                    </a:cubicBezTo>
                    <a:cubicBezTo>
                      <a:pt x="375" y="372"/>
                      <a:pt x="383" y="376"/>
                      <a:pt x="388" y="378"/>
                    </a:cubicBezTo>
                    <a:cubicBezTo>
                      <a:pt x="391" y="379"/>
                      <a:pt x="394" y="380"/>
                      <a:pt x="395" y="381"/>
                    </a:cubicBezTo>
                    <a:cubicBezTo>
                      <a:pt x="397" y="382"/>
                      <a:pt x="398" y="382"/>
                      <a:pt x="398" y="382"/>
                    </a:cubicBezTo>
                    <a:cubicBezTo>
                      <a:pt x="398" y="382"/>
                      <a:pt x="399" y="381"/>
                      <a:pt x="401" y="379"/>
                    </a:cubicBezTo>
                    <a:cubicBezTo>
                      <a:pt x="401" y="378"/>
                      <a:pt x="402" y="377"/>
                      <a:pt x="403" y="376"/>
                    </a:cubicBezTo>
                    <a:cubicBezTo>
                      <a:pt x="404" y="375"/>
                      <a:pt x="405" y="374"/>
                      <a:pt x="406" y="373"/>
                    </a:cubicBezTo>
                    <a:cubicBezTo>
                      <a:pt x="408" y="370"/>
                      <a:pt x="410" y="368"/>
                      <a:pt x="411" y="366"/>
                    </a:cubicBezTo>
                    <a:cubicBezTo>
                      <a:pt x="412" y="364"/>
                      <a:pt x="413" y="363"/>
                      <a:pt x="413" y="363"/>
                    </a:cubicBezTo>
                    <a:cubicBezTo>
                      <a:pt x="413" y="363"/>
                      <a:pt x="411" y="359"/>
                      <a:pt x="407" y="354"/>
                    </a:cubicBezTo>
                    <a:cubicBezTo>
                      <a:pt x="404" y="349"/>
                      <a:pt x="399" y="342"/>
                      <a:pt x="394" y="336"/>
                    </a:cubicBezTo>
                    <a:cubicBezTo>
                      <a:pt x="391" y="333"/>
                      <a:pt x="389" y="331"/>
                      <a:pt x="387" y="328"/>
                    </a:cubicBezTo>
                    <a:cubicBezTo>
                      <a:pt x="387" y="327"/>
                      <a:pt x="388" y="326"/>
                      <a:pt x="389" y="325"/>
                    </a:cubicBezTo>
                    <a:cubicBezTo>
                      <a:pt x="389" y="325"/>
                      <a:pt x="390" y="324"/>
                      <a:pt x="390" y="323"/>
                    </a:cubicBezTo>
                    <a:cubicBezTo>
                      <a:pt x="392" y="319"/>
                      <a:pt x="394" y="316"/>
                      <a:pt x="395" y="314"/>
                    </a:cubicBezTo>
                    <a:cubicBezTo>
                      <a:pt x="396" y="312"/>
                      <a:pt x="396" y="311"/>
                      <a:pt x="396" y="311"/>
                    </a:cubicBezTo>
                    <a:cubicBezTo>
                      <a:pt x="396" y="311"/>
                      <a:pt x="397" y="310"/>
                      <a:pt x="398" y="308"/>
                    </a:cubicBezTo>
                    <a:cubicBezTo>
                      <a:pt x="399" y="306"/>
                      <a:pt x="400" y="303"/>
                      <a:pt x="402" y="299"/>
                    </a:cubicBezTo>
                    <a:cubicBezTo>
                      <a:pt x="402" y="297"/>
                      <a:pt x="403" y="295"/>
                      <a:pt x="404" y="293"/>
                    </a:cubicBezTo>
                    <a:cubicBezTo>
                      <a:pt x="407" y="293"/>
                      <a:pt x="411" y="293"/>
                      <a:pt x="414" y="293"/>
                    </a:cubicBezTo>
                    <a:cubicBezTo>
                      <a:pt x="418" y="294"/>
                      <a:pt x="422" y="293"/>
                      <a:pt x="426" y="293"/>
                    </a:cubicBezTo>
                    <a:cubicBezTo>
                      <a:pt x="428" y="293"/>
                      <a:pt x="430" y="293"/>
                      <a:pt x="432" y="293"/>
                    </a:cubicBezTo>
                    <a:cubicBezTo>
                      <a:pt x="434" y="293"/>
                      <a:pt x="435" y="293"/>
                      <a:pt x="437" y="293"/>
                    </a:cubicBezTo>
                    <a:cubicBezTo>
                      <a:pt x="443" y="293"/>
                      <a:pt x="447" y="292"/>
                      <a:pt x="447" y="292"/>
                    </a:cubicBezTo>
                    <a:cubicBezTo>
                      <a:pt x="447" y="292"/>
                      <a:pt x="448" y="291"/>
                      <a:pt x="448" y="289"/>
                    </a:cubicBezTo>
                    <a:cubicBezTo>
                      <a:pt x="448" y="288"/>
                      <a:pt x="449" y="287"/>
                      <a:pt x="449" y="287"/>
                    </a:cubicBezTo>
                    <a:cubicBezTo>
                      <a:pt x="449" y="286"/>
                      <a:pt x="449" y="286"/>
                      <a:pt x="449" y="285"/>
                    </a:cubicBezTo>
                    <a:cubicBezTo>
                      <a:pt x="450" y="283"/>
                      <a:pt x="450" y="282"/>
                      <a:pt x="450" y="280"/>
                    </a:cubicBezTo>
                    <a:cubicBezTo>
                      <a:pt x="451" y="279"/>
                      <a:pt x="451" y="277"/>
                      <a:pt x="451" y="276"/>
                    </a:cubicBezTo>
                    <a:cubicBezTo>
                      <a:pt x="452" y="275"/>
                      <a:pt x="452" y="273"/>
                      <a:pt x="452" y="272"/>
                    </a:cubicBezTo>
                    <a:cubicBezTo>
                      <a:pt x="452" y="270"/>
                      <a:pt x="453" y="268"/>
                      <a:pt x="453" y="268"/>
                    </a:cubicBezTo>
                    <a:cubicBezTo>
                      <a:pt x="453" y="268"/>
                      <a:pt x="449" y="266"/>
                      <a:pt x="444" y="263"/>
                    </a:cubicBezTo>
                    <a:cubicBezTo>
                      <a:pt x="438" y="260"/>
                      <a:pt x="431" y="257"/>
                      <a:pt x="423" y="253"/>
                    </a:cubicBezTo>
                    <a:close/>
                    <a:moveTo>
                      <a:pt x="226" y="368"/>
                    </a:moveTo>
                    <a:cubicBezTo>
                      <a:pt x="150" y="368"/>
                      <a:pt x="88" y="306"/>
                      <a:pt x="88" y="229"/>
                    </a:cubicBezTo>
                    <a:cubicBezTo>
                      <a:pt x="88" y="153"/>
                      <a:pt x="150" y="91"/>
                      <a:pt x="226" y="91"/>
                    </a:cubicBezTo>
                    <a:cubicBezTo>
                      <a:pt x="303" y="91"/>
                      <a:pt x="365" y="153"/>
                      <a:pt x="365" y="229"/>
                    </a:cubicBezTo>
                    <a:cubicBezTo>
                      <a:pt x="365" y="306"/>
                      <a:pt x="303" y="368"/>
                      <a:pt x="226" y="36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lvl="0" algn="ctr" defTabSz="913765">
                  <a:defRPr/>
                </a:pPr>
                <a:r>
                  <a:rPr lang="zh-CN" altLang="en-US" sz="2000" b="1" dirty="0">
                    <a:solidFill>
                      <a:srgbClr val="000000"/>
                    </a:solidFill>
                  </a:rPr>
                  <a:t>结业</a:t>
                </a:r>
                <a:endParaRPr lang="en-US" altLang="zh-CN" sz="2000" b="1" dirty="0">
                  <a:solidFill>
                    <a:srgbClr val="000000"/>
                  </a:solidFill>
                </a:endParaRPr>
              </a:p>
              <a:p>
                <a:pPr lvl="0" algn="ctr" defTabSz="913765">
                  <a:defRPr/>
                </a:pPr>
                <a:r>
                  <a:rPr lang="zh-CN" altLang="en-US" sz="2000" b="1" dirty="0">
                    <a:solidFill>
                      <a:srgbClr val="000000"/>
                    </a:solidFill>
                  </a:rPr>
                  <a:t>奖品</a:t>
                </a:r>
              </a:p>
            </p:txBody>
          </p:sp>
          <p:sp>
            <p:nvSpPr>
              <p:cNvPr id="7" name="iSļîdê"/>
              <p:cNvSpPr/>
              <p:nvPr/>
            </p:nvSpPr>
            <p:spPr bwMode="auto">
              <a:xfrm>
                <a:off x="5784057" y="3568699"/>
                <a:ext cx="1885951" cy="1912939"/>
              </a:xfrm>
              <a:custGeom>
                <a:avLst/>
                <a:gdLst>
                  <a:gd name="T0" fmla="*/ 460 w 502"/>
                  <a:gd name="T1" fmla="*/ 254 h 509"/>
                  <a:gd name="T2" fmla="*/ 492 w 502"/>
                  <a:gd name="T3" fmla="*/ 217 h 509"/>
                  <a:gd name="T4" fmla="*/ 498 w 502"/>
                  <a:gd name="T5" fmla="*/ 193 h 509"/>
                  <a:gd name="T6" fmla="*/ 479 w 502"/>
                  <a:gd name="T7" fmla="*/ 183 h 509"/>
                  <a:gd name="T8" fmla="*/ 441 w 502"/>
                  <a:gd name="T9" fmla="*/ 167 h 509"/>
                  <a:gd name="T10" fmla="*/ 429 w 502"/>
                  <a:gd name="T11" fmla="*/ 145 h 509"/>
                  <a:gd name="T12" fmla="*/ 450 w 502"/>
                  <a:gd name="T13" fmla="*/ 95 h 509"/>
                  <a:gd name="T14" fmla="*/ 431 w 502"/>
                  <a:gd name="T15" fmla="*/ 89 h 509"/>
                  <a:gd name="T16" fmla="*/ 382 w 502"/>
                  <a:gd name="T17" fmla="*/ 92 h 509"/>
                  <a:gd name="T18" fmla="*/ 367 w 502"/>
                  <a:gd name="T19" fmla="*/ 67 h 509"/>
                  <a:gd name="T20" fmla="*/ 370 w 502"/>
                  <a:gd name="T21" fmla="*/ 29 h 509"/>
                  <a:gd name="T22" fmla="*/ 341 w 502"/>
                  <a:gd name="T23" fmla="*/ 28 h 509"/>
                  <a:gd name="T24" fmla="*/ 306 w 502"/>
                  <a:gd name="T25" fmla="*/ 53 h 509"/>
                  <a:gd name="T26" fmla="*/ 283 w 502"/>
                  <a:gd name="T27" fmla="*/ 48 h 509"/>
                  <a:gd name="T28" fmla="*/ 263 w 502"/>
                  <a:gd name="T29" fmla="*/ 0 h 509"/>
                  <a:gd name="T30" fmla="*/ 238 w 502"/>
                  <a:gd name="T31" fmla="*/ 0 h 509"/>
                  <a:gd name="T32" fmla="*/ 209 w 502"/>
                  <a:gd name="T33" fmla="*/ 50 h 509"/>
                  <a:gd name="T34" fmla="*/ 191 w 502"/>
                  <a:gd name="T35" fmla="*/ 54 h 509"/>
                  <a:gd name="T36" fmla="*/ 153 w 502"/>
                  <a:gd name="T37" fmla="*/ 19 h 509"/>
                  <a:gd name="T38" fmla="*/ 130 w 502"/>
                  <a:gd name="T39" fmla="*/ 31 h 509"/>
                  <a:gd name="T40" fmla="*/ 139 w 502"/>
                  <a:gd name="T41" fmla="*/ 78 h 509"/>
                  <a:gd name="T42" fmla="*/ 118 w 502"/>
                  <a:gd name="T43" fmla="*/ 93 h 509"/>
                  <a:gd name="T44" fmla="*/ 64 w 502"/>
                  <a:gd name="T45" fmla="*/ 86 h 509"/>
                  <a:gd name="T46" fmla="*/ 47 w 502"/>
                  <a:gd name="T47" fmla="*/ 103 h 509"/>
                  <a:gd name="T48" fmla="*/ 72 w 502"/>
                  <a:gd name="T49" fmla="*/ 148 h 509"/>
                  <a:gd name="T50" fmla="*/ 57 w 502"/>
                  <a:gd name="T51" fmla="*/ 177 h 509"/>
                  <a:gd name="T52" fmla="*/ 18 w 502"/>
                  <a:gd name="T53" fmla="*/ 184 h 509"/>
                  <a:gd name="T54" fmla="*/ 3 w 502"/>
                  <a:gd name="T55" fmla="*/ 198 h 509"/>
                  <a:gd name="T56" fmla="*/ 33 w 502"/>
                  <a:gd name="T57" fmla="*/ 228 h 509"/>
                  <a:gd name="T58" fmla="*/ 42 w 502"/>
                  <a:gd name="T59" fmla="*/ 258 h 509"/>
                  <a:gd name="T60" fmla="*/ 0 w 502"/>
                  <a:gd name="T61" fmla="*/ 297 h 509"/>
                  <a:gd name="T62" fmla="*/ 5 w 502"/>
                  <a:gd name="T63" fmla="*/ 318 h 509"/>
                  <a:gd name="T64" fmla="*/ 30 w 502"/>
                  <a:gd name="T65" fmla="*/ 325 h 509"/>
                  <a:gd name="T66" fmla="*/ 63 w 502"/>
                  <a:gd name="T67" fmla="*/ 345 h 509"/>
                  <a:gd name="T68" fmla="*/ 66 w 502"/>
                  <a:gd name="T69" fmla="*/ 372 h 509"/>
                  <a:gd name="T70" fmla="*/ 55 w 502"/>
                  <a:gd name="T71" fmla="*/ 417 h 509"/>
                  <a:gd name="T72" fmla="*/ 95 w 502"/>
                  <a:gd name="T73" fmla="*/ 408 h 509"/>
                  <a:gd name="T74" fmla="*/ 121 w 502"/>
                  <a:gd name="T75" fmla="*/ 417 h 509"/>
                  <a:gd name="T76" fmla="*/ 133 w 502"/>
                  <a:gd name="T77" fmla="*/ 454 h 509"/>
                  <a:gd name="T78" fmla="*/ 141 w 502"/>
                  <a:gd name="T79" fmla="*/ 483 h 509"/>
                  <a:gd name="T80" fmla="*/ 169 w 502"/>
                  <a:gd name="T81" fmla="*/ 471 h 509"/>
                  <a:gd name="T82" fmla="*/ 199 w 502"/>
                  <a:gd name="T83" fmla="*/ 456 h 509"/>
                  <a:gd name="T84" fmla="*/ 226 w 502"/>
                  <a:gd name="T85" fmla="*/ 461 h 509"/>
                  <a:gd name="T86" fmla="*/ 242 w 502"/>
                  <a:gd name="T87" fmla="*/ 508 h 509"/>
                  <a:gd name="T88" fmla="*/ 268 w 502"/>
                  <a:gd name="T89" fmla="*/ 497 h 509"/>
                  <a:gd name="T90" fmla="*/ 298 w 502"/>
                  <a:gd name="T91" fmla="*/ 458 h 509"/>
                  <a:gd name="T92" fmla="*/ 318 w 502"/>
                  <a:gd name="T93" fmla="*/ 452 h 509"/>
                  <a:gd name="T94" fmla="*/ 350 w 502"/>
                  <a:gd name="T95" fmla="*/ 489 h 509"/>
                  <a:gd name="T96" fmla="*/ 374 w 502"/>
                  <a:gd name="T97" fmla="*/ 477 h 509"/>
                  <a:gd name="T98" fmla="*/ 370 w 502"/>
                  <a:gd name="T99" fmla="*/ 426 h 509"/>
                  <a:gd name="T100" fmla="*/ 392 w 502"/>
                  <a:gd name="T101" fmla="*/ 408 h 509"/>
                  <a:gd name="T102" fmla="*/ 441 w 502"/>
                  <a:gd name="T103" fmla="*/ 423 h 509"/>
                  <a:gd name="T104" fmla="*/ 458 w 502"/>
                  <a:gd name="T105" fmla="*/ 402 h 509"/>
                  <a:gd name="T106" fmla="*/ 432 w 502"/>
                  <a:gd name="T107" fmla="*/ 358 h 509"/>
                  <a:gd name="T108" fmla="*/ 448 w 502"/>
                  <a:gd name="T109" fmla="*/ 325 h 509"/>
                  <a:gd name="T110" fmla="*/ 496 w 502"/>
                  <a:gd name="T111" fmla="*/ 324 h 509"/>
                  <a:gd name="T112" fmla="*/ 500 w 502"/>
                  <a:gd name="T113" fmla="*/ 306 h 509"/>
                  <a:gd name="T114" fmla="*/ 251 w 502"/>
                  <a:gd name="T115" fmla="*/ 408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02" h="509">
                    <a:moveTo>
                      <a:pt x="469" y="280"/>
                    </a:moveTo>
                    <a:cubicBezTo>
                      <a:pt x="466" y="279"/>
                      <a:pt x="462" y="277"/>
                      <a:pt x="459" y="276"/>
                    </a:cubicBezTo>
                    <a:cubicBezTo>
                      <a:pt x="459" y="273"/>
                      <a:pt x="459" y="271"/>
                      <a:pt x="459" y="269"/>
                    </a:cubicBezTo>
                    <a:cubicBezTo>
                      <a:pt x="460" y="264"/>
                      <a:pt x="460" y="261"/>
                      <a:pt x="460" y="258"/>
                    </a:cubicBezTo>
                    <a:cubicBezTo>
                      <a:pt x="460" y="256"/>
                      <a:pt x="460" y="254"/>
                      <a:pt x="460" y="254"/>
                    </a:cubicBezTo>
                    <a:cubicBezTo>
                      <a:pt x="460" y="254"/>
                      <a:pt x="460" y="253"/>
                      <a:pt x="460" y="250"/>
                    </a:cubicBezTo>
                    <a:cubicBezTo>
                      <a:pt x="460" y="248"/>
                      <a:pt x="460" y="244"/>
                      <a:pt x="459" y="239"/>
                    </a:cubicBezTo>
                    <a:cubicBezTo>
                      <a:pt x="459" y="237"/>
                      <a:pt x="459" y="235"/>
                      <a:pt x="459" y="233"/>
                    </a:cubicBezTo>
                    <a:cubicBezTo>
                      <a:pt x="462" y="231"/>
                      <a:pt x="466" y="230"/>
                      <a:pt x="469" y="228"/>
                    </a:cubicBezTo>
                    <a:cubicBezTo>
                      <a:pt x="477" y="224"/>
                      <a:pt x="486" y="220"/>
                      <a:pt x="492" y="217"/>
                    </a:cubicBezTo>
                    <a:cubicBezTo>
                      <a:pt x="498" y="213"/>
                      <a:pt x="502" y="211"/>
                      <a:pt x="502" y="211"/>
                    </a:cubicBezTo>
                    <a:cubicBezTo>
                      <a:pt x="502" y="211"/>
                      <a:pt x="502" y="209"/>
                      <a:pt x="501" y="207"/>
                    </a:cubicBezTo>
                    <a:cubicBezTo>
                      <a:pt x="501" y="205"/>
                      <a:pt x="501" y="204"/>
                      <a:pt x="500" y="202"/>
                    </a:cubicBezTo>
                    <a:cubicBezTo>
                      <a:pt x="500" y="201"/>
                      <a:pt x="500" y="199"/>
                      <a:pt x="499" y="198"/>
                    </a:cubicBezTo>
                    <a:cubicBezTo>
                      <a:pt x="499" y="196"/>
                      <a:pt x="498" y="194"/>
                      <a:pt x="498" y="193"/>
                    </a:cubicBezTo>
                    <a:cubicBezTo>
                      <a:pt x="498" y="192"/>
                      <a:pt x="498" y="191"/>
                      <a:pt x="498" y="190"/>
                    </a:cubicBezTo>
                    <a:cubicBezTo>
                      <a:pt x="497" y="190"/>
                      <a:pt x="497" y="189"/>
                      <a:pt x="497" y="188"/>
                    </a:cubicBezTo>
                    <a:cubicBezTo>
                      <a:pt x="496" y="186"/>
                      <a:pt x="496" y="184"/>
                      <a:pt x="496" y="184"/>
                    </a:cubicBezTo>
                    <a:cubicBezTo>
                      <a:pt x="496" y="184"/>
                      <a:pt x="491" y="184"/>
                      <a:pt x="484" y="184"/>
                    </a:cubicBezTo>
                    <a:cubicBezTo>
                      <a:pt x="483" y="184"/>
                      <a:pt x="481" y="183"/>
                      <a:pt x="479" y="183"/>
                    </a:cubicBezTo>
                    <a:cubicBezTo>
                      <a:pt x="477" y="183"/>
                      <a:pt x="475" y="183"/>
                      <a:pt x="473" y="183"/>
                    </a:cubicBezTo>
                    <a:cubicBezTo>
                      <a:pt x="468" y="183"/>
                      <a:pt x="464" y="183"/>
                      <a:pt x="459" y="183"/>
                    </a:cubicBezTo>
                    <a:cubicBezTo>
                      <a:pt x="455" y="183"/>
                      <a:pt x="451" y="183"/>
                      <a:pt x="448" y="183"/>
                    </a:cubicBezTo>
                    <a:cubicBezTo>
                      <a:pt x="447" y="181"/>
                      <a:pt x="446" y="179"/>
                      <a:pt x="445" y="177"/>
                    </a:cubicBezTo>
                    <a:cubicBezTo>
                      <a:pt x="444" y="173"/>
                      <a:pt x="442" y="170"/>
                      <a:pt x="441" y="167"/>
                    </a:cubicBezTo>
                    <a:cubicBezTo>
                      <a:pt x="440" y="165"/>
                      <a:pt x="439" y="164"/>
                      <a:pt x="439" y="164"/>
                    </a:cubicBezTo>
                    <a:cubicBezTo>
                      <a:pt x="439" y="164"/>
                      <a:pt x="439" y="162"/>
                      <a:pt x="437" y="160"/>
                    </a:cubicBezTo>
                    <a:cubicBezTo>
                      <a:pt x="436" y="158"/>
                      <a:pt x="435" y="154"/>
                      <a:pt x="432" y="151"/>
                    </a:cubicBezTo>
                    <a:cubicBezTo>
                      <a:pt x="432" y="150"/>
                      <a:pt x="431" y="149"/>
                      <a:pt x="431" y="148"/>
                    </a:cubicBezTo>
                    <a:cubicBezTo>
                      <a:pt x="430" y="147"/>
                      <a:pt x="430" y="146"/>
                      <a:pt x="429" y="145"/>
                    </a:cubicBezTo>
                    <a:cubicBezTo>
                      <a:pt x="431" y="142"/>
                      <a:pt x="434" y="139"/>
                      <a:pt x="436" y="136"/>
                    </a:cubicBezTo>
                    <a:cubicBezTo>
                      <a:pt x="442" y="129"/>
                      <a:pt x="448" y="121"/>
                      <a:pt x="452" y="116"/>
                    </a:cubicBezTo>
                    <a:cubicBezTo>
                      <a:pt x="456" y="110"/>
                      <a:pt x="458" y="106"/>
                      <a:pt x="458" y="106"/>
                    </a:cubicBezTo>
                    <a:cubicBezTo>
                      <a:pt x="458" y="106"/>
                      <a:pt x="457" y="105"/>
                      <a:pt x="456" y="103"/>
                    </a:cubicBezTo>
                    <a:cubicBezTo>
                      <a:pt x="454" y="101"/>
                      <a:pt x="452" y="98"/>
                      <a:pt x="450" y="95"/>
                    </a:cubicBezTo>
                    <a:cubicBezTo>
                      <a:pt x="449" y="94"/>
                      <a:pt x="448" y="93"/>
                      <a:pt x="447" y="92"/>
                    </a:cubicBezTo>
                    <a:cubicBezTo>
                      <a:pt x="446" y="90"/>
                      <a:pt x="445" y="89"/>
                      <a:pt x="444" y="88"/>
                    </a:cubicBezTo>
                    <a:cubicBezTo>
                      <a:pt x="442" y="86"/>
                      <a:pt x="441" y="85"/>
                      <a:pt x="441" y="85"/>
                    </a:cubicBezTo>
                    <a:cubicBezTo>
                      <a:pt x="441" y="85"/>
                      <a:pt x="440" y="86"/>
                      <a:pt x="438" y="86"/>
                    </a:cubicBezTo>
                    <a:cubicBezTo>
                      <a:pt x="436" y="87"/>
                      <a:pt x="434" y="88"/>
                      <a:pt x="431" y="89"/>
                    </a:cubicBezTo>
                    <a:cubicBezTo>
                      <a:pt x="424" y="92"/>
                      <a:pt x="416" y="96"/>
                      <a:pt x="408" y="100"/>
                    </a:cubicBezTo>
                    <a:cubicBezTo>
                      <a:pt x="404" y="102"/>
                      <a:pt x="401" y="103"/>
                      <a:pt x="397" y="105"/>
                    </a:cubicBezTo>
                    <a:cubicBezTo>
                      <a:pt x="396" y="104"/>
                      <a:pt x="394" y="102"/>
                      <a:pt x="392" y="100"/>
                    </a:cubicBezTo>
                    <a:cubicBezTo>
                      <a:pt x="389" y="97"/>
                      <a:pt x="386" y="95"/>
                      <a:pt x="384" y="93"/>
                    </a:cubicBezTo>
                    <a:cubicBezTo>
                      <a:pt x="383" y="93"/>
                      <a:pt x="383" y="92"/>
                      <a:pt x="382" y="92"/>
                    </a:cubicBezTo>
                    <a:cubicBezTo>
                      <a:pt x="382" y="91"/>
                      <a:pt x="381" y="91"/>
                      <a:pt x="381" y="91"/>
                    </a:cubicBezTo>
                    <a:cubicBezTo>
                      <a:pt x="381" y="91"/>
                      <a:pt x="380" y="90"/>
                      <a:pt x="378" y="88"/>
                    </a:cubicBezTo>
                    <a:cubicBezTo>
                      <a:pt x="376" y="87"/>
                      <a:pt x="373" y="85"/>
                      <a:pt x="370" y="82"/>
                    </a:cubicBezTo>
                    <a:cubicBezTo>
                      <a:pt x="368" y="81"/>
                      <a:pt x="366" y="80"/>
                      <a:pt x="364" y="78"/>
                    </a:cubicBezTo>
                    <a:cubicBezTo>
                      <a:pt x="365" y="75"/>
                      <a:pt x="366" y="71"/>
                      <a:pt x="367" y="67"/>
                    </a:cubicBezTo>
                    <a:cubicBezTo>
                      <a:pt x="368" y="63"/>
                      <a:pt x="369" y="58"/>
                      <a:pt x="370" y="54"/>
                    </a:cubicBezTo>
                    <a:cubicBezTo>
                      <a:pt x="370" y="50"/>
                      <a:pt x="371" y="46"/>
                      <a:pt x="372" y="43"/>
                    </a:cubicBezTo>
                    <a:cubicBezTo>
                      <a:pt x="373" y="36"/>
                      <a:pt x="374" y="31"/>
                      <a:pt x="374" y="31"/>
                    </a:cubicBezTo>
                    <a:cubicBezTo>
                      <a:pt x="374" y="31"/>
                      <a:pt x="373" y="31"/>
                      <a:pt x="373" y="31"/>
                    </a:cubicBezTo>
                    <a:cubicBezTo>
                      <a:pt x="372" y="30"/>
                      <a:pt x="371" y="30"/>
                      <a:pt x="370" y="29"/>
                    </a:cubicBezTo>
                    <a:cubicBezTo>
                      <a:pt x="368" y="28"/>
                      <a:pt x="365" y="26"/>
                      <a:pt x="362" y="25"/>
                    </a:cubicBezTo>
                    <a:cubicBezTo>
                      <a:pt x="358" y="23"/>
                      <a:pt x="355" y="22"/>
                      <a:pt x="353" y="21"/>
                    </a:cubicBezTo>
                    <a:cubicBezTo>
                      <a:pt x="352" y="20"/>
                      <a:pt x="351" y="20"/>
                      <a:pt x="350" y="20"/>
                    </a:cubicBezTo>
                    <a:cubicBezTo>
                      <a:pt x="350" y="19"/>
                      <a:pt x="349" y="19"/>
                      <a:pt x="349" y="19"/>
                    </a:cubicBezTo>
                    <a:cubicBezTo>
                      <a:pt x="349" y="19"/>
                      <a:pt x="346" y="23"/>
                      <a:pt x="341" y="28"/>
                    </a:cubicBezTo>
                    <a:cubicBezTo>
                      <a:pt x="339" y="30"/>
                      <a:pt x="336" y="34"/>
                      <a:pt x="334" y="37"/>
                    </a:cubicBezTo>
                    <a:cubicBezTo>
                      <a:pt x="331" y="40"/>
                      <a:pt x="328" y="44"/>
                      <a:pt x="325" y="47"/>
                    </a:cubicBezTo>
                    <a:cubicBezTo>
                      <a:pt x="323" y="50"/>
                      <a:pt x="321" y="53"/>
                      <a:pt x="318" y="56"/>
                    </a:cubicBezTo>
                    <a:cubicBezTo>
                      <a:pt x="316" y="56"/>
                      <a:pt x="314" y="55"/>
                      <a:pt x="312" y="54"/>
                    </a:cubicBezTo>
                    <a:cubicBezTo>
                      <a:pt x="310" y="54"/>
                      <a:pt x="308" y="53"/>
                      <a:pt x="306" y="53"/>
                    </a:cubicBezTo>
                    <a:cubicBezTo>
                      <a:pt x="305" y="52"/>
                      <a:pt x="304" y="52"/>
                      <a:pt x="304" y="52"/>
                    </a:cubicBezTo>
                    <a:cubicBezTo>
                      <a:pt x="303" y="52"/>
                      <a:pt x="302" y="52"/>
                      <a:pt x="302" y="52"/>
                    </a:cubicBezTo>
                    <a:cubicBezTo>
                      <a:pt x="299" y="51"/>
                      <a:pt x="298" y="51"/>
                      <a:pt x="298" y="51"/>
                    </a:cubicBezTo>
                    <a:cubicBezTo>
                      <a:pt x="298" y="51"/>
                      <a:pt x="296" y="50"/>
                      <a:pt x="294" y="50"/>
                    </a:cubicBezTo>
                    <a:cubicBezTo>
                      <a:pt x="291" y="49"/>
                      <a:pt x="288" y="49"/>
                      <a:pt x="283" y="48"/>
                    </a:cubicBezTo>
                    <a:cubicBezTo>
                      <a:pt x="281" y="48"/>
                      <a:pt x="279" y="47"/>
                      <a:pt x="276" y="47"/>
                    </a:cubicBezTo>
                    <a:cubicBezTo>
                      <a:pt x="276" y="43"/>
                      <a:pt x="275" y="39"/>
                      <a:pt x="274" y="36"/>
                    </a:cubicBezTo>
                    <a:cubicBezTo>
                      <a:pt x="272" y="27"/>
                      <a:pt x="270" y="18"/>
                      <a:pt x="268" y="11"/>
                    </a:cubicBezTo>
                    <a:cubicBezTo>
                      <a:pt x="266" y="4"/>
                      <a:pt x="265" y="0"/>
                      <a:pt x="265" y="0"/>
                    </a:cubicBezTo>
                    <a:cubicBezTo>
                      <a:pt x="265" y="0"/>
                      <a:pt x="264" y="0"/>
                      <a:pt x="263" y="0"/>
                    </a:cubicBezTo>
                    <a:cubicBezTo>
                      <a:pt x="263" y="0"/>
                      <a:pt x="262" y="0"/>
                      <a:pt x="260" y="0"/>
                    </a:cubicBezTo>
                    <a:cubicBezTo>
                      <a:pt x="258" y="0"/>
                      <a:pt x="255" y="0"/>
                      <a:pt x="251" y="0"/>
                    </a:cubicBezTo>
                    <a:cubicBezTo>
                      <a:pt x="248" y="0"/>
                      <a:pt x="244" y="0"/>
                      <a:pt x="242" y="0"/>
                    </a:cubicBezTo>
                    <a:cubicBezTo>
                      <a:pt x="241" y="0"/>
                      <a:pt x="240" y="0"/>
                      <a:pt x="239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38" y="0"/>
                      <a:pt x="236" y="4"/>
                      <a:pt x="234" y="11"/>
                    </a:cubicBezTo>
                    <a:cubicBezTo>
                      <a:pt x="232" y="18"/>
                      <a:pt x="230" y="27"/>
                      <a:pt x="228" y="36"/>
                    </a:cubicBezTo>
                    <a:cubicBezTo>
                      <a:pt x="227" y="39"/>
                      <a:pt x="227" y="43"/>
                      <a:pt x="226" y="47"/>
                    </a:cubicBezTo>
                    <a:cubicBezTo>
                      <a:pt x="224" y="47"/>
                      <a:pt x="221" y="48"/>
                      <a:pt x="219" y="48"/>
                    </a:cubicBezTo>
                    <a:cubicBezTo>
                      <a:pt x="215" y="49"/>
                      <a:pt x="211" y="49"/>
                      <a:pt x="209" y="50"/>
                    </a:cubicBezTo>
                    <a:cubicBezTo>
                      <a:pt x="206" y="50"/>
                      <a:pt x="205" y="51"/>
                      <a:pt x="205" y="51"/>
                    </a:cubicBezTo>
                    <a:cubicBezTo>
                      <a:pt x="205" y="51"/>
                      <a:pt x="203" y="51"/>
                      <a:pt x="201" y="52"/>
                    </a:cubicBezTo>
                    <a:cubicBezTo>
                      <a:pt x="200" y="52"/>
                      <a:pt x="199" y="52"/>
                      <a:pt x="199" y="52"/>
                    </a:cubicBezTo>
                    <a:cubicBezTo>
                      <a:pt x="198" y="52"/>
                      <a:pt x="197" y="52"/>
                      <a:pt x="196" y="53"/>
                    </a:cubicBezTo>
                    <a:cubicBezTo>
                      <a:pt x="195" y="53"/>
                      <a:pt x="193" y="54"/>
                      <a:pt x="191" y="54"/>
                    </a:cubicBezTo>
                    <a:cubicBezTo>
                      <a:pt x="188" y="55"/>
                      <a:pt x="186" y="56"/>
                      <a:pt x="184" y="56"/>
                    </a:cubicBezTo>
                    <a:cubicBezTo>
                      <a:pt x="182" y="53"/>
                      <a:pt x="179" y="50"/>
                      <a:pt x="177" y="47"/>
                    </a:cubicBezTo>
                    <a:cubicBezTo>
                      <a:pt x="174" y="44"/>
                      <a:pt x="171" y="40"/>
                      <a:pt x="169" y="37"/>
                    </a:cubicBezTo>
                    <a:cubicBezTo>
                      <a:pt x="166" y="34"/>
                      <a:pt x="163" y="30"/>
                      <a:pt x="161" y="28"/>
                    </a:cubicBezTo>
                    <a:cubicBezTo>
                      <a:pt x="156" y="23"/>
                      <a:pt x="153" y="19"/>
                      <a:pt x="153" y="19"/>
                    </a:cubicBezTo>
                    <a:cubicBezTo>
                      <a:pt x="153" y="19"/>
                      <a:pt x="153" y="19"/>
                      <a:pt x="152" y="20"/>
                    </a:cubicBezTo>
                    <a:cubicBezTo>
                      <a:pt x="151" y="20"/>
                      <a:pt x="150" y="20"/>
                      <a:pt x="149" y="21"/>
                    </a:cubicBezTo>
                    <a:cubicBezTo>
                      <a:pt x="147" y="22"/>
                      <a:pt x="144" y="23"/>
                      <a:pt x="141" y="25"/>
                    </a:cubicBezTo>
                    <a:cubicBezTo>
                      <a:pt x="138" y="26"/>
                      <a:pt x="135" y="28"/>
                      <a:pt x="132" y="29"/>
                    </a:cubicBezTo>
                    <a:cubicBezTo>
                      <a:pt x="131" y="30"/>
                      <a:pt x="130" y="30"/>
                      <a:pt x="130" y="31"/>
                    </a:cubicBezTo>
                    <a:cubicBezTo>
                      <a:pt x="129" y="31"/>
                      <a:pt x="129" y="31"/>
                      <a:pt x="129" y="31"/>
                    </a:cubicBezTo>
                    <a:cubicBezTo>
                      <a:pt x="129" y="31"/>
                      <a:pt x="129" y="36"/>
                      <a:pt x="130" y="43"/>
                    </a:cubicBezTo>
                    <a:cubicBezTo>
                      <a:pt x="131" y="46"/>
                      <a:pt x="132" y="50"/>
                      <a:pt x="133" y="54"/>
                    </a:cubicBezTo>
                    <a:cubicBezTo>
                      <a:pt x="134" y="58"/>
                      <a:pt x="135" y="63"/>
                      <a:pt x="136" y="67"/>
                    </a:cubicBezTo>
                    <a:cubicBezTo>
                      <a:pt x="137" y="71"/>
                      <a:pt x="138" y="75"/>
                      <a:pt x="139" y="78"/>
                    </a:cubicBezTo>
                    <a:cubicBezTo>
                      <a:pt x="136" y="80"/>
                      <a:pt x="135" y="81"/>
                      <a:pt x="133" y="82"/>
                    </a:cubicBezTo>
                    <a:cubicBezTo>
                      <a:pt x="129" y="85"/>
                      <a:pt x="126" y="87"/>
                      <a:pt x="124" y="88"/>
                    </a:cubicBezTo>
                    <a:cubicBezTo>
                      <a:pt x="122" y="90"/>
                      <a:pt x="121" y="91"/>
                      <a:pt x="121" y="91"/>
                    </a:cubicBezTo>
                    <a:cubicBezTo>
                      <a:pt x="121" y="91"/>
                      <a:pt x="121" y="91"/>
                      <a:pt x="120" y="92"/>
                    </a:cubicBezTo>
                    <a:cubicBezTo>
                      <a:pt x="120" y="92"/>
                      <a:pt x="119" y="93"/>
                      <a:pt x="118" y="93"/>
                    </a:cubicBezTo>
                    <a:cubicBezTo>
                      <a:pt x="116" y="95"/>
                      <a:pt x="113" y="97"/>
                      <a:pt x="110" y="100"/>
                    </a:cubicBezTo>
                    <a:cubicBezTo>
                      <a:pt x="108" y="102"/>
                      <a:pt x="107" y="104"/>
                      <a:pt x="105" y="105"/>
                    </a:cubicBezTo>
                    <a:cubicBezTo>
                      <a:pt x="102" y="103"/>
                      <a:pt x="98" y="102"/>
                      <a:pt x="95" y="100"/>
                    </a:cubicBezTo>
                    <a:cubicBezTo>
                      <a:pt x="86" y="96"/>
                      <a:pt x="78" y="92"/>
                      <a:pt x="72" y="89"/>
                    </a:cubicBezTo>
                    <a:cubicBezTo>
                      <a:pt x="68" y="88"/>
                      <a:pt x="66" y="87"/>
                      <a:pt x="64" y="86"/>
                    </a:cubicBezTo>
                    <a:cubicBezTo>
                      <a:pt x="62" y="86"/>
                      <a:pt x="61" y="85"/>
                      <a:pt x="61" y="85"/>
                    </a:cubicBezTo>
                    <a:cubicBezTo>
                      <a:pt x="61" y="85"/>
                      <a:pt x="60" y="86"/>
                      <a:pt x="58" y="88"/>
                    </a:cubicBezTo>
                    <a:cubicBezTo>
                      <a:pt x="57" y="89"/>
                      <a:pt x="56" y="90"/>
                      <a:pt x="55" y="92"/>
                    </a:cubicBezTo>
                    <a:cubicBezTo>
                      <a:pt x="54" y="93"/>
                      <a:pt x="53" y="94"/>
                      <a:pt x="52" y="95"/>
                    </a:cubicBezTo>
                    <a:cubicBezTo>
                      <a:pt x="50" y="98"/>
                      <a:pt x="48" y="101"/>
                      <a:pt x="47" y="103"/>
                    </a:cubicBezTo>
                    <a:cubicBezTo>
                      <a:pt x="45" y="105"/>
                      <a:pt x="44" y="106"/>
                      <a:pt x="44" y="106"/>
                    </a:cubicBezTo>
                    <a:cubicBezTo>
                      <a:pt x="44" y="106"/>
                      <a:pt x="47" y="110"/>
                      <a:pt x="51" y="116"/>
                    </a:cubicBezTo>
                    <a:cubicBezTo>
                      <a:pt x="55" y="121"/>
                      <a:pt x="60" y="129"/>
                      <a:pt x="66" y="136"/>
                    </a:cubicBezTo>
                    <a:cubicBezTo>
                      <a:pt x="68" y="139"/>
                      <a:pt x="71" y="142"/>
                      <a:pt x="73" y="145"/>
                    </a:cubicBezTo>
                    <a:cubicBezTo>
                      <a:pt x="73" y="146"/>
                      <a:pt x="72" y="147"/>
                      <a:pt x="72" y="148"/>
                    </a:cubicBezTo>
                    <a:cubicBezTo>
                      <a:pt x="71" y="149"/>
                      <a:pt x="70" y="150"/>
                      <a:pt x="70" y="151"/>
                    </a:cubicBezTo>
                    <a:cubicBezTo>
                      <a:pt x="68" y="154"/>
                      <a:pt x="66" y="158"/>
                      <a:pt x="65" y="160"/>
                    </a:cubicBezTo>
                    <a:cubicBezTo>
                      <a:pt x="64" y="162"/>
                      <a:pt x="63" y="164"/>
                      <a:pt x="63" y="164"/>
                    </a:cubicBezTo>
                    <a:cubicBezTo>
                      <a:pt x="63" y="164"/>
                      <a:pt x="62" y="165"/>
                      <a:pt x="61" y="167"/>
                    </a:cubicBezTo>
                    <a:cubicBezTo>
                      <a:pt x="60" y="170"/>
                      <a:pt x="59" y="173"/>
                      <a:pt x="57" y="177"/>
                    </a:cubicBezTo>
                    <a:cubicBezTo>
                      <a:pt x="56" y="179"/>
                      <a:pt x="55" y="181"/>
                      <a:pt x="55" y="183"/>
                    </a:cubicBezTo>
                    <a:cubicBezTo>
                      <a:pt x="51" y="183"/>
                      <a:pt x="47" y="183"/>
                      <a:pt x="43" y="183"/>
                    </a:cubicBezTo>
                    <a:cubicBezTo>
                      <a:pt x="39" y="183"/>
                      <a:pt x="34" y="183"/>
                      <a:pt x="30" y="183"/>
                    </a:cubicBezTo>
                    <a:cubicBezTo>
                      <a:pt x="28" y="183"/>
                      <a:pt x="25" y="183"/>
                      <a:pt x="23" y="183"/>
                    </a:cubicBezTo>
                    <a:cubicBezTo>
                      <a:pt x="22" y="183"/>
                      <a:pt x="20" y="184"/>
                      <a:pt x="18" y="184"/>
                    </a:cubicBezTo>
                    <a:cubicBezTo>
                      <a:pt x="11" y="184"/>
                      <a:pt x="6" y="184"/>
                      <a:pt x="6" y="184"/>
                    </a:cubicBezTo>
                    <a:cubicBezTo>
                      <a:pt x="6" y="184"/>
                      <a:pt x="6" y="186"/>
                      <a:pt x="5" y="188"/>
                    </a:cubicBezTo>
                    <a:cubicBezTo>
                      <a:pt x="5" y="189"/>
                      <a:pt x="5" y="190"/>
                      <a:pt x="5" y="190"/>
                    </a:cubicBezTo>
                    <a:cubicBezTo>
                      <a:pt x="5" y="191"/>
                      <a:pt x="4" y="192"/>
                      <a:pt x="4" y="193"/>
                    </a:cubicBezTo>
                    <a:cubicBezTo>
                      <a:pt x="4" y="194"/>
                      <a:pt x="3" y="196"/>
                      <a:pt x="3" y="198"/>
                    </a:cubicBezTo>
                    <a:cubicBezTo>
                      <a:pt x="3" y="199"/>
                      <a:pt x="2" y="201"/>
                      <a:pt x="2" y="202"/>
                    </a:cubicBezTo>
                    <a:cubicBezTo>
                      <a:pt x="2" y="204"/>
                      <a:pt x="1" y="205"/>
                      <a:pt x="1" y="207"/>
                    </a:cubicBezTo>
                    <a:cubicBezTo>
                      <a:pt x="1" y="209"/>
                      <a:pt x="0" y="211"/>
                      <a:pt x="0" y="211"/>
                    </a:cubicBezTo>
                    <a:cubicBezTo>
                      <a:pt x="0" y="211"/>
                      <a:pt x="4" y="213"/>
                      <a:pt x="10" y="217"/>
                    </a:cubicBezTo>
                    <a:cubicBezTo>
                      <a:pt x="17" y="220"/>
                      <a:pt x="25" y="224"/>
                      <a:pt x="33" y="228"/>
                    </a:cubicBezTo>
                    <a:cubicBezTo>
                      <a:pt x="37" y="230"/>
                      <a:pt x="40" y="231"/>
                      <a:pt x="43" y="233"/>
                    </a:cubicBezTo>
                    <a:cubicBezTo>
                      <a:pt x="43" y="235"/>
                      <a:pt x="43" y="237"/>
                      <a:pt x="43" y="239"/>
                    </a:cubicBezTo>
                    <a:cubicBezTo>
                      <a:pt x="43" y="244"/>
                      <a:pt x="43" y="248"/>
                      <a:pt x="42" y="250"/>
                    </a:cubicBezTo>
                    <a:cubicBezTo>
                      <a:pt x="42" y="253"/>
                      <a:pt x="42" y="254"/>
                      <a:pt x="42" y="254"/>
                    </a:cubicBezTo>
                    <a:cubicBezTo>
                      <a:pt x="42" y="254"/>
                      <a:pt x="42" y="256"/>
                      <a:pt x="42" y="258"/>
                    </a:cubicBezTo>
                    <a:cubicBezTo>
                      <a:pt x="43" y="261"/>
                      <a:pt x="43" y="264"/>
                      <a:pt x="43" y="269"/>
                    </a:cubicBezTo>
                    <a:cubicBezTo>
                      <a:pt x="43" y="271"/>
                      <a:pt x="43" y="273"/>
                      <a:pt x="43" y="276"/>
                    </a:cubicBezTo>
                    <a:cubicBezTo>
                      <a:pt x="40" y="277"/>
                      <a:pt x="37" y="279"/>
                      <a:pt x="33" y="280"/>
                    </a:cubicBezTo>
                    <a:cubicBezTo>
                      <a:pt x="25" y="284"/>
                      <a:pt x="17" y="288"/>
                      <a:pt x="10" y="292"/>
                    </a:cubicBezTo>
                    <a:cubicBezTo>
                      <a:pt x="4" y="295"/>
                      <a:pt x="0" y="297"/>
                      <a:pt x="0" y="297"/>
                    </a:cubicBezTo>
                    <a:cubicBezTo>
                      <a:pt x="0" y="297"/>
                      <a:pt x="1" y="299"/>
                      <a:pt x="1" y="302"/>
                    </a:cubicBezTo>
                    <a:cubicBezTo>
                      <a:pt x="1" y="303"/>
                      <a:pt x="2" y="304"/>
                      <a:pt x="2" y="306"/>
                    </a:cubicBezTo>
                    <a:cubicBezTo>
                      <a:pt x="2" y="307"/>
                      <a:pt x="3" y="309"/>
                      <a:pt x="3" y="311"/>
                    </a:cubicBezTo>
                    <a:cubicBezTo>
                      <a:pt x="3" y="312"/>
                      <a:pt x="4" y="314"/>
                      <a:pt x="4" y="316"/>
                    </a:cubicBezTo>
                    <a:cubicBezTo>
                      <a:pt x="4" y="316"/>
                      <a:pt x="5" y="317"/>
                      <a:pt x="5" y="318"/>
                    </a:cubicBezTo>
                    <a:cubicBezTo>
                      <a:pt x="5" y="318"/>
                      <a:pt x="5" y="319"/>
                      <a:pt x="5" y="320"/>
                    </a:cubicBezTo>
                    <a:cubicBezTo>
                      <a:pt x="6" y="322"/>
                      <a:pt x="6" y="324"/>
                      <a:pt x="6" y="324"/>
                    </a:cubicBezTo>
                    <a:cubicBezTo>
                      <a:pt x="6" y="324"/>
                      <a:pt x="11" y="324"/>
                      <a:pt x="18" y="325"/>
                    </a:cubicBezTo>
                    <a:cubicBezTo>
                      <a:pt x="20" y="325"/>
                      <a:pt x="22" y="325"/>
                      <a:pt x="23" y="325"/>
                    </a:cubicBezTo>
                    <a:cubicBezTo>
                      <a:pt x="25" y="325"/>
                      <a:pt x="28" y="325"/>
                      <a:pt x="30" y="325"/>
                    </a:cubicBezTo>
                    <a:cubicBezTo>
                      <a:pt x="34" y="325"/>
                      <a:pt x="39" y="325"/>
                      <a:pt x="43" y="325"/>
                    </a:cubicBezTo>
                    <a:cubicBezTo>
                      <a:pt x="47" y="325"/>
                      <a:pt x="51" y="325"/>
                      <a:pt x="55" y="325"/>
                    </a:cubicBezTo>
                    <a:cubicBezTo>
                      <a:pt x="55" y="327"/>
                      <a:pt x="56" y="329"/>
                      <a:pt x="57" y="331"/>
                    </a:cubicBezTo>
                    <a:cubicBezTo>
                      <a:pt x="59" y="335"/>
                      <a:pt x="60" y="339"/>
                      <a:pt x="61" y="341"/>
                    </a:cubicBezTo>
                    <a:cubicBezTo>
                      <a:pt x="62" y="343"/>
                      <a:pt x="63" y="345"/>
                      <a:pt x="63" y="345"/>
                    </a:cubicBezTo>
                    <a:cubicBezTo>
                      <a:pt x="63" y="345"/>
                      <a:pt x="64" y="346"/>
                      <a:pt x="65" y="348"/>
                    </a:cubicBezTo>
                    <a:cubicBezTo>
                      <a:pt x="66" y="351"/>
                      <a:pt x="68" y="354"/>
                      <a:pt x="70" y="358"/>
                    </a:cubicBezTo>
                    <a:cubicBezTo>
                      <a:pt x="70" y="359"/>
                      <a:pt x="71" y="360"/>
                      <a:pt x="72" y="361"/>
                    </a:cubicBezTo>
                    <a:cubicBezTo>
                      <a:pt x="72" y="362"/>
                      <a:pt x="73" y="363"/>
                      <a:pt x="73" y="364"/>
                    </a:cubicBezTo>
                    <a:cubicBezTo>
                      <a:pt x="71" y="366"/>
                      <a:pt x="68" y="369"/>
                      <a:pt x="66" y="372"/>
                    </a:cubicBezTo>
                    <a:cubicBezTo>
                      <a:pt x="60" y="379"/>
                      <a:pt x="55" y="387"/>
                      <a:pt x="51" y="392"/>
                    </a:cubicBezTo>
                    <a:cubicBezTo>
                      <a:pt x="47" y="398"/>
                      <a:pt x="44" y="402"/>
                      <a:pt x="44" y="402"/>
                    </a:cubicBezTo>
                    <a:cubicBezTo>
                      <a:pt x="44" y="402"/>
                      <a:pt x="45" y="403"/>
                      <a:pt x="47" y="405"/>
                    </a:cubicBezTo>
                    <a:cubicBezTo>
                      <a:pt x="48" y="407"/>
                      <a:pt x="50" y="410"/>
                      <a:pt x="52" y="413"/>
                    </a:cubicBezTo>
                    <a:cubicBezTo>
                      <a:pt x="53" y="414"/>
                      <a:pt x="54" y="415"/>
                      <a:pt x="55" y="417"/>
                    </a:cubicBezTo>
                    <a:cubicBezTo>
                      <a:pt x="56" y="418"/>
                      <a:pt x="57" y="419"/>
                      <a:pt x="58" y="420"/>
                    </a:cubicBezTo>
                    <a:cubicBezTo>
                      <a:pt x="60" y="422"/>
                      <a:pt x="61" y="423"/>
                      <a:pt x="61" y="423"/>
                    </a:cubicBezTo>
                    <a:cubicBezTo>
                      <a:pt x="61" y="423"/>
                      <a:pt x="62" y="423"/>
                      <a:pt x="64" y="422"/>
                    </a:cubicBezTo>
                    <a:cubicBezTo>
                      <a:pt x="66" y="421"/>
                      <a:pt x="68" y="420"/>
                      <a:pt x="72" y="419"/>
                    </a:cubicBezTo>
                    <a:cubicBezTo>
                      <a:pt x="78" y="416"/>
                      <a:pt x="86" y="412"/>
                      <a:pt x="95" y="408"/>
                    </a:cubicBezTo>
                    <a:cubicBezTo>
                      <a:pt x="98" y="407"/>
                      <a:pt x="102" y="405"/>
                      <a:pt x="105" y="403"/>
                    </a:cubicBezTo>
                    <a:cubicBezTo>
                      <a:pt x="107" y="405"/>
                      <a:pt x="108" y="406"/>
                      <a:pt x="110" y="408"/>
                    </a:cubicBezTo>
                    <a:cubicBezTo>
                      <a:pt x="113" y="411"/>
                      <a:pt x="116" y="413"/>
                      <a:pt x="118" y="415"/>
                    </a:cubicBezTo>
                    <a:cubicBezTo>
                      <a:pt x="119" y="416"/>
                      <a:pt x="120" y="416"/>
                      <a:pt x="120" y="417"/>
                    </a:cubicBezTo>
                    <a:cubicBezTo>
                      <a:pt x="121" y="417"/>
                      <a:pt x="121" y="417"/>
                      <a:pt x="121" y="417"/>
                    </a:cubicBezTo>
                    <a:cubicBezTo>
                      <a:pt x="121" y="417"/>
                      <a:pt x="122" y="418"/>
                      <a:pt x="124" y="420"/>
                    </a:cubicBezTo>
                    <a:cubicBezTo>
                      <a:pt x="126" y="421"/>
                      <a:pt x="129" y="423"/>
                      <a:pt x="133" y="426"/>
                    </a:cubicBezTo>
                    <a:cubicBezTo>
                      <a:pt x="135" y="427"/>
                      <a:pt x="136" y="429"/>
                      <a:pt x="139" y="430"/>
                    </a:cubicBezTo>
                    <a:cubicBezTo>
                      <a:pt x="138" y="433"/>
                      <a:pt x="137" y="437"/>
                      <a:pt x="136" y="441"/>
                    </a:cubicBezTo>
                    <a:cubicBezTo>
                      <a:pt x="135" y="446"/>
                      <a:pt x="134" y="450"/>
                      <a:pt x="133" y="454"/>
                    </a:cubicBezTo>
                    <a:cubicBezTo>
                      <a:pt x="132" y="458"/>
                      <a:pt x="131" y="462"/>
                      <a:pt x="130" y="466"/>
                    </a:cubicBezTo>
                    <a:cubicBezTo>
                      <a:pt x="129" y="473"/>
                      <a:pt x="129" y="477"/>
                      <a:pt x="129" y="477"/>
                    </a:cubicBezTo>
                    <a:cubicBezTo>
                      <a:pt x="129" y="477"/>
                      <a:pt x="129" y="477"/>
                      <a:pt x="130" y="478"/>
                    </a:cubicBezTo>
                    <a:cubicBezTo>
                      <a:pt x="130" y="478"/>
                      <a:pt x="131" y="479"/>
                      <a:pt x="132" y="479"/>
                    </a:cubicBezTo>
                    <a:cubicBezTo>
                      <a:pt x="135" y="480"/>
                      <a:pt x="138" y="482"/>
                      <a:pt x="141" y="483"/>
                    </a:cubicBezTo>
                    <a:cubicBezTo>
                      <a:pt x="144" y="485"/>
                      <a:pt x="147" y="486"/>
                      <a:pt x="149" y="487"/>
                    </a:cubicBezTo>
                    <a:cubicBezTo>
                      <a:pt x="150" y="488"/>
                      <a:pt x="151" y="488"/>
                      <a:pt x="152" y="489"/>
                    </a:cubicBezTo>
                    <a:cubicBezTo>
                      <a:pt x="153" y="489"/>
                      <a:pt x="153" y="489"/>
                      <a:pt x="153" y="489"/>
                    </a:cubicBezTo>
                    <a:cubicBezTo>
                      <a:pt x="153" y="489"/>
                      <a:pt x="156" y="486"/>
                      <a:pt x="161" y="480"/>
                    </a:cubicBezTo>
                    <a:cubicBezTo>
                      <a:pt x="163" y="478"/>
                      <a:pt x="166" y="475"/>
                      <a:pt x="169" y="471"/>
                    </a:cubicBezTo>
                    <a:cubicBezTo>
                      <a:pt x="171" y="468"/>
                      <a:pt x="174" y="465"/>
                      <a:pt x="177" y="461"/>
                    </a:cubicBezTo>
                    <a:cubicBezTo>
                      <a:pt x="179" y="458"/>
                      <a:pt x="182" y="455"/>
                      <a:pt x="184" y="452"/>
                    </a:cubicBezTo>
                    <a:cubicBezTo>
                      <a:pt x="186" y="453"/>
                      <a:pt x="188" y="453"/>
                      <a:pt x="191" y="454"/>
                    </a:cubicBezTo>
                    <a:cubicBezTo>
                      <a:pt x="193" y="455"/>
                      <a:pt x="195" y="455"/>
                      <a:pt x="196" y="456"/>
                    </a:cubicBezTo>
                    <a:cubicBezTo>
                      <a:pt x="197" y="456"/>
                      <a:pt x="198" y="456"/>
                      <a:pt x="199" y="456"/>
                    </a:cubicBezTo>
                    <a:cubicBezTo>
                      <a:pt x="199" y="456"/>
                      <a:pt x="200" y="457"/>
                      <a:pt x="201" y="457"/>
                    </a:cubicBezTo>
                    <a:cubicBezTo>
                      <a:pt x="203" y="457"/>
                      <a:pt x="205" y="458"/>
                      <a:pt x="205" y="458"/>
                    </a:cubicBezTo>
                    <a:cubicBezTo>
                      <a:pt x="205" y="458"/>
                      <a:pt x="206" y="458"/>
                      <a:pt x="209" y="459"/>
                    </a:cubicBezTo>
                    <a:cubicBezTo>
                      <a:pt x="211" y="459"/>
                      <a:pt x="215" y="460"/>
                      <a:pt x="219" y="460"/>
                    </a:cubicBezTo>
                    <a:cubicBezTo>
                      <a:pt x="221" y="461"/>
                      <a:pt x="224" y="461"/>
                      <a:pt x="226" y="461"/>
                    </a:cubicBezTo>
                    <a:cubicBezTo>
                      <a:pt x="227" y="465"/>
                      <a:pt x="227" y="469"/>
                      <a:pt x="228" y="473"/>
                    </a:cubicBezTo>
                    <a:cubicBezTo>
                      <a:pt x="230" y="482"/>
                      <a:pt x="232" y="490"/>
                      <a:pt x="234" y="497"/>
                    </a:cubicBezTo>
                    <a:cubicBezTo>
                      <a:pt x="236" y="504"/>
                      <a:pt x="238" y="508"/>
                      <a:pt x="238" y="508"/>
                    </a:cubicBezTo>
                    <a:cubicBezTo>
                      <a:pt x="238" y="508"/>
                      <a:pt x="238" y="508"/>
                      <a:pt x="239" y="508"/>
                    </a:cubicBezTo>
                    <a:cubicBezTo>
                      <a:pt x="240" y="508"/>
                      <a:pt x="241" y="508"/>
                      <a:pt x="242" y="508"/>
                    </a:cubicBezTo>
                    <a:cubicBezTo>
                      <a:pt x="244" y="508"/>
                      <a:pt x="248" y="508"/>
                      <a:pt x="251" y="509"/>
                    </a:cubicBezTo>
                    <a:cubicBezTo>
                      <a:pt x="255" y="508"/>
                      <a:pt x="258" y="508"/>
                      <a:pt x="260" y="508"/>
                    </a:cubicBezTo>
                    <a:cubicBezTo>
                      <a:pt x="262" y="508"/>
                      <a:pt x="263" y="508"/>
                      <a:pt x="263" y="508"/>
                    </a:cubicBezTo>
                    <a:cubicBezTo>
                      <a:pt x="264" y="508"/>
                      <a:pt x="265" y="508"/>
                      <a:pt x="265" y="508"/>
                    </a:cubicBezTo>
                    <a:cubicBezTo>
                      <a:pt x="265" y="508"/>
                      <a:pt x="266" y="504"/>
                      <a:pt x="268" y="497"/>
                    </a:cubicBezTo>
                    <a:cubicBezTo>
                      <a:pt x="270" y="490"/>
                      <a:pt x="272" y="482"/>
                      <a:pt x="274" y="473"/>
                    </a:cubicBezTo>
                    <a:cubicBezTo>
                      <a:pt x="275" y="469"/>
                      <a:pt x="276" y="465"/>
                      <a:pt x="276" y="461"/>
                    </a:cubicBezTo>
                    <a:cubicBezTo>
                      <a:pt x="279" y="461"/>
                      <a:pt x="281" y="461"/>
                      <a:pt x="283" y="460"/>
                    </a:cubicBezTo>
                    <a:cubicBezTo>
                      <a:pt x="288" y="460"/>
                      <a:pt x="291" y="459"/>
                      <a:pt x="294" y="459"/>
                    </a:cubicBezTo>
                    <a:cubicBezTo>
                      <a:pt x="296" y="458"/>
                      <a:pt x="298" y="458"/>
                      <a:pt x="298" y="458"/>
                    </a:cubicBezTo>
                    <a:cubicBezTo>
                      <a:pt x="298" y="458"/>
                      <a:pt x="299" y="457"/>
                      <a:pt x="302" y="457"/>
                    </a:cubicBezTo>
                    <a:cubicBezTo>
                      <a:pt x="302" y="457"/>
                      <a:pt x="303" y="456"/>
                      <a:pt x="304" y="456"/>
                    </a:cubicBezTo>
                    <a:cubicBezTo>
                      <a:pt x="304" y="456"/>
                      <a:pt x="305" y="456"/>
                      <a:pt x="306" y="456"/>
                    </a:cubicBezTo>
                    <a:cubicBezTo>
                      <a:pt x="308" y="455"/>
                      <a:pt x="310" y="455"/>
                      <a:pt x="312" y="454"/>
                    </a:cubicBezTo>
                    <a:cubicBezTo>
                      <a:pt x="314" y="453"/>
                      <a:pt x="316" y="453"/>
                      <a:pt x="318" y="452"/>
                    </a:cubicBezTo>
                    <a:cubicBezTo>
                      <a:pt x="321" y="455"/>
                      <a:pt x="323" y="458"/>
                      <a:pt x="325" y="461"/>
                    </a:cubicBezTo>
                    <a:cubicBezTo>
                      <a:pt x="328" y="465"/>
                      <a:pt x="331" y="468"/>
                      <a:pt x="334" y="471"/>
                    </a:cubicBezTo>
                    <a:cubicBezTo>
                      <a:pt x="336" y="475"/>
                      <a:pt x="339" y="478"/>
                      <a:pt x="341" y="480"/>
                    </a:cubicBezTo>
                    <a:cubicBezTo>
                      <a:pt x="346" y="486"/>
                      <a:pt x="349" y="489"/>
                      <a:pt x="349" y="489"/>
                    </a:cubicBezTo>
                    <a:cubicBezTo>
                      <a:pt x="349" y="489"/>
                      <a:pt x="350" y="489"/>
                      <a:pt x="350" y="489"/>
                    </a:cubicBezTo>
                    <a:cubicBezTo>
                      <a:pt x="351" y="488"/>
                      <a:pt x="352" y="488"/>
                      <a:pt x="353" y="487"/>
                    </a:cubicBezTo>
                    <a:cubicBezTo>
                      <a:pt x="355" y="486"/>
                      <a:pt x="358" y="485"/>
                      <a:pt x="362" y="483"/>
                    </a:cubicBezTo>
                    <a:cubicBezTo>
                      <a:pt x="365" y="482"/>
                      <a:pt x="368" y="480"/>
                      <a:pt x="370" y="479"/>
                    </a:cubicBezTo>
                    <a:cubicBezTo>
                      <a:pt x="371" y="479"/>
                      <a:pt x="372" y="478"/>
                      <a:pt x="373" y="478"/>
                    </a:cubicBezTo>
                    <a:cubicBezTo>
                      <a:pt x="373" y="477"/>
                      <a:pt x="374" y="477"/>
                      <a:pt x="374" y="477"/>
                    </a:cubicBezTo>
                    <a:cubicBezTo>
                      <a:pt x="374" y="477"/>
                      <a:pt x="373" y="473"/>
                      <a:pt x="372" y="466"/>
                    </a:cubicBezTo>
                    <a:cubicBezTo>
                      <a:pt x="371" y="462"/>
                      <a:pt x="370" y="458"/>
                      <a:pt x="370" y="454"/>
                    </a:cubicBezTo>
                    <a:cubicBezTo>
                      <a:pt x="369" y="450"/>
                      <a:pt x="368" y="446"/>
                      <a:pt x="367" y="441"/>
                    </a:cubicBezTo>
                    <a:cubicBezTo>
                      <a:pt x="366" y="437"/>
                      <a:pt x="365" y="433"/>
                      <a:pt x="364" y="430"/>
                    </a:cubicBezTo>
                    <a:cubicBezTo>
                      <a:pt x="366" y="429"/>
                      <a:pt x="368" y="427"/>
                      <a:pt x="370" y="426"/>
                    </a:cubicBezTo>
                    <a:cubicBezTo>
                      <a:pt x="373" y="423"/>
                      <a:pt x="376" y="421"/>
                      <a:pt x="378" y="420"/>
                    </a:cubicBezTo>
                    <a:cubicBezTo>
                      <a:pt x="380" y="418"/>
                      <a:pt x="381" y="417"/>
                      <a:pt x="381" y="417"/>
                    </a:cubicBezTo>
                    <a:cubicBezTo>
                      <a:pt x="381" y="417"/>
                      <a:pt x="382" y="417"/>
                      <a:pt x="382" y="417"/>
                    </a:cubicBezTo>
                    <a:cubicBezTo>
                      <a:pt x="383" y="416"/>
                      <a:pt x="383" y="416"/>
                      <a:pt x="384" y="415"/>
                    </a:cubicBezTo>
                    <a:cubicBezTo>
                      <a:pt x="386" y="413"/>
                      <a:pt x="389" y="411"/>
                      <a:pt x="392" y="408"/>
                    </a:cubicBezTo>
                    <a:cubicBezTo>
                      <a:pt x="394" y="406"/>
                      <a:pt x="396" y="405"/>
                      <a:pt x="397" y="403"/>
                    </a:cubicBezTo>
                    <a:cubicBezTo>
                      <a:pt x="401" y="405"/>
                      <a:pt x="404" y="407"/>
                      <a:pt x="408" y="408"/>
                    </a:cubicBezTo>
                    <a:cubicBezTo>
                      <a:pt x="416" y="412"/>
                      <a:pt x="424" y="416"/>
                      <a:pt x="431" y="419"/>
                    </a:cubicBezTo>
                    <a:cubicBezTo>
                      <a:pt x="434" y="420"/>
                      <a:pt x="436" y="421"/>
                      <a:pt x="438" y="422"/>
                    </a:cubicBezTo>
                    <a:cubicBezTo>
                      <a:pt x="440" y="423"/>
                      <a:pt x="441" y="423"/>
                      <a:pt x="441" y="423"/>
                    </a:cubicBezTo>
                    <a:cubicBezTo>
                      <a:pt x="441" y="423"/>
                      <a:pt x="442" y="422"/>
                      <a:pt x="444" y="420"/>
                    </a:cubicBezTo>
                    <a:cubicBezTo>
                      <a:pt x="445" y="419"/>
                      <a:pt x="446" y="418"/>
                      <a:pt x="447" y="417"/>
                    </a:cubicBezTo>
                    <a:cubicBezTo>
                      <a:pt x="448" y="415"/>
                      <a:pt x="449" y="414"/>
                      <a:pt x="450" y="413"/>
                    </a:cubicBezTo>
                    <a:cubicBezTo>
                      <a:pt x="452" y="410"/>
                      <a:pt x="454" y="407"/>
                      <a:pt x="456" y="405"/>
                    </a:cubicBezTo>
                    <a:cubicBezTo>
                      <a:pt x="457" y="403"/>
                      <a:pt x="458" y="402"/>
                      <a:pt x="458" y="402"/>
                    </a:cubicBezTo>
                    <a:cubicBezTo>
                      <a:pt x="458" y="402"/>
                      <a:pt x="456" y="398"/>
                      <a:pt x="452" y="392"/>
                    </a:cubicBezTo>
                    <a:cubicBezTo>
                      <a:pt x="448" y="387"/>
                      <a:pt x="442" y="379"/>
                      <a:pt x="436" y="372"/>
                    </a:cubicBezTo>
                    <a:cubicBezTo>
                      <a:pt x="434" y="369"/>
                      <a:pt x="431" y="366"/>
                      <a:pt x="429" y="364"/>
                    </a:cubicBezTo>
                    <a:cubicBezTo>
                      <a:pt x="430" y="363"/>
                      <a:pt x="430" y="362"/>
                      <a:pt x="431" y="361"/>
                    </a:cubicBezTo>
                    <a:cubicBezTo>
                      <a:pt x="431" y="360"/>
                      <a:pt x="432" y="359"/>
                      <a:pt x="432" y="358"/>
                    </a:cubicBezTo>
                    <a:cubicBezTo>
                      <a:pt x="435" y="354"/>
                      <a:pt x="436" y="351"/>
                      <a:pt x="437" y="348"/>
                    </a:cubicBezTo>
                    <a:cubicBezTo>
                      <a:pt x="439" y="346"/>
                      <a:pt x="439" y="345"/>
                      <a:pt x="439" y="345"/>
                    </a:cubicBezTo>
                    <a:cubicBezTo>
                      <a:pt x="439" y="345"/>
                      <a:pt x="440" y="343"/>
                      <a:pt x="441" y="341"/>
                    </a:cubicBezTo>
                    <a:cubicBezTo>
                      <a:pt x="442" y="339"/>
                      <a:pt x="444" y="335"/>
                      <a:pt x="445" y="331"/>
                    </a:cubicBezTo>
                    <a:cubicBezTo>
                      <a:pt x="446" y="329"/>
                      <a:pt x="447" y="327"/>
                      <a:pt x="448" y="325"/>
                    </a:cubicBezTo>
                    <a:cubicBezTo>
                      <a:pt x="451" y="325"/>
                      <a:pt x="455" y="325"/>
                      <a:pt x="459" y="325"/>
                    </a:cubicBezTo>
                    <a:cubicBezTo>
                      <a:pt x="464" y="325"/>
                      <a:pt x="468" y="325"/>
                      <a:pt x="473" y="325"/>
                    </a:cubicBezTo>
                    <a:cubicBezTo>
                      <a:pt x="475" y="325"/>
                      <a:pt x="477" y="325"/>
                      <a:pt x="479" y="325"/>
                    </a:cubicBezTo>
                    <a:cubicBezTo>
                      <a:pt x="481" y="325"/>
                      <a:pt x="483" y="325"/>
                      <a:pt x="484" y="325"/>
                    </a:cubicBezTo>
                    <a:cubicBezTo>
                      <a:pt x="491" y="324"/>
                      <a:pt x="496" y="324"/>
                      <a:pt x="496" y="324"/>
                    </a:cubicBezTo>
                    <a:cubicBezTo>
                      <a:pt x="496" y="324"/>
                      <a:pt x="496" y="322"/>
                      <a:pt x="497" y="320"/>
                    </a:cubicBezTo>
                    <a:cubicBezTo>
                      <a:pt x="497" y="319"/>
                      <a:pt x="497" y="318"/>
                      <a:pt x="498" y="318"/>
                    </a:cubicBezTo>
                    <a:cubicBezTo>
                      <a:pt x="498" y="317"/>
                      <a:pt x="498" y="316"/>
                      <a:pt x="498" y="316"/>
                    </a:cubicBezTo>
                    <a:cubicBezTo>
                      <a:pt x="498" y="314"/>
                      <a:pt x="499" y="312"/>
                      <a:pt x="499" y="311"/>
                    </a:cubicBezTo>
                    <a:cubicBezTo>
                      <a:pt x="500" y="309"/>
                      <a:pt x="500" y="307"/>
                      <a:pt x="500" y="306"/>
                    </a:cubicBezTo>
                    <a:cubicBezTo>
                      <a:pt x="501" y="304"/>
                      <a:pt x="501" y="303"/>
                      <a:pt x="501" y="302"/>
                    </a:cubicBezTo>
                    <a:cubicBezTo>
                      <a:pt x="502" y="299"/>
                      <a:pt x="502" y="297"/>
                      <a:pt x="502" y="297"/>
                    </a:cubicBezTo>
                    <a:cubicBezTo>
                      <a:pt x="502" y="297"/>
                      <a:pt x="498" y="295"/>
                      <a:pt x="492" y="292"/>
                    </a:cubicBezTo>
                    <a:cubicBezTo>
                      <a:pt x="486" y="288"/>
                      <a:pt x="477" y="284"/>
                      <a:pt x="469" y="280"/>
                    </a:cubicBezTo>
                    <a:close/>
                    <a:moveTo>
                      <a:pt x="251" y="408"/>
                    </a:moveTo>
                    <a:cubicBezTo>
                      <a:pt x="166" y="408"/>
                      <a:pt x="98" y="339"/>
                      <a:pt x="98" y="254"/>
                    </a:cubicBezTo>
                    <a:cubicBezTo>
                      <a:pt x="98" y="169"/>
                      <a:pt x="166" y="101"/>
                      <a:pt x="251" y="101"/>
                    </a:cubicBezTo>
                    <a:cubicBezTo>
                      <a:pt x="336" y="101"/>
                      <a:pt x="405" y="169"/>
                      <a:pt x="405" y="254"/>
                    </a:cubicBezTo>
                    <a:cubicBezTo>
                      <a:pt x="405" y="339"/>
                      <a:pt x="336" y="408"/>
                      <a:pt x="251" y="4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结业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荣誉</a:t>
                </a:r>
              </a:p>
            </p:txBody>
          </p:sp>
          <p:sp>
            <p:nvSpPr>
              <p:cNvPr id="8" name="îś1iḍê"/>
              <p:cNvSpPr/>
              <p:nvPr/>
            </p:nvSpPr>
            <p:spPr bwMode="auto">
              <a:xfrm>
                <a:off x="4139410" y="3232464"/>
                <a:ext cx="1666079" cy="1585911"/>
              </a:xfrm>
              <a:custGeom>
                <a:avLst/>
                <a:gdLst>
                  <a:gd name="T0" fmla="*/ 302 w 330"/>
                  <a:gd name="T1" fmla="*/ 167 h 334"/>
                  <a:gd name="T2" fmla="*/ 323 w 330"/>
                  <a:gd name="T3" fmla="*/ 143 h 334"/>
                  <a:gd name="T4" fmla="*/ 327 w 330"/>
                  <a:gd name="T5" fmla="*/ 127 h 334"/>
                  <a:gd name="T6" fmla="*/ 314 w 330"/>
                  <a:gd name="T7" fmla="*/ 121 h 334"/>
                  <a:gd name="T8" fmla="*/ 290 w 330"/>
                  <a:gd name="T9" fmla="*/ 110 h 334"/>
                  <a:gd name="T10" fmla="*/ 282 w 330"/>
                  <a:gd name="T11" fmla="*/ 95 h 334"/>
                  <a:gd name="T12" fmla="*/ 296 w 330"/>
                  <a:gd name="T13" fmla="*/ 63 h 334"/>
                  <a:gd name="T14" fmla="*/ 283 w 330"/>
                  <a:gd name="T15" fmla="*/ 59 h 334"/>
                  <a:gd name="T16" fmla="*/ 251 w 330"/>
                  <a:gd name="T17" fmla="*/ 60 h 334"/>
                  <a:gd name="T18" fmla="*/ 241 w 330"/>
                  <a:gd name="T19" fmla="*/ 44 h 334"/>
                  <a:gd name="T20" fmla="*/ 243 w 330"/>
                  <a:gd name="T21" fmla="*/ 19 h 334"/>
                  <a:gd name="T22" fmla="*/ 224 w 330"/>
                  <a:gd name="T23" fmla="*/ 19 h 334"/>
                  <a:gd name="T24" fmla="*/ 201 w 330"/>
                  <a:gd name="T25" fmla="*/ 35 h 334"/>
                  <a:gd name="T26" fmla="*/ 186 w 330"/>
                  <a:gd name="T27" fmla="*/ 32 h 334"/>
                  <a:gd name="T28" fmla="*/ 173 w 330"/>
                  <a:gd name="T29" fmla="*/ 0 h 334"/>
                  <a:gd name="T30" fmla="*/ 156 w 330"/>
                  <a:gd name="T31" fmla="*/ 0 h 334"/>
                  <a:gd name="T32" fmla="*/ 137 w 330"/>
                  <a:gd name="T33" fmla="*/ 33 h 334"/>
                  <a:gd name="T34" fmla="*/ 125 w 330"/>
                  <a:gd name="T35" fmla="*/ 36 h 334"/>
                  <a:gd name="T36" fmla="*/ 101 w 330"/>
                  <a:gd name="T37" fmla="*/ 13 h 334"/>
                  <a:gd name="T38" fmla="*/ 85 w 330"/>
                  <a:gd name="T39" fmla="*/ 20 h 334"/>
                  <a:gd name="T40" fmla="*/ 91 w 330"/>
                  <a:gd name="T41" fmla="*/ 52 h 334"/>
                  <a:gd name="T42" fmla="*/ 77 w 330"/>
                  <a:gd name="T43" fmla="*/ 62 h 334"/>
                  <a:gd name="T44" fmla="*/ 42 w 330"/>
                  <a:gd name="T45" fmla="*/ 57 h 334"/>
                  <a:gd name="T46" fmla="*/ 31 w 330"/>
                  <a:gd name="T47" fmla="*/ 68 h 334"/>
                  <a:gd name="T48" fmla="*/ 47 w 330"/>
                  <a:gd name="T49" fmla="*/ 97 h 334"/>
                  <a:gd name="T50" fmla="*/ 38 w 330"/>
                  <a:gd name="T51" fmla="*/ 117 h 334"/>
                  <a:gd name="T52" fmla="*/ 12 w 330"/>
                  <a:gd name="T53" fmla="*/ 121 h 334"/>
                  <a:gd name="T54" fmla="*/ 2 w 330"/>
                  <a:gd name="T55" fmla="*/ 130 h 334"/>
                  <a:gd name="T56" fmla="*/ 22 w 330"/>
                  <a:gd name="T57" fmla="*/ 150 h 334"/>
                  <a:gd name="T58" fmla="*/ 28 w 330"/>
                  <a:gd name="T59" fmla="*/ 170 h 334"/>
                  <a:gd name="T60" fmla="*/ 0 w 330"/>
                  <a:gd name="T61" fmla="*/ 196 h 334"/>
                  <a:gd name="T62" fmla="*/ 3 w 330"/>
                  <a:gd name="T63" fmla="*/ 209 h 334"/>
                  <a:gd name="T64" fmla="*/ 19 w 330"/>
                  <a:gd name="T65" fmla="*/ 214 h 334"/>
                  <a:gd name="T66" fmla="*/ 41 w 330"/>
                  <a:gd name="T67" fmla="*/ 227 h 334"/>
                  <a:gd name="T68" fmla="*/ 43 w 330"/>
                  <a:gd name="T69" fmla="*/ 245 h 334"/>
                  <a:gd name="T70" fmla="*/ 36 w 330"/>
                  <a:gd name="T71" fmla="*/ 274 h 334"/>
                  <a:gd name="T72" fmla="*/ 62 w 330"/>
                  <a:gd name="T73" fmla="*/ 268 h 334"/>
                  <a:gd name="T74" fmla="*/ 79 w 330"/>
                  <a:gd name="T75" fmla="*/ 274 h 334"/>
                  <a:gd name="T76" fmla="*/ 87 w 330"/>
                  <a:gd name="T77" fmla="*/ 299 h 334"/>
                  <a:gd name="T78" fmla="*/ 92 w 330"/>
                  <a:gd name="T79" fmla="*/ 318 h 334"/>
                  <a:gd name="T80" fmla="*/ 111 w 330"/>
                  <a:gd name="T81" fmla="*/ 310 h 334"/>
                  <a:gd name="T82" fmla="*/ 130 w 330"/>
                  <a:gd name="T83" fmla="*/ 300 h 334"/>
                  <a:gd name="T84" fmla="*/ 148 w 330"/>
                  <a:gd name="T85" fmla="*/ 303 h 334"/>
                  <a:gd name="T86" fmla="*/ 159 w 330"/>
                  <a:gd name="T87" fmla="*/ 334 h 334"/>
                  <a:gd name="T88" fmla="*/ 176 w 330"/>
                  <a:gd name="T89" fmla="*/ 327 h 334"/>
                  <a:gd name="T90" fmla="*/ 195 w 330"/>
                  <a:gd name="T91" fmla="*/ 301 h 334"/>
                  <a:gd name="T92" fmla="*/ 209 w 330"/>
                  <a:gd name="T93" fmla="*/ 297 h 334"/>
                  <a:gd name="T94" fmla="*/ 230 w 330"/>
                  <a:gd name="T95" fmla="*/ 321 h 334"/>
                  <a:gd name="T96" fmla="*/ 245 w 330"/>
                  <a:gd name="T97" fmla="*/ 314 h 334"/>
                  <a:gd name="T98" fmla="*/ 243 w 330"/>
                  <a:gd name="T99" fmla="*/ 280 h 334"/>
                  <a:gd name="T100" fmla="*/ 258 w 330"/>
                  <a:gd name="T101" fmla="*/ 268 h 334"/>
                  <a:gd name="T102" fmla="*/ 290 w 330"/>
                  <a:gd name="T103" fmla="*/ 278 h 334"/>
                  <a:gd name="T104" fmla="*/ 301 w 330"/>
                  <a:gd name="T105" fmla="*/ 264 h 334"/>
                  <a:gd name="T106" fmla="*/ 284 w 330"/>
                  <a:gd name="T107" fmla="*/ 235 h 334"/>
                  <a:gd name="T108" fmla="*/ 294 w 330"/>
                  <a:gd name="T109" fmla="*/ 214 h 334"/>
                  <a:gd name="T110" fmla="*/ 326 w 330"/>
                  <a:gd name="T111" fmla="*/ 213 h 334"/>
                  <a:gd name="T112" fmla="*/ 329 w 330"/>
                  <a:gd name="T113" fmla="*/ 201 h 334"/>
                  <a:gd name="T114" fmla="*/ 165 w 330"/>
                  <a:gd name="T115" fmla="*/ 268 h 3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30" h="334">
                    <a:moveTo>
                      <a:pt x="308" y="184"/>
                    </a:moveTo>
                    <a:cubicBezTo>
                      <a:pt x="306" y="183"/>
                      <a:pt x="304" y="182"/>
                      <a:pt x="301" y="181"/>
                    </a:cubicBezTo>
                    <a:cubicBezTo>
                      <a:pt x="301" y="180"/>
                      <a:pt x="302" y="178"/>
                      <a:pt x="302" y="177"/>
                    </a:cubicBezTo>
                    <a:cubicBezTo>
                      <a:pt x="302" y="174"/>
                      <a:pt x="302" y="172"/>
                      <a:pt x="302" y="170"/>
                    </a:cubicBezTo>
                    <a:cubicBezTo>
                      <a:pt x="302" y="168"/>
                      <a:pt x="302" y="167"/>
                      <a:pt x="302" y="167"/>
                    </a:cubicBezTo>
                    <a:cubicBezTo>
                      <a:pt x="302" y="167"/>
                      <a:pt x="302" y="166"/>
                      <a:pt x="302" y="165"/>
                    </a:cubicBezTo>
                    <a:cubicBezTo>
                      <a:pt x="302" y="163"/>
                      <a:pt x="302" y="161"/>
                      <a:pt x="302" y="158"/>
                    </a:cubicBezTo>
                    <a:cubicBezTo>
                      <a:pt x="302" y="156"/>
                      <a:pt x="301" y="155"/>
                      <a:pt x="301" y="153"/>
                    </a:cubicBezTo>
                    <a:cubicBezTo>
                      <a:pt x="304" y="152"/>
                      <a:pt x="306" y="151"/>
                      <a:pt x="308" y="150"/>
                    </a:cubicBezTo>
                    <a:cubicBezTo>
                      <a:pt x="314" y="147"/>
                      <a:pt x="319" y="145"/>
                      <a:pt x="323" y="143"/>
                    </a:cubicBezTo>
                    <a:cubicBezTo>
                      <a:pt x="327" y="140"/>
                      <a:pt x="330" y="139"/>
                      <a:pt x="330" y="139"/>
                    </a:cubicBezTo>
                    <a:cubicBezTo>
                      <a:pt x="330" y="139"/>
                      <a:pt x="329" y="138"/>
                      <a:pt x="329" y="136"/>
                    </a:cubicBezTo>
                    <a:cubicBezTo>
                      <a:pt x="329" y="135"/>
                      <a:pt x="329" y="134"/>
                      <a:pt x="329" y="133"/>
                    </a:cubicBezTo>
                    <a:cubicBezTo>
                      <a:pt x="328" y="132"/>
                      <a:pt x="328" y="131"/>
                      <a:pt x="328" y="130"/>
                    </a:cubicBezTo>
                    <a:cubicBezTo>
                      <a:pt x="328" y="129"/>
                      <a:pt x="327" y="128"/>
                      <a:pt x="327" y="127"/>
                    </a:cubicBezTo>
                    <a:cubicBezTo>
                      <a:pt x="327" y="126"/>
                      <a:pt x="327" y="126"/>
                      <a:pt x="327" y="125"/>
                    </a:cubicBezTo>
                    <a:cubicBezTo>
                      <a:pt x="327" y="125"/>
                      <a:pt x="327" y="125"/>
                      <a:pt x="326" y="124"/>
                    </a:cubicBezTo>
                    <a:cubicBezTo>
                      <a:pt x="326" y="123"/>
                      <a:pt x="326" y="121"/>
                      <a:pt x="326" y="121"/>
                    </a:cubicBezTo>
                    <a:cubicBezTo>
                      <a:pt x="326" y="121"/>
                      <a:pt x="323" y="121"/>
                      <a:pt x="318" y="121"/>
                    </a:cubicBezTo>
                    <a:cubicBezTo>
                      <a:pt x="317" y="121"/>
                      <a:pt x="316" y="121"/>
                      <a:pt x="314" y="121"/>
                    </a:cubicBezTo>
                    <a:cubicBezTo>
                      <a:pt x="313" y="121"/>
                      <a:pt x="312" y="121"/>
                      <a:pt x="310" y="121"/>
                    </a:cubicBezTo>
                    <a:cubicBezTo>
                      <a:pt x="308" y="121"/>
                      <a:pt x="304" y="121"/>
                      <a:pt x="301" y="121"/>
                    </a:cubicBezTo>
                    <a:cubicBezTo>
                      <a:pt x="299" y="121"/>
                      <a:pt x="296" y="121"/>
                      <a:pt x="294" y="121"/>
                    </a:cubicBezTo>
                    <a:cubicBezTo>
                      <a:pt x="293" y="119"/>
                      <a:pt x="293" y="118"/>
                      <a:pt x="292" y="117"/>
                    </a:cubicBezTo>
                    <a:cubicBezTo>
                      <a:pt x="291" y="114"/>
                      <a:pt x="290" y="112"/>
                      <a:pt x="290" y="110"/>
                    </a:cubicBezTo>
                    <a:cubicBezTo>
                      <a:pt x="289" y="109"/>
                      <a:pt x="288" y="108"/>
                      <a:pt x="288" y="108"/>
                    </a:cubicBezTo>
                    <a:cubicBezTo>
                      <a:pt x="288" y="108"/>
                      <a:pt x="288" y="107"/>
                      <a:pt x="287" y="105"/>
                    </a:cubicBezTo>
                    <a:cubicBezTo>
                      <a:pt x="287" y="104"/>
                      <a:pt x="285" y="102"/>
                      <a:pt x="284" y="99"/>
                    </a:cubicBezTo>
                    <a:cubicBezTo>
                      <a:pt x="284" y="99"/>
                      <a:pt x="283" y="98"/>
                      <a:pt x="283" y="97"/>
                    </a:cubicBezTo>
                    <a:cubicBezTo>
                      <a:pt x="282" y="97"/>
                      <a:pt x="282" y="96"/>
                      <a:pt x="282" y="95"/>
                    </a:cubicBezTo>
                    <a:cubicBezTo>
                      <a:pt x="283" y="93"/>
                      <a:pt x="285" y="92"/>
                      <a:pt x="287" y="90"/>
                    </a:cubicBezTo>
                    <a:cubicBezTo>
                      <a:pt x="290" y="85"/>
                      <a:pt x="294" y="80"/>
                      <a:pt x="297" y="76"/>
                    </a:cubicBezTo>
                    <a:cubicBezTo>
                      <a:pt x="299" y="73"/>
                      <a:pt x="301" y="70"/>
                      <a:pt x="301" y="70"/>
                    </a:cubicBezTo>
                    <a:cubicBezTo>
                      <a:pt x="301" y="70"/>
                      <a:pt x="300" y="69"/>
                      <a:pt x="299" y="68"/>
                    </a:cubicBezTo>
                    <a:cubicBezTo>
                      <a:pt x="298" y="67"/>
                      <a:pt x="297" y="65"/>
                      <a:pt x="296" y="63"/>
                    </a:cubicBezTo>
                    <a:cubicBezTo>
                      <a:pt x="295" y="62"/>
                      <a:pt x="294" y="61"/>
                      <a:pt x="294" y="60"/>
                    </a:cubicBezTo>
                    <a:cubicBezTo>
                      <a:pt x="293" y="60"/>
                      <a:pt x="292" y="59"/>
                      <a:pt x="292" y="58"/>
                    </a:cubicBezTo>
                    <a:cubicBezTo>
                      <a:pt x="291" y="57"/>
                      <a:pt x="290" y="56"/>
                      <a:pt x="290" y="56"/>
                    </a:cubicBezTo>
                    <a:cubicBezTo>
                      <a:pt x="290" y="56"/>
                      <a:pt x="289" y="57"/>
                      <a:pt x="288" y="57"/>
                    </a:cubicBezTo>
                    <a:cubicBezTo>
                      <a:pt x="287" y="57"/>
                      <a:pt x="285" y="58"/>
                      <a:pt x="283" y="59"/>
                    </a:cubicBezTo>
                    <a:cubicBezTo>
                      <a:pt x="279" y="61"/>
                      <a:pt x="273" y="63"/>
                      <a:pt x="268" y="66"/>
                    </a:cubicBezTo>
                    <a:cubicBezTo>
                      <a:pt x="265" y="67"/>
                      <a:pt x="263" y="68"/>
                      <a:pt x="261" y="69"/>
                    </a:cubicBezTo>
                    <a:cubicBezTo>
                      <a:pt x="260" y="68"/>
                      <a:pt x="259" y="67"/>
                      <a:pt x="258" y="66"/>
                    </a:cubicBezTo>
                    <a:cubicBezTo>
                      <a:pt x="256" y="64"/>
                      <a:pt x="254" y="63"/>
                      <a:pt x="252" y="62"/>
                    </a:cubicBezTo>
                    <a:cubicBezTo>
                      <a:pt x="252" y="61"/>
                      <a:pt x="251" y="61"/>
                      <a:pt x="251" y="60"/>
                    </a:cubicBezTo>
                    <a:cubicBezTo>
                      <a:pt x="251" y="60"/>
                      <a:pt x="250" y="60"/>
                      <a:pt x="250" y="60"/>
                    </a:cubicBezTo>
                    <a:cubicBezTo>
                      <a:pt x="250" y="60"/>
                      <a:pt x="250" y="59"/>
                      <a:pt x="248" y="58"/>
                    </a:cubicBezTo>
                    <a:cubicBezTo>
                      <a:pt x="247" y="57"/>
                      <a:pt x="245" y="56"/>
                      <a:pt x="243" y="54"/>
                    </a:cubicBezTo>
                    <a:cubicBezTo>
                      <a:pt x="242" y="54"/>
                      <a:pt x="240" y="53"/>
                      <a:pt x="239" y="52"/>
                    </a:cubicBezTo>
                    <a:cubicBezTo>
                      <a:pt x="240" y="49"/>
                      <a:pt x="240" y="47"/>
                      <a:pt x="241" y="44"/>
                    </a:cubicBezTo>
                    <a:cubicBezTo>
                      <a:pt x="242" y="42"/>
                      <a:pt x="242" y="39"/>
                      <a:pt x="243" y="36"/>
                    </a:cubicBezTo>
                    <a:cubicBezTo>
                      <a:pt x="243" y="33"/>
                      <a:pt x="244" y="31"/>
                      <a:pt x="244" y="28"/>
                    </a:cubicBezTo>
                    <a:cubicBezTo>
                      <a:pt x="245" y="24"/>
                      <a:pt x="245" y="21"/>
                      <a:pt x="245" y="21"/>
                    </a:cubicBezTo>
                    <a:cubicBezTo>
                      <a:pt x="245" y="21"/>
                      <a:pt x="245" y="21"/>
                      <a:pt x="245" y="20"/>
                    </a:cubicBezTo>
                    <a:cubicBezTo>
                      <a:pt x="244" y="20"/>
                      <a:pt x="244" y="20"/>
                      <a:pt x="243" y="19"/>
                    </a:cubicBezTo>
                    <a:cubicBezTo>
                      <a:pt x="241" y="19"/>
                      <a:pt x="239" y="18"/>
                      <a:pt x="237" y="17"/>
                    </a:cubicBezTo>
                    <a:cubicBezTo>
                      <a:pt x="235" y="16"/>
                      <a:pt x="233" y="15"/>
                      <a:pt x="232" y="14"/>
                    </a:cubicBezTo>
                    <a:cubicBezTo>
                      <a:pt x="231" y="14"/>
                      <a:pt x="230" y="13"/>
                      <a:pt x="230" y="13"/>
                    </a:cubicBezTo>
                    <a:cubicBezTo>
                      <a:pt x="230" y="13"/>
                      <a:pt x="229" y="13"/>
                      <a:pt x="229" y="13"/>
                    </a:cubicBezTo>
                    <a:cubicBezTo>
                      <a:pt x="229" y="13"/>
                      <a:pt x="227" y="15"/>
                      <a:pt x="224" y="19"/>
                    </a:cubicBezTo>
                    <a:cubicBezTo>
                      <a:pt x="223" y="20"/>
                      <a:pt x="221" y="22"/>
                      <a:pt x="219" y="24"/>
                    </a:cubicBezTo>
                    <a:cubicBezTo>
                      <a:pt x="217" y="27"/>
                      <a:pt x="215" y="29"/>
                      <a:pt x="214" y="31"/>
                    </a:cubicBezTo>
                    <a:cubicBezTo>
                      <a:pt x="212" y="33"/>
                      <a:pt x="211" y="35"/>
                      <a:pt x="209" y="37"/>
                    </a:cubicBezTo>
                    <a:cubicBezTo>
                      <a:pt x="208" y="37"/>
                      <a:pt x="206" y="36"/>
                      <a:pt x="205" y="36"/>
                    </a:cubicBezTo>
                    <a:cubicBezTo>
                      <a:pt x="203" y="36"/>
                      <a:pt x="202" y="35"/>
                      <a:pt x="201" y="35"/>
                    </a:cubicBezTo>
                    <a:cubicBezTo>
                      <a:pt x="200" y="35"/>
                      <a:pt x="200" y="35"/>
                      <a:pt x="199" y="34"/>
                    </a:cubicBezTo>
                    <a:cubicBezTo>
                      <a:pt x="199" y="34"/>
                      <a:pt x="198" y="34"/>
                      <a:pt x="198" y="34"/>
                    </a:cubicBezTo>
                    <a:cubicBezTo>
                      <a:pt x="196" y="34"/>
                      <a:pt x="195" y="34"/>
                      <a:pt x="195" y="34"/>
                    </a:cubicBezTo>
                    <a:cubicBezTo>
                      <a:pt x="195" y="34"/>
                      <a:pt x="194" y="33"/>
                      <a:pt x="193" y="33"/>
                    </a:cubicBezTo>
                    <a:cubicBezTo>
                      <a:pt x="191" y="33"/>
                      <a:pt x="189" y="32"/>
                      <a:pt x="186" y="32"/>
                    </a:cubicBezTo>
                    <a:cubicBezTo>
                      <a:pt x="185" y="32"/>
                      <a:pt x="183" y="31"/>
                      <a:pt x="181" y="31"/>
                    </a:cubicBezTo>
                    <a:cubicBezTo>
                      <a:pt x="181" y="29"/>
                      <a:pt x="181" y="26"/>
                      <a:pt x="180" y="24"/>
                    </a:cubicBezTo>
                    <a:cubicBezTo>
                      <a:pt x="179" y="18"/>
                      <a:pt x="177" y="12"/>
                      <a:pt x="176" y="8"/>
                    </a:cubicBezTo>
                    <a:cubicBezTo>
                      <a:pt x="175" y="3"/>
                      <a:pt x="174" y="0"/>
                      <a:pt x="174" y="0"/>
                    </a:cubicBezTo>
                    <a:cubicBezTo>
                      <a:pt x="174" y="0"/>
                      <a:pt x="174" y="0"/>
                      <a:pt x="173" y="0"/>
                    </a:cubicBezTo>
                    <a:cubicBezTo>
                      <a:pt x="173" y="0"/>
                      <a:pt x="172" y="0"/>
                      <a:pt x="171" y="0"/>
                    </a:cubicBezTo>
                    <a:cubicBezTo>
                      <a:pt x="169" y="0"/>
                      <a:pt x="167" y="0"/>
                      <a:pt x="165" y="0"/>
                    </a:cubicBezTo>
                    <a:cubicBezTo>
                      <a:pt x="163" y="0"/>
                      <a:pt x="160" y="0"/>
                      <a:pt x="159" y="0"/>
                    </a:cubicBezTo>
                    <a:cubicBezTo>
                      <a:pt x="158" y="0"/>
                      <a:pt x="157" y="0"/>
                      <a:pt x="157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56" y="0"/>
                      <a:pt x="155" y="3"/>
                      <a:pt x="154" y="8"/>
                    </a:cubicBezTo>
                    <a:cubicBezTo>
                      <a:pt x="153" y="12"/>
                      <a:pt x="151" y="18"/>
                      <a:pt x="150" y="24"/>
                    </a:cubicBezTo>
                    <a:cubicBezTo>
                      <a:pt x="149" y="26"/>
                      <a:pt x="149" y="29"/>
                      <a:pt x="148" y="31"/>
                    </a:cubicBezTo>
                    <a:cubicBezTo>
                      <a:pt x="147" y="31"/>
                      <a:pt x="145" y="32"/>
                      <a:pt x="144" y="32"/>
                    </a:cubicBezTo>
                    <a:cubicBezTo>
                      <a:pt x="141" y="32"/>
                      <a:pt x="139" y="33"/>
                      <a:pt x="137" y="33"/>
                    </a:cubicBezTo>
                    <a:cubicBezTo>
                      <a:pt x="135" y="33"/>
                      <a:pt x="134" y="34"/>
                      <a:pt x="134" y="34"/>
                    </a:cubicBezTo>
                    <a:cubicBezTo>
                      <a:pt x="134" y="34"/>
                      <a:pt x="133" y="34"/>
                      <a:pt x="132" y="34"/>
                    </a:cubicBezTo>
                    <a:cubicBezTo>
                      <a:pt x="131" y="34"/>
                      <a:pt x="131" y="34"/>
                      <a:pt x="130" y="34"/>
                    </a:cubicBezTo>
                    <a:cubicBezTo>
                      <a:pt x="130" y="35"/>
                      <a:pt x="129" y="35"/>
                      <a:pt x="129" y="35"/>
                    </a:cubicBezTo>
                    <a:cubicBezTo>
                      <a:pt x="128" y="35"/>
                      <a:pt x="126" y="36"/>
                      <a:pt x="125" y="36"/>
                    </a:cubicBezTo>
                    <a:cubicBezTo>
                      <a:pt x="124" y="36"/>
                      <a:pt x="122" y="37"/>
                      <a:pt x="121" y="37"/>
                    </a:cubicBezTo>
                    <a:cubicBezTo>
                      <a:pt x="119" y="35"/>
                      <a:pt x="118" y="33"/>
                      <a:pt x="116" y="31"/>
                    </a:cubicBezTo>
                    <a:cubicBezTo>
                      <a:pt x="114" y="29"/>
                      <a:pt x="112" y="27"/>
                      <a:pt x="111" y="24"/>
                    </a:cubicBezTo>
                    <a:cubicBezTo>
                      <a:pt x="109" y="22"/>
                      <a:pt x="107" y="20"/>
                      <a:pt x="106" y="19"/>
                    </a:cubicBezTo>
                    <a:cubicBezTo>
                      <a:pt x="103" y="15"/>
                      <a:pt x="101" y="13"/>
                      <a:pt x="101" y="13"/>
                    </a:cubicBezTo>
                    <a:cubicBezTo>
                      <a:pt x="101" y="13"/>
                      <a:pt x="100" y="13"/>
                      <a:pt x="100" y="13"/>
                    </a:cubicBezTo>
                    <a:cubicBezTo>
                      <a:pt x="99" y="13"/>
                      <a:pt x="99" y="14"/>
                      <a:pt x="98" y="14"/>
                    </a:cubicBezTo>
                    <a:cubicBezTo>
                      <a:pt x="96" y="15"/>
                      <a:pt x="94" y="16"/>
                      <a:pt x="92" y="17"/>
                    </a:cubicBezTo>
                    <a:cubicBezTo>
                      <a:pt x="90" y="18"/>
                      <a:pt x="88" y="19"/>
                      <a:pt x="87" y="19"/>
                    </a:cubicBezTo>
                    <a:cubicBezTo>
                      <a:pt x="86" y="20"/>
                      <a:pt x="86" y="20"/>
                      <a:pt x="85" y="20"/>
                    </a:cubicBezTo>
                    <a:cubicBezTo>
                      <a:pt x="85" y="21"/>
                      <a:pt x="84" y="21"/>
                      <a:pt x="84" y="21"/>
                    </a:cubicBezTo>
                    <a:cubicBezTo>
                      <a:pt x="84" y="21"/>
                      <a:pt x="85" y="24"/>
                      <a:pt x="86" y="28"/>
                    </a:cubicBezTo>
                    <a:cubicBezTo>
                      <a:pt x="86" y="31"/>
                      <a:pt x="87" y="33"/>
                      <a:pt x="87" y="36"/>
                    </a:cubicBezTo>
                    <a:cubicBezTo>
                      <a:pt x="88" y="39"/>
                      <a:pt x="88" y="42"/>
                      <a:pt x="89" y="44"/>
                    </a:cubicBezTo>
                    <a:cubicBezTo>
                      <a:pt x="90" y="47"/>
                      <a:pt x="90" y="49"/>
                      <a:pt x="91" y="52"/>
                    </a:cubicBezTo>
                    <a:cubicBezTo>
                      <a:pt x="90" y="53"/>
                      <a:pt x="88" y="54"/>
                      <a:pt x="87" y="54"/>
                    </a:cubicBezTo>
                    <a:cubicBezTo>
                      <a:pt x="85" y="56"/>
                      <a:pt x="83" y="57"/>
                      <a:pt x="82" y="58"/>
                    </a:cubicBezTo>
                    <a:cubicBezTo>
                      <a:pt x="80" y="59"/>
                      <a:pt x="79" y="60"/>
                      <a:pt x="79" y="60"/>
                    </a:cubicBezTo>
                    <a:cubicBezTo>
                      <a:pt x="79" y="60"/>
                      <a:pt x="79" y="60"/>
                      <a:pt x="79" y="60"/>
                    </a:cubicBezTo>
                    <a:cubicBezTo>
                      <a:pt x="79" y="61"/>
                      <a:pt x="78" y="61"/>
                      <a:pt x="77" y="62"/>
                    </a:cubicBezTo>
                    <a:cubicBezTo>
                      <a:pt x="76" y="63"/>
                      <a:pt x="74" y="64"/>
                      <a:pt x="72" y="66"/>
                    </a:cubicBezTo>
                    <a:cubicBezTo>
                      <a:pt x="71" y="67"/>
                      <a:pt x="70" y="68"/>
                      <a:pt x="69" y="69"/>
                    </a:cubicBezTo>
                    <a:cubicBezTo>
                      <a:pt x="67" y="68"/>
                      <a:pt x="64" y="67"/>
                      <a:pt x="62" y="66"/>
                    </a:cubicBezTo>
                    <a:cubicBezTo>
                      <a:pt x="57" y="63"/>
                      <a:pt x="51" y="61"/>
                      <a:pt x="47" y="59"/>
                    </a:cubicBezTo>
                    <a:cubicBezTo>
                      <a:pt x="45" y="58"/>
                      <a:pt x="43" y="57"/>
                      <a:pt x="42" y="57"/>
                    </a:cubicBezTo>
                    <a:cubicBezTo>
                      <a:pt x="41" y="57"/>
                      <a:pt x="40" y="56"/>
                      <a:pt x="40" y="56"/>
                    </a:cubicBezTo>
                    <a:cubicBezTo>
                      <a:pt x="40" y="56"/>
                      <a:pt x="39" y="57"/>
                      <a:pt x="38" y="58"/>
                    </a:cubicBezTo>
                    <a:cubicBezTo>
                      <a:pt x="38" y="59"/>
                      <a:pt x="37" y="60"/>
                      <a:pt x="36" y="60"/>
                    </a:cubicBezTo>
                    <a:cubicBezTo>
                      <a:pt x="36" y="61"/>
                      <a:pt x="35" y="62"/>
                      <a:pt x="34" y="63"/>
                    </a:cubicBezTo>
                    <a:cubicBezTo>
                      <a:pt x="33" y="65"/>
                      <a:pt x="32" y="67"/>
                      <a:pt x="31" y="68"/>
                    </a:cubicBezTo>
                    <a:cubicBezTo>
                      <a:pt x="30" y="69"/>
                      <a:pt x="29" y="70"/>
                      <a:pt x="29" y="70"/>
                    </a:cubicBezTo>
                    <a:cubicBezTo>
                      <a:pt x="29" y="70"/>
                      <a:pt x="31" y="73"/>
                      <a:pt x="33" y="76"/>
                    </a:cubicBezTo>
                    <a:cubicBezTo>
                      <a:pt x="36" y="80"/>
                      <a:pt x="40" y="85"/>
                      <a:pt x="43" y="90"/>
                    </a:cubicBezTo>
                    <a:cubicBezTo>
                      <a:pt x="45" y="92"/>
                      <a:pt x="47" y="93"/>
                      <a:pt x="48" y="95"/>
                    </a:cubicBezTo>
                    <a:cubicBezTo>
                      <a:pt x="48" y="96"/>
                      <a:pt x="47" y="97"/>
                      <a:pt x="47" y="97"/>
                    </a:cubicBezTo>
                    <a:cubicBezTo>
                      <a:pt x="47" y="98"/>
                      <a:pt x="46" y="99"/>
                      <a:pt x="46" y="99"/>
                    </a:cubicBezTo>
                    <a:cubicBezTo>
                      <a:pt x="44" y="102"/>
                      <a:pt x="43" y="104"/>
                      <a:pt x="43" y="105"/>
                    </a:cubicBezTo>
                    <a:cubicBezTo>
                      <a:pt x="42" y="107"/>
                      <a:pt x="41" y="108"/>
                      <a:pt x="41" y="108"/>
                    </a:cubicBezTo>
                    <a:cubicBezTo>
                      <a:pt x="41" y="108"/>
                      <a:pt x="41" y="109"/>
                      <a:pt x="40" y="110"/>
                    </a:cubicBezTo>
                    <a:cubicBezTo>
                      <a:pt x="40" y="112"/>
                      <a:pt x="39" y="114"/>
                      <a:pt x="38" y="117"/>
                    </a:cubicBezTo>
                    <a:cubicBezTo>
                      <a:pt x="37" y="118"/>
                      <a:pt x="36" y="119"/>
                      <a:pt x="36" y="121"/>
                    </a:cubicBezTo>
                    <a:cubicBezTo>
                      <a:pt x="33" y="121"/>
                      <a:pt x="31" y="121"/>
                      <a:pt x="28" y="121"/>
                    </a:cubicBezTo>
                    <a:cubicBezTo>
                      <a:pt x="25" y="121"/>
                      <a:pt x="22" y="121"/>
                      <a:pt x="19" y="121"/>
                    </a:cubicBezTo>
                    <a:cubicBezTo>
                      <a:pt x="18" y="121"/>
                      <a:pt x="17" y="121"/>
                      <a:pt x="15" y="121"/>
                    </a:cubicBezTo>
                    <a:cubicBezTo>
                      <a:pt x="14" y="121"/>
                      <a:pt x="13" y="121"/>
                      <a:pt x="12" y="121"/>
                    </a:cubicBezTo>
                    <a:cubicBezTo>
                      <a:pt x="7" y="121"/>
                      <a:pt x="4" y="121"/>
                      <a:pt x="4" y="121"/>
                    </a:cubicBezTo>
                    <a:cubicBezTo>
                      <a:pt x="4" y="121"/>
                      <a:pt x="4" y="123"/>
                      <a:pt x="3" y="124"/>
                    </a:cubicBezTo>
                    <a:cubicBezTo>
                      <a:pt x="3" y="125"/>
                      <a:pt x="3" y="125"/>
                      <a:pt x="3" y="125"/>
                    </a:cubicBezTo>
                    <a:cubicBezTo>
                      <a:pt x="3" y="126"/>
                      <a:pt x="3" y="126"/>
                      <a:pt x="3" y="127"/>
                    </a:cubicBezTo>
                    <a:cubicBezTo>
                      <a:pt x="2" y="128"/>
                      <a:pt x="2" y="129"/>
                      <a:pt x="2" y="130"/>
                    </a:cubicBezTo>
                    <a:cubicBezTo>
                      <a:pt x="2" y="131"/>
                      <a:pt x="1" y="132"/>
                      <a:pt x="1" y="133"/>
                    </a:cubicBezTo>
                    <a:cubicBezTo>
                      <a:pt x="1" y="134"/>
                      <a:pt x="1" y="135"/>
                      <a:pt x="1" y="136"/>
                    </a:cubicBezTo>
                    <a:cubicBezTo>
                      <a:pt x="0" y="138"/>
                      <a:pt x="0" y="139"/>
                      <a:pt x="0" y="139"/>
                    </a:cubicBezTo>
                    <a:cubicBezTo>
                      <a:pt x="0" y="139"/>
                      <a:pt x="3" y="140"/>
                      <a:pt x="7" y="143"/>
                    </a:cubicBezTo>
                    <a:cubicBezTo>
                      <a:pt x="11" y="145"/>
                      <a:pt x="16" y="147"/>
                      <a:pt x="22" y="150"/>
                    </a:cubicBezTo>
                    <a:cubicBezTo>
                      <a:pt x="24" y="151"/>
                      <a:pt x="26" y="152"/>
                      <a:pt x="29" y="153"/>
                    </a:cubicBezTo>
                    <a:cubicBezTo>
                      <a:pt x="28" y="155"/>
                      <a:pt x="28" y="156"/>
                      <a:pt x="28" y="158"/>
                    </a:cubicBezTo>
                    <a:cubicBezTo>
                      <a:pt x="28" y="161"/>
                      <a:pt x="28" y="163"/>
                      <a:pt x="28" y="165"/>
                    </a:cubicBezTo>
                    <a:cubicBezTo>
                      <a:pt x="28" y="166"/>
                      <a:pt x="28" y="167"/>
                      <a:pt x="28" y="167"/>
                    </a:cubicBezTo>
                    <a:cubicBezTo>
                      <a:pt x="28" y="167"/>
                      <a:pt x="28" y="168"/>
                      <a:pt x="28" y="170"/>
                    </a:cubicBezTo>
                    <a:cubicBezTo>
                      <a:pt x="28" y="172"/>
                      <a:pt x="28" y="174"/>
                      <a:pt x="28" y="177"/>
                    </a:cubicBezTo>
                    <a:cubicBezTo>
                      <a:pt x="28" y="178"/>
                      <a:pt x="28" y="180"/>
                      <a:pt x="29" y="181"/>
                    </a:cubicBezTo>
                    <a:cubicBezTo>
                      <a:pt x="26" y="182"/>
                      <a:pt x="24" y="183"/>
                      <a:pt x="22" y="184"/>
                    </a:cubicBezTo>
                    <a:cubicBezTo>
                      <a:pt x="16" y="187"/>
                      <a:pt x="11" y="190"/>
                      <a:pt x="7" y="192"/>
                    </a:cubicBezTo>
                    <a:cubicBezTo>
                      <a:pt x="3" y="194"/>
                      <a:pt x="0" y="196"/>
                      <a:pt x="0" y="196"/>
                    </a:cubicBezTo>
                    <a:cubicBezTo>
                      <a:pt x="0" y="196"/>
                      <a:pt x="0" y="197"/>
                      <a:pt x="1" y="198"/>
                    </a:cubicBezTo>
                    <a:cubicBezTo>
                      <a:pt x="1" y="199"/>
                      <a:pt x="1" y="200"/>
                      <a:pt x="1" y="201"/>
                    </a:cubicBezTo>
                    <a:cubicBezTo>
                      <a:pt x="1" y="202"/>
                      <a:pt x="2" y="203"/>
                      <a:pt x="2" y="204"/>
                    </a:cubicBezTo>
                    <a:cubicBezTo>
                      <a:pt x="2" y="205"/>
                      <a:pt x="2" y="207"/>
                      <a:pt x="3" y="208"/>
                    </a:cubicBezTo>
                    <a:cubicBezTo>
                      <a:pt x="3" y="208"/>
                      <a:pt x="3" y="209"/>
                      <a:pt x="3" y="209"/>
                    </a:cubicBezTo>
                    <a:cubicBezTo>
                      <a:pt x="3" y="210"/>
                      <a:pt x="3" y="210"/>
                      <a:pt x="3" y="210"/>
                    </a:cubicBezTo>
                    <a:cubicBezTo>
                      <a:pt x="4" y="212"/>
                      <a:pt x="4" y="213"/>
                      <a:pt x="4" y="213"/>
                    </a:cubicBezTo>
                    <a:cubicBezTo>
                      <a:pt x="4" y="213"/>
                      <a:pt x="7" y="213"/>
                      <a:pt x="12" y="214"/>
                    </a:cubicBezTo>
                    <a:cubicBezTo>
                      <a:pt x="13" y="214"/>
                      <a:pt x="14" y="214"/>
                      <a:pt x="15" y="214"/>
                    </a:cubicBezTo>
                    <a:cubicBezTo>
                      <a:pt x="17" y="214"/>
                      <a:pt x="18" y="214"/>
                      <a:pt x="19" y="214"/>
                    </a:cubicBezTo>
                    <a:cubicBezTo>
                      <a:pt x="22" y="214"/>
                      <a:pt x="25" y="214"/>
                      <a:pt x="28" y="214"/>
                    </a:cubicBezTo>
                    <a:cubicBezTo>
                      <a:pt x="31" y="214"/>
                      <a:pt x="33" y="214"/>
                      <a:pt x="36" y="214"/>
                    </a:cubicBezTo>
                    <a:cubicBezTo>
                      <a:pt x="36" y="215"/>
                      <a:pt x="37" y="217"/>
                      <a:pt x="38" y="218"/>
                    </a:cubicBezTo>
                    <a:cubicBezTo>
                      <a:pt x="39" y="221"/>
                      <a:pt x="40" y="223"/>
                      <a:pt x="40" y="224"/>
                    </a:cubicBezTo>
                    <a:cubicBezTo>
                      <a:pt x="41" y="226"/>
                      <a:pt x="41" y="227"/>
                      <a:pt x="41" y="227"/>
                    </a:cubicBezTo>
                    <a:cubicBezTo>
                      <a:pt x="41" y="227"/>
                      <a:pt x="42" y="228"/>
                      <a:pt x="43" y="229"/>
                    </a:cubicBezTo>
                    <a:cubicBezTo>
                      <a:pt x="43" y="231"/>
                      <a:pt x="44" y="233"/>
                      <a:pt x="46" y="235"/>
                    </a:cubicBezTo>
                    <a:cubicBezTo>
                      <a:pt x="46" y="236"/>
                      <a:pt x="47" y="237"/>
                      <a:pt x="47" y="237"/>
                    </a:cubicBezTo>
                    <a:cubicBezTo>
                      <a:pt x="47" y="238"/>
                      <a:pt x="48" y="239"/>
                      <a:pt x="48" y="239"/>
                    </a:cubicBezTo>
                    <a:cubicBezTo>
                      <a:pt x="47" y="241"/>
                      <a:pt x="45" y="243"/>
                      <a:pt x="43" y="245"/>
                    </a:cubicBezTo>
                    <a:cubicBezTo>
                      <a:pt x="40" y="250"/>
                      <a:pt x="36" y="254"/>
                      <a:pt x="33" y="258"/>
                    </a:cubicBezTo>
                    <a:cubicBezTo>
                      <a:pt x="31" y="262"/>
                      <a:pt x="29" y="264"/>
                      <a:pt x="29" y="264"/>
                    </a:cubicBezTo>
                    <a:cubicBezTo>
                      <a:pt x="29" y="264"/>
                      <a:pt x="30" y="265"/>
                      <a:pt x="31" y="267"/>
                    </a:cubicBezTo>
                    <a:cubicBezTo>
                      <a:pt x="32" y="268"/>
                      <a:pt x="33" y="270"/>
                      <a:pt x="34" y="271"/>
                    </a:cubicBezTo>
                    <a:cubicBezTo>
                      <a:pt x="35" y="272"/>
                      <a:pt x="36" y="273"/>
                      <a:pt x="36" y="274"/>
                    </a:cubicBezTo>
                    <a:cubicBezTo>
                      <a:pt x="37" y="275"/>
                      <a:pt x="38" y="276"/>
                      <a:pt x="38" y="276"/>
                    </a:cubicBezTo>
                    <a:cubicBezTo>
                      <a:pt x="39" y="277"/>
                      <a:pt x="40" y="278"/>
                      <a:pt x="40" y="278"/>
                    </a:cubicBezTo>
                    <a:cubicBezTo>
                      <a:pt x="40" y="278"/>
                      <a:pt x="41" y="278"/>
                      <a:pt x="42" y="277"/>
                    </a:cubicBezTo>
                    <a:cubicBezTo>
                      <a:pt x="43" y="277"/>
                      <a:pt x="45" y="276"/>
                      <a:pt x="47" y="275"/>
                    </a:cubicBezTo>
                    <a:cubicBezTo>
                      <a:pt x="51" y="274"/>
                      <a:pt x="57" y="271"/>
                      <a:pt x="62" y="268"/>
                    </a:cubicBezTo>
                    <a:cubicBezTo>
                      <a:pt x="64" y="267"/>
                      <a:pt x="67" y="266"/>
                      <a:pt x="69" y="265"/>
                    </a:cubicBezTo>
                    <a:cubicBezTo>
                      <a:pt x="70" y="266"/>
                      <a:pt x="71" y="267"/>
                      <a:pt x="72" y="268"/>
                    </a:cubicBezTo>
                    <a:cubicBezTo>
                      <a:pt x="74" y="270"/>
                      <a:pt x="76" y="272"/>
                      <a:pt x="77" y="273"/>
                    </a:cubicBezTo>
                    <a:cubicBezTo>
                      <a:pt x="78" y="273"/>
                      <a:pt x="79" y="274"/>
                      <a:pt x="79" y="274"/>
                    </a:cubicBezTo>
                    <a:cubicBezTo>
                      <a:pt x="79" y="274"/>
                      <a:pt x="79" y="274"/>
                      <a:pt x="79" y="274"/>
                    </a:cubicBezTo>
                    <a:cubicBezTo>
                      <a:pt x="79" y="274"/>
                      <a:pt x="80" y="275"/>
                      <a:pt x="82" y="276"/>
                    </a:cubicBezTo>
                    <a:cubicBezTo>
                      <a:pt x="83" y="277"/>
                      <a:pt x="85" y="278"/>
                      <a:pt x="87" y="280"/>
                    </a:cubicBezTo>
                    <a:cubicBezTo>
                      <a:pt x="88" y="281"/>
                      <a:pt x="90" y="282"/>
                      <a:pt x="91" y="283"/>
                    </a:cubicBezTo>
                    <a:cubicBezTo>
                      <a:pt x="90" y="285"/>
                      <a:pt x="90" y="288"/>
                      <a:pt x="89" y="290"/>
                    </a:cubicBezTo>
                    <a:cubicBezTo>
                      <a:pt x="88" y="293"/>
                      <a:pt x="88" y="296"/>
                      <a:pt x="87" y="299"/>
                    </a:cubicBezTo>
                    <a:cubicBezTo>
                      <a:pt x="87" y="301"/>
                      <a:pt x="86" y="304"/>
                      <a:pt x="86" y="306"/>
                    </a:cubicBezTo>
                    <a:cubicBezTo>
                      <a:pt x="85" y="311"/>
                      <a:pt x="84" y="314"/>
                      <a:pt x="84" y="314"/>
                    </a:cubicBezTo>
                    <a:cubicBezTo>
                      <a:pt x="84" y="314"/>
                      <a:pt x="85" y="314"/>
                      <a:pt x="85" y="314"/>
                    </a:cubicBezTo>
                    <a:cubicBezTo>
                      <a:pt x="86" y="314"/>
                      <a:pt x="86" y="315"/>
                      <a:pt x="87" y="315"/>
                    </a:cubicBezTo>
                    <a:cubicBezTo>
                      <a:pt x="88" y="316"/>
                      <a:pt x="90" y="317"/>
                      <a:pt x="92" y="318"/>
                    </a:cubicBezTo>
                    <a:cubicBezTo>
                      <a:pt x="94" y="319"/>
                      <a:pt x="96" y="320"/>
                      <a:pt x="98" y="320"/>
                    </a:cubicBezTo>
                    <a:cubicBezTo>
                      <a:pt x="99" y="321"/>
                      <a:pt x="99" y="321"/>
                      <a:pt x="100" y="321"/>
                    </a:cubicBezTo>
                    <a:cubicBezTo>
                      <a:pt x="100" y="321"/>
                      <a:pt x="101" y="321"/>
                      <a:pt x="101" y="321"/>
                    </a:cubicBezTo>
                    <a:cubicBezTo>
                      <a:pt x="101" y="321"/>
                      <a:pt x="103" y="319"/>
                      <a:pt x="106" y="316"/>
                    </a:cubicBezTo>
                    <a:cubicBezTo>
                      <a:pt x="107" y="314"/>
                      <a:pt x="109" y="312"/>
                      <a:pt x="111" y="310"/>
                    </a:cubicBezTo>
                    <a:cubicBezTo>
                      <a:pt x="112" y="308"/>
                      <a:pt x="114" y="306"/>
                      <a:pt x="116" y="303"/>
                    </a:cubicBezTo>
                    <a:cubicBezTo>
                      <a:pt x="118" y="301"/>
                      <a:pt x="119" y="299"/>
                      <a:pt x="121" y="297"/>
                    </a:cubicBezTo>
                    <a:cubicBezTo>
                      <a:pt x="122" y="298"/>
                      <a:pt x="124" y="298"/>
                      <a:pt x="125" y="298"/>
                    </a:cubicBezTo>
                    <a:cubicBezTo>
                      <a:pt x="126" y="299"/>
                      <a:pt x="128" y="299"/>
                      <a:pt x="129" y="300"/>
                    </a:cubicBezTo>
                    <a:cubicBezTo>
                      <a:pt x="129" y="300"/>
                      <a:pt x="130" y="300"/>
                      <a:pt x="130" y="300"/>
                    </a:cubicBezTo>
                    <a:cubicBezTo>
                      <a:pt x="131" y="300"/>
                      <a:pt x="131" y="300"/>
                      <a:pt x="132" y="300"/>
                    </a:cubicBezTo>
                    <a:cubicBezTo>
                      <a:pt x="133" y="301"/>
                      <a:pt x="134" y="301"/>
                      <a:pt x="134" y="301"/>
                    </a:cubicBezTo>
                    <a:cubicBezTo>
                      <a:pt x="134" y="301"/>
                      <a:pt x="135" y="301"/>
                      <a:pt x="137" y="302"/>
                    </a:cubicBezTo>
                    <a:cubicBezTo>
                      <a:pt x="139" y="302"/>
                      <a:pt x="141" y="302"/>
                      <a:pt x="144" y="303"/>
                    </a:cubicBezTo>
                    <a:cubicBezTo>
                      <a:pt x="145" y="303"/>
                      <a:pt x="147" y="303"/>
                      <a:pt x="148" y="303"/>
                    </a:cubicBezTo>
                    <a:cubicBezTo>
                      <a:pt x="149" y="306"/>
                      <a:pt x="149" y="308"/>
                      <a:pt x="150" y="311"/>
                    </a:cubicBezTo>
                    <a:cubicBezTo>
                      <a:pt x="151" y="317"/>
                      <a:pt x="153" y="322"/>
                      <a:pt x="154" y="327"/>
                    </a:cubicBezTo>
                    <a:cubicBezTo>
                      <a:pt x="155" y="331"/>
                      <a:pt x="156" y="334"/>
                      <a:pt x="156" y="334"/>
                    </a:cubicBezTo>
                    <a:cubicBezTo>
                      <a:pt x="156" y="334"/>
                      <a:pt x="156" y="334"/>
                      <a:pt x="157" y="334"/>
                    </a:cubicBezTo>
                    <a:cubicBezTo>
                      <a:pt x="157" y="334"/>
                      <a:pt x="158" y="334"/>
                      <a:pt x="159" y="334"/>
                    </a:cubicBezTo>
                    <a:cubicBezTo>
                      <a:pt x="160" y="334"/>
                      <a:pt x="163" y="334"/>
                      <a:pt x="165" y="334"/>
                    </a:cubicBezTo>
                    <a:cubicBezTo>
                      <a:pt x="167" y="334"/>
                      <a:pt x="169" y="334"/>
                      <a:pt x="171" y="334"/>
                    </a:cubicBezTo>
                    <a:cubicBezTo>
                      <a:pt x="172" y="334"/>
                      <a:pt x="173" y="334"/>
                      <a:pt x="173" y="334"/>
                    </a:cubicBezTo>
                    <a:cubicBezTo>
                      <a:pt x="174" y="334"/>
                      <a:pt x="174" y="334"/>
                      <a:pt x="174" y="334"/>
                    </a:cubicBezTo>
                    <a:cubicBezTo>
                      <a:pt x="174" y="334"/>
                      <a:pt x="175" y="331"/>
                      <a:pt x="176" y="327"/>
                    </a:cubicBezTo>
                    <a:cubicBezTo>
                      <a:pt x="177" y="322"/>
                      <a:pt x="179" y="317"/>
                      <a:pt x="180" y="311"/>
                    </a:cubicBezTo>
                    <a:cubicBezTo>
                      <a:pt x="181" y="308"/>
                      <a:pt x="181" y="306"/>
                      <a:pt x="181" y="303"/>
                    </a:cubicBezTo>
                    <a:cubicBezTo>
                      <a:pt x="183" y="303"/>
                      <a:pt x="185" y="303"/>
                      <a:pt x="186" y="303"/>
                    </a:cubicBezTo>
                    <a:cubicBezTo>
                      <a:pt x="189" y="302"/>
                      <a:pt x="191" y="302"/>
                      <a:pt x="193" y="302"/>
                    </a:cubicBezTo>
                    <a:cubicBezTo>
                      <a:pt x="194" y="301"/>
                      <a:pt x="195" y="301"/>
                      <a:pt x="195" y="301"/>
                    </a:cubicBezTo>
                    <a:cubicBezTo>
                      <a:pt x="195" y="301"/>
                      <a:pt x="196" y="301"/>
                      <a:pt x="198" y="300"/>
                    </a:cubicBezTo>
                    <a:cubicBezTo>
                      <a:pt x="198" y="300"/>
                      <a:pt x="199" y="300"/>
                      <a:pt x="199" y="300"/>
                    </a:cubicBezTo>
                    <a:cubicBezTo>
                      <a:pt x="200" y="300"/>
                      <a:pt x="200" y="300"/>
                      <a:pt x="201" y="300"/>
                    </a:cubicBezTo>
                    <a:cubicBezTo>
                      <a:pt x="202" y="299"/>
                      <a:pt x="203" y="299"/>
                      <a:pt x="205" y="298"/>
                    </a:cubicBezTo>
                    <a:cubicBezTo>
                      <a:pt x="206" y="298"/>
                      <a:pt x="208" y="298"/>
                      <a:pt x="209" y="297"/>
                    </a:cubicBezTo>
                    <a:cubicBezTo>
                      <a:pt x="211" y="299"/>
                      <a:pt x="212" y="301"/>
                      <a:pt x="214" y="303"/>
                    </a:cubicBezTo>
                    <a:cubicBezTo>
                      <a:pt x="215" y="306"/>
                      <a:pt x="217" y="308"/>
                      <a:pt x="219" y="310"/>
                    </a:cubicBezTo>
                    <a:cubicBezTo>
                      <a:pt x="221" y="312"/>
                      <a:pt x="223" y="314"/>
                      <a:pt x="224" y="316"/>
                    </a:cubicBezTo>
                    <a:cubicBezTo>
                      <a:pt x="227" y="319"/>
                      <a:pt x="229" y="321"/>
                      <a:pt x="229" y="321"/>
                    </a:cubicBezTo>
                    <a:cubicBezTo>
                      <a:pt x="229" y="321"/>
                      <a:pt x="230" y="321"/>
                      <a:pt x="230" y="321"/>
                    </a:cubicBezTo>
                    <a:cubicBezTo>
                      <a:pt x="230" y="321"/>
                      <a:pt x="231" y="321"/>
                      <a:pt x="232" y="320"/>
                    </a:cubicBezTo>
                    <a:cubicBezTo>
                      <a:pt x="233" y="320"/>
                      <a:pt x="235" y="319"/>
                      <a:pt x="237" y="318"/>
                    </a:cubicBezTo>
                    <a:cubicBezTo>
                      <a:pt x="239" y="317"/>
                      <a:pt x="241" y="316"/>
                      <a:pt x="243" y="315"/>
                    </a:cubicBezTo>
                    <a:cubicBezTo>
                      <a:pt x="244" y="315"/>
                      <a:pt x="244" y="314"/>
                      <a:pt x="245" y="314"/>
                    </a:cubicBezTo>
                    <a:cubicBezTo>
                      <a:pt x="245" y="314"/>
                      <a:pt x="245" y="314"/>
                      <a:pt x="245" y="314"/>
                    </a:cubicBezTo>
                    <a:cubicBezTo>
                      <a:pt x="245" y="314"/>
                      <a:pt x="245" y="311"/>
                      <a:pt x="244" y="306"/>
                    </a:cubicBezTo>
                    <a:cubicBezTo>
                      <a:pt x="244" y="304"/>
                      <a:pt x="243" y="301"/>
                      <a:pt x="243" y="299"/>
                    </a:cubicBezTo>
                    <a:cubicBezTo>
                      <a:pt x="242" y="296"/>
                      <a:pt x="242" y="293"/>
                      <a:pt x="241" y="290"/>
                    </a:cubicBezTo>
                    <a:cubicBezTo>
                      <a:pt x="240" y="288"/>
                      <a:pt x="240" y="285"/>
                      <a:pt x="239" y="283"/>
                    </a:cubicBezTo>
                    <a:cubicBezTo>
                      <a:pt x="240" y="282"/>
                      <a:pt x="242" y="281"/>
                      <a:pt x="243" y="280"/>
                    </a:cubicBezTo>
                    <a:cubicBezTo>
                      <a:pt x="245" y="278"/>
                      <a:pt x="247" y="277"/>
                      <a:pt x="248" y="276"/>
                    </a:cubicBezTo>
                    <a:cubicBezTo>
                      <a:pt x="250" y="275"/>
                      <a:pt x="250" y="274"/>
                      <a:pt x="250" y="274"/>
                    </a:cubicBezTo>
                    <a:cubicBezTo>
                      <a:pt x="250" y="274"/>
                      <a:pt x="251" y="274"/>
                      <a:pt x="251" y="274"/>
                    </a:cubicBezTo>
                    <a:cubicBezTo>
                      <a:pt x="251" y="274"/>
                      <a:pt x="252" y="273"/>
                      <a:pt x="252" y="273"/>
                    </a:cubicBezTo>
                    <a:cubicBezTo>
                      <a:pt x="254" y="272"/>
                      <a:pt x="256" y="270"/>
                      <a:pt x="258" y="268"/>
                    </a:cubicBezTo>
                    <a:cubicBezTo>
                      <a:pt x="259" y="267"/>
                      <a:pt x="260" y="266"/>
                      <a:pt x="261" y="265"/>
                    </a:cubicBezTo>
                    <a:cubicBezTo>
                      <a:pt x="263" y="266"/>
                      <a:pt x="265" y="267"/>
                      <a:pt x="268" y="268"/>
                    </a:cubicBezTo>
                    <a:cubicBezTo>
                      <a:pt x="273" y="271"/>
                      <a:pt x="279" y="274"/>
                      <a:pt x="283" y="275"/>
                    </a:cubicBezTo>
                    <a:cubicBezTo>
                      <a:pt x="285" y="276"/>
                      <a:pt x="287" y="277"/>
                      <a:pt x="288" y="277"/>
                    </a:cubicBezTo>
                    <a:cubicBezTo>
                      <a:pt x="289" y="278"/>
                      <a:pt x="290" y="278"/>
                      <a:pt x="290" y="278"/>
                    </a:cubicBezTo>
                    <a:cubicBezTo>
                      <a:pt x="290" y="278"/>
                      <a:pt x="291" y="277"/>
                      <a:pt x="292" y="276"/>
                    </a:cubicBezTo>
                    <a:cubicBezTo>
                      <a:pt x="292" y="276"/>
                      <a:pt x="293" y="275"/>
                      <a:pt x="294" y="274"/>
                    </a:cubicBezTo>
                    <a:cubicBezTo>
                      <a:pt x="294" y="273"/>
                      <a:pt x="295" y="272"/>
                      <a:pt x="296" y="271"/>
                    </a:cubicBezTo>
                    <a:cubicBezTo>
                      <a:pt x="297" y="270"/>
                      <a:pt x="298" y="268"/>
                      <a:pt x="299" y="267"/>
                    </a:cubicBezTo>
                    <a:cubicBezTo>
                      <a:pt x="300" y="265"/>
                      <a:pt x="301" y="264"/>
                      <a:pt x="301" y="264"/>
                    </a:cubicBezTo>
                    <a:cubicBezTo>
                      <a:pt x="301" y="264"/>
                      <a:pt x="299" y="262"/>
                      <a:pt x="297" y="258"/>
                    </a:cubicBezTo>
                    <a:cubicBezTo>
                      <a:pt x="294" y="254"/>
                      <a:pt x="290" y="250"/>
                      <a:pt x="287" y="245"/>
                    </a:cubicBezTo>
                    <a:cubicBezTo>
                      <a:pt x="285" y="243"/>
                      <a:pt x="283" y="241"/>
                      <a:pt x="282" y="239"/>
                    </a:cubicBezTo>
                    <a:cubicBezTo>
                      <a:pt x="282" y="239"/>
                      <a:pt x="282" y="238"/>
                      <a:pt x="283" y="237"/>
                    </a:cubicBezTo>
                    <a:cubicBezTo>
                      <a:pt x="283" y="237"/>
                      <a:pt x="284" y="236"/>
                      <a:pt x="284" y="235"/>
                    </a:cubicBezTo>
                    <a:cubicBezTo>
                      <a:pt x="285" y="233"/>
                      <a:pt x="287" y="231"/>
                      <a:pt x="287" y="229"/>
                    </a:cubicBezTo>
                    <a:cubicBezTo>
                      <a:pt x="288" y="228"/>
                      <a:pt x="288" y="227"/>
                      <a:pt x="288" y="227"/>
                    </a:cubicBezTo>
                    <a:cubicBezTo>
                      <a:pt x="288" y="227"/>
                      <a:pt x="289" y="226"/>
                      <a:pt x="290" y="224"/>
                    </a:cubicBezTo>
                    <a:cubicBezTo>
                      <a:pt x="290" y="223"/>
                      <a:pt x="291" y="221"/>
                      <a:pt x="292" y="218"/>
                    </a:cubicBezTo>
                    <a:cubicBezTo>
                      <a:pt x="293" y="217"/>
                      <a:pt x="293" y="215"/>
                      <a:pt x="294" y="214"/>
                    </a:cubicBezTo>
                    <a:cubicBezTo>
                      <a:pt x="296" y="214"/>
                      <a:pt x="299" y="214"/>
                      <a:pt x="301" y="214"/>
                    </a:cubicBezTo>
                    <a:cubicBezTo>
                      <a:pt x="304" y="214"/>
                      <a:pt x="308" y="214"/>
                      <a:pt x="310" y="214"/>
                    </a:cubicBezTo>
                    <a:cubicBezTo>
                      <a:pt x="312" y="214"/>
                      <a:pt x="313" y="214"/>
                      <a:pt x="314" y="214"/>
                    </a:cubicBezTo>
                    <a:cubicBezTo>
                      <a:pt x="316" y="214"/>
                      <a:pt x="317" y="214"/>
                      <a:pt x="318" y="214"/>
                    </a:cubicBezTo>
                    <a:cubicBezTo>
                      <a:pt x="323" y="213"/>
                      <a:pt x="326" y="213"/>
                      <a:pt x="326" y="213"/>
                    </a:cubicBezTo>
                    <a:cubicBezTo>
                      <a:pt x="326" y="213"/>
                      <a:pt x="326" y="212"/>
                      <a:pt x="326" y="210"/>
                    </a:cubicBezTo>
                    <a:cubicBezTo>
                      <a:pt x="327" y="210"/>
                      <a:pt x="327" y="210"/>
                      <a:pt x="327" y="209"/>
                    </a:cubicBezTo>
                    <a:cubicBezTo>
                      <a:pt x="327" y="209"/>
                      <a:pt x="327" y="208"/>
                      <a:pt x="327" y="208"/>
                    </a:cubicBezTo>
                    <a:cubicBezTo>
                      <a:pt x="327" y="207"/>
                      <a:pt x="328" y="205"/>
                      <a:pt x="328" y="204"/>
                    </a:cubicBezTo>
                    <a:cubicBezTo>
                      <a:pt x="328" y="203"/>
                      <a:pt x="328" y="202"/>
                      <a:pt x="329" y="201"/>
                    </a:cubicBezTo>
                    <a:cubicBezTo>
                      <a:pt x="329" y="200"/>
                      <a:pt x="329" y="199"/>
                      <a:pt x="329" y="198"/>
                    </a:cubicBezTo>
                    <a:cubicBezTo>
                      <a:pt x="329" y="197"/>
                      <a:pt x="330" y="196"/>
                      <a:pt x="330" y="196"/>
                    </a:cubicBezTo>
                    <a:cubicBezTo>
                      <a:pt x="330" y="196"/>
                      <a:pt x="327" y="194"/>
                      <a:pt x="323" y="192"/>
                    </a:cubicBezTo>
                    <a:cubicBezTo>
                      <a:pt x="319" y="190"/>
                      <a:pt x="314" y="187"/>
                      <a:pt x="308" y="184"/>
                    </a:cubicBezTo>
                    <a:close/>
                    <a:moveTo>
                      <a:pt x="165" y="268"/>
                    </a:moveTo>
                    <a:cubicBezTo>
                      <a:pt x="109" y="268"/>
                      <a:pt x="64" y="223"/>
                      <a:pt x="64" y="167"/>
                    </a:cubicBezTo>
                    <a:cubicBezTo>
                      <a:pt x="64" y="112"/>
                      <a:pt x="109" y="66"/>
                      <a:pt x="165" y="66"/>
                    </a:cubicBezTo>
                    <a:cubicBezTo>
                      <a:pt x="221" y="66"/>
                      <a:pt x="266" y="112"/>
                      <a:pt x="266" y="167"/>
                    </a:cubicBezTo>
                    <a:cubicBezTo>
                      <a:pt x="266" y="223"/>
                      <a:pt x="221" y="268"/>
                      <a:pt x="165" y="26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38100" cap="flat">
                <a:noFill/>
                <a:prstDash val="solid"/>
                <a:miter lim="800000"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每周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奖品</a:t>
                </a:r>
              </a:p>
            </p:txBody>
          </p:sp>
          <p:sp>
            <p:nvSpPr>
              <p:cNvPr id="9" name="íṣlîḋè"/>
              <p:cNvSpPr/>
              <p:nvPr/>
            </p:nvSpPr>
            <p:spPr bwMode="auto">
              <a:xfrm>
                <a:off x="6677819" y="1782762"/>
                <a:ext cx="1327151" cy="357188"/>
              </a:xfrm>
              <a:custGeom>
                <a:avLst/>
                <a:gdLst>
                  <a:gd name="T0" fmla="*/ 0 w 836"/>
                  <a:gd name="T1" fmla="*/ 225 h 225"/>
                  <a:gd name="T2" fmla="*/ 228 w 836"/>
                  <a:gd name="T3" fmla="*/ 0 h 225"/>
                  <a:gd name="T4" fmla="*/ 836 w 836"/>
                  <a:gd name="T5" fmla="*/ 0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6" h="225">
                    <a:moveTo>
                      <a:pt x="0" y="225"/>
                    </a:moveTo>
                    <a:lnTo>
                      <a:pt x="228" y="0"/>
                    </a:lnTo>
                    <a:lnTo>
                      <a:pt x="836" y="0"/>
                    </a:lnTo>
                  </a:path>
                </a:pathLst>
              </a:custGeom>
              <a:noFill/>
              <a:ln w="3175" cap="flat">
                <a:solidFill>
                  <a:schemeClr val="bg1">
                    <a:lumMod val="75000"/>
                  </a:scheme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92500" lnSpcReduction="10000"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" name="îslïḓe"/>
              <p:cNvSpPr/>
              <p:nvPr/>
            </p:nvSpPr>
            <p:spPr bwMode="auto">
              <a:xfrm>
                <a:off x="7450136" y="3724164"/>
                <a:ext cx="993275" cy="420688"/>
              </a:xfrm>
              <a:custGeom>
                <a:avLst/>
                <a:gdLst>
                  <a:gd name="T0" fmla="*/ 0 w 739"/>
                  <a:gd name="T1" fmla="*/ 265 h 265"/>
                  <a:gd name="T2" fmla="*/ 268 w 739"/>
                  <a:gd name="T3" fmla="*/ 0 h 265"/>
                  <a:gd name="T4" fmla="*/ 739 w 739"/>
                  <a:gd name="T5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9" h="265">
                    <a:moveTo>
                      <a:pt x="0" y="265"/>
                    </a:moveTo>
                    <a:lnTo>
                      <a:pt x="268" y="0"/>
                    </a:lnTo>
                    <a:lnTo>
                      <a:pt x="739" y="0"/>
                    </a:lnTo>
                  </a:path>
                </a:pathLst>
              </a:custGeom>
              <a:noFill/>
              <a:ln w="3175" cap="flat">
                <a:solidFill>
                  <a:schemeClr val="bg1">
                    <a:lumMod val="75000"/>
                  </a:scheme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" name="îṧļîďè"/>
              <p:cNvSpPr/>
              <p:nvPr/>
            </p:nvSpPr>
            <p:spPr bwMode="auto">
              <a:xfrm rot="15488227">
                <a:off x="3717747" y="2481777"/>
                <a:ext cx="666123" cy="1009911"/>
              </a:xfrm>
              <a:custGeom>
                <a:avLst/>
                <a:gdLst>
                  <a:gd name="T0" fmla="*/ 807 w 807"/>
                  <a:gd name="T1" fmla="*/ 0 h 242"/>
                  <a:gd name="T2" fmla="*/ 566 w 807"/>
                  <a:gd name="T3" fmla="*/ 242 h 242"/>
                  <a:gd name="T4" fmla="*/ 0 w 807"/>
                  <a:gd name="T5" fmla="*/ 242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07" h="242">
                    <a:moveTo>
                      <a:pt x="807" y="0"/>
                    </a:moveTo>
                    <a:lnTo>
                      <a:pt x="566" y="242"/>
                    </a:lnTo>
                    <a:lnTo>
                      <a:pt x="0" y="242"/>
                    </a:lnTo>
                  </a:path>
                </a:pathLst>
              </a:custGeom>
              <a:noFill/>
              <a:ln w="3175" cap="flat">
                <a:solidFill>
                  <a:schemeClr val="bg1">
                    <a:lumMod val="75000"/>
                  </a:scheme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2" name="îṡľïdé"/>
              <p:cNvGrpSpPr/>
              <p:nvPr/>
            </p:nvGrpSpPr>
            <p:grpSpPr>
              <a:xfrm>
                <a:off x="8141495" y="1457326"/>
                <a:ext cx="650874" cy="650872"/>
                <a:chOff x="753007" y="2242886"/>
                <a:chExt cx="643355" cy="643355"/>
              </a:xfrm>
            </p:grpSpPr>
            <p:sp>
              <p:nvSpPr>
                <p:cNvPr id="27" name="îsļïḑê"/>
                <p:cNvSpPr/>
                <p:nvPr/>
              </p:nvSpPr>
              <p:spPr bwMode="auto">
                <a:xfrm>
                  <a:off x="753007" y="2242886"/>
                  <a:ext cx="643355" cy="643355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3175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" name="iṡlïḓè"/>
                <p:cNvSpPr/>
                <p:nvPr/>
              </p:nvSpPr>
              <p:spPr bwMode="auto">
                <a:xfrm>
                  <a:off x="926604" y="2417033"/>
                  <a:ext cx="296160" cy="295059"/>
                </a:xfrm>
                <a:custGeom>
                  <a:avLst/>
                  <a:gdLst>
                    <a:gd name="connsiteX0" fmla="*/ 0 w 607639"/>
                    <a:gd name="connsiteY0" fmla="*/ 547235 h 605381"/>
                    <a:gd name="connsiteX1" fmla="*/ 23853 w 607639"/>
                    <a:gd name="connsiteY1" fmla="*/ 547235 h 605381"/>
                    <a:gd name="connsiteX2" fmla="*/ 36136 w 607639"/>
                    <a:gd name="connsiteY2" fmla="*/ 547235 h 605381"/>
                    <a:gd name="connsiteX3" fmla="*/ 190916 w 607639"/>
                    <a:gd name="connsiteY3" fmla="*/ 547235 h 605381"/>
                    <a:gd name="connsiteX4" fmla="*/ 212990 w 607639"/>
                    <a:gd name="connsiteY4" fmla="*/ 547235 h 605381"/>
                    <a:gd name="connsiteX5" fmla="*/ 394560 w 607639"/>
                    <a:gd name="connsiteY5" fmla="*/ 547235 h 605381"/>
                    <a:gd name="connsiteX6" fmla="*/ 416634 w 607639"/>
                    <a:gd name="connsiteY6" fmla="*/ 547235 h 605381"/>
                    <a:gd name="connsiteX7" fmla="*/ 571503 w 607639"/>
                    <a:gd name="connsiteY7" fmla="*/ 547235 h 605381"/>
                    <a:gd name="connsiteX8" fmla="*/ 583786 w 607639"/>
                    <a:gd name="connsiteY8" fmla="*/ 547235 h 605381"/>
                    <a:gd name="connsiteX9" fmla="*/ 607639 w 607639"/>
                    <a:gd name="connsiteY9" fmla="*/ 547235 h 605381"/>
                    <a:gd name="connsiteX10" fmla="*/ 607639 w 607639"/>
                    <a:gd name="connsiteY10" fmla="*/ 605381 h 605381"/>
                    <a:gd name="connsiteX11" fmla="*/ 0 w 607639"/>
                    <a:gd name="connsiteY11" fmla="*/ 605381 h 605381"/>
                    <a:gd name="connsiteX12" fmla="*/ 321849 w 607639"/>
                    <a:gd name="connsiteY12" fmla="*/ 269278 h 605381"/>
                    <a:gd name="connsiteX13" fmla="*/ 394531 w 607639"/>
                    <a:gd name="connsiteY13" fmla="*/ 269278 h 605381"/>
                    <a:gd name="connsiteX14" fmla="*/ 394531 w 607639"/>
                    <a:gd name="connsiteY14" fmla="*/ 511247 h 605381"/>
                    <a:gd name="connsiteX15" fmla="*/ 358501 w 607639"/>
                    <a:gd name="connsiteY15" fmla="*/ 511247 h 605381"/>
                    <a:gd name="connsiteX16" fmla="*/ 321849 w 607639"/>
                    <a:gd name="connsiteY16" fmla="*/ 511247 h 605381"/>
                    <a:gd name="connsiteX17" fmla="*/ 212966 w 607639"/>
                    <a:gd name="connsiteY17" fmla="*/ 269278 h 605381"/>
                    <a:gd name="connsiteX18" fmla="*/ 285790 w 607639"/>
                    <a:gd name="connsiteY18" fmla="*/ 269278 h 605381"/>
                    <a:gd name="connsiteX19" fmla="*/ 285790 w 607639"/>
                    <a:gd name="connsiteY19" fmla="*/ 511247 h 605381"/>
                    <a:gd name="connsiteX20" fmla="*/ 249111 w 607639"/>
                    <a:gd name="connsiteY20" fmla="*/ 511247 h 605381"/>
                    <a:gd name="connsiteX21" fmla="*/ 212966 w 607639"/>
                    <a:gd name="connsiteY21" fmla="*/ 511247 h 605381"/>
                    <a:gd name="connsiteX22" fmla="*/ 446972 w 607639"/>
                    <a:gd name="connsiteY22" fmla="*/ 242181 h 605381"/>
                    <a:gd name="connsiteX23" fmla="*/ 553523 w 607639"/>
                    <a:gd name="connsiteY23" fmla="*/ 242181 h 605381"/>
                    <a:gd name="connsiteX24" fmla="*/ 553523 w 607639"/>
                    <a:gd name="connsiteY24" fmla="*/ 453133 h 605381"/>
                    <a:gd name="connsiteX25" fmla="*/ 583788 w 607639"/>
                    <a:gd name="connsiteY25" fmla="*/ 453133 h 605381"/>
                    <a:gd name="connsiteX26" fmla="*/ 583788 w 607639"/>
                    <a:gd name="connsiteY26" fmla="*/ 511247 h 605381"/>
                    <a:gd name="connsiteX27" fmla="*/ 547648 w 607639"/>
                    <a:gd name="connsiteY27" fmla="*/ 511247 h 605381"/>
                    <a:gd name="connsiteX28" fmla="*/ 452758 w 607639"/>
                    <a:gd name="connsiteY28" fmla="*/ 511247 h 605381"/>
                    <a:gd name="connsiteX29" fmla="*/ 416618 w 607639"/>
                    <a:gd name="connsiteY29" fmla="*/ 511247 h 605381"/>
                    <a:gd name="connsiteX30" fmla="*/ 416618 w 607639"/>
                    <a:gd name="connsiteY30" fmla="*/ 453133 h 605381"/>
                    <a:gd name="connsiteX31" fmla="*/ 446972 w 607639"/>
                    <a:gd name="connsiteY31" fmla="*/ 453133 h 605381"/>
                    <a:gd name="connsiteX32" fmla="*/ 54106 w 607639"/>
                    <a:gd name="connsiteY32" fmla="*/ 242181 h 605381"/>
                    <a:gd name="connsiteX33" fmla="*/ 160624 w 607639"/>
                    <a:gd name="connsiteY33" fmla="*/ 242181 h 605381"/>
                    <a:gd name="connsiteX34" fmla="*/ 160624 w 607639"/>
                    <a:gd name="connsiteY34" fmla="*/ 453133 h 605381"/>
                    <a:gd name="connsiteX35" fmla="*/ 190879 w 607639"/>
                    <a:gd name="connsiteY35" fmla="*/ 453133 h 605381"/>
                    <a:gd name="connsiteX36" fmla="*/ 190879 w 607639"/>
                    <a:gd name="connsiteY36" fmla="*/ 511247 h 605381"/>
                    <a:gd name="connsiteX37" fmla="*/ 154839 w 607639"/>
                    <a:gd name="connsiteY37" fmla="*/ 511247 h 605381"/>
                    <a:gd name="connsiteX38" fmla="*/ 59891 w 607639"/>
                    <a:gd name="connsiteY38" fmla="*/ 511247 h 605381"/>
                    <a:gd name="connsiteX39" fmla="*/ 23851 w 607639"/>
                    <a:gd name="connsiteY39" fmla="*/ 511247 h 605381"/>
                    <a:gd name="connsiteX40" fmla="*/ 23851 w 607639"/>
                    <a:gd name="connsiteY40" fmla="*/ 453133 h 605381"/>
                    <a:gd name="connsiteX41" fmla="*/ 54106 w 607639"/>
                    <a:gd name="connsiteY41" fmla="*/ 453133 h 605381"/>
                    <a:gd name="connsiteX42" fmla="*/ 303820 w 607639"/>
                    <a:gd name="connsiteY42" fmla="*/ 98933 h 605381"/>
                    <a:gd name="connsiteX43" fmla="*/ 323120 w 607639"/>
                    <a:gd name="connsiteY43" fmla="*/ 118162 h 605381"/>
                    <a:gd name="connsiteX44" fmla="*/ 303820 w 607639"/>
                    <a:gd name="connsiteY44" fmla="*/ 137391 h 605381"/>
                    <a:gd name="connsiteX45" fmla="*/ 284520 w 607639"/>
                    <a:gd name="connsiteY45" fmla="*/ 118162 h 605381"/>
                    <a:gd name="connsiteX46" fmla="*/ 303820 w 607639"/>
                    <a:gd name="connsiteY46" fmla="*/ 98933 h 605381"/>
                    <a:gd name="connsiteX47" fmla="*/ 303749 w 607639"/>
                    <a:gd name="connsiteY47" fmla="*/ 62835 h 605381"/>
                    <a:gd name="connsiteX48" fmla="*/ 248388 w 607639"/>
                    <a:gd name="connsiteY48" fmla="*/ 118116 h 605381"/>
                    <a:gd name="connsiteX49" fmla="*/ 303749 w 607639"/>
                    <a:gd name="connsiteY49" fmla="*/ 173397 h 605381"/>
                    <a:gd name="connsiteX50" fmla="*/ 359111 w 607639"/>
                    <a:gd name="connsiteY50" fmla="*/ 118116 h 605381"/>
                    <a:gd name="connsiteX51" fmla="*/ 303749 w 607639"/>
                    <a:gd name="connsiteY51" fmla="*/ 62835 h 605381"/>
                    <a:gd name="connsiteX52" fmla="*/ 303749 w 607639"/>
                    <a:gd name="connsiteY52" fmla="*/ 0 h 605381"/>
                    <a:gd name="connsiteX53" fmla="*/ 586964 w 607639"/>
                    <a:gd name="connsiteY53" fmla="*/ 141490 h 605381"/>
                    <a:gd name="connsiteX54" fmla="*/ 586964 w 607639"/>
                    <a:gd name="connsiteY54" fmla="*/ 206192 h 605381"/>
                    <a:gd name="connsiteX55" fmla="*/ 20535 w 607639"/>
                    <a:gd name="connsiteY55" fmla="*/ 206192 h 605381"/>
                    <a:gd name="connsiteX56" fmla="*/ 20535 w 607639"/>
                    <a:gd name="connsiteY56" fmla="*/ 141490 h 605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607639" h="605381">
                      <a:moveTo>
                        <a:pt x="0" y="547235"/>
                      </a:moveTo>
                      <a:lnTo>
                        <a:pt x="23853" y="547235"/>
                      </a:lnTo>
                      <a:lnTo>
                        <a:pt x="36136" y="547235"/>
                      </a:lnTo>
                      <a:lnTo>
                        <a:pt x="190916" y="547235"/>
                      </a:lnTo>
                      <a:lnTo>
                        <a:pt x="212990" y="547235"/>
                      </a:lnTo>
                      <a:lnTo>
                        <a:pt x="394560" y="547235"/>
                      </a:lnTo>
                      <a:lnTo>
                        <a:pt x="416634" y="547235"/>
                      </a:lnTo>
                      <a:lnTo>
                        <a:pt x="571503" y="547235"/>
                      </a:lnTo>
                      <a:lnTo>
                        <a:pt x="583786" y="547235"/>
                      </a:lnTo>
                      <a:lnTo>
                        <a:pt x="607639" y="547235"/>
                      </a:lnTo>
                      <a:lnTo>
                        <a:pt x="607639" y="605381"/>
                      </a:lnTo>
                      <a:lnTo>
                        <a:pt x="0" y="605381"/>
                      </a:lnTo>
                      <a:close/>
                      <a:moveTo>
                        <a:pt x="321849" y="269278"/>
                      </a:moveTo>
                      <a:lnTo>
                        <a:pt x="394531" y="269278"/>
                      </a:lnTo>
                      <a:lnTo>
                        <a:pt x="394531" y="511247"/>
                      </a:lnTo>
                      <a:lnTo>
                        <a:pt x="358501" y="511247"/>
                      </a:lnTo>
                      <a:lnTo>
                        <a:pt x="321849" y="511247"/>
                      </a:lnTo>
                      <a:close/>
                      <a:moveTo>
                        <a:pt x="212966" y="269278"/>
                      </a:moveTo>
                      <a:lnTo>
                        <a:pt x="285790" y="269278"/>
                      </a:lnTo>
                      <a:lnTo>
                        <a:pt x="285790" y="511247"/>
                      </a:lnTo>
                      <a:lnTo>
                        <a:pt x="249111" y="511247"/>
                      </a:lnTo>
                      <a:lnTo>
                        <a:pt x="212966" y="511247"/>
                      </a:lnTo>
                      <a:close/>
                      <a:moveTo>
                        <a:pt x="446972" y="242181"/>
                      </a:moveTo>
                      <a:lnTo>
                        <a:pt x="553523" y="242181"/>
                      </a:lnTo>
                      <a:lnTo>
                        <a:pt x="553523" y="453133"/>
                      </a:lnTo>
                      <a:lnTo>
                        <a:pt x="583788" y="453133"/>
                      </a:lnTo>
                      <a:lnTo>
                        <a:pt x="583788" y="511247"/>
                      </a:lnTo>
                      <a:lnTo>
                        <a:pt x="547648" y="511247"/>
                      </a:lnTo>
                      <a:lnTo>
                        <a:pt x="452758" y="511247"/>
                      </a:lnTo>
                      <a:lnTo>
                        <a:pt x="416618" y="511247"/>
                      </a:lnTo>
                      <a:lnTo>
                        <a:pt x="416618" y="453133"/>
                      </a:lnTo>
                      <a:lnTo>
                        <a:pt x="446972" y="453133"/>
                      </a:lnTo>
                      <a:close/>
                      <a:moveTo>
                        <a:pt x="54106" y="242181"/>
                      </a:moveTo>
                      <a:lnTo>
                        <a:pt x="160624" y="242181"/>
                      </a:lnTo>
                      <a:lnTo>
                        <a:pt x="160624" y="453133"/>
                      </a:lnTo>
                      <a:lnTo>
                        <a:pt x="190879" y="453133"/>
                      </a:lnTo>
                      <a:lnTo>
                        <a:pt x="190879" y="511247"/>
                      </a:lnTo>
                      <a:lnTo>
                        <a:pt x="154839" y="511247"/>
                      </a:lnTo>
                      <a:lnTo>
                        <a:pt x="59891" y="511247"/>
                      </a:lnTo>
                      <a:lnTo>
                        <a:pt x="23851" y="511247"/>
                      </a:lnTo>
                      <a:lnTo>
                        <a:pt x="23851" y="453133"/>
                      </a:lnTo>
                      <a:lnTo>
                        <a:pt x="54106" y="453133"/>
                      </a:lnTo>
                      <a:close/>
                      <a:moveTo>
                        <a:pt x="303820" y="98933"/>
                      </a:moveTo>
                      <a:cubicBezTo>
                        <a:pt x="314479" y="98933"/>
                        <a:pt x="323120" y="107542"/>
                        <a:pt x="323120" y="118162"/>
                      </a:cubicBezTo>
                      <a:cubicBezTo>
                        <a:pt x="323120" y="128782"/>
                        <a:pt x="314479" y="137391"/>
                        <a:pt x="303820" y="137391"/>
                      </a:cubicBezTo>
                      <a:cubicBezTo>
                        <a:pt x="293161" y="137391"/>
                        <a:pt x="284520" y="128782"/>
                        <a:pt x="284520" y="118162"/>
                      </a:cubicBezTo>
                      <a:cubicBezTo>
                        <a:pt x="284520" y="107542"/>
                        <a:pt x="293161" y="98933"/>
                        <a:pt x="303820" y="98933"/>
                      </a:cubicBezTo>
                      <a:close/>
                      <a:moveTo>
                        <a:pt x="303749" y="62835"/>
                      </a:moveTo>
                      <a:cubicBezTo>
                        <a:pt x="273221" y="62835"/>
                        <a:pt x="248388" y="87631"/>
                        <a:pt x="248388" y="118116"/>
                      </a:cubicBezTo>
                      <a:cubicBezTo>
                        <a:pt x="248388" y="148600"/>
                        <a:pt x="273221" y="173397"/>
                        <a:pt x="303749" y="173397"/>
                      </a:cubicBezTo>
                      <a:cubicBezTo>
                        <a:pt x="334278" y="173397"/>
                        <a:pt x="359111" y="148600"/>
                        <a:pt x="359111" y="118116"/>
                      </a:cubicBezTo>
                      <a:cubicBezTo>
                        <a:pt x="359111" y="87631"/>
                        <a:pt x="334278" y="62835"/>
                        <a:pt x="303749" y="62835"/>
                      </a:cubicBezTo>
                      <a:close/>
                      <a:moveTo>
                        <a:pt x="303749" y="0"/>
                      </a:moveTo>
                      <a:lnTo>
                        <a:pt x="586964" y="141490"/>
                      </a:lnTo>
                      <a:lnTo>
                        <a:pt x="586964" y="206192"/>
                      </a:lnTo>
                      <a:lnTo>
                        <a:pt x="20535" y="206192"/>
                      </a:lnTo>
                      <a:lnTo>
                        <a:pt x="20535" y="14149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810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3" name="ïślîḍé"/>
              <p:cNvGrpSpPr/>
              <p:nvPr/>
            </p:nvGrpSpPr>
            <p:grpSpPr>
              <a:xfrm>
                <a:off x="2914650" y="2362941"/>
                <a:ext cx="650874" cy="650872"/>
                <a:chOff x="595305" y="-97581"/>
                <a:chExt cx="643355" cy="643355"/>
              </a:xfrm>
            </p:grpSpPr>
            <p:sp>
              <p:nvSpPr>
                <p:cNvPr id="25" name="iṣḷïdê"/>
                <p:cNvSpPr/>
                <p:nvPr/>
              </p:nvSpPr>
              <p:spPr bwMode="auto">
                <a:xfrm>
                  <a:off x="595305" y="-97581"/>
                  <a:ext cx="643355" cy="643355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3175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6" name="ïṥḻïďé"/>
                <p:cNvSpPr/>
                <p:nvPr/>
              </p:nvSpPr>
              <p:spPr bwMode="auto">
                <a:xfrm>
                  <a:off x="768902" y="76566"/>
                  <a:ext cx="296160" cy="295059"/>
                </a:xfrm>
                <a:custGeom>
                  <a:avLst/>
                  <a:gdLst>
                    <a:gd name="connsiteX0" fmla="*/ 0 w 607639"/>
                    <a:gd name="connsiteY0" fmla="*/ 547235 h 605381"/>
                    <a:gd name="connsiteX1" fmla="*/ 23853 w 607639"/>
                    <a:gd name="connsiteY1" fmla="*/ 547235 h 605381"/>
                    <a:gd name="connsiteX2" fmla="*/ 36136 w 607639"/>
                    <a:gd name="connsiteY2" fmla="*/ 547235 h 605381"/>
                    <a:gd name="connsiteX3" fmla="*/ 190916 w 607639"/>
                    <a:gd name="connsiteY3" fmla="*/ 547235 h 605381"/>
                    <a:gd name="connsiteX4" fmla="*/ 212990 w 607639"/>
                    <a:gd name="connsiteY4" fmla="*/ 547235 h 605381"/>
                    <a:gd name="connsiteX5" fmla="*/ 394560 w 607639"/>
                    <a:gd name="connsiteY5" fmla="*/ 547235 h 605381"/>
                    <a:gd name="connsiteX6" fmla="*/ 416634 w 607639"/>
                    <a:gd name="connsiteY6" fmla="*/ 547235 h 605381"/>
                    <a:gd name="connsiteX7" fmla="*/ 571503 w 607639"/>
                    <a:gd name="connsiteY7" fmla="*/ 547235 h 605381"/>
                    <a:gd name="connsiteX8" fmla="*/ 583786 w 607639"/>
                    <a:gd name="connsiteY8" fmla="*/ 547235 h 605381"/>
                    <a:gd name="connsiteX9" fmla="*/ 607639 w 607639"/>
                    <a:gd name="connsiteY9" fmla="*/ 547235 h 605381"/>
                    <a:gd name="connsiteX10" fmla="*/ 607639 w 607639"/>
                    <a:gd name="connsiteY10" fmla="*/ 605381 h 605381"/>
                    <a:gd name="connsiteX11" fmla="*/ 0 w 607639"/>
                    <a:gd name="connsiteY11" fmla="*/ 605381 h 605381"/>
                    <a:gd name="connsiteX12" fmla="*/ 321849 w 607639"/>
                    <a:gd name="connsiteY12" fmla="*/ 269278 h 605381"/>
                    <a:gd name="connsiteX13" fmla="*/ 394531 w 607639"/>
                    <a:gd name="connsiteY13" fmla="*/ 269278 h 605381"/>
                    <a:gd name="connsiteX14" fmla="*/ 394531 w 607639"/>
                    <a:gd name="connsiteY14" fmla="*/ 511247 h 605381"/>
                    <a:gd name="connsiteX15" fmla="*/ 358501 w 607639"/>
                    <a:gd name="connsiteY15" fmla="*/ 511247 h 605381"/>
                    <a:gd name="connsiteX16" fmla="*/ 321849 w 607639"/>
                    <a:gd name="connsiteY16" fmla="*/ 511247 h 605381"/>
                    <a:gd name="connsiteX17" fmla="*/ 212966 w 607639"/>
                    <a:gd name="connsiteY17" fmla="*/ 269278 h 605381"/>
                    <a:gd name="connsiteX18" fmla="*/ 285790 w 607639"/>
                    <a:gd name="connsiteY18" fmla="*/ 269278 h 605381"/>
                    <a:gd name="connsiteX19" fmla="*/ 285790 w 607639"/>
                    <a:gd name="connsiteY19" fmla="*/ 511247 h 605381"/>
                    <a:gd name="connsiteX20" fmla="*/ 249111 w 607639"/>
                    <a:gd name="connsiteY20" fmla="*/ 511247 h 605381"/>
                    <a:gd name="connsiteX21" fmla="*/ 212966 w 607639"/>
                    <a:gd name="connsiteY21" fmla="*/ 511247 h 605381"/>
                    <a:gd name="connsiteX22" fmla="*/ 446972 w 607639"/>
                    <a:gd name="connsiteY22" fmla="*/ 242181 h 605381"/>
                    <a:gd name="connsiteX23" fmla="*/ 553523 w 607639"/>
                    <a:gd name="connsiteY23" fmla="*/ 242181 h 605381"/>
                    <a:gd name="connsiteX24" fmla="*/ 553523 w 607639"/>
                    <a:gd name="connsiteY24" fmla="*/ 453133 h 605381"/>
                    <a:gd name="connsiteX25" fmla="*/ 583788 w 607639"/>
                    <a:gd name="connsiteY25" fmla="*/ 453133 h 605381"/>
                    <a:gd name="connsiteX26" fmla="*/ 583788 w 607639"/>
                    <a:gd name="connsiteY26" fmla="*/ 511247 h 605381"/>
                    <a:gd name="connsiteX27" fmla="*/ 547648 w 607639"/>
                    <a:gd name="connsiteY27" fmla="*/ 511247 h 605381"/>
                    <a:gd name="connsiteX28" fmla="*/ 452758 w 607639"/>
                    <a:gd name="connsiteY28" fmla="*/ 511247 h 605381"/>
                    <a:gd name="connsiteX29" fmla="*/ 416618 w 607639"/>
                    <a:gd name="connsiteY29" fmla="*/ 511247 h 605381"/>
                    <a:gd name="connsiteX30" fmla="*/ 416618 w 607639"/>
                    <a:gd name="connsiteY30" fmla="*/ 453133 h 605381"/>
                    <a:gd name="connsiteX31" fmla="*/ 446972 w 607639"/>
                    <a:gd name="connsiteY31" fmla="*/ 453133 h 605381"/>
                    <a:gd name="connsiteX32" fmla="*/ 54106 w 607639"/>
                    <a:gd name="connsiteY32" fmla="*/ 242181 h 605381"/>
                    <a:gd name="connsiteX33" fmla="*/ 160624 w 607639"/>
                    <a:gd name="connsiteY33" fmla="*/ 242181 h 605381"/>
                    <a:gd name="connsiteX34" fmla="*/ 160624 w 607639"/>
                    <a:gd name="connsiteY34" fmla="*/ 453133 h 605381"/>
                    <a:gd name="connsiteX35" fmla="*/ 190879 w 607639"/>
                    <a:gd name="connsiteY35" fmla="*/ 453133 h 605381"/>
                    <a:gd name="connsiteX36" fmla="*/ 190879 w 607639"/>
                    <a:gd name="connsiteY36" fmla="*/ 511247 h 605381"/>
                    <a:gd name="connsiteX37" fmla="*/ 154839 w 607639"/>
                    <a:gd name="connsiteY37" fmla="*/ 511247 h 605381"/>
                    <a:gd name="connsiteX38" fmla="*/ 59891 w 607639"/>
                    <a:gd name="connsiteY38" fmla="*/ 511247 h 605381"/>
                    <a:gd name="connsiteX39" fmla="*/ 23851 w 607639"/>
                    <a:gd name="connsiteY39" fmla="*/ 511247 h 605381"/>
                    <a:gd name="connsiteX40" fmla="*/ 23851 w 607639"/>
                    <a:gd name="connsiteY40" fmla="*/ 453133 h 605381"/>
                    <a:gd name="connsiteX41" fmla="*/ 54106 w 607639"/>
                    <a:gd name="connsiteY41" fmla="*/ 453133 h 605381"/>
                    <a:gd name="connsiteX42" fmla="*/ 303820 w 607639"/>
                    <a:gd name="connsiteY42" fmla="*/ 98933 h 605381"/>
                    <a:gd name="connsiteX43" fmla="*/ 323120 w 607639"/>
                    <a:gd name="connsiteY43" fmla="*/ 118162 h 605381"/>
                    <a:gd name="connsiteX44" fmla="*/ 303820 w 607639"/>
                    <a:gd name="connsiteY44" fmla="*/ 137391 h 605381"/>
                    <a:gd name="connsiteX45" fmla="*/ 284520 w 607639"/>
                    <a:gd name="connsiteY45" fmla="*/ 118162 h 605381"/>
                    <a:gd name="connsiteX46" fmla="*/ 303820 w 607639"/>
                    <a:gd name="connsiteY46" fmla="*/ 98933 h 605381"/>
                    <a:gd name="connsiteX47" fmla="*/ 303749 w 607639"/>
                    <a:gd name="connsiteY47" fmla="*/ 62835 h 605381"/>
                    <a:gd name="connsiteX48" fmla="*/ 248388 w 607639"/>
                    <a:gd name="connsiteY48" fmla="*/ 118116 h 605381"/>
                    <a:gd name="connsiteX49" fmla="*/ 303749 w 607639"/>
                    <a:gd name="connsiteY49" fmla="*/ 173397 h 605381"/>
                    <a:gd name="connsiteX50" fmla="*/ 359111 w 607639"/>
                    <a:gd name="connsiteY50" fmla="*/ 118116 h 605381"/>
                    <a:gd name="connsiteX51" fmla="*/ 303749 w 607639"/>
                    <a:gd name="connsiteY51" fmla="*/ 62835 h 605381"/>
                    <a:gd name="connsiteX52" fmla="*/ 303749 w 607639"/>
                    <a:gd name="connsiteY52" fmla="*/ 0 h 605381"/>
                    <a:gd name="connsiteX53" fmla="*/ 586964 w 607639"/>
                    <a:gd name="connsiteY53" fmla="*/ 141490 h 605381"/>
                    <a:gd name="connsiteX54" fmla="*/ 586964 w 607639"/>
                    <a:gd name="connsiteY54" fmla="*/ 206192 h 605381"/>
                    <a:gd name="connsiteX55" fmla="*/ 20535 w 607639"/>
                    <a:gd name="connsiteY55" fmla="*/ 206192 h 605381"/>
                    <a:gd name="connsiteX56" fmla="*/ 20535 w 607639"/>
                    <a:gd name="connsiteY56" fmla="*/ 141490 h 605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607639" h="605381">
                      <a:moveTo>
                        <a:pt x="0" y="547235"/>
                      </a:moveTo>
                      <a:lnTo>
                        <a:pt x="23853" y="547235"/>
                      </a:lnTo>
                      <a:lnTo>
                        <a:pt x="36136" y="547235"/>
                      </a:lnTo>
                      <a:lnTo>
                        <a:pt x="190916" y="547235"/>
                      </a:lnTo>
                      <a:lnTo>
                        <a:pt x="212990" y="547235"/>
                      </a:lnTo>
                      <a:lnTo>
                        <a:pt x="394560" y="547235"/>
                      </a:lnTo>
                      <a:lnTo>
                        <a:pt x="416634" y="547235"/>
                      </a:lnTo>
                      <a:lnTo>
                        <a:pt x="571503" y="547235"/>
                      </a:lnTo>
                      <a:lnTo>
                        <a:pt x="583786" y="547235"/>
                      </a:lnTo>
                      <a:lnTo>
                        <a:pt x="607639" y="547235"/>
                      </a:lnTo>
                      <a:lnTo>
                        <a:pt x="607639" y="605381"/>
                      </a:lnTo>
                      <a:lnTo>
                        <a:pt x="0" y="605381"/>
                      </a:lnTo>
                      <a:close/>
                      <a:moveTo>
                        <a:pt x="321849" y="269278"/>
                      </a:moveTo>
                      <a:lnTo>
                        <a:pt x="394531" y="269278"/>
                      </a:lnTo>
                      <a:lnTo>
                        <a:pt x="394531" y="511247"/>
                      </a:lnTo>
                      <a:lnTo>
                        <a:pt x="358501" y="511247"/>
                      </a:lnTo>
                      <a:lnTo>
                        <a:pt x="321849" y="511247"/>
                      </a:lnTo>
                      <a:close/>
                      <a:moveTo>
                        <a:pt x="212966" y="269278"/>
                      </a:moveTo>
                      <a:lnTo>
                        <a:pt x="285790" y="269278"/>
                      </a:lnTo>
                      <a:lnTo>
                        <a:pt x="285790" y="511247"/>
                      </a:lnTo>
                      <a:lnTo>
                        <a:pt x="249111" y="511247"/>
                      </a:lnTo>
                      <a:lnTo>
                        <a:pt x="212966" y="511247"/>
                      </a:lnTo>
                      <a:close/>
                      <a:moveTo>
                        <a:pt x="446972" y="242181"/>
                      </a:moveTo>
                      <a:lnTo>
                        <a:pt x="553523" y="242181"/>
                      </a:lnTo>
                      <a:lnTo>
                        <a:pt x="553523" y="453133"/>
                      </a:lnTo>
                      <a:lnTo>
                        <a:pt x="583788" y="453133"/>
                      </a:lnTo>
                      <a:lnTo>
                        <a:pt x="583788" y="511247"/>
                      </a:lnTo>
                      <a:lnTo>
                        <a:pt x="547648" y="511247"/>
                      </a:lnTo>
                      <a:lnTo>
                        <a:pt x="452758" y="511247"/>
                      </a:lnTo>
                      <a:lnTo>
                        <a:pt x="416618" y="511247"/>
                      </a:lnTo>
                      <a:lnTo>
                        <a:pt x="416618" y="453133"/>
                      </a:lnTo>
                      <a:lnTo>
                        <a:pt x="446972" y="453133"/>
                      </a:lnTo>
                      <a:close/>
                      <a:moveTo>
                        <a:pt x="54106" y="242181"/>
                      </a:moveTo>
                      <a:lnTo>
                        <a:pt x="160624" y="242181"/>
                      </a:lnTo>
                      <a:lnTo>
                        <a:pt x="160624" y="453133"/>
                      </a:lnTo>
                      <a:lnTo>
                        <a:pt x="190879" y="453133"/>
                      </a:lnTo>
                      <a:lnTo>
                        <a:pt x="190879" y="511247"/>
                      </a:lnTo>
                      <a:lnTo>
                        <a:pt x="154839" y="511247"/>
                      </a:lnTo>
                      <a:lnTo>
                        <a:pt x="59891" y="511247"/>
                      </a:lnTo>
                      <a:lnTo>
                        <a:pt x="23851" y="511247"/>
                      </a:lnTo>
                      <a:lnTo>
                        <a:pt x="23851" y="453133"/>
                      </a:lnTo>
                      <a:lnTo>
                        <a:pt x="54106" y="453133"/>
                      </a:lnTo>
                      <a:close/>
                      <a:moveTo>
                        <a:pt x="303820" y="98933"/>
                      </a:moveTo>
                      <a:cubicBezTo>
                        <a:pt x="314479" y="98933"/>
                        <a:pt x="323120" y="107542"/>
                        <a:pt x="323120" y="118162"/>
                      </a:cubicBezTo>
                      <a:cubicBezTo>
                        <a:pt x="323120" y="128782"/>
                        <a:pt x="314479" y="137391"/>
                        <a:pt x="303820" y="137391"/>
                      </a:cubicBezTo>
                      <a:cubicBezTo>
                        <a:pt x="293161" y="137391"/>
                        <a:pt x="284520" y="128782"/>
                        <a:pt x="284520" y="118162"/>
                      </a:cubicBezTo>
                      <a:cubicBezTo>
                        <a:pt x="284520" y="107542"/>
                        <a:pt x="293161" y="98933"/>
                        <a:pt x="303820" y="98933"/>
                      </a:cubicBezTo>
                      <a:close/>
                      <a:moveTo>
                        <a:pt x="303749" y="62835"/>
                      </a:moveTo>
                      <a:cubicBezTo>
                        <a:pt x="273221" y="62835"/>
                        <a:pt x="248388" y="87631"/>
                        <a:pt x="248388" y="118116"/>
                      </a:cubicBezTo>
                      <a:cubicBezTo>
                        <a:pt x="248388" y="148600"/>
                        <a:pt x="273221" y="173397"/>
                        <a:pt x="303749" y="173397"/>
                      </a:cubicBezTo>
                      <a:cubicBezTo>
                        <a:pt x="334278" y="173397"/>
                        <a:pt x="359111" y="148600"/>
                        <a:pt x="359111" y="118116"/>
                      </a:cubicBezTo>
                      <a:cubicBezTo>
                        <a:pt x="359111" y="87631"/>
                        <a:pt x="334278" y="62835"/>
                        <a:pt x="303749" y="62835"/>
                      </a:cubicBezTo>
                      <a:close/>
                      <a:moveTo>
                        <a:pt x="303749" y="0"/>
                      </a:moveTo>
                      <a:lnTo>
                        <a:pt x="586964" y="141490"/>
                      </a:lnTo>
                      <a:lnTo>
                        <a:pt x="586964" y="206192"/>
                      </a:lnTo>
                      <a:lnTo>
                        <a:pt x="20535" y="206192"/>
                      </a:lnTo>
                      <a:lnTo>
                        <a:pt x="20535" y="14149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810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4" name="îSḻîḑê"/>
              <p:cNvGrpSpPr/>
              <p:nvPr/>
            </p:nvGrpSpPr>
            <p:grpSpPr>
              <a:xfrm>
                <a:off x="8199649" y="3543638"/>
                <a:ext cx="650874" cy="650872"/>
                <a:chOff x="488812" y="2707691"/>
                <a:chExt cx="643355" cy="643355"/>
              </a:xfrm>
            </p:grpSpPr>
            <p:sp>
              <p:nvSpPr>
                <p:cNvPr id="23" name="ï$líḋè"/>
                <p:cNvSpPr/>
                <p:nvPr/>
              </p:nvSpPr>
              <p:spPr bwMode="auto">
                <a:xfrm>
                  <a:off x="488812" y="2707691"/>
                  <a:ext cx="643355" cy="643355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" name="isľîḍe"/>
                <p:cNvSpPr/>
                <p:nvPr/>
              </p:nvSpPr>
              <p:spPr bwMode="auto">
                <a:xfrm>
                  <a:off x="662409" y="2881838"/>
                  <a:ext cx="296160" cy="295059"/>
                </a:xfrm>
                <a:custGeom>
                  <a:avLst/>
                  <a:gdLst>
                    <a:gd name="connsiteX0" fmla="*/ 0 w 607639"/>
                    <a:gd name="connsiteY0" fmla="*/ 547235 h 605381"/>
                    <a:gd name="connsiteX1" fmla="*/ 23853 w 607639"/>
                    <a:gd name="connsiteY1" fmla="*/ 547235 h 605381"/>
                    <a:gd name="connsiteX2" fmla="*/ 36136 w 607639"/>
                    <a:gd name="connsiteY2" fmla="*/ 547235 h 605381"/>
                    <a:gd name="connsiteX3" fmla="*/ 190916 w 607639"/>
                    <a:gd name="connsiteY3" fmla="*/ 547235 h 605381"/>
                    <a:gd name="connsiteX4" fmla="*/ 212990 w 607639"/>
                    <a:gd name="connsiteY4" fmla="*/ 547235 h 605381"/>
                    <a:gd name="connsiteX5" fmla="*/ 394560 w 607639"/>
                    <a:gd name="connsiteY5" fmla="*/ 547235 h 605381"/>
                    <a:gd name="connsiteX6" fmla="*/ 416634 w 607639"/>
                    <a:gd name="connsiteY6" fmla="*/ 547235 h 605381"/>
                    <a:gd name="connsiteX7" fmla="*/ 571503 w 607639"/>
                    <a:gd name="connsiteY7" fmla="*/ 547235 h 605381"/>
                    <a:gd name="connsiteX8" fmla="*/ 583786 w 607639"/>
                    <a:gd name="connsiteY8" fmla="*/ 547235 h 605381"/>
                    <a:gd name="connsiteX9" fmla="*/ 607639 w 607639"/>
                    <a:gd name="connsiteY9" fmla="*/ 547235 h 605381"/>
                    <a:gd name="connsiteX10" fmla="*/ 607639 w 607639"/>
                    <a:gd name="connsiteY10" fmla="*/ 605381 h 605381"/>
                    <a:gd name="connsiteX11" fmla="*/ 0 w 607639"/>
                    <a:gd name="connsiteY11" fmla="*/ 605381 h 605381"/>
                    <a:gd name="connsiteX12" fmla="*/ 321849 w 607639"/>
                    <a:gd name="connsiteY12" fmla="*/ 269278 h 605381"/>
                    <a:gd name="connsiteX13" fmla="*/ 394531 w 607639"/>
                    <a:gd name="connsiteY13" fmla="*/ 269278 h 605381"/>
                    <a:gd name="connsiteX14" fmla="*/ 394531 w 607639"/>
                    <a:gd name="connsiteY14" fmla="*/ 511247 h 605381"/>
                    <a:gd name="connsiteX15" fmla="*/ 358501 w 607639"/>
                    <a:gd name="connsiteY15" fmla="*/ 511247 h 605381"/>
                    <a:gd name="connsiteX16" fmla="*/ 321849 w 607639"/>
                    <a:gd name="connsiteY16" fmla="*/ 511247 h 605381"/>
                    <a:gd name="connsiteX17" fmla="*/ 212966 w 607639"/>
                    <a:gd name="connsiteY17" fmla="*/ 269278 h 605381"/>
                    <a:gd name="connsiteX18" fmla="*/ 285790 w 607639"/>
                    <a:gd name="connsiteY18" fmla="*/ 269278 h 605381"/>
                    <a:gd name="connsiteX19" fmla="*/ 285790 w 607639"/>
                    <a:gd name="connsiteY19" fmla="*/ 511247 h 605381"/>
                    <a:gd name="connsiteX20" fmla="*/ 249111 w 607639"/>
                    <a:gd name="connsiteY20" fmla="*/ 511247 h 605381"/>
                    <a:gd name="connsiteX21" fmla="*/ 212966 w 607639"/>
                    <a:gd name="connsiteY21" fmla="*/ 511247 h 605381"/>
                    <a:gd name="connsiteX22" fmla="*/ 446972 w 607639"/>
                    <a:gd name="connsiteY22" fmla="*/ 242181 h 605381"/>
                    <a:gd name="connsiteX23" fmla="*/ 553523 w 607639"/>
                    <a:gd name="connsiteY23" fmla="*/ 242181 h 605381"/>
                    <a:gd name="connsiteX24" fmla="*/ 553523 w 607639"/>
                    <a:gd name="connsiteY24" fmla="*/ 453133 h 605381"/>
                    <a:gd name="connsiteX25" fmla="*/ 583788 w 607639"/>
                    <a:gd name="connsiteY25" fmla="*/ 453133 h 605381"/>
                    <a:gd name="connsiteX26" fmla="*/ 583788 w 607639"/>
                    <a:gd name="connsiteY26" fmla="*/ 511247 h 605381"/>
                    <a:gd name="connsiteX27" fmla="*/ 547648 w 607639"/>
                    <a:gd name="connsiteY27" fmla="*/ 511247 h 605381"/>
                    <a:gd name="connsiteX28" fmla="*/ 452758 w 607639"/>
                    <a:gd name="connsiteY28" fmla="*/ 511247 h 605381"/>
                    <a:gd name="connsiteX29" fmla="*/ 416618 w 607639"/>
                    <a:gd name="connsiteY29" fmla="*/ 511247 h 605381"/>
                    <a:gd name="connsiteX30" fmla="*/ 416618 w 607639"/>
                    <a:gd name="connsiteY30" fmla="*/ 453133 h 605381"/>
                    <a:gd name="connsiteX31" fmla="*/ 446972 w 607639"/>
                    <a:gd name="connsiteY31" fmla="*/ 453133 h 605381"/>
                    <a:gd name="connsiteX32" fmla="*/ 54106 w 607639"/>
                    <a:gd name="connsiteY32" fmla="*/ 242181 h 605381"/>
                    <a:gd name="connsiteX33" fmla="*/ 160624 w 607639"/>
                    <a:gd name="connsiteY33" fmla="*/ 242181 h 605381"/>
                    <a:gd name="connsiteX34" fmla="*/ 160624 w 607639"/>
                    <a:gd name="connsiteY34" fmla="*/ 453133 h 605381"/>
                    <a:gd name="connsiteX35" fmla="*/ 190879 w 607639"/>
                    <a:gd name="connsiteY35" fmla="*/ 453133 h 605381"/>
                    <a:gd name="connsiteX36" fmla="*/ 190879 w 607639"/>
                    <a:gd name="connsiteY36" fmla="*/ 511247 h 605381"/>
                    <a:gd name="connsiteX37" fmla="*/ 154839 w 607639"/>
                    <a:gd name="connsiteY37" fmla="*/ 511247 h 605381"/>
                    <a:gd name="connsiteX38" fmla="*/ 59891 w 607639"/>
                    <a:gd name="connsiteY38" fmla="*/ 511247 h 605381"/>
                    <a:gd name="connsiteX39" fmla="*/ 23851 w 607639"/>
                    <a:gd name="connsiteY39" fmla="*/ 511247 h 605381"/>
                    <a:gd name="connsiteX40" fmla="*/ 23851 w 607639"/>
                    <a:gd name="connsiteY40" fmla="*/ 453133 h 605381"/>
                    <a:gd name="connsiteX41" fmla="*/ 54106 w 607639"/>
                    <a:gd name="connsiteY41" fmla="*/ 453133 h 605381"/>
                    <a:gd name="connsiteX42" fmla="*/ 303820 w 607639"/>
                    <a:gd name="connsiteY42" fmla="*/ 98933 h 605381"/>
                    <a:gd name="connsiteX43" fmla="*/ 323120 w 607639"/>
                    <a:gd name="connsiteY43" fmla="*/ 118162 h 605381"/>
                    <a:gd name="connsiteX44" fmla="*/ 303820 w 607639"/>
                    <a:gd name="connsiteY44" fmla="*/ 137391 h 605381"/>
                    <a:gd name="connsiteX45" fmla="*/ 284520 w 607639"/>
                    <a:gd name="connsiteY45" fmla="*/ 118162 h 605381"/>
                    <a:gd name="connsiteX46" fmla="*/ 303820 w 607639"/>
                    <a:gd name="connsiteY46" fmla="*/ 98933 h 605381"/>
                    <a:gd name="connsiteX47" fmla="*/ 303749 w 607639"/>
                    <a:gd name="connsiteY47" fmla="*/ 62835 h 605381"/>
                    <a:gd name="connsiteX48" fmla="*/ 248388 w 607639"/>
                    <a:gd name="connsiteY48" fmla="*/ 118116 h 605381"/>
                    <a:gd name="connsiteX49" fmla="*/ 303749 w 607639"/>
                    <a:gd name="connsiteY49" fmla="*/ 173397 h 605381"/>
                    <a:gd name="connsiteX50" fmla="*/ 359111 w 607639"/>
                    <a:gd name="connsiteY50" fmla="*/ 118116 h 605381"/>
                    <a:gd name="connsiteX51" fmla="*/ 303749 w 607639"/>
                    <a:gd name="connsiteY51" fmla="*/ 62835 h 605381"/>
                    <a:gd name="connsiteX52" fmla="*/ 303749 w 607639"/>
                    <a:gd name="connsiteY52" fmla="*/ 0 h 605381"/>
                    <a:gd name="connsiteX53" fmla="*/ 586964 w 607639"/>
                    <a:gd name="connsiteY53" fmla="*/ 141490 h 605381"/>
                    <a:gd name="connsiteX54" fmla="*/ 586964 w 607639"/>
                    <a:gd name="connsiteY54" fmla="*/ 206192 h 605381"/>
                    <a:gd name="connsiteX55" fmla="*/ 20535 w 607639"/>
                    <a:gd name="connsiteY55" fmla="*/ 206192 h 605381"/>
                    <a:gd name="connsiteX56" fmla="*/ 20535 w 607639"/>
                    <a:gd name="connsiteY56" fmla="*/ 141490 h 605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607639" h="605381">
                      <a:moveTo>
                        <a:pt x="0" y="547235"/>
                      </a:moveTo>
                      <a:lnTo>
                        <a:pt x="23853" y="547235"/>
                      </a:lnTo>
                      <a:lnTo>
                        <a:pt x="36136" y="547235"/>
                      </a:lnTo>
                      <a:lnTo>
                        <a:pt x="190916" y="547235"/>
                      </a:lnTo>
                      <a:lnTo>
                        <a:pt x="212990" y="547235"/>
                      </a:lnTo>
                      <a:lnTo>
                        <a:pt x="394560" y="547235"/>
                      </a:lnTo>
                      <a:lnTo>
                        <a:pt x="416634" y="547235"/>
                      </a:lnTo>
                      <a:lnTo>
                        <a:pt x="571503" y="547235"/>
                      </a:lnTo>
                      <a:lnTo>
                        <a:pt x="583786" y="547235"/>
                      </a:lnTo>
                      <a:lnTo>
                        <a:pt x="607639" y="547235"/>
                      </a:lnTo>
                      <a:lnTo>
                        <a:pt x="607639" y="605381"/>
                      </a:lnTo>
                      <a:lnTo>
                        <a:pt x="0" y="605381"/>
                      </a:lnTo>
                      <a:close/>
                      <a:moveTo>
                        <a:pt x="321849" y="269278"/>
                      </a:moveTo>
                      <a:lnTo>
                        <a:pt x="394531" y="269278"/>
                      </a:lnTo>
                      <a:lnTo>
                        <a:pt x="394531" y="511247"/>
                      </a:lnTo>
                      <a:lnTo>
                        <a:pt x="358501" y="511247"/>
                      </a:lnTo>
                      <a:lnTo>
                        <a:pt x="321849" y="511247"/>
                      </a:lnTo>
                      <a:close/>
                      <a:moveTo>
                        <a:pt x="212966" y="269278"/>
                      </a:moveTo>
                      <a:lnTo>
                        <a:pt x="285790" y="269278"/>
                      </a:lnTo>
                      <a:lnTo>
                        <a:pt x="285790" y="511247"/>
                      </a:lnTo>
                      <a:lnTo>
                        <a:pt x="249111" y="511247"/>
                      </a:lnTo>
                      <a:lnTo>
                        <a:pt x="212966" y="511247"/>
                      </a:lnTo>
                      <a:close/>
                      <a:moveTo>
                        <a:pt x="446972" y="242181"/>
                      </a:moveTo>
                      <a:lnTo>
                        <a:pt x="553523" y="242181"/>
                      </a:lnTo>
                      <a:lnTo>
                        <a:pt x="553523" y="453133"/>
                      </a:lnTo>
                      <a:lnTo>
                        <a:pt x="583788" y="453133"/>
                      </a:lnTo>
                      <a:lnTo>
                        <a:pt x="583788" y="511247"/>
                      </a:lnTo>
                      <a:lnTo>
                        <a:pt x="547648" y="511247"/>
                      </a:lnTo>
                      <a:lnTo>
                        <a:pt x="452758" y="511247"/>
                      </a:lnTo>
                      <a:lnTo>
                        <a:pt x="416618" y="511247"/>
                      </a:lnTo>
                      <a:lnTo>
                        <a:pt x="416618" y="453133"/>
                      </a:lnTo>
                      <a:lnTo>
                        <a:pt x="446972" y="453133"/>
                      </a:lnTo>
                      <a:close/>
                      <a:moveTo>
                        <a:pt x="54106" y="242181"/>
                      </a:moveTo>
                      <a:lnTo>
                        <a:pt x="160624" y="242181"/>
                      </a:lnTo>
                      <a:lnTo>
                        <a:pt x="160624" y="453133"/>
                      </a:lnTo>
                      <a:lnTo>
                        <a:pt x="190879" y="453133"/>
                      </a:lnTo>
                      <a:lnTo>
                        <a:pt x="190879" y="511247"/>
                      </a:lnTo>
                      <a:lnTo>
                        <a:pt x="154839" y="511247"/>
                      </a:lnTo>
                      <a:lnTo>
                        <a:pt x="59891" y="511247"/>
                      </a:lnTo>
                      <a:lnTo>
                        <a:pt x="23851" y="511247"/>
                      </a:lnTo>
                      <a:lnTo>
                        <a:pt x="23851" y="453133"/>
                      </a:lnTo>
                      <a:lnTo>
                        <a:pt x="54106" y="453133"/>
                      </a:lnTo>
                      <a:close/>
                      <a:moveTo>
                        <a:pt x="303820" y="98933"/>
                      </a:moveTo>
                      <a:cubicBezTo>
                        <a:pt x="314479" y="98933"/>
                        <a:pt x="323120" y="107542"/>
                        <a:pt x="323120" y="118162"/>
                      </a:cubicBezTo>
                      <a:cubicBezTo>
                        <a:pt x="323120" y="128782"/>
                        <a:pt x="314479" y="137391"/>
                        <a:pt x="303820" y="137391"/>
                      </a:cubicBezTo>
                      <a:cubicBezTo>
                        <a:pt x="293161" y="137391"/>
                        <a:pt x="284520" y="128782"/>
                        <a:pt x="284520" y="118162"/>
                      </a:cubicBezTo>
                      <a:cubicBezTo>
                        <a:pt x="284520" y="107542"/>
                        <a:pt x="293161" y="98933"/>
                        <a:pt x="303820" y="98933"/>
                      </a:cubicBezTo>
                      <a:close/>
                      <a:moveTo>
                        <a:pt x="303749" y="62835"/>
                      </a:moveTo>
                      <a:cubicBezTo>
                        <a:pt x="273221" y="62835"/>
                        <a:pt x="248388" y="87631"/>
                        <a:pt x="248388" y="118116"/>
                      </a:cubicBezTo>
                      <a:cubicBezTo>
                        <a:pt x="248388" y="148600"/>
                        <a:pt x="273221" y="173397"/>
                        <a:pt x="303749" y="173397"/>
                      </a:cubicBezTo>
                      <a:cubicBezTo>
                        <a:pt x="334278" y="173397"/>
                        <a:pt x="359111" y="148600"/>
                        <a:pt x="359111" y="118116"/>
                      </a:cubicBezTo>
                      <a:cubicBezTo>
                        <a:pt x="359111" y="87631"/>
                        <a:pt x="334278" y="62835"/>
                        <a:pt x="303749" y="62835"/>
                      </a:cubicBezTo>
                      <a:close/>
                      <a:moveTo>
                        <a:pt x="303749" y="0"/>
                      </a:moveTo>
                      <a:lnTo>
                        <a:pt x="586964" y="141490"/>
                      </a:lnTo>
                      <a:lnTo>
                        <a:pt x="586964" y="206192"/>
                      </a:lnTo>
                      <a:lnTo>
                        <a:pt x="20535" y="206192"/>
                      </a:lnTo>
                      <a:lnTo>
                        <a:pt x="20535" y="14149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810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9" name="îṧlïḓé"/>
              <p:cNvSpPr txBox="1"/>
              <p:nvPr/>
            </p:nvSpPr>
            <p:spPr bwMode="auto">
              <a:xfrm>
                <a:off x="785687" y="2223070"/>
                <a:ext cx="224472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</a:rPr>
                  <a:t>打卡幸运奖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" name="iṣlíḑé"/>
              <p:cNvSpPr/>
              <p:nvPr/>
            </p:nvSpPr>
            <p:spPr bwMode="auto">
              <a:xfrm>
                <a:off x="465851" y="2684895"/>
                <a:ext cx="2244725" cy="6997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285750" marR="0" lvl="0" indent="-285750" algn="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每周</a:t>
                </a:r>
                <a:r>
                  <a:rPr lang="en-US" altLang="zh-CN" sz="1600" dirty="0">
                    <a:solidFill>
                      <a:srgbClr val="000000"/>
                    </a:solidFill>
                  </a:rPr>
                  <a:t>3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名幸运奖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R="0" lvl="0" algn="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defRPr/>
                </a:pP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íṣļîḍê"/>
              <p:cNvSpPr txBox="1"/>
              <p:nvPr/>
            </p:nvSpPr>
            <p:spPr>
              <a:xfrm>
                <a:off x="835191" y="1395935"/>
                <a:ext cx="2138375" cy="372966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 lvl="0" algn="r" defTabSz="914400">
                  <a:spcBef>
                    <a:spcPct val="0"/>
                  </a:spcBef>
                  <a:defRPr/>
                </a:pPr>
                <a:endParaRPr lang="zh-CN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8" name="îṧlïḓé"/>
              <p:cNvSpPr txBox="1"/>
              <p:nvPr/>
            </p:nvSpPr>
            <p:spPr bwMode="auto">
              <a:xfrm>
                <a:off x="8973052" y="3232464"/>
                <a:ext cx="2257721" cy="2456361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>
                <a:no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结业证书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endParaRPr>
              </a:p>
              <a:p>
                <a:pPr marL="0" marR="0" lvl="0" indent="0" defTabSz="913765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码神进阶篇勋章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endParaRPr>
              </a:p>
              <a:p>
                <a:pPr marL="285750" marR="0" lvl="0" indent="-285750" defTabSz="913765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600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</a:rPr>
                  <a:t>iCode</a:t>
                </a: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-</a:t>
                </a:r>
                <a:r>
                  <a:rPr kumimoji="0" lang="zh-CN" altLang="en-US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个人主页</a:t>
                </a:r>
                <a:endParaRPr kumimoji="0" lang="en-US" altLang="zh-CN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  <a:p>
                <a:pPr marL="285750" marR="0" lvl="0" indent="-285750" defTabSz="913765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每月结营后</a:t>
                </a:r>
                <a:r>
                  <a:rPr kumimoji="0" lang="en-US" altLang="zh-CN" sz="16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</a:rPr>
                  <a:t>1-2</a:t>
                </a:r>
                <a:r>
                  <a:rPr kumimoji="0" lang="zh-CN" altLang="en-US" sz="16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</a:rPr>
                  <a:t>周</a:t>
                </a:r>
                <a:r>
                  <a:rPr kumimoji="0" lang="zh-CN" altLang="en-US" sz="16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更新哦，徽章上的数字代表通关课程数</a:t>
                </a:r>
              </a:p>
            </p:txBody>
          </p:sp>
          <p:pic>
            <p:nvPicPr>
              <p:cNvPr id="39" name="图片 38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339" t="65083" r="27770" b="4752"/>
              <a:stretch/>
            </p:blipFill>
            <p:spPr>
              <a:xfrm>
                <a:off x="10530829" y="3832913"/>
                <a:ext cx="397042" cy="385011"/>
              </a:xfrm>
              <a:prstGeom prst="rect">
                <a:avLst/>
              </a:prstGeom>
            </p:spPr>
          </p:pic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426D490-F979-5B41-BA9E-6FD8AE698B17}"/>
                </a:ext>
              </a:extLst>
            </p:cNvPr>
            <p:cNvSpPr txBox="1"/>
            <p:nvPr/>
          </p:nvSpPr>
          <p:spPr>
            <a:xfrm>
              <a:off x="9078368" y="1666720"/>
              <a:ext cx="229360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1"/>
                  </a:solidFill>
                </a:rPr>
                <a:t>学霸奖</a:t>
              </a:r>
              <a:endParaRPr lang="en-US" altLang="zh-CN" sz="1600" b="1" dirty="0">
                <a:solidFill>
                  <a:schemeClr val="accent1"/>
                </a:solidFill>
              </a:endParaRPr>
            </a:p>
            <a:p>
              <a:pPr marL="285750" lvl="0" indent="-2857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  <a:defRPr/>
              </a:pPr>
              <a:r>
                <a:rPr lang="zh-CN" altLang="en-US" sz="1600" dirty="0"/>
                <a:t>一次即满分通关用时最短的前</a:t>
              </a:r>
              <a:r>
                <a:rPr lang="en-US" altLang="zh-CN" sz="1600" dirty="0"/>
                <a:t>5</a:t>
              </a:r>
              <a:r>
                <a:rPr lang="zh-CN" altLang="en-US" sz="1600" dirty="0"/>
                <a:t>名</a:t>
              </a:r>
              <a:endParaRPr lang="en-US" altLang="zh-CN" sz="1600" dirty="0"/>
            </a:p>
            <a:p>
              <a:endParaRPr kumimoji="1" lang="zh-CN" altLang="en-US" dirty="0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8ADB26D7-45F9-6E4D-A3F3-C14EC3C155D0}"/>
                </a:ext>
              </a:extLst>
            </p:cNvPr>
            <p:cNvSpPr txBox="1"/>
            <p:nvPr/>
          </p:nvSpPr>
          <p:spPr>
            <a:xfrm>
              <a:off x="623007" y="1750617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05257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、课程规则</a:t>
            </a:r>
          </a:p>
        </p:txBody>
      </p:sp>
      <p:sp>
        <p:nvSpPr>
          <p:cNvPr id="12" name="îšḷíďè"/>
          <p:cNvSpPr/>
          <p:nvPr/>
        </p:nvSpPr>
        <p:spPr>
          <a:xfrm rot="11840417">
            <a:off x="1317613" y="4137894"/>
            <a:ext cx="1469296" cy="14692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3" name="îsľíḍè"/>
          <p:cNvSpPr/>
          <p:nvPr/>
        </p:nvSpPr>
        <p:spPr>
          <a:xfrm rot="5422425">
            <a:off x="1327233" y="4136355"/>
            <a:ext cx="1459678" cy="1460053"/>
          </a:xfrm>
          <a:prstGeom prst="pie">
            <a:avLst>
              <a:gd name="adj1" fmla="val 10766470"/>
              <a:gd name="adj2" fmla="val 6573054"/>
            </a:avLst>
          </a:prstGeom>
          <a:solidFill>
            <a:schemeClr val="accent1"/>
          </a:solidFill>
          <a:ln>
            <a:noFill/>
          </a:ln>
          <a:effectLst>
            <a:outerShdw blurRad="38100" dist="38100" algn="ctr" rotWithShape="0">
              <a:srgbClr val="000000">
                <a:alpha val="23000"/>
              </a:srgbClr>
            </a:outerShdw>
          </a:effec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4" name="iṣḷïďê"/>
          <p:cNvSpPr/>
          <p:nvPr/>
        </p:nvSpPr>
        <p:spPr>
          <a:xfrm rot="5422425">
            <a:off x="1435498" y="4261488"/>
            <a:ext cx="1233527" cy="123352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5" name="îṡ1îde"/>
          <p:cNvSpPr/>
          <p:nvPr/>
        </p:nvSpPr>
        <p:spPr>
          <a:xfrm rot="5422425">
            <a:off x="1153302" y="3962609"/>
            <a:ext cx="1807542" cy="1807541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cxnSp>
        <p:nvCxnSpPr>
          <p:cNvPr id="16" name="直接连接符 15"/>
          <p:cNvCxnSpPr>
            <a:cxnSpLocks/>
          </p:cNvCxnSpPr>
          <p:nvPr/>
        </p:nvCxnSpPr>
        <p:spPr>
          <a:xfrm>
            <a:off x="2040175" y="3615202"/>
            <a:ext cx="2" cy="3577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ïS1íde"/>
          <p:cNvSpPr txBox="1"/>
          <p:nvPr/>
        </p:nvSpPr>
        <p:spPr>
          <a:xfrm>
            <a:off x="695324" y="2726879"/>
            <a:ext cx="2689703" cy="644421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lnSpc>
                <a:spcPct val="160000"/>
              </a:lnSpc>
            </a:pPr>
            <a:r>
              <a:rPr lang="en-US" altLang="zh-CN" sz="1600" b="1" dirty="0">
                <a:solidFill>
                  <a:schemeClr val="accent2"/>
                </a:solidFill>
              </a:rPr>
              <a:t>01</a:t>
            </a:r>
            <a:r>
              <a:rPr lang="en-US" altLang="zh-CN" sz="1600" b="1" dirty="0"/>
              <a:t> </a:t>
            </a:r>
            <a:r>
              <a:rPr lang="zh-CN" altLang="en-US" sz="1600" b="1" dirty="0"/>
              <a:t>不可</a:t>
            </a:r>
            <a:r>
              <a:rPr lang="en-US" altLang="zh-CN" sz="1600" b="1" dirty="0">
                <a:solidFill>
                  <a:schemeClr val="accent2"/>
                </a:solidFill>
              </a:rPr>
              <a:t>copy</a:t>
            </a:r>
            <a:r>
              <a:rPr lang="zh-CN" altLang="en-US" sz="1600" b="1" dirty="0"/>
              <a:t>他人打卡内容、</a:t>
            </a:r>
            <a:endParaRPr lang="en-US" altLang="zh-CN" sz="1600" b="1" dirty="0"/>
          </a:p>
          <a:p>
            <a:pPr algn="ctr">
              <a:lnSpc>
                <a:spcPct val="160000"/>
              </a:lnSpc>
            </a:pPr>
            <a:r>
              <a:rPr lang="zh-CN" altLang="en-US" sz="1600" b="1" dirty="0"/>
              <a:t>不可敷衍打卡（少于</a:t>
            </a:r>
            <a:r>
              <a:rPr lang="en-US" altLang="zh-CN" sz="1600" b="1" dirty="0"/>
              <a:t>300</a:t>
            </a:r>
            <a:r>
              <a:rPr lang="zh-CN" altLang="en-US" sz="1600" b="1" dirty="0"/>
              <a:t>字）</a:t>
            </a:r>
            <a:br>
              <a:rPr lang="en-US" altLang="zh-CN" sz="1600" b="1" dirty="0"/>
            </a:br>
            <a:r>
              <a:rPr lang="zh-CN" altLang="en-US" sz="1600" b="1" dirty="0"/>
              <a:t>否则无法继续学习</a:t>
            </a:r>
          </a:p>
        </p:txBody>
      </p:sp>
      <p:sp>
        <p:nvSpPr>
          <p:cNvPr id="18" name="ïṧ1íḋe"/>
          <p:cNvSpPr/>
          <p:nvPr/>
        </p:nvSpPr>
        <p:spPr>
          <a:xfrm>
            <a:off x="1738275" y="4602357"/>
            <a:ext cx="603803" cy="58327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8407" y="81204"/>
                </a:moveTo>
                <a:lnTo>
                  <a:pt x="18407" y="81204"/>
                </a:lnTo>
                <a:cubicBezTo>
                  <a:pt x="10252" y="89638"/>
                  <a:pt x="16543" y="100240"/>
                  <a:pt x="4194" y="113253"/>
                </a:cubicBezTo>
                <a:cubicBezTo>
                  <a:pt x="0" y="119759"/>
                  <a:pt x="27029" y="117349"/>
                  <a:pt x="39378" y="104578"/>
                </a:cubicBezTo>
                <a:cubicBezTo>
                  <a:pt x="45436" y="98072"/>
                  <a:pt x="43339" y="89638"/>
                  <a:pt x="37281" y="83373"/>
                </a:cubicBezTo>
                <a:cubicBezTo>
                  <a:pt x="30757" y="76867"/>
                  <a:pt x="22601" y="76867"/>
                  <a:pt x="18407" y="81204"/>
                </a:cubicBezTo>
                <a:close/>
                <a:moveTo>
                  <a:pt x="115572" y="4337"/>
                </a:moveTo>
                <a:lnTo>
                  <a:pt x="115572" y="4337"/>
                </a:lnTo>
                <a:cubicBezTo>
                  <a:pt x="111611" y="0"/>
                  <a:pt x="59883" y="40481"/>
                  <a:pt x="45436" y="55662"/>
                </a:cubicBezTo>
                <a:cubicBezTo>
                  <a:pt x="39378" y="64096"/>
                  <a:pt x="37281" y="68433"/>
                  <a:pt x="32854" y="70602"/>
                </a:cubicBezTo>
                <a:cubicBezTo>
                  <a:pt x="32854" y="72530"/>
                  <a:pt x="34951" y="72530"/>
                  <a:pt x="34951" y="72530"/>
                </a:cubicBezTo>
                <a:cubicBezTo>
                  <a:pt x="37281" y="74698"/>
                  <a:pt x="39378" y="74698"/>
                  <a:pt x="43339" y="79036"/>
                </a:cubicBezTo>
                <a:cubicBezTo>
                  <a:pt x="45436" y="81204"/>
                  <a:pt x="47533" y="83373"/>
                  <a:pt x="47533" y="85301"/>
                </a:cubicBezTo>
                <a:cubicBezTo>
                  <a:pt x="47533" y="87469"/>
                  <a:pt x="49631" y="87469"/>
                  <a:pt x="49631" y="87469"/>
                </a:cubicBezTo>
                <a:cubicBezTo>
                  <a:pt x="53592" y="85301"/>
                  <a:pt x="57786" y="81204"/>
                  <a:pt x="64077" y="74698"/>
                </a:cubicBezTo>
                <a:cubicBezTo>
                  <a:pt x="78291" y="59759"/>
                  <a:pt x="119766" y="8433"/>
                  <a:pt x="115572" y="4337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9" name="ïṣḻïḋé"/>
          <p:cNvSpPr/>
          <p:nvPr/>
        </p:nvSpPr>
        <p:spPr>
          <a:xfrm rot="11840417">
            <a:off x="6784772" y="4131669"/>
            <a:ext cx="1469296" cy="14775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0" name="í$ḻïḋe"/>
          <p:cNvSpPr/>
          <p:nvPr/>
        </p:nvSpPr>
        <p:spPr>
          <a:xfrm rot="5422425">
            <a:off x="6791491" y="4134422"/>
            <a:ext cx="1467888" cy="1460053"/>
          </a:xfrm>
          <a:prstGeom prst="pie">
            <a:avLst>
              <a:gd name="adj1" fmla="val 10766470"/>
              <a:gd name="adj2" fmla="val 3757806"/>
            </a:avLst>
          </a:prstGeom>
          <a:solidFill>
            <a:schemeClr val="accent1"/>
          </a:solidFill>
          <a:ln>
            <a:noFill/>
          </a:ln>
          <a:effectLst>
            <a:outerShdw blurRad="38100" dist="38100" algn="ctr" rotWithShape="0">
              <a:srgbClr val="000000">
                <a:alpha val="23000"/>
              </a:srgbClr>
            </a:outerShdw>
          </a:effec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1" name="íSḻîḑê"/>
          <p:cNvSpPr/>
          <p:nvPr/>
        </p:nvSpPr>
        <p:spPr>
          <a:xfrm rot="5422425">
            <a:off x="6900396" y="4258920"/>
            <a:ext cx="1240465" cy="123352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2" name="iSḻîḑê"/>
          <p:cNvSpPr/>
          <p:nvPr/>
        </p:nvSpPr>
        <p:spPr>
          <a:xfrm rot="5422425">
            <a:off x="6616574" y="3961654"/>
            <a:ext cx="1817709" cy="1807541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cxnSp>
        <p:nvCxnSpPr>
          <p:cNvPr id="23" name="直接连接符 22"/>
          <p:cNvCxnSpPr>
            <a:cxnSpLocks/>
          </p:cNvCxnSpPr>
          <p:nvPr/>
        </p:nvCxnSpPr>
        <p:spPr>
          <a:xfrm>
            <a:off x="7494452" y="3536621"/>
            <a:ext cx="0" cy="4303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iś1íḍé"/>
          <p:cNvSpPr/>
          <p:nvPr/>
        </p:nvSpPr>
        <p:spPr>
          <a:xfrm>
            <a:off x="7171007" y="4582164"/>
            <a:ext cx="603410" cy="62623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865" y="41298"/>
                </a:moveTo>
                <a:lnTo>
                  <a:pt x="107865" y="41298"/>
                </a:lnTo>
                <a:cubicBezTo>
                  <a:pt x="98157" y="18441"/>
                  <a:pt x="81438" y="0"/>
                  <a:pt x="71730" y="2077"/>
                </a:cubicBezTo>
                <a:cubicBezTo>
                  <a:pt x="57438" y="9350"/>
                  <a:pt x="81438" y="36883"/>
                  <a:pt x="9707" y="64415"/>
                </a:cubicBezTo>
                <a:cubicBezTo>
                  <a:pt x="2426" y="66753"/>
                  <a:pt x="0" y="75844"/>
                  <a:pt x="2426" y="82857"/>
                </a:cubicBezTo>
                <a:cubicBezTo>
                  <a:pt x="4853" y="87532"/>
                  <a:pt x="14292" y="94285"/>
                  <a:pt x="21842" y="92207"/>
                </a:cubicBezTo>
                <a:lnTo>
                  <a:pt x="26426" y="89870"/>
                </a:lnTo>
                <a:cubicBezTo>
                  <a:pt x="31280" y="96623"/>
                  <a:pt x="36134" y="92207"/>
                  <a:pt x="36134" y="96623"/>
                </a:cubicBezTo>
                <a:cubicBezTo>
                  <a:pt x="38561" y="101298"/>
                  <a:pt x="43146" y="110389"/>
                  <a:pt x="43146" y="112727"/>
                </a:cubicBezTo>
                <a:cubicBezTo>
                  <a:pt x="45573" y="115064"/>
                  <a:pt x="48000" y="119740"/>
                  <a:pt x="50426" y="117402"/>
                </a:cubicBezTo>
                <a:cubicBezTo>
                  <a:pt x="52853" y="117402"/>
                  <a:pt x="62292" y="115064"/>
                  <a:pt x="64719" y="112727"/>
                </a:cubicBezTo>
                <a:cubicBezTo>
                  <a:pt x="69303" y="112727"/>
                  <a:pt x="69303" y="110389"/>
                  <a:pt x="67146" y="108051"/>
                </a:cubicBezTo>
                <a:cubicBezTo>
                  <a:pt x="67146" y="105974"/>
                  <a:pt x="62292" y="103636"/>
                  <a:pt x="62292" y="101298"/>
                </a:cubicBezTo>
                <a:cubicBezTo>
                  <a:pt x="59865" y="98961"/>
                  <a:pt x="57438" y="89870"/>
                  <a:pt x="55011" y="87532"/>
                </a:cubicBezTo>
                <a:cubicBezTo>
                  <a:pt x="52853" y="85194"/>
                  <a:pt x="57438" y="80519"/>
                  <a:pt x="62292" y="80519"/>
                </a:cubicBezTo>
                <a:cubicBezTo>
                  <a:pt x="95730" y="78441"/>
                  <a:pt x="100584" y="96623"/>
                  <a:pt x="112449" y="92207"/>
                </a:cubicBezTo>
                <a:cubicBezTo>
                  <a:pt x="119730" y="89870"/>
                  <a:pt x="119730" y="64415"/>
                  <a:pt x="107865" y="41298"/>
                </a:cubicBezTo>
                <a:close/>
                <a:moveTo>
                  <a:pt x="105168" y="80519"/>
                </a:moveTo>
                <a:lnTo>
                  <a:pt x="105168" y="80519"/>
                </a:lnTo>
                <a:cubicBezTo>
                  <a:pt x="102741" y="80519"/>
                  <a:pt x="88449" y="71428"/>
                  <a:pt x="81438" y="52987"/>
                </a:cubicBezTo>
                <a:cubicBezTo>
                  <a:pt x="74157" y="34545"/>
                  <a:pt x="74157" y="16103"/>
                  <a:pt x="76584" y="16103"/>
                </a:cubicBezTo>
                <a:cubicBezTo>
                  <a:pt x="79011" y="16103"/>
                  <a:pt x="90876" y="27532"/>
                  <a:pt x="98157" y="45974"/>
                </a:cubicBezTo>
                <a:cubicBezTo>
                  <a:pt x="107865" y="64415"/>
                  <a:pt x="105168" y="78441"/>
                  <a:pt x="105168" y="80519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5" name="íşľïdè"/>
          <p:cNvSpPr/>
          <p:nvPr/>
        </p:nvSpPr>
        <p:spPr>
          <a:xfrm rot="11840417">
            <a:off x="4062489" y="4136260"/>
            <a:ext cx="1469296" cy="14692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6" name="ïṧ1íḍê"/>
          <p:cNvSpPr/>
          <p:nvPr/>
        </p:nvSpPr>
        <p:spPr>
          <a:xfrm rot="5422425">
            <a:off x="4072109" y="4134720"/>
            <a:ext cx="1459678" cy="1460053"/>
          </a:xfrm>
          <a:prstGeom prst="pie">
            <a:avLst>
              <a:gd name="adj1" fmla="val 10766470"/>
              <a:gd name="adj2" fmla="val 8791917"/>
            </a:avLst>
          </a:prstGeom>
          <a:solidFill>
            <a:schemeClr val="accent1"/>
          </a:solidFill>
          <a:ln>
            <a:noFill/>
          </a:ln>
          <a:effectLst>
            <a:outerShdw blurRad="38100" dist="38100" algn="ctr" rotWithShape="0">
              <a:srgbClr val="000000">
                <a:alpha val="23000"/>
              </a:srgbClr>
            </a:outerShdw>
          </a:effec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7" name="íSḷide"/>
          <p:cNvSpPr/>
          <p:nvPr/>
        </p:nvSpPr>
        <p:spPr>
          <a:xfrm rot="5422425">
            <a:off x="4180374" y="4259857"/>
            <a:ext cx="1233527" cy="123352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8" name="i$líde"/>
          <p:cNvSpPr/>
          <p:nvPr/>
        </p:nvSpPr>
        <p:spPr>
          <a:xfrm rot="5422425">
            <a:off x="3898177" y="3960977"/>
            <a:ext cx="1807542" cy="1807541"/>
          </a:xfrm>
          <a:prstGeom prst="ellipse">
            <a:avLst/>
          </a:prstGeom>
          <a:noFill/>
          <a:ln>
            <a:solidFill>
              <a:schemeClr val="bg1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cxnSp>
        <p:nvCxnSpPr>
          <p:cNvPr id="29" name="直接连接符 28"/>
          <p:cNvCxnSpPr>
            <a:cxnSpLocks/>
          </p:cNvCxnSpPr>
          <p:nvPr/>
        </p:nvCxnSpPr>
        <p:spPr>
          <a:xfrm>
            <a:off x="4784060" y="3536618"/>
            <a:ext cx="0" cy="43033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iṡ1iḓe"/>
          <p:cNvSpPr/>
          <p:nvPr/>
        </p:nvSpPr>
        <p:spPr>
          <a:xfrm>
            <a:off x="4414617" y="4575032"/>
            <a:ext cx="695201" cy="62584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9277" y="40719"/>
                </a:moveTo>
                <a:lnTo>
                  <a:pt x="19277" y="40719"/>
                </a:lnTo>
                <a:cubicBezTo>
                  <a:pt x="23373" y="36134"/>
                  <a:pt x="27951" y="38561"/>
                  <a:pt x="34216" y="45573"/>
                </a:cubicBezTo>
                <a:cubicBezTo>
                  <a:pt x="36385" y="48000"/>
                  <a:pt x="36385" y="45573"/>
                  <a:pt x="36385" y="45573"/>
                </a:cubicBezTo>
                <a:cubicBezTo>
                  <a:pt x="38554" y="45573"/>
                  <a:pt x="44819" y="36134"/>
                  <a:pt x="46987" y="36134"/>
                </a:cubicBezTo>
                <a:cubicBezTo>
                  <a:pt x="46987" y="36134"/>
                  <a:pt x="46987" y="36134"/>
                  <a:pt x="46987" y="33707"/>
                </a:cubicBezTo>
                <a:cubicBezTo>
                  <a:pt x="44819" y="33707"/>
                  <a:pt x="42891" y="31280"/>
                  <a:pt x="42891" y="28853"/>
                </a:cubicBezTo>
                <a:cubicBezTo>
                  <a:pt x="32048" y="12134"/>
                  <a:pt x="72530" y="2696"/>
                  <a:pt x="66265" y="2696"/>
                </a:cubicBezTo>
                <a:cubicBezTo>
                  <a:pt x="61927" y="0"/>
                  <a:pt x="49156" y="0"/>
                  <a:pt x="46987" y="0"/>
                </a:cubicBezTo>
                <a:cubicBezTo>
                  <a:pt x="40722" y="2696"/>
                  <a:pt x="30120" y="9707"/>
                  <a:pt x="25783" y="14561"/>
                </a:cubicBezTo>
                <a:cubicBezTo>
                  <a:pt x="19277" y="19415"/>
                  <a:pt x="17349" y="21842"/>
                  <a:pt x="17349" y="21842"/>
                </a:cubicBezTo>
                <a:cubicBezTo>
                  <a:pt x="14939" y="24000"/>
                  <a:pt x="17349" y="28853"/>
                  <a:pt x="12771" y="31280"/>
                </a:cubicBezTo>
                <a:cubicBezTo>
                  <a:pt x="8674" y="33707"/>
                  <a:pt x="6506" y="31280"/>
                  <a:pt x="4337" y="33707"/>
                </a:cubicBezTo>
                <a:cubicBezTo>
                  <a:pt x="4337" y="36134"/>
                  <a:pt x="2168" y="36134"/>
                  <a:pt x="0" y="38561"/>
                </a:cubicBezTo>
                <a:lnTo>
                  <a:pt x="0" y="40719"/>
                </a:lnTo>
                <a:lnTo>
                  <a:pt x="8674" y="50426"/>
                </a:lnTo>
                <a:cubicBezTo>
                  <a:pt x="8674" y="52853"/>
                  <a:pt x="10602" y="52853"/>
                  <a:pt x="12771" y="52853"/>
                </a:cubicBezTo>
                <a:cubicBezTo>
                  <a:pt x="12771" y="50426"/>
                  <a:pt x="14939" y="48000"/>
                  <a:pt x="17349" y="48000"/>
                </a:cubicBezTo>
                <a:cubicBezTo>
                  <a:pt x="17349" y="48000"/>
                  <a:pt x="17349" y="40719"/>
                  <a:pt x="19277" y="40719"/>
                </a:cubicBezTo>
                <a:close/>
                <a:moveTo>
                  <a:pt x="53493" y="43146"/>
                </a:moveTo>
                <a:lnTo>
                  <a:pt x="53493" y="43146"/>
                </a:lnTo>
                <a:cubicBezTo>
                  <a:pt x="51325" y="43146"/>
                  <a:pt x="51325" y="43146"/>
                  <a:pt x="51325" y="43146"/>
                </a:cubicBezTo>
                <a:cubicBezTo>
                  <a:pt x="42891" y="50426"/>
                  <a:pt x="42891" y="50426"/>
                  <a:pt x="42891" y="50426"/>
                </a:cubicBezTo>
                <a:cubicBezTo>
                  <a:pt x="40722" y="52853"/>
                  <a:pt x="40722" y="52853"/>
                  <a:pt x="40722" y="55011"/>
                </a:cubicBezTo>
                <a:cubicBezTo>
                  <a:pt x="91807" y="117303"/>
                  <a:pt x="91807" y="117303"/>
                  <a:pt x="91807" y="117303"/>
                </a:cubicBezTo>
                <a:cubicBezTo>
                  <a:pt x="91807" y="119730"/>
                  <a:pt x="94216" y="119730"/>
                  <a:pt x="96144" y="117303"/>
                </a:cubicBezTo>
                <a:cubicBezTo>
                  <a:pt x="102650" y="112449"/>
                  <a:pt x="102650" y="112449"/>
                  <a:pt x="102650" y="112449"/>
                </a:cubicBezTo>
                <a:cubicBezTo>
                  <a:pt x="102650" y="110022"/>
                  <a:pt x="102650" y="107865"/>
                  <a:pt x="102650" y="107865"/>
                </a:cubicBezTo>
                <a:lnTo>
                  <a:pt x="53493" y="43146"/>
                </a:lnTo>
                <a:close/>
                <a:moveTo>
                  <a:pt x="119759" y="16988"/>
                </a:moveTo>
                <a:lnTo>
                  <a:pt x="119759" y="16988"/>
                </a:lnTo>
                <a:cubicBezTo>
                  <a:pt x="117590" y="12134"/>
                  <a:pt x="117590" y="14561"/>
                  <a:pt x="115421" y="14561"/>
                </a:cubicBezTo>
                <a:cubicBezTo>
                  <a:pt x="115421" y="16988"/>
                  <a:pt x="111084" y="21842"/>
                  <a:pt x="111084" y="24000"/>
                </a:cubicBezTo>
                <a:cubicBezTo>
                  <a:pt x="108915" y="28853"/>
                  <a:pt x="104819" y="33707"/>
                  <a:pt x="98313" y="28853"/>
                </a:cubicBezTo>
                <a:cubicBezTo>
                  <a:pt x="91807" y="21842"/>
                  <a:pt x="94216" y="19415"/>
                  <a:pt x="96144" y="16988"/>
                </a:cubicBezTo>
                <a:cubicBezTo>
                  <a:pt x="96144" y="14561"/>
                  <a:pt x="100481" y="7550"/>
                  <a:pt x="100481" y="5123"/>
                </a:cubicBezTo>
                <a:cubicBezTo>
                  <a:pt x="102650" y="5123"/>
                  <a:pt x="100481" y="2696"/>
                  <a:pt x="98313" y="2696"/>
                </a:cubicBezTo>
                <a:cubicBezTo>
                  <a:pt x="96144" y="5123"/>
                  <a:pt x="83373" y="9707"/>
                  <a:pt x="81204" y="19415"/>
                </a:cubicBezTo>
                <a:cubicBezTo>
                  <a:pt x="79036" y="26426"/>
                  <a:pt x="83373" y="33707"/>
                  <a:pt x="76867" y="40719"/>
                </a:cubicBezTo>
                <a:cubicBezTo>
                  <a:pt x="68433" y="50426"/>
                  <a:pt x="68433" y="50426"/>
                  <a:pt x="68433" y="50426"/>
                </a:cubicBezTo>
                <a:cubicBezTo>
                  <a:pt x="76867" y="62292"/>
                  <a:pt x="76867" y="62292"/>
                  <a:pt x="76867" y="62292"/>
                </a:cubicBezTo>
                <a:cubicBezTo>
                  <a:pt x="87710" y="50426"/>
                  <a:pt x="87710" y="50426"/>
                  <a:pt x="87710" y="50426"/>
                </a:cubicBezTo>
                <a:cubicBezTo>
                  <a:pt x="89638" y="48000"/>
                  <a:pt x="94216" y="45573"/>
                  <a:pt x="98313" y="48000"/>
                </a:cubicBezTo>
                <a:cubicBezTo>
                  <a:pt x="108915" y="50426"/>
                  <a:pt x="113253" y="45573"/>
                  <a:pt x="117590" y="38561"/>
                </a:cubicBezTo>
                <a:cubicBezTo>
                  <a:pt x="119759" y="31280"/>
                  <a:pt x="119759" y="19415"/>
                  <a:pt x="119759" y="16988"/>
                </a:cubicBezTo>
                <a:close/>
                <a:moveTo>
                  <a:pt x="17349" y="107865"/>
                </a:moveTo>
                <a:lnTo>
                  <a:pt x="17349" y="107865"/>
                </a:lnTo>
                <a:cubicBezTo>
                  <a:pt x="14939" y="110022"/>
                  <a:pt x="14939" y="112449"/>
                  <a:pt x="17349" y="112449"/>
                </a:cubicBezTo>
                <a:cubicBezTo>
                  <a:pt x="21445" y="119730"/>
                  <a:pt x="21445" y="119730"/>
                  <a:pt x="21445" y="119730"/>
                </a:cubicBezTo>
                <a:cubicBezTo>
                  <a:pt x="23373" y="119730"/>
                  <a:pt x="25783" y="119730"/>
                  <a:pt x="25783" y="117303"/>
                </a:cubicBezTo>
                <a:cubicBezTo>
                  <a:pt x="55662" y="86292"/>
                  <a:pt x="55662" y="86292"/>
                  <a:pt x="55662" y="86292"/>
                </a:cubicBezTo>
                <a:cubicBezTo>
                  <a:pt x="46987" y="74157"/>
                  <a:pt x="46987" y="74157"/>
                  <a:pt x="46987" y="74157"/>
                </a:cubicBezTo>
                <a:lnTo>
                  <a:pt x="17349" y="10786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1" name="îšḷiḓè"/>
          <p:cNvSpPr/>
          <p:nvPr/>
        </p:nvSpPr>
        <p:spPr>
          <a:xfrm rot="11840417">
            <a:off x="9596198" y="4136262"/>
            <a:ext cx="1469296" cy="14692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2" name="îṥḻîďê"/>
          <p:cNvSpPr/>
          <p:nvPr/>
        </p:nvSpPr>
        <p:spPr>
          <a:xfrm rot="5422425">
            <a:off x="9605818" y="4134723"/>
            <a:ext cx="1459678" cy="1460053"/>
          </a:xfrm>
          <a:prstGeom prst="pie">
            <a:avLst>
              <a:gd name="adj1" fmla="val 10766470"/>
              <a:gd name="adj2" fmla="val 7662698"/>
            </a:avLst>
          </a:prstGeom>
          <a:solidFill>
            <a:schemeClr val="accent1"/>
          </a:solidFill>
          <a:ln>
            <a:noFill/>
          </a:ln>
          <a:effectLst>
            <a:outerShdw blurRad="38100" dist="38100" algn="ctr" rotWithShape="0">
              <a:srgbClr val="000000">
                <a:alpha val="23000"/>
              </a:srgbClr>
            </a:outerShdw>
          </a:effec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3" name="îṣḷiḋé"/>
          <p:cNvSpPr/>
          <p:nvPr/>
        </p:nvSpPr>
        <p:spPr>
          <a:xfrm rot="5422425">
            <a:off x="9714083" y="4259856"/>
            <a:ext cx="1233527" cy="123352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4" name="islïḍe"/>
          <p:cNvSpPr/>
          <p:nvPr/>
        </p:nvSpPr>
        <p:spPr>
          <a:xfrm rot="5422425">
            <a:off x="9431886" y="3960977"/>
            <a:ext cx="1807542" cy="1807541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cxnSp>
        <p:nvCxnSpPr>
          <p:cNvPr id="35" name="直接连接符 34"/>
          <p:cNvCxnSpPr>
            <a:cxnSpLocks/>
          </p:cNvCxnSpPr>
          <p:nvPr/>
        </p:nvCxnSpPr>
        <p:spPr>
          <a:xfrm>
            <a:off x="10332173" y="3536622"/>
            <a:ext cx="0" cy="4179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íšḷiḑé"/>
          <p:cNvSpPr/>
          <p:nvPr/>
        </p:nvSpPr>
        <p:spPr>
          <a:xfrm>
            <a:off x="9890210" y="4600724"/>
            <a:ext cx="743721" cy="60194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324" y="2895"/>
                </a:moveTo>
                <a:lnTo>
                  <a:pt x="115324" y="2895"/>
                </a:lnTo>
                <a:cubicBezTo>
                  <a:pt x="112727" y="2895"/>
                  <a:pt x="4675" y="51474"/>
                  <a:pt x="2337" y="51474"/>
                </a:cubicBezTo>
                <a:cubicBezTo>
                  <a:pt x="0" y="51474"/>
                  <a:pt x="0" y="54369"/>
                  <a:pt x="2337" y="54369"/>
                </a:cubicBezTo>
                <a:cubicBezTo>
                  <a:pt x="4675" y="56943"/>
                  <a:pt x="25454" y="68525"/>
                  <a:pt x="25454" y="68525"/>
                </a:cubicBezTo>
                <a:lnTo>
                  <a:pt x="25454" y="68525"/>
                </a:lnTo>
                <a:cubicBezTo>
                  <a:pt x="41558" y="73994"/>
                  <a:pt x="41558" y="73994"/>
                  <a:pt x="41558" y="73994"/>
                </a:cubicBezTo>
                <a:cubicBezTo>
                  <a:pt x="41558" y="73994"/>
                  <a:pt x="110389" y="11260"/>
                  <a:pt x="112727" y="11260"/>
                </a:cubicBezTo>
                <a:cubicBezTo>
                  <a:pt x="112727" y="8364"/>
                  <a:pt x="112727" y="11260"/>
                  <a:pt x="112727" y="11260"/>
                </a:cubicBezTo>
                <a:lnTo>
                  <a:pt x="62337" y="79785"/>
                </a:lnTo>
                <a:lnTo>
                  <a:pt x="62337" y="79785"/>
                </a:lnTo>
                <a:cubicBezTo>
                  <a:pt x="59999" y="82680"/>
                  <a:pt x="59999" y="82680"/>
                  <a:pt x="59999" y="82680"/>
                </a:cubicBezTo>
                <a:cubicBezTo>
                  <a:pt x="62337" y="85576"/>
                  <a:pt x="62337" y="85576"/>
                  <a:pt x="62337" y="85576"/>
                </a:cubicBezTo>
                <a:lnTo>
                  <a:pt x="62337" y="85576"/>
                </a:lnTo>
                <a:cubicBezTo>
                  <a:pt x="62337" y="85576"/>
                  <a:pt x="94285" y="105522"/>
                  <a:pt x="94285" y="108418"/>
                </a:cubicBezTo>
                <a:cubicBezTo>
                  <a:pt x="96623" y="108418"/>
                  <a:pt x="98961" y="108418"/>
                  <a:pt x="101298" y="105522"/>
                </a:cubicBezTo>
                <a:cubicBezTo>
                  <a:pt x="101298" y="102627"/>
                  <a:pt x="119740" y="8364"/>
                  <a:pt x="119740" y="5790"/>
                </a:cubicBezTo>
                <a:cubicBezTo>
                  <a:pt x="119740" y="2895"/>
                  <a:pt x="117662" y="0"/>
                  <a:pt x="115324" y="2895"/>
                </a:cubicBezTo>
                <a:close/>
                <a:moveTo>
                  <a:pt x="41558" y="116782"/>
                </a:moveTo>
                <a:lnTo>
                  <a:pt x="41558" y="116782"/>
                </a:lnTo>
                <a:cubicBezTo>
                  <a:pt x="41558" y="119678"/>
                  <a:pt x="41558" y="119678"/>
                  <a:pt x="43896" y="119678"/>
                </a:cubicBezTo>
                <a:cubicBezTo>
                  <a:pt x="43896" y="116782"/>
                  <a:pt x="62337" y="99731"/>
                  <a:pt x="62337" y="99731"/>
                </a:cubicBezTo>
                <a:cubicBezTo>
                  <a:pt x="41558" y="85576"/>
                  <a:pt x="41558" y="85576"/>
                  <a:pt x="41558" y="85576"/>
                </a:cubicBezTo>
                <a:lnTo>
                  <a:pt x="41558" y="116782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0" name="îs1îdé"/>
          <p:cNvSpPr txBox="1"/>
          <p:nvPr/>
        </p:nvSpPr>
        <p:spPr>
          <a:xfrm>
            <a:off x="6328596" y="2780955"/>
            <a:ext cx="2331712" cy="648045"/>
          </a:xfrm>
          <a:prstGeom prst="rect">
            <a:avLst/>
          </a:prstGeom>
          <a:noFill/>
        </p:spPr>
        <p:txBody>
          <a:bodyPr wrap="none" lIns="0" tIns="0" rIns="0" bIns="0" anchor="ctr" anchorCtr="0">
            <a:normAutofit fontScale="92500" lnSpcReduction="100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</a:rPr>
              <a:t>03</a:t>
            </a:r>
            <a:r>
              <a:rPr lang="en-US" altLang="zh-CN" sz="1600" b="1" dirty="0"/>
              <a:t> </a:t>
            </a:r>
            <a:r>
              <a:rPr lang="zh-CN" altLang="en-US" sz="1600" b="1" dirty="0"/>
              <a:t>群内禁止无关消息</a:t>
            </a:r>
            <a:r>
              <a:rPr lang="zh-CN" altLang="en-US" sz="1600" b="1" dirty="0">
                <a:solidFill>
                  <a:schemeClr val="accent2"/>
                </a:solidFill>
              </a:rPr>
              <a:t>刷屏</a:t>
            </a:r>
            <a:br>
              <a:rPr lang="en-US" altLang="zh-CN" sz="1600" b="1" dirty="0"/>
            </a:br>
            <a:r>
              <a:rPr lang="zh-CN" altLang="en-US" sz="1600" b="1" dirty="0"/>
              <a:t>以免打扰到其他人</a:t>
            </a:r>
          </a:p>
        </p:txBody>
      </p:sp>
      <p:sp>
        <p:nvSpPr>
          <p:cNvPr id="41" name="ïŝļîḓê"/>
          <p:cNvSpPr txBox="1"/>
          <p:nvPr/>
        </p:nvSpPr>
        <p:spPr>
          <a:xfrm>
            <a:off x="3569517" y="2780952"/>
            <a:ext cx="2438643" cy="6444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</a:rPr>
              <a:t>02</a:t>
            </a:r>
            <a:r>
              <a:rPr lang="en-US" altLang="zh-CN" sz="1600" b="1" dirty="0"/>
              <a:t> </a:t>
            </a:r>
            <a:r>
              <a:rPr lang="zh-CN" altLang="en-US" sz="1600" b="1" dirty="0"/>
              <a:t>打卡要</a:t>
            </a:r>
            <a:r>
              <a:rPr lang="zh-CN" altLang="en-US" sz="1600" b="1" dirty="0">
                <a:solidFill>
                  <a:schemeClr val="accent2"/>
                </a:solidFill>
              </a:rPr>
              <a:t>按时</a:t>
            </a:r>
            <a:r>
              <a:rPr lang="zh-CN" altLang="en-US" sz="1600" b="1" dirty="0"/>
              <a:t>、按</a:t>
            </a:r>
            <a:r>
              <a:rPr lang="zh-CN" altLang="en-US" sz="1600" b="1" dirty="0">
                <a:solidFill>
                  <a:schemeClr val="accent2"/>
                </a:solidFill>
              </a:rPr>
              <a:t>指定地址</a:t>
            </a:r>
            <a:r>
              <a:rPr lang="zh-CN" altLang="en-US" sz="1600" b="1" dirty="0"/>
              <a:t>，</a:t>
            </a:r>
            <a:endParaRPr lang="en-US" altLang="zh-CN" sz="1600" b="1" dirty="0"/>
          </a:p>
          <a:p>
            <a:pPr algn="ctr">
              <a:lnSpc>
                <a:spcPct val="150000"/>
              </a:lnSpc>
            </a:pPr>
            <a:r>
              <a:rPr lang="zh-CN" altLang="en-US" sz="1600" b="1" dirty="0"/>
              <a:t>否则无效</a:t>
            </a:r>
          </a:p>
        </p:txBody>
      </p:sp>
      <p:sp>
        <p:nvSpPr>
          <p:cNvPr id="42" name="îṣḻiḍe"/>
          <p:cNvSpPr txBox="1"/>
          <p:nvPr/>
        </p:nvSpPr>
        <p:spPr>
          <a:xfrm>
            <a:off x="9011857" y="2726880"/>
            <a:ext cx="2508834" cy="698496"/>
          </a:xfrm>
          <a:prstGeom prst="rect">
            <a:avLst/>
          </a:prstGeom>
          <a:noFill/>
        </p:spPr>
        <p:txBody>
          <a:bodyPr wrap="none" lIns="0" tIns="0" rIns="0" bIns="0" anchor="ctr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</a:rPr>
              <a:t>04</a:t>
            </a:r>
            <a:r>
              <a:rPr lang="en-US" altLang="zh-CN" sz="1600" b="1" dirty="0"/>
              <a:t> </a:t>
            </a:r>
            <a:r>
              <a:rPr lang="zh-CN" altLang="en-US" sz="1600" b="1" dirty="0"/>
              <a:t>结业根据群内成员统计，</a:t>
            </a:r>
            <a:endParaRPr lang="en-US" altLang="zh-CN" sz="1600" b="1" dirty="0"/>
          </a:p>
          <a:p>
            <a:pPr algn="ctr">
              <a:lnSpc>
                <a:spcPct val="150000"/>
              </a:lnSpc>
            </a:pPr>
            <a:r>
              <a:rPr lang="zh-CN" altLang="en-US" sz="1600" b="1" dirty="0"/>
              <a:t>不要轻易退群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265351" y="1909081"/>
            <a:ext cx="5654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2"/>
                </a:solidFill>
              </a:rPr>
              <a:t>————</a:t>
            </a:r>
            <a:r>
              <a:rPr lang="zh-CN" altLang="en-US" sz="1600" b="1" dirty="0">
                <a:solidFill>
                  <a:schemeClr val="accent2"/>
                </a:solidFill>
              </a:rPr>
              <a:t>注意看群公告</a:t>
            </a:r>
            <a:r>
              <a:rPr lang="en-US" altLang="zh-CN" sz="1600" b="1" dirty="0">
                <a:solidFill>
                  <a:schemeClr val="accent2"/>
                </a:solidFill>
              </a:rPr>
              <a:t>+</a:t>
            </a:r>
            <a:r>
              <a:rPr lang="zh-CN" altLang="en-US" sz="1600" b="1" dirty="0">
                <a:solidFill>
                  <a:schemeClr val="accent2"/>
                </a:solidFill>
              </a:rPr>
              <a:t>群话题</a:t>
            </a:r>
            <a:r>
              <a:rPr lang="en-US" altLang="zh-CN" sz="1600" b="1" dirty="0">
                <a:solidFill>
                  <a:schemeClr val="accent2"/>
                </a:solidFill>
              </a:rPr>
              <a:t>+</a:t>
            </a:r>
            <a:r>
              <a:rPr lang="zh-CN" altLang="en-US" sz="1600" b="1" dirty="0">
                <a:solidFill>
                  <a:schemeClr val="accent2"/>
                </a:solidFill>
              </a:rPr>
              <a:t>通知邮件</a:t>
            </a:r>
            <a:r>
              <a:rPr lang="en-US" altLang="zh-CN" sz="1600" b="1" dirty="0">
                <a:solidFill>
                  <a:schemeClr val="accent2"/>
                </a:solidFill>
              </a:rPr>
              <a:t>————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597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85591"/>
            <a:ext cx="10515600" cy="731275"/>
          </a:xfrm>
        </p:spPr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、关于打卡</a:t>
            </a:r>
          </a:p>
        </p:txBody>
      </p:sp>
      <p:sp>
        <p:nvSpPr>
          <p:cNvPr id="6" name="ïS1íde"/>
          <p:cNvSpPr txBox="1"/>
          <p:nvPr/>
        </p:nvSpPr>
        <p:spPr>
          <a:xfrm>
            <a:off x="1090435" y="1446949"/>
            <a:ext cx="2689703" cy="430248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>
              <a:lnSpc>
                <a:spcPct val="160000"/>
              </a:lnSpc>
            </a:pPr>
            <a:r>
              <a:rPr lang="en-US" altLang="zh-CN" sz="1500" b="1" dirty="0"/>
              <a:t>01 </a:t>
            </a:r>
            <a:r>
              <a:rPr lang="zh-CN" altLang="en-US" sz="1500" b="1" dirty="0"/>
              <a:t>群话题在哪？</a:t>
            </a:r>
            <a:r>
              <a:rPr lang="en-US" altLang="zh-CN" sz="1500" b="1" dirty="0"/>
              <a:t>  </a:t>
            </a:r>
            <a:endParaRPr lang="zh-CN" altLang="en-US" sz="1500" b="1" dirty="0"/>
          </a:p>
        </p:txBody>
      </p:sp>
      <p:sp>
        <p:nvSpPr>
          <p:cNvPr id="7" name="ïS1íde"/>
          <p:cNvSpPr txBox="1"/>
          <p:nvPr/>
        </p:nvSpPr>
        <p:spPr>
          <a:xfrm>
            <a:off x="3584087" y="1349927"/>
            <a:ext cx="2689703" cy="644421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>
              <a:lnSpc>
                <a:spcPct val="160000"/>
              </a:lnSpc>
            </a:pPr>
            <a:r>
              <a:rPr lang="en-US" altLang="zh-CN" sz="1500" b="1" dirty="0"/>
              <a:t>02 </a:t>
            </a:r>
            <a:r>
              <a:rPr lang="zh-CN" altLang="en-US" sz="1500" b="1" dirty="0"/>
              <a:t>怎么看自己打过卡了？</a:t>
            </a:r>
          </a:p>
        </p:txBody>
      </p:sp>
      <p:pic>
        <p:nvPicPr>
          <p:cNvPr id="1025" name="Picture 1" descr="C:\Users\dongshuang03\Documents\Baidu\Baidu Hi\DS_1207\My Images\c4\c46a49d080ce830e4386439b28db4d6c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817" y="1940719"/>
            <a:ext cx="2448256" cy="148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2" descr="data:image/png;base64,iVBORw0KGgoAAAANSUhEUgAAAvgAAAHOCAYAAADt6X3OAAABfGlDQ1BJQ0MgUHJvZmlsZQAA%0aKJFjYGAqSSwoyGFhYGDIzSspCnJ3UoiIjFJgv8PAzcDDIMRgxSCemFxc4BgQ4MOAE3y7xsA%0aIoi/rgsxK8/x506a1fP4WNq+ZclYlOrj1gQF3SmpxMgMDIweQnZxSnJwLZOcA2TrJBUUlQP%0aYMIFu3vKQAxD4BZIsUAR0IZN8BsdMh7A8gdhKYzcQCVhMS5AxkSwDZAkkQtgaInQ5hW4DYy%0aRmJKUC2B8guiBvAgNPDRcHcwFLXkYC7SQa5OaUwO0ChxZOaFxoMcgcQyzB4MLgwKDCYMxgw%0aWDLoMjiWpFaUgBQ65xdUFmWmZ5QoOAJDNlXBOT+3oLQktUhHwTMvWU9HwcjA0ACkDhRnEKM%0a/B4FNZxQ7jxDLX8jAYKnMwMDcgxBLmsbAsH0PA4PEKYSYyjwGBn5rBoZt5woSixLhDmf8xk%0aKIX5xmbARh8zgxMLDe+///sxoDA/skBoa/E////73o//+/i4H2A+PsQA4AJHdp4IxrEg8AA%0aEAASURBVHgB7J0FoB3F1ccnyYsrEQgJhCBBghNcg0NxLVC0SJEi5UNbWiilLaVAjVKkSIEi%0axd0huEuAQIIlQEiIu8v9zu+8nM3cfXvvu0/z5Jzkvrt3dnZ29j/2P2fOzLaYPXt2LtSyzJo%0a1K/Ts2bOWU/XkHAFHwBFwBBwBR8ARcAQcgdpDYNSM78KC3MIQctWkwy1ahHat2ob2rdqFxb%0anFYc6iuWH+ogWSwYrptWzRMnRt0yV0a9s1lLVoJTFyYc7CuWHs7HFyLfErXpN+0uUWdAkdO%0a3ZMB1f4XVYhxAMcAUfAEXAEHAFHwBFwBByBZoDAotyiUnh1YSSEmM9dOC/MWzRP4+QqKAot%0agugAIi1C+7L2oXPrjqGVEH2EuCgEi5XYV07u9aIS/zjBLxEoj+YIOAKOgCPgCDgCjoAj0LQ%0aQwIpec5FUMpOB3LcIrVuWhS6tO4dOQu7LWrYSqt9C7poLKBczFsyq+e0zUnCCnwGKBzkCjo%0aAj4Ag4Ao6AI+AINAcEMK9nsvOaPbwQe/51FKt9r3Y9QqslxJ5EIfe480yaNyUsXIx7UM1ul%0aXW1E/wsVDzMEXAEHAFHwBFwBBwBR6DJI9BSSPiiOmDYqA345afJPYBC6qfNnxFmLpitbjp1%0awfCd4Df5qusP6Ag4Ao6AI+AIOAKOgCOQhQCW9cWLxQu+lq3oLUPL0LlNp8DC2sQlZ/GiMHf%0ax/DBL3HJmQe5VsajlGy95SCf4WaXtYY6AI+AIOAKOgCPgCDgCTR6BshZlYYH8q21BcWjTsr%0aX64JP2IiH3U+dPF6v9rLBQdu2puBi3dnNQvoy3dtP01BwBR8ARcAQcAUfAEXAEHIEGj0DbV%0am0kj7rNTa3mFeu8kXiOF4hbDuSeLTlre7YgK+ONyoK/aNGiMG/evLBwgYCj0xpZj+RhDQkB%0apqXKWpeFtm3bhlatWhXMWlK2C+teqy2YiWZ6ghX+ZWWNs4wac96baXWr8mOXWsZVTtgvcAQ%0acAUdAEGgre9iXL7Ot3cW2WOxnLJgpu+ZAtXNh2oLpYrlnS866cclJF2ajIfgQwFkzZzmxT5%0adgA/+tWuuCBaqUdewke79mkHwtW3k5mmm6DfyRmlz2wH0BZSTKFS/PaExl1Jjz3uQqUh09U%0aCllXEe39mQdAUegGSCABb+VvHRqMS+7qkVhb/vpC2YoySdZ+FD9UPvyh2g0LjpY7usXmlos%0aZU9Ky44yzBIt23rSaLPu72HlCECkGmsZNea8e/0rDYFiZVxaCh7LEXAEHIGKCPDSqXZl7Wr%0afS0fYPIS+nNgvYbD1yPAbDcHHLcelcSNQqAyxHLs0DAQKlUWh8IaR6/JcFMpjofCGlHfPS2%0akIeFmWhpPHcgQcgdIRYJebDkLwcSmuVZHkymRmoGNZB/1wXNu3KJbfRuOi49b7YsXYOM4VK%0akMscy4NA4FCZVEovGHkujwXhfJYKLwh5d3zUhoCXpal4eSxHAFHoHQEIPZtW7aVT5swb7F4%0ai9QSJ2FmoFubLqFz605qycddZ+q8aQHXnfqQRmPBrw8w/B6OgCPgCDgCjoAj4Ag4As0LgTL%0aZ0rJD6/a1asXHr7+9zAywXaamLy+9Iqy+xAl+fSHt93EEHAFHwBFwBBwBR8ARaHAI4KbTsa%0ay97KhTe1tmsovOfNkac3FusX7mL14QFrGLTj1JkyT4X30zNsyvhs/+uIlTw8jvflDoSWPCp%0aGmVFsNC2d3nmVfeLxiPfMyZOz/vM3fe/Lz44yZOCR+PGJUXxo/xkp/3P/mqQjj3nDx1Rl74%0atBmzw9tDP9cwzqWvW7RocV4eFi5cWsmIy7MXkw8//TpMmjI9icIxYfUlU6bNlGf6ssLtxo6%0afHEZ8NbpCeFbAF6PGBD6L5I11HwyriGv6mk+/+DZ88/34vOBPPv8mTJ0+S8OoI8Pl3j9MmB%0aKmz5ydFy/rB9N+6brAb8ozFu5BmrHMnbcgPP3ye3J99kLlOC7HxF0WMrGG9SLr2evzOZZV3%0azFH+oTZc+aV9KHOFBLSePGNoYVOa/iyaEtFM+QnHQFHwBFYxgiom45sl9lB/OVbytbR8naq%0aGudIaH2YNHdymDRvinzLR74LuSrX+GYZCTQaH/yMvGcGjf5hYnjh9aHh2EN2DR8NH5VJCnv%0a3Wi7sscOgCtePE1I1ftLUsOrKvZUIrrxiz9CrR9cK8eKAEV9/n0zpPDHk3fC1kD6Tvr17hO%0aW6dg5ff7s0bPHinBK6k3/yI4sWunTqEB5+5s2w/lr9kzAOZs6eG76X59lkvdXzwiHw9z/5W%0athn5y3CSpJHZK7sUAMZ3XzDNcMsuY7j+DoUiJff/iR06tBO0918w7XClhuvFb6VeEM/+1rJ%0a+rEH7xJatlxaqd/9+Ivw5ajyvINL547tQ/t2bfV+EM0Zs+YowSVgjf4rhk3XH6Dn6uIPxGX%0akd+PkmdbISx6yMkZI/lqrr5QXnvXDFJQB/fuEMeMmKSnfYYv1s6Jq2GvvfRaO2HeH5PwCUd%0aaoW8cfupuGoVRNmzFLMGkTHn3urXDo3tuHrp076DnuddcjLyXXcrDT1huGNz8Ynhc2feacs%0aMu2G4X11lwlCR89dmJoLduJUk9NIG2zBAPuv9dOm1uwflO24BPLJyO+Cd26dIqDQrs2rcOG%0aA1fLC6vtH9MFk6+//SFsJPehbN5IPa/db9P11wjL9+hmP5Pvb0aP1841fvbkZB0fLMu+4/H%0an31a84kekfbWVMmsj75GIpYvUsR9LXUNelzo6VepgLJ+KgkjfEW93Sl9m/cuyaEtx/vzYEX%0aAEHIGGiAAkv1PrjmHuorlh9sK5NSbjuPIvDIvC9PnlBln5Wb6tTj09fP7IUU83ravbTBLi+%0a5gMlPvtumVoXdYqrLlq39CvT68KtyuTcyZYsuPfFp7+xgLeqlXFCY+hYsXeeZuNNPqeojR8%0a/8Ok8M5HX2geypXAFpKPPkLWuit5hii/+MZHSfIcQ7IZkG+977mw3ebrhs+++E7PM8BPnT5%0aTn4mAddZYOay+yopKjA7cYxsh+a+GI/bbUQnVd2MnhImTp4VnX/1AifcEschzvOE6qyZECt%0aK1/ebrhXseezkMEEKORfkFuf++u2wZPvl8lMwAjBDSv3aSNwjBOquvrL9RDtYQYtxn+e76G%0a1L9pVjDSQ8pBUONWI0/YMYHKyckDAv6x8NHaUrgNn/+gmS2BaXK8lTsVnvssGn43+OvKMlH%0awUoLeC7XtVPoKAqRCUR6DcHfwlq3bqXK2ip9l9c68NKbgqXUPaTHcl3CqUftLfd4Wc/16NZ%0aFy5+4C6TOdevSUePd/9Rreh9+oPzNk/3o9aVfokww+wO5Iy8zRBE4dO/twoNPvx5GjR4X+q%0a+0gl7PH+q6kcCJk6cHZjWQL0aOCT27dwkr9Cwn0rxwrK4Eq/KkqdMDFnyUP8oJZRBlyoS6v%0avG6q+uzd2y/FFc7b99PvfReeO61D+2n1uFiilgSsQYHy7rvOPhH21bI/e0PvBD2HLyplmGF%0ak0sCRnw9OgwSxbpzx3Y669O1c0dps+XK7oxZMkiJ4rdCz65yvryOL4u2VCjvHu4IOAKOQEN%0aDgJ1uePHVnIVszV5TkRTK/9c0oSXXiwqy1AZbaZp1N+JXeuvajYBLA+QHy3z3bp0DA99aq6%0a0U2rVtXfRG/314iFjDtpN4+F1ly0wh2g9I2kcfuHNeBIgmJMwIFG9cxHK+6sor5FnC733i1%0aXDGsfvqtVjfl4ssqxDqTTcYoOQOwonV9Sux+KOkQNRGjQ5hvbVWCbiLTBDyBsFHuOdxYklu%0aL/leoVc3JYVYTCF+EH2s+ByniRSuJOQZAvqcKAAoQD2W6xy22XRguOXe55S8mqUP0mYWZ54%0aN9wU+JoS98s4w/clzYG2sCxn2+beKBc/3ztAvhDBvGFZcYt3+UvKDK9VWm5QrJm1al+cBVy%0auIcCzfjysnvubm0ltwe09mKVbpu0JYrV/vOGr46LORSiwtEBeZN94fHg7YY2sLEmJdJi+Hk%0ahewCdbUMxQgXH8gsQhTcdSRXt2XzgKZK5YpUpOnzAjdRZFAJk6ZFh6RmQCs4KPEkk05UodR%0aWo88YCeNQ/3+z/3Ph92330RnmghcW5QwlJ/3Pv4yzBZyffh+g8O1tz8WDtt3+/DEC++o5R+%0aLebE6ronX4M+UaTO0bGbOnhOmyTNTToPknjHBf1Pw69enp9TdpTMTWbfkGQcO6Jd1qk7CGk%0aLfwYMxQzR7ifsNyjcKE4ozM0Um1LN0OysTwwPxvpKZk4FiBOjcqb1GnyFtnWfr27t7YpxYF%0am3J8u7fjoAj4Ag0BgTwna9XU3upoAi5byn/SpUmQ/DRarCCQaZwl4DAQrbSrgsGDKQIYrtK%0a315KWteNXCQsjn1/LWSxX5/l7Wfy/dHwkWH9tfsnvzkYKaRyF7HozxOrMoMuygFWNcgwMkk%0aIXbclhI7fuHcguMNAhnCDKRP3DMg5Fl0sshybVZa46rdtPvTiMdN3hR7q1vCduHaQBq4YP0%0ayYmkeuuA7B8r2BWOaHiLUZheGQvcoth9zzMJn2v1us+6Rvrj6Q6h232qD84gJ/scxCcs0qX%0aSBatYO5PzMjKBsH7L5VXjqsHWCmg/KOBSt77AKCuxZlgYDNBlG54bYUCwoQWO45eLMk+Mkh%0a76i1PydlwpoLiDtlA6Elb13FIt9Nynm5bkvdYnC1gcxSFyh/rOxcw0wMAomDkJvbE/k94ce%0a7hxvuelKUhDXCSjIbcZ+4Yq0mLmN3iiJqQpqPv/hO2FtcdbrIPZk5ID+U2TaD1tF7oeRSpv%0avsskX49MvvZNbmFa1bgwVLUygsvdr47iN1kLLBPYe1GelyyroHaw/mzMn3J18g70RgjQozF%0amnp0L5tQlTT52ryu6H0HcPFKEFbMgMAsz70ZSYo55tJGVPOsWDMgPRPF1cdFHBbv0GdoH7S%0a5um/mJGq77YU59OPHQFHwBFo6AgslEWwLIatT1/5UjCBQ7QQct+tbdeweP7CUi4JTYbgm1V%0awqFhemW7fe+fNwzCxercR1xoTFmliAYdwm6/5Gqv0UXJdlOALaUn7fkPOPpP0jzl4V0teFq%0apOCd+NmRAeFYvrvPnzw9abrKMELLbgYsFfewnBswsniKUW6+YJh+2hQQzKN9z5ZJgvZGe+F%0aCTHWPbM6vvWh8MD1mj8yM86br8wVwgkRJwKANlFqYE8cYx1zwgkiX8r+YME4kJx0J7bhBvv%0aeiqccuRe6lrxzMvvi6V4x/D2hyM0H2AEcWXBCZblTuIGEMus2fPUktxL3EDq0kUnvicuOSg%0aTKCjITHFDAGvzr999+0GqaECWjeBzzVvyTDYzwbqJfuIqgzKVJcyWYDm3OoI/O0oPSgQkfe%0aUVe2laLNZ94bWh4eiD8md2LE1ctagPkHPKglkcXFhsXQcELO0ehAKAEsjMQk+532H7bK9KK%0a249uO5ghcddTMt2iWsOz4X72OtShz6U+o+0bNkyMDtlsrXMcLSWvHdYsobCwuvqG5LO+gRr%0al1n3gYg++8oHeae4BmWWdpwWZi1QJGpbLI/Lsu+wZ1pb6t1u8pxZ8tq7n2YFC2nfUOv8A0+%0a9LrM5K4XeS9zoRkq/xawQbSJL6qMtZd3XwxwBR8ARaKgILKjnnW4qx0GMw0ss993adgld23%0aQOU+RfKdJkCD4Py4IzfMW3XmLFjBcuch6fcaawY5KAz/ajz78l1vKligBxTZg2h3BgTY2FB%0aZ8MpLEL0CtvD1NL2oHixmGuLLgr4HJz7e2P6+VYKLHyfyMuCFj6Jwsxv/vRl5W0vvD6h2ph%0a69ShfTjpiD3VGjpMFsxhhX3j/c+S2w/estyifr0Q/2li1XtCrLlY91oJqcNNaZ4oBbNESeB%0a4RcnjrttunFy7/RbrhZff+iQcLotHUVIWRgoQkXD5MX9nruWDvz2+3Pvvlm89Z1ExisQuUf%0arJjWr5YMas2aqU3CfuTofutZ261UwWtxBb/zBXCDjPazMi8e1fevNjVY5sp5utB60dhoilF%0aFyzBPccFESTbl07BtY8/PfhF0MrIdVmgWeGBUKaJZBX1lagUOJudd1/n9BoKCd3PPiiHpfj%0avyj89eaHwomi3DHrwKwQi7wHyLoNFFLcfZh5mDINd7AF+hwfyqJonhe3KgTXIHaf6SkzUtt%0atVr4mQk8s+YNCiD92vOg6Pl9bx7groayyZuB2ecbBW65flOCv1LtnOE4Ww8fyuLgU4eJWny%0a463H9Z9x0xBlU5xt2MmQ1kZXG3o4/jY9JfsExLfbal9L39tyPgCDgCDRmB+YsWhIXiopNrI%0aJlkhrmlrAtYrk3X0KVNJzluhi46+Ft/O2a8EJx1dRvEUssGqzeEH5eMLMGay2JdLKKxYO3b%0aeN3V4iC18GLVLXfGKT+FHzKfWBiAcWVAHn7mjbCDLFSFwHeXKXmsxVhrPx/5vU61Q0o5xp3%0aGLNJxWrhbsDbgjodeXGJN76pW43fFHzvLTQJ3nsXq3ztDF2cWsmLH92grll92cGFxbixYku%0avSr9vu9e97nlZ3JWZCUEwoM3zKb773WVVeWGQKMYQUpv2TcZNhYeFeO22WrCfAPeutDz8P+%0aO+zaDYWLOgtZOYCFxcTiGiWYOHvJLMAzJ7g/hALih2Lfb+XWZZYTjt67/inHt8iz0FaWPTN%0a1amTLELdb7cttSzZipMdinDfYBaHZxqU2k2IhFAqJ0+dWSF9FmpvsdHaFcJrMwBF9KW3PtY%0aZK9aHsMsL5VQdYeedtuJrvnq//LKpTlqlXNMQ+g7LJ+6ADz79hv3M+2b2h0XzsZiCzvoQpF%0adqZyJm2VC4mHVC6rMt6Q39jyPgCDgCjQQB9qvHgs/2lmIBXba5lvGzpbDJ1i1b69tw2d2nK%0auSezDcZCz4DGDuUfDDsa/U7rUrJYGWFcPeISJ1dz77paR90rGYThDTiGx8L8dIkmF12Fkaz%0aA1jIURbMpeWA3bfWWQAIPttW4v/NLMQomSHAOs80OsdThURmEXzuz8LeRaIUxK5Acb7Sx1h%0a6WZjKLjC4gRQTSOcP4ufODjxZgjsUMwfmdpIVp6ZhP5FFoxBXfPCNNIIfC2sff+FtJT1gcN%0awhu+TdCgs6swyHZOxQcqDgftcjQ1QZs4XLXMyWoWkSlZdo6gcuEShgW2y0lp6xXZnYthNyH%0axN8FI20IgmJhaSxpeHwr0aqMsh6AQQfepSL58QNiN1UcLfA6o+VnJmntGDJt9mX+Fw8+xOH%0a1+YxLk24uZkPvpVTde4xcI1+upMUpBUlKWsnrOqkW+iahtB3WN5wF6IfyJK02xJrO1CwcaH%0ar2KFtYAYRH/0uSxbZ0mZw9erXZ5skufpsS8lN/cARcAQcgQaOAD73C3ML9dMQyD27+fAW3K%0a6tu4R2ZW2Fq1TdYNZkCH7WFpal1icIRYsB5QtQ09dkbV+HlX1gkUW5cRrzl/hOWxj7mwfZF%0a9UszSxMjV98BanDNx7lAbKEZRSfXIh2LLgUQSZxx3lG/JhxC6pM8OHGPQS3Elw5IAy43hQT%0arH88Ly4jWcIC0ylC8uuS4JevIahomcb3HIx4JwA7x8RrDXCLYk3BoXttr4up03lnp5GDxdX%0anroeHhN1l1xYs+WAKWS9lm01LD1LLfvfM0lB2bO+Ia5i9n8Di8c2MBy5fsZSXY/l2mBsNXF%0a2VPSP4xMNvvm2bMlX0th40UBUEFl9mEWgs/WOW7BQU3wN//W3k2roUU1hr4x68SwDlDYWIu%0as0sE25OdSUNqe/oKO42uMVlCXU9FtzA2CgA7DdYe1VR+nrqolyUPNbxDP/qu/CT/XfMm42q%0ar7ZEPtnVac3V+iZrXZgpwSiGCxZCvfxc1sOkZzj1pP9xBBwBR6CeEVggb53lky3lW1RiV2/%0aTskzdZuYvnq9vplVb/9I/2ZcXDRXyXv4/tFqyTWeHsvahk7x0q1XLVtUi99yuyRD8otgtOY%0an1MxZcYcwvm3Cs5WyHiFUa6xh+yxybsCASd5CPRozKtApbPKz4WOJxF9pMtsBMy5NiVcZfN%0aktw1UjPDBAv3qEGUojfPqQacruf+JLHsw/srIJlOS1YifcXt48O4v7BLMQHw77UffTT8dK/%0acbnIcgkhHtZ73ErqWlBOYmGxMlt0Un6bbrCmrEN4VxcPm+827xLgxVMxLvH1HOPexC5CbB0%0aIwWffeGaBINWlCnUCks9iWxQx1mvECgLuWLpgWuqDrWmI08a/3sh6vJ4jjoP/P8SPWRTcYF%0aZPbelJ3HXFPYkFmoUk7WJWKF5Nw6mbhYT2VhVhxupIIajxNpFVub4249ZX38F2p7iJZcmsO%0abJTVeulrmAQeHtPBfFZUM8szt2PvqR1arftNs50oauPtsTaHNZ+0G+ZG+BnspsTOBrB503d%0axNlw4KqqHGc9s4c5Ao6AI1AvCAg9xPe+fItMu+MSq7l8tRLf93at2oX28mkn++TjLjNvkbx%0a9fNEc2TN/rpht8duXiPk0UxJKByxJM7oFIRB70m4vxB7LfRtxzamplM5kanqnZXQ9RBtCDf%0aFg55j47Z7svPJ89EIdy+JTEh+BfH31zdIFayzoZIBib/n07id2LefYtYJ9wWNShS8/29mx/%0aR+DeEwC7dpSv9mdhR1d2FWEnXuelm0bZwvJ5kVGTNdDGFkA+tp7n+rWjfEsBD7jCP7cW8ku%0aP7HiUOj+zCLg950lkA7bnSbrfG2EvfnBCFVG7D64MGFpZ+3CAFkfgbCAlLJki8YjxJofL5I%0atlgdI5PJblb8IaqgscK2OpZvdkthG8193PK4k3hY9YtHfQHymWeQM3iaUzcPPvikzMAt1nc%0aXmS9x77Lx9Uz/jnXAsnO8hQvRZ9Ly8KHk3/+/Z+FTRY9yY4pmOopGreJJFzig48Y5U+I1TL%0arghsRaANztXVeztwFW9rqbx67vvIL/suvTM7Pczs87MGy+1MmG7151kBx3ecswbp3nDLdvk%0ass6DRdgsxr753meU5KMA0t7rqy1R93nRWyy4mcWCa1w6Tnzejx0BR8ARqDcEhGUbf8KcDun%0amb5lY6zuKJR3SjT88rjNmlGst5yDkC1svDPPEmj9XiD7fKAoQ+zS1L3+W8rQ5Jm2IPIoDSk%0aOZWOsh+pZ+efzq/20xe/bs7DxUP80wa9as0LNnzxqkUPHSadOmVQzMCMHah/UottwyaPKQh%0aNlbSDMuLSmIBZVIelFlZRfjhsO1kCuUA9uCketQPvDNxnocC1szMtWe9q2HeFD50pZmnhvy%0ayMeklcwIEI/ZCSx3bBGKsJWmEVF+cy3YxbgRjoWcrToLufJk4c11haRr16UvfbI4lZUtecX%0a6a0QPogOGWY0ABcpe9GPp27fteGMYWLh94wKRfuGVneMbFwMWZNtbY+NzHIOF5TF9Lv0bKy%0a2WAvKSXqhMPSEsa0egdDp18bs6ZUQ+mO2iTOJ99qnb7ACEQECZASsmrA1pL7MV6XcTFLsmP%0alfdvJNGVl2uz74DlxVmDguti6Fe0G9Y/aUfoC5iCefdGoXqJW2Y/gdltr7aUlwmtX2cVca1%0afQ9PzxFwBJoXAuqDL2PylHlTw8wFs0LrVq1DZ5kxxVUG0o0Fv5iwQHexME2+F4mbD3vpL5T%0avRRrOzHb5olnSgdirsiDfzASwmLYqC2gnTpwYOnYs53LF8tTkCH6xh/Vzyx6BrMG5MoK/7H%0aPdvHLQmMuoMee9edWy6j9tVhlXPzW/0hFwBByBxoVAqQS/uErSuJ7Zc+sIOAKOgCPgCDgCj%0aoAj4Ag0ewSc4Df7KuAAOAKOgCPgCDgCjoAj4Ag0JQQaDcFfuiyhKcHfvJ6lUBlm+dI3L2Qa%0aztMWKotC4Q0n5+LhKP7/WVIoPCuuhzVsBLwsG3b5eO4cAUeg4SDQaAg+O8S4NG4ECpVhWZm%0aXbUMp2UJlUSi8oeSbfBTKY6HwhpR3z0tpCHhZloaTx3IEHAFHoNEQ/LZtq/cmLy/ihoEA1n%0avKMEu0bAtYX7Pie1jdIIB1tLGWUWPOe92UZtNLtVgZN72n9SdyBBwBR6BmCDQags9Lmjp26%0aihbPrYWqpg9FV8zKPzqukCAsqLMKDvKMEu0bGXLJy1bJ/pZENVpGMRJy0jKoLGVUWPOe50W%0aahNKvJQybkKP64/iCDgCjkCtINCofCMgHx06dKiVB/dEGhYCXrYNqzyyctOYy6gx5z2rLDz%0aMEXAEHAFHwBEohkCjseAXewg/5wg4Ao6AI+AIOAKOgCPgCDgC5Qg4wfea4Ag4Ao6AI+AIOA%0aKOgCPgCDQhBJzgN6HC9EdxBBwBR8ARcAQcAUfAEXAEnOB7HXAEHAFHwBFwBBwBR8ARcASaE%0aAJO8JtQYfqjOAKOgCPgCDgCjoAj4Ag4Ak7wvQ44Ao6AI+AIOAKOgCPgCDgCTQgBJ/hNqDD9%0aURwBR8ARcAQcAUfAEXAEHAEn+F4HHAFHwBFwBBwBR8ARcAQcgSaEgBP8JlSY/iiOgCPgCDg%0aCjoAj4Ag4Ao6AE3yvA46AI+AIOAKOgCPgCDgCjkATQsAJfhMqTH8UR8ARcAQcAUfAEXAEHA%0aFHwAm+1wFHwBFwBBwBR8ARcAQcAUegCSHgBL8JFaY/iiPgCDgCjoAj4Ag4Ao6AI+AE3+uAI%0a+AIOAKOgCPgCDgCjoAj0IQQcILfhArTH8URcAQcAUfAEXAEHAFHwBFwgu91wBFwBBwBR8AR%0acAQcAUfAEWhCCDjBb0KF6Y/iCDgCjoAj4Ag4Ao6AI+AIOMH3OuAIOAKOgCPgCDgCjoAj4Ag%0a0IQSc4DehwvRHcQQcAUfAEXAEHAFHwBFwBFr96le/uqS2YViwYEHo0KFDbSdbpfSmTp0afv%0aOb34Rnn3027zNs2LCw5ZZbVimtqkRevHhxeOONN8K9994bttpqq4KXPvTQQ+HRRx8Nyy23X%0aOjVq1fBeFOmTAnt27fPPP/kk08G0unUqVPo3bt3mDt3brj++uvDBx98EDbddNPMa0oJ/P77%0a7wNpjxkzJqy++uqlXKJxwJb8gP1qq62Wd93zzz8fnnvuudCuXbuw/PLL552zH3/+85/Dww8%0a/nFdelN9mm22m11m8mn6PGDEikB/yu95661UruenTp4f//e9/YcMNN0yuBy/yu8466yRh8c%0aGDDz4YVlpppdC2bdsk+A9/+EN45ZVXNJ2WLVuGr7/+OvTo0SM539AOpk2bFj799NPw6quvh%0alwul1mWlD91iLpblQ9toUWLFiU9Mve+//77tZ3169dP21FJFxaIdPPNN4e3335by2aFFVYo%0aEKvqwa+99lp44IEH9Lko+8rktttuC3/5y19C37599UN8ft9yyy1hzTXXDD179qwsiVo9/8M%0aPP2idpkxXXnnlJO2nn346fPXVV2GNNdZIwprbAePcPffcE9Zaa63QqlWrMGTIkED/Tz3Okp%0adeekmDu3Xrlpy+4447wmOPPRYIo97RtoqNB8mFtXgwc+bMcOONN4ahQ4eGQYMGZab80Ucfh%0aSeeeELb86qrrpoZp7LAN998M9x1111h3rx5oappfPbZZ9rnzJ8/X8e6yu5VF+fvvvvu8OGH%0aH+qY2KZNG70F/TW49e/fP5A36sPaa6+t9aEmeXjrrbcCfQf1qi7qw7vvvhtow5RFKf1STZ5%0alWV5Lm3zxxReVI8Xj6uuvv64ch3Kk3S1atCgw/jYWmT17drA6WCzPZcVONuZzEDAIY1oef/%0azxJOgf//hHYADLksMPPzwce+yxWaeSMCoMjSSWhQsXhgMOOCCMHz8+7LHHHmHgwIHx6eSYg%0aRzCt+KKKxaMQ+exyy67hJ133lmJe7oCokQw8Hft2lUJIh31z3/+c1WufvaznyX3soPf/va3%0aqlTYb/umgUPMTU466STtzCFbELmtt97aTuV90+lOnDgxCYPI/PWvfw077bRThcoHkX3hhRf%0aCWWedFQ488MDkGgiLEWKUwqwy45niQTG5uJoH5POXv/ylkrltt902IVKlJkcdAt+99torHH%0aXUUXrZTTfdFP7v//4vXHTRRZnJjBo1Khx88MGhS5cugcHSyNKll16qnexBBx0UzjvvPCX7z%0azzzTKaCxn3pmLJk7733Vuy+/fbbrNNJ2H333aeDkQVQXz/55JNA3Yk/M2bM0N+0I/JOXYTQ%0aTZo0yS5VMvDOO+9UIOXXXXdduPDCC5N4pR6goMbKD9fRvujMsoT6TN4///xzxTYrDun96Ec%0a/yjqVhNEHnHLKKTpAo3Svv/76ybliB7Rx8pwWFFgUWQTydvnll2vZQpKzZJttttEBaPTo0e%0aG4445TkvjII49oHwIpOvvss/UyDAcff/xxVhJ1FgYRoL1Sv8DGhL4NQdF6//33Nd92Lv393%0anvvhbKypjfUQOZo/5BW+s+f/vSngfZHO1lllVXyYACnE044QdsShgHGCASCTx2nzvB9/vnn%0aa19P3LRA/v/73/+mg/X3uuuuq2nTtxUT2iV9TSyTJ0/WcYNx5MQTT4xP6fGsWbPCfvvtp+l%0aTr6mD1VHs6P/FoKhjAGNEVQSsae+nnXZauOaaa/RS6h3jSTHheayPJh7tq7I2xBi04447Vk%0aj2+OOP177om2++CR07dgx8o3RjYPjiiy8UV9o7St6RRx5Z4fqqBPCM1I3f//73yfhIOUHIK%0axMMfp07dy4ajTrIc4JnXRo8i2aiHk4yFlF3MOAMGDAguSPcCa4CL7nzzju17aFQFTKmJhc2%0asoOm1+sWKQAaXTzY//vf/1aylXXJ9ttvHxiYisnmm29e4TRaFR3BH//4R7XwXnLJJRXilBp%0agVlDyCTmgcy9FayuUPh1S1jNB4kyw3GOp6d69e6BDgcjSkbZu3dqiJN901igpaaEj55MlNC%0ao+Jgx0NihxL5QuLOx1KRAmGvyXX34Z/vSnP4W///3vJd+OwZs8kwZljGAhYECG5DPIZ8m11%0a16rHT8DgpF74jFQ0Glj/dluu+0CxA6l7qmnnqrQ8UL8C+UVKwQzEpDdYpKePYHcbrzxxsUu%0aSc6h8DFT1F+sVVjg+J4wYUKmFZ+LwOLMM89Mri90wAwNz58lEO+RI0dmnUrC6KD5ZAm4xEo%0a8SszRRx+dF/W7777T+2Mto17wyRIGirgd0J8wY5MWFLG4n+E8bc9IcTo+SgoEjTaHAkhbZ+%0aYDct+nTx9VoCCIxBs7dqwaBdJp8Iwo48RhVgrFlbJKCxbIcePGpYPzfu+6665qzWJGyhRK0%0as9q6xBbDB0orYWEvDdFYWYFOeaYY5TgU08hrmlyTxz6VfobCARjiwntH5kzZ44q9Rg5MLDQ%0aHk499VSLpt/0ixCSLKFPwtKb1b/H8aszs37xxRcruWdmgnpJm8yq99wHMo1SmCVmHPjPf/6%0aj/VtWHGaMIcmlCO2E2c9ikm5zw4cPrxQjU8Qx8tE3Q7SzcKOcd9hhBx3raAfUA/JOvagpwc%0a96piOOOEKJaNa5OAzjFYpBKUKZZLVdeAYzEY1N/vnPf6qyms43Y5GNzYyz5l2BgQvDCl4Pp%0a59+eoBrNSVpNgQfckLFj4UCxQqHWwuWF7RZBlQEKx4W6iyBhGFpSU8zQsywsphVD/J4ww03%0aqGaP9khFMmEgRpj2ixvYFltskVhYqIgM2nRSWF5xj6AD4XiUWFWZGkQg5FjSsbQgTB3bQEC%0anABGLBSvzT37yEx10IKo24HDdL37xC42K+wMEFlJ51VVXhQsuuCBOQo8hMYYXAVhGXn75Zb%0aXu7L777nnxsU4xwHGv2EK60UYbJfGw8l1xxRVqLUoCa3gALuCWljPOOCPwYWqamRqsV2mBD%0aKctIZA/8onlyNxJqD/UBQaELMECbR2HWWMtHgM8ihR15pxzzlHLL/Vyn332Uat5fH9mDCCs%0alAnT/eCP9RdhlgUraxZRhhRCPLg2a6DieogHhMKsP9zXPv/61790Gpc6kK7zXFtIipHlQtd%0akhYMz9dEEKxxkmHoZC89+2GGHaed97rnn6qn0jAB1PIuoEplp2kLnOI9lLhaw2GCDDbTvgB%0aQwE0a+wJAyR2EwoX4x6KNM039Q7mbFtdkpygYl7bLLLgtgTjiubvRD9F3kLaueYo0jbZ7Nh%0aAEagwCzRrFQx3BPKyb0I+QFNwFTYs2Sn77u0EMPTdKDnNHOEep0lgEkfX1j/U37w/BB+TDD%0aYX1oun3b85liDgmMXQWM4NP+Bw8erG6MzNgyFqF4GxEhHWaDIW70o8zcMvNpRBI3IfoC67/%0atvva92267BRTZqrRfruUZMchQp6kP1FlcLSG9dm+7B98ospDoYmJue8XicA6ruNVfU0oZLy%0aH19ME224tbEfmJhXOFFHXi0e+nDRv0u8ySmdBOacdxu7Jz9g3eGLMg9dQJ6gOYcQz5r02hr%0aqTbv+WPfs5mDe27lHuDJ5+0MCtBWTY2QQmNFROMpMxG4ylh2KGYmaEGBY7ZEuoUBjpmfOBg%0aTUakguRq+yNWPTHaLFuRyonZKPkI4czMkBRwThpOTghOTjrZvDjSqeSEROWk0PPCxSqv6cp%0a0Z164DPbJ/eJ7i1UjJ51Q5rk4HsdivclLkx+iNOSEOOR+/etf6zkhayWlRXoymCfpCTHS66%0aRCa9j++++vv0WJ0N/2XDJo629xy8jJQK/YSCeWpFPoQKa4ckKsctLZVohCGOeIU5mIYpP3f%0aJRldUUGyry00ngX+y0DRIXbConX9KRDzYnypufFAq1hQohzooBVuEbImp6XjiUnFoO889IZ%0a6TkZEJJwUR5zorQlv9MHYmHVa0SZSp/KibKSo/xkME/ODRkyROMLWUjC7IB4YCCuUjlwzvp%0aQ94hDnrLOC7G25PRbSKHGF4tJTpTQSj9CRjV+uv2RmBCSnLim5USpzVEv+EjnrG3WfoMdx0%0aJwkmexc6JY5eVNiKfGoV4LaU0+QoY1nGeNw8UvX8N5/qz8kbjVCbuXKO96DX2HKEV6LK5Ym%0ag+xwupvnquQCGHMiQtEToiFRuGbOibEr8IlMvul+JA/cSvIibU1J0RR7wFuohTkXSMkUc+J%0alT8nU/OZH7Em6zViDc6J0ULjy6xTjv7DPtyPj8xc5aiHHFOXTRgDLE66flicxvwtLiv6fDL%0ajmBPiq8dCsnOiBFZ4LPpvUVL1Q/nHcvLJJ+u14n6SBFOmlGMhEZKv11idiuNdeeWVOeqPGA%0aGSYOqPEGK9v5UtJ2VWIcdYIsYBTU8UUv0ts256rRi9cmKY0nM2ZvCsxKOvEyt+cg87EEU3R%0a9nbR1whcjJrmROlJicGCk2Lewrhysk6k5xY85O4XEP7NKHvsDqU/qYPYGwjnLaO/O53v8vR%0a3/OMjDWcA6tYqPOEU2dltjP34x//WNsoceAInAN/hD6C3zxT/Dsejyhvyp149BXUB46pH1U%0aVcfHUvo1no76QDm2Y33HbitO1Mb1YfYnj27HhQ7nAW9KfQnzJrm8s35QvOKbHctob4WLw0E%0acRgl+hr2zIz0hbKYW3o6GWFLEq8bj5shYaIQVoH5m6ycySuFdoHLFwVDhvHYhYovLOiVVcr%0axErQF64zAbkZFo7+cg0ucaThaMJwRc3lJxo+zmxYus5saTrb8gAec0i+NwkJmyicefE0p2T%0ahbR6DR06v2nkpEGHwG8+cWdknQGdNcoL8eh8kb/97W96LZ0aHbsJaZAmhFasqBas33SEohX%0aX6GOdaZywdZJWdvEzxPFKORbLpw4mDCilfOjw7L5ZA5jhRBwbWMTynVwDxrHIrI0qZ8RnAE%0aqLKX4MdBBxSCKK4yGHHJLbZJNNcuQ/FgYvsdDkxKKWSxMnlFUbyMUKm1yGIsL9qWtpMYJvz%0a1ydb5nezEvWCH5V08oi0EbwZQpcB2BxO0mwRmFhIEJBpf2aosB9UaY4B66xGMEHPzCyjylB%0aMiOVhHFOrD/J/bLyR9q1RfDpY+kHxNUiUczFNSZH/yOWwZzMkMWPoseyyDuzbC1PnI9FLFw%0aaH3JTiojfvcaX2aG86Fa2BDY3gi+WZSVeKIPUEZk1UoxQ5NOCQm8EOktBg9SBpawzUkUBRR%0aPiLm5kqrCiYKVFLMN6jbhPpU9pn0R6sYGAsiYMQh0LpMfKMf6mX5NZoxxKHeGMY7HiImuFN%0aJz2JusP4iT1mGem7zRCL+5nOXFtVLJNejL7qeOZzN5qOrRd4ptCawnS15mBwBQhsCZMZr0r%0aEHwzlkDIjcAWI/hirdf70wcj1SH4XGcGHPJGfaBeQMypJ1URcInLIT6W2bHMpGxMry7BRyF%0aqKsI4B07xh34eHGU2Pi/cjFbwlzg+x+JO2+AhKZXgNxsXnULTZdKxSPkH9XvWg+iPTTXGLi%0aWcNj/n9HRnvNqd6XTca5ju2XfffQOLKRGmOKUjUVcWXFpwv2GqUwZ3dbXRSBl/4pXuopVqD%0aNyBmDoXUqB+/7ijsBBJiHuQDi4jlaVBTN9Lh6ruKfitma80rj2xjzhTkExb8jxCOtV1AB9R%0aBJcI3F+Y+hJCtTTxEo6EtOu1pJEWpqprS5jS5lOKSKsOuBzgAsU6Clyu0iLESV0SmK5mGh1%0ahETC+zbjCcJ0JLh34e+OugDA1j3sNU+z2sfUGTN1nSXpHDqYShWhqmVPOsZAmPoXSSeW54h%0aSqr/G1THnHOwLZOabTWWAril+y2MvO2TfnEBl41QUFVwEhfXa65G92sUFob+a2YhfjF45rA%0aPjJ4KmLO3le6ivtkLJj5xn8oJkmx/UOP/T0gkJLD198c4+wML7xO88Kj+NUdiyDvEbBxakq%0agj8sz027tt1yKDueQ5TDvDIlXeoCmOPCdPXVV+fdCrcKpt45TzwhbepPTHkisWtd3oUFfrC%0auALefYkJ/aXEoj6YqouSruxa+6JQZ/QVtO722g+en3GwdA3Fw36BMrP3bOdwE+KQF1wvaNO%0a0ToW7RH7NWg7Urackaswq1f9x2WOvDWg+ZvdV6jysc64yoL7aBAnmNN4uwPptvXEBxn2H8I%0aF+33nqrjhVCQLRe4jKHm2q6LTCeMT4ylrBImXYNPizmxVeaPgRXE1zgENwLEeJYWKF1Xhqx%0aHv9Q7ri9Ug/EIKZrFBhzqCesKStVuNbGKsYR2q8Qd12gT5/nUhwB3CSpu1nCeMAnLfCXtAu%0av9ZHpuI3xd7Mg+Aw6cQdlBQUBEwuy/hQLnna6/ICo4wdrPvjprRStw4RIZAmdsBFma7AWD6%0aJMunSaCB0sHSkruNNC5wdpNBGLrhJ4+41SgNDZV1Xw4aTTgJibLyULRSGHdPi2sp5tK/GDh%0aPTg58hCWPzmY/9alBT812xwqSwv4MbgyKLFLGHBIWVmA0lWnLoIQzmik8aflc45S6gbYAKB%0agVgh+MJmlZ9Ml1dYbAzWDH5pgdiRDvjzYZcK+47jkj8EIkpZmLDeo7r1lTQYOFEW08IOMOy%0a8wcBbaCGrXYMPvxEWC6vON4M9hD4WlEvWmkBc8QtnASl1UKx86qdMXWGxMxjSTsCZeku9hD%0aCnd0eg7sd1mHaG0olCRfmbUM4oc1URW0yYXtBcWRqQHhTvWCBafLIEQoXQXtL34jfhrPUhH%0amnYYmP6C9ozxB+lin4EpYp2XMh/l/ixkSGrrbPmwPxc6VtNsc3Ke2MNY/Cn74R447PNOhAI%0aOG3RFF17NtoC40gstCd28EgL6Vn7t7ZvfUG8lgO/cOo69dQMDKQFKeY6+hb6krisCo1XthU%0arYxJCPeB6DDyMSbQD1hbgr251RyPKH0g253kWFBZEZgOVzJNf2h5GJhs7SZt1QCgx1Et+03%0a+SNruP0a5ZS4LfPHUVgg/xMiXDSBdhRuJo+w1BKHfKH2MDhJ7noe+nnqDgpY0VhfKMwcaMN%0aqbQMQ6m61Wh69PhLGZmF5ksoa9DGE8qW5iNAYs1ew1dMEbSJqgz7EhHHWQ9C33qqFGjlDvZ%0amM1aIdbO7LnnnooB51EiGSfMSNHQn7eU/DULgg95sYKNQcFaYQMV5MGEjjUm+LEFH2sFC+V%0aogLGl265loZ5Mm2lnR4dGBYuFBZmxUPnSg7qdx0JhnRlhWNwZNE0TNfKP5spz2IDK4GrPRT%0a7p+GPhehbzUZnJI50w1pzBYjlncSdhthAP6wSdMddg9WNBcEyMLF1mI+IFYRae9Z21qCeOR%0a1lRZvZ88bm6OmagYpaFxo1FqTIrblZ9ivPGwh7bMpO0zKrLDADHlAkfth5ky1QGCAb/YsIi%0abSxkCDMGfExkfUZC8OP6yvlCAzznmA1AjNjRKcYk3awb5DNt9ZVpc33XhCYgf9gpiLZBPa2%0aOQAwg3un8kxZYUje5J21Iplh1tgQCTxtjwTSWfCzfEFgUkttvv13baZrckx6DphFkfrM4ko%0aVyzI6xwNWEthQTLAvnm8GTekNbQhjUUYJsNgaSbeXOeQZ8W2gPTmbZpE5URyyt/qlF9JYW4%0aRB8i2ftiWcHH8hiLBhBaJtZ+NM3xNtkZtV/NhIwJZNBNp7RhKBZ/xTfs7rH1BPKpraE+pSe%0aLctKG0JKmWJhpV3zG1IGCUoLRI/xIG7/9LPEt/ZPv8rCZ4wmGFaKCcqmbZ7AOET9MYEUW7s%0azUm3nirV/lBNbwE76jF2UMzNCHKN4cE/OUX70ywjjCsochiCUC4TZT0i+rO0Kl1xySZUWKz%0aKrDemE4JvBifaSXjSMkYkPkt40g3GKepHV3vWCOvxD+dP+qQ+8f4dnoG+ijCCbNRGUK/pWr%0aPmF+qKs9FlgWlmdoh7xKSYQ4cbSfqmXLLDGeIgRCNLObzZRQbE0LmTcjTpNf4gihjcHPDCL%0a3xTDpyGfazYEP10IdFgUqgkDPFaDeErfBisGYCoOQoeI0HGz0hxCYbvgkCYdv1loGFBJA8u%0aMCeexfEDqGHyZwsTiCKG2HSgsLto1BIx4tj8x16U7PXOZseu4xu7J6nGsvbFAPLCg45qDBY%0apZBMhbse3JGNCxEtOJmrBXMPmmEUFoEXYmKLSTBBYF3CwQ7ssggBUpS+qT4DNtfuyxx+ogx%0ajOmd1fIyl9lYUxJU84M6ChbdBxgmJ4ZwFWEMmXHiMqEvNmsBu5DEAOs5rjQIFZf2bGDwcXE%0arG+Qd8iFLEpN9gQ28kddRiBmRgTter5tj/w4DJIai7n40LFWNmjE19kxAySkKBbaFILyyKw%0aXipBZtM19DCuMkXIGI4R4PG96JkBPyh9wpP6ZsI0hQjnE4XZ/ixd/k5/YTYBy5mM40PbMBQ%0avigRICjghWfvKIUlJdgs8AjpjVXH9Efyzc4lm5Uh+w3GNhFb9lxRXLKjMdzJTQn6WtWCh9t%0alNMdIuSD6n3zJDVluByST2uLYE8xeWelS51wdxo2EULoolxhfKjrNPCywYhZPQBpE/7Z5aU%0ajwmWQ9pxKe2f2WbGAoQ+nH4DZdcs8Nb+mYmLlXGzfkPaic8MmCmhuF6ZlRyiQ79LuyEt2jB%0a1hj6a/gbiY2MbJBYFke/YQp1uv/QrsaJnz23f5M36L8YRZgtNSBdjG4IixBgTK2Lk14TxmH%0arOc6frrsWpy2/KH+6AcYh6Qf2gD6a+1ITgo/DQbuivMOJUheBjdbeZ+PSzo3hAglH06ZeKC%0aaS4sbRf6q3NWpDneLw1RZRnpe8AS7gRnA7uRV004l8Mj8Z0rpy1NqYcVyOvbIWUFogmVmcT%0arB6xtR3yYsQ4y6WCzp7OL7ZkMT0EiTWhsuEnaeSDcAZQrBVYD+ms2foQbR/rS5rgx1tIWpp%0a07GwLBtEmfTozs7hRUZkuhUwYSTVfXrvevnEdwnJDB2QKgykvpsxY3Pg77lTJC9Z+pDJLQZ%0awGx4WIvcXLKjM7V5vf1AE6OfCEKJprVW3cA6sL/tNsX1lIzHXMZlwKxWNwkwW4yWkGMupR7%0aJ5laVB30+SbC20gTxKRgzTBt3MQXmsPKIBMh/MsDNb4itrshMXP+ob8xvnDXxdrIoplvBUZ%0adfDWJTMT6XQgxJYGnTKDJkSDugcZ6S9WavJKekYk8MPHqs47B4oR/CzCicJqs1fpvKR/Q2a%0aY4WL7UPIAQWSNDZZM+gWIHX7GCHmDUNNnMABBvukvICzVFayriLXbdDoWbvEY0FCOmK2hTz%0aLyxHWQd+o/CgmzEMeKwhsLli5cerLElCAMCzbdD/GNBbc86yvi8OoeQzqqQnYqu08hd8v4O%0asoUhQgrNW3NjCj0w1mC4QVXmbjdpuPhIomFH3wZZ6wOp+PxO15nQRnS/mmbJtb+KQdT5uwc%0a39YvmJGA+oEVnLrITB3KP7OYlD/9Ic+KYo3LHOTZ6jJpofAx1tisAWFZgrEnXZfieMwWxC+%0aiis9xnV2LgkG7ZGYd4xQSK9fkD5KfXhcXp5c+Jj5SW/XI6gH1wsoCDEsV+kaeCVdD4wLM4N%0aNHgEOxcTnrHtStQmvjrN4wjpTSLhtD+4Wg0/9Sr5nFwe0LYbzBaMG4ZUYPygXlEwUbLsi1G%0aGayFPUsbBtLWLMg+OYTGxcK+4ZDDijkrAWBWGDj6fX4Wo4ZwCCp1uiwwDBoQq5pDFj3ICIM%0aeEw12iBYFR/89D35DUnig7UTwoDCYFOWNi1O55/lTx2nR0WnMZBnfMrpNM0dqJTBLk4rPua%0aFEYU67DheZcdZZLSya6pynvJgwORlXSgTKFq4dMQKW1XSy4prluascxYGwacOYT1lUC7UwV%0aAfIWB0RENkvUiWMABbPcs6DwlGqbQ6Sxwj+OmBgEGPAZ/0mKqnDTFoMSCUOiCCaYyn+cwy6%0aMdpGOFI59n8uNP1EYxsIIfMIxAps76YlTydHr8hU1jFYqGDh9TwbBAIE1zncDuxKVvwiIV8%0a8DELJnnAN5mZLayR5MeMBKQN4WMQh+AzaKfX58Rpl3JsftZpMm3XWrjFY7E/nyyBQKEwUc4%0a2IxnHwz8/dq2zZyaOtVUGS6zWWYIixKexC8YQpvLpOyC5GFLo8yBl6befmuGl2DPTPjAusc%0a4DAsuMbiHBfQyDTqH2j2U+npVOp8N4gdHB2j9WXPodZhAYTxDKiLKm/lIfGL+Ij3sD9YJxj%0afZoC+IZR4sJlmw+NRH6IBvPaLvMmMT1j7R5DsT6Bf1RyR8UNcTaRyXRi56m/HGZZDae2SXD%0axYxnRS9ecpLZ2LRxAWLPGG0ulKWkU5U4uBTRLzMOmvtK1vWNof3i5WAzppB8MzoyZiLUZQy%0aUGH4wEEHyGT9oNwjja1OTZkHwKWAsErH1mYGehZFoeVkEn04lPaBb4dMp2zmbDoQI8MGKR8%0adPR4hlGDKDxd067qr44Nv90t9YaOzFKWn3nHTcYr9xSaLzwGoAwTcLRFWsDpY+xMYWW1lYo%0ae80mUzHQ7EycpI+Vxu/6diZoqZTphwZ3CinmIzWxn1KSYMXyGBlxgKMVQUyXUgghhCBrAGe%0a+moDd9b1nDOfZauzxLNBzlx00tdCXiB9zAThclQVoV7FAzEKJUoCFhXqnglkiYEmLdQB8py%0aehcLaaQOe5Z/nN6ulrRtIp8dvnj3GmOtoAwhknGlc6gNKKv7+PDtWVeoHynspQnoMHKRtLh%0aWmfJRyfalxLE1bA5C+zsItXvp8/Jv6gbUWNz1z6cK6atZnBk76trRAYGwWAtcsI/gobVh+m%0a5pAfrHQMgNLW6ReUFdYv5Em+KU+O25lpEUfYONE1rXM+KCgFSKx8biUvj5WqK39o7Cx7oD2%0aYASfOk45IpBU6sA777yjrh4QfIwIjD/MKEKMK6tbjAuF+hbuQV0z8s7vLEEptjZNXPpLlCw%0aMdMxA8G2uQxipqKeDZc0IfXvcz6TTrg2DlqVJ+SO0B4gl9YN6Qn0pVVhjxGwl38yu4z4Fp7%0aC+rtR0qhIPInyrzJ5i3MKTAKLPPRujMKtMfw2fY+wwPmPuwxhhqfs2o0l7pc0Z/6sNw2RDw%0a61ZEHwGWkg3VqpYsKoVEvzdbEFTOg6KglkMbMqHOBBGrPrcy8S2tLTf+DfSQfNqayocVk6s%0auHQKhabA7Vq+aZC2mAmrSnX8YvGtZMA2Sx2ECbEGYVPPGljJH/ITT/VXEj3vNGQiy8qF4kW%0aZ1aag5DEwUUYMlHQAKBr4IcbuIrV5z1LTwleSjoZdJGLySZ3AkmYDOlaHeKCO08cKHfsYxu%0ac4tt1SOI7rLIooUkjpsrdFFhsoNYGMP8xgxEqTTefjex6TZZsqTydhluHPFtr6AABAAElEQ%0aVQ0wQcHIw2kCTmN66Bdl04v6zcDMgSGKV1ckGzbXJ6bfLHwmQEXgwBvr65MqLcoCpQZgzzH%0aECaITm0LfQfWUWZhsE5hSDCBCBEOzsRDcCVCSURRI2/pMjCFwPJKf2QLcVFYbMrb7sE3Ycw%0aoIlj5WCeCUAbF3E00UiP8Q30Gc+owiimzp9QL+jKIKNbBqgoWacoGQhcboqg7jBG2xTNtn7%0aqfJbQDI+5Z53FPIG3E2j/jCO0aI0OW0B4g+JB6fLmx+HNshKkUhQarKItuCwnGisoIvs0Wg%0aC0z1sx8GcnnmBlYZicQ4jJ+oGCyfXQxsbZufYf1K1VdpEu5U/7wCcZ7WyRMPYn7v2J54Rzu%0aoeYiGrsfVXZdTc4z3sA/aLe4F1Ofac+Q5erU5ZrkpabXMoaxToVyQClC0UNY/4ICjUsls1K%0a2mD5238TdDRwwKMX9oibQiP80C4JP+dCRpAl+sXKjglhHmI4HwTdSbJWFOMX8yrG0Y2Gk8d%0aOhQKzovLHYEEanhI+x+c7H97QOFfLAanAaP1Yz2zIxjlvKMVbF2EqPkkDFNoIfn6ssPcsT8%0aUq9DrJAp1zINQMSXptC54VlIiaSWJOZ7o0tzLV5z6qkxQCI5QYLPgOUuYRAriARLNCtzE8S%0akluovpIXyAF1lng2oEPCwJoOLUvRYhEfVj7OQ0BQhsCtMoGoGJmP40IAqfM8kz1jfD6tZJh%0a13ogiAw5KAwvu+EBIze0HQg4hYZocyyKEpLKpdxR4W4QFkYckIyi+WLQg9ShfPAszZpQTg7%0a8pF3HeOaa8yAdrLrCImisQVteqDPTpdAv9xlUC8g4JY+Em/Qf1CGsni/kRzpuLE+2ctkAdg%0a+gzQ0HZsnsJWNAusXoaMYIAouxjzCBdwxNfca4xa70tPK2OEljo2RpyOJY++hOsrBBnDAb8%0aRtnBBaaqghUcsky/Hi/KpJ+GeEBi0zvGZN2jWPvHapkes6jbtB+MNFliLoaQetoshAirvrl%0aqofhWJtQ3PjURI+IoQpA1ZhXpEyFzGDVwbaHOowhRhxkjTTCSYMCx9kdajAOMxVhu6Q9p18%0axU0QasjnM95cwYVUxxIh7lzjhIPUApo15glGgMFmG4DC5a9AX0XXzo+3BZ5DnwQmiMghdAe%0avaE+o5Qryl7uBv9H9yHLW+pE1xDXbf1Z43x2fPyLFp9s3iTrQzKOenIpB3mi2j+mIr1TZEy%0aYOmxEPD8SBm/hOxoXCEtFc5KQ9dz0jFXOGcBQpQ0jjQmC8r8lg4qJ52FxpXOKCf+/Pr2QOl%0a0K8SXgVfjSaOtcI4A0db1vJCanHR6Oemwc0JccmLZzkml1nPcSyp8cj1pgQ9pZ4l0gHqeOB%0ayXImIh1GvEclMhuljWk+clTT5CJirEKzVAOu4kf5ae+E3nRMEqNYkax+PtpNxbXDcKpiUDu%0a8YRN4mcKD8aTwZQDZMBLblOyLOGUU5CYpPXqQsZTuJkHcisjV5HOzCxNwaTPxNZrJbjfuLP%0aqG9jJN9i5c4JYdXrwU7IRk52HsqJgmCXJd+WP8O6Kt8yI5Wkw4GQJr2nEIS8cH6ItSknSkt%0aOrOM5UQw0HvkWZSAnBCQnA3VOpv/17cvS2eddL0RHn8nyJqRBz9OWCeO+oqzr6+aF+OdkYW%0a9OFEF9u7AQheSNzmAgu0Fp32Fp8S0+nfp2XeLKAJITxSG5v8yc6T3Ewp+E1eRAyLdiwH2Fx%0aGm7FkKi96CsOB+LuKbpOeKLNSsnmwDkyKfln/4gFpnyzlFnSFMWpOdkxxO9DtzpE0QZSq6N%0a+wjri0i31H4hvm9DPxYLpz63WAW1HdBP8gGvtIgSoHHFups+lfym7tK/i+EmJyRVw6lb4Me%0abz02oy4RRHrR/yoHflY0jXC/KmsalDGOhfyUNURDiYO2HZGcYrf92Qhbq6r1FEcwJqbbgCt%0a9i7dfxhjGnlA/PmiUy05T0Q+Lep1HAWMh+Toh6zspBDHI5xkrqKs9CnTOsZBYhL2n6BbHWa%0ajyeT5RdPaZNyjqSvLjxDxsL4/GIvMRlT33g/uSrJiJGP02nGIcgfRvTrQ8r9Z7Ge+AqsfD8%0a4mWQkwWnjbbd0u/JmjUd4xnnxTimWIpnhYbJzGYOniFrXzSc8qLPFuVPf4vSGEPSII/pX0v%0ah7s3Ggo9Wj8U77TIjhavCVl22XZeFxd/sQIAVC8szlkNbjFeq1TpOq9RjrJRo0FhamX1gKl%0aMatC4ywkqI5ok1Fi3UXDdw9ZAaqTsEma8kC39iSzVxsWyYYFXFAoWwfaVZO+x8qd9YQSwfx%0aa6RTrHgaRa88Ly1Ibgo2BZgWFlwTcBSgfURizW7nGCFZAErlktw5NmxaMkAkUyX48ZR18Ia%0aCBZ14jpBHcVih3WdcsuyroNRMZyY9eG5sFaBg23VFtdXLPSIreNgu1B8WbHgsCsFgmUYCyI%0azTsfKgi8sO1i6sFRiOWNKOXYbYAbKLHyaQPSHWQAZQLSuZT1T2gJpljubSqVe4zaCvysLw6%0an71HfyT5my8wSWM2YQsPazSw7+8NyXekWZYiHlecyayTT6JUumcrHYI1gHsdhbO+C+WHVoG%0axzbTB1t02YZ8FvFQsRsHHHIM9+UK+2PPFNedl++rc1hpa2Oqx15xcKOhZVpdfoHpqKpx1gt%0aKSuz3hMXYa0D2GCpox1aW6RtYGmNLXbkn1kX+k5mGm1/dcoYlzDqBu5HCP77YG910lwYOWc%0a4ctxUBGst1nvwxKoMTsyKsMYq3uqx1OdlxzRcCCgDZlBwh8GCimTVDepy3Ien74MFk1lo+m%0aPGEfysmaElTBTidPS830IeND6B1CPqCPUFoR/g3rQBW0+G5ZwZOfoc2g7CWEm9roowQ4hgR%0aaUvoB/GFYpxDqurrQFi9pp2Cy7MfFPf2Z4yttRT/7CmI7ZGhPqMGyR9K2M94fQRuG3QLzBj%0aQpr0u7QbZjdw7aQfpZ0zniJY/U3AANcnxhXGEOoDFn/qR1WF52UmgvZSaD0bGwjQxkSp0OQ%0aZL5A4TxpQzT/UDcYAnonnaawCTjYDZX0us8/UFYT+mvKm/4LbMabRhyHMBDcZKUULqGqc2J%0aIjjWqZiFklpKASLU0GNtV64gyZJisdmFqoiJ9lwUejxUogjS9JTzrPnFSSODk9ri0LvkyR6%0a72w5GJVx7pq1uD4uYodk1/poDVfpu1jLY5FlAW9j3SscbAem9WiUJlKZ5/gUSwfWefSFnys%0aB2CcjhtbTCpksEiAPW/8XDII5SifuBzT94t/F7O6Fbl13ikrs2IWfC7g+amj8f1FQclLyyz%0akWJ7AxSxRaQu+EO8cVjasgnF6lgesW1ilxV9RZ7bMWm5xxfc/Jzs+5d2bHzKNmSNP1H3iYj%0aGXzlTjYQEX4l7wY2WLpaxYPKx25I+8i/KQw+otbi5qObb8CanQmQZuLCRA88KzYK3hI517T%0agi7hosLi+ZPpuITLKSDzzELF89WEc/SL/SNdUgGfk0Pa5284EYthxogf8AHTLiePgNLEZIu%0a1zh9rEe1IVhUwa6YZdXuQ7vFIioKk+bZwuNvsyBTF4RUJKfE51hnC2hDMmDqswop0vOyi0s%0aehmDQVMVmQ7CwgyV4UAfBNpZSLPjEZyZVFKw8/JjtjMWs0sww0f7FFUvjpy34tF3KhlmduK%0a5l9Wc2VpoFX8hl3jXx9VnHPB8iCkSVrstKizDuj9gMoyjyOTFCaRh/hIAm/Td9mBgqknP0E%0a+l0bQaEZ7dzPKusvUmuY4w0i64YfjScem7x7Zt2bEI5U96UO+XPfYhHvaiOwLNs9s3uJ7vq%0a5CXFTI+di7/FvSsvXmU/jPcwFjY1oY9m7LCxIP0tBgrFkLJktgyvCMOSMUqUugYPiVvwpcT%0aSwmIYrCtYc03wv0NrxecK6yaWD9PyLA7fLI41X0KZBlRrAto/C13rSsgrfsHsOiKdiC4ewT%0aqJ9ZL927HMYqXAsoCllg/Wjljw7zQLRhweH+MvjIXCLDLxOTRcLBlZmMTxOL5VrESlWPCxo%0aJjlM06DcLOSxOHVPSY9dkowP2vSweprVlysPMzG4HuH9QTspGXrx+6JNam+hHqINZZZBxZt%0aseiHxU6xUN/IP3WVekj9IN/phWFYYikPLDHUASHV+rZNFqkhWICwfmMRp8ywxGOBxHcdv1Z%0amiLBEpYX6AJ74eGOlIj2zfDPbYP7y6ev4XexcHB/LEfmTjlctxWzfRj2nDpI3rMlm1ec6Fj%0alyDdZrLGAm0rGrFYdnQbCYgxff5D9t9cJyyqwBuDBTlxasPqQlg4Cesp1H4njgw1aFLFbDN%0a95mJXghEAu7s8QsR1nnqhKG1ZTyK0XAC4uoWUWzrmEmCYssb+nEymkCDkK+dFEvz4glebDs%0aWoKwqNL80LH4C5HQ8Kb4h5k9+mPDkvUOQvrUwioko8qPjJ88Vns2eLhV2i6S7pNpk7R/rMq%0a0f2aomG3i2liY8aW9Yb3km/aPz7zN5MVx08fEx0JeqthaDLOsl3pdoXjWTzAjhsWdmcN4C0%0afaoJAz7QOYfYvrJvv4gw39Pu2b2QVmvRH6OLapJj1mXYScJ1kg7/S5xGUGE6GeM7NiFmBmr%0avDVNsGSTh1nho52xKwWs1jVnfGlD6fchMTrzC1rd6xd2T2Z+WQMsHGS8QwOkzXLY9c0t29m%0aUWmHMc+LMWCsZ+xiJpfyoj6AJ7O0zKIxjjUVaYHWWNsPA0kGuGUpFKJYJipkAaKcnrauEKm%0aGATw/pBjikyZeljQVkDzSMRcjxRCNdOdtadTmNySxFBKfdU8IMlLqoEbHyMJF6giDownTph%0aDstEB802QsHach/2bKm/rAIEKHXIqgrBWrF6WkUdU4dHJGXku51sqKNlVXYnmCHENgq1tHL%0aX/1hSvY1CUu9jx1/V3KczAdXmq9ruv81nf69OOmCMfHcT5wAaD+orSWOi7WR9uK89hQjxkn%0a4jHC8lkIaztf6Ju+2BSIQnGqGh7nJT6uajr1Gd84CvzEDDT1eX+/V80QgEOVUm5NluDXDD6%0a/2hFwBBwBR8ARcAQcAUfAEWhYCJRK8MtXHDSsvHtuHAFHwBFwBBwBR8ARcAQcAUegmgg4wa%0a8mcH6ZI+AIOAKOgCPgCDgCjoAj0BARcILfEEvF8+QIOAKOgCPgCDgCjoAj4AhUEwEn+NUEz%0ai9zBBwBR8ARcAQcAUfAEXAEGiICTvAbYql4nhwBR8ARcAQcAUfAEXAEHIFqIuAEv5rA+WWO%0agCPgCDgCjoAj4Ag4Ao5AQ0TACX5DLBXPkyPgCDgCjoAj4Ag4Ao6AI1BNBJzgVxM4v8wRcAQ%0acAUfAEXAEHAFHwBFoiAg4wW+IpeJ5cgQcAUfAEXAEHAFHwBFwBKqJgBP8agLnlzkCjoAj4A%0ag4Ao6AI+AIOAINEQEn+A2xVDxPjoAj4Ag4Ao6AI+AIOAKOQDURKKvmdQ3yspkzZ4a33347l%0aJWVhe23375B5tEz5Qg4Ao6AI+AIOAKOgCPgCNQlAk2K4H/99ddh5513Dl27dg1Tp06tS9w8%0abUfAEXAEHAFHwBFwBBwBR6BBItCkCH51EZ4yZUp44YUXwrBhw8Jyyy0XNt10U/20bt26Skk%0auXLgwvPjii4HrBg8eXOHayZMnh6effjp8/vnnGme11VYLe++9d+jUqVOFuJUFfPbZZ+Gtt9%0a4KX375ZVhllVXCtttuG9ZZZ53KLtPzX331lV7XvXv3sNlmm5V0DZGYIXnjjTf0vn369Anbb%0aLNNWGuttQpeX9X4BRPyE46AI+AIOAKOgCPgCDgCJSPQ7An+gw8+GE455ZQwbty4PNC23nrr%0awLnll18+L7zQj7Fjx4ZDDz00vPrqq2HFFVcMY8aMyYt6++23h7POOitA8mPp0aNHuOaaa8J%0ahhx0WBxc8XrBgQbjooovClVdeGRYvXpzEa9myZTj55JPD3//+99CqVaskPH3www8/hO222y%0a6Q3x122CEMGTIkHSXz96effhp23XXXCs919tlna15atGiRd11V4+dd7D8cAUfAEXAEHAFHw%0aBFwBKqNQKNdZHviiSeGrbbaKrz00kvVfnis0YcccoiS+8033zxcccUV4YQTTlCL+uuvvx4g%0a+fPnzy+a/siRI8MFF1wQ1ltvPSX3WZGff/75cNxxxym5X2mllcLpp58ejj/+eFUEJk2aFI4%0a55pjw4YcfZl1aIez888/XfELoSePSSy/V9QYQ7GuvvTb89re/rXCNBTDD8OMf/1jJvYWV8s%0a0zsqYBpYVZgl/+8peKW9u2bcPVV18dzjnnnLxkqho/72L/4Qg4Ao6AI+AIOAKOgCNQMwRmz%0a56dq+3PhAkTcnUtW265ZU6ePPfAAw8ktxo6dKiGiQ9+ElbsYMMNN9T4u+++e07IbxJ12rRp%0aOXHV0XM33nhjEp51IC42Gq9NmzY5Ifl6LBb8vKji8qPh5Fms7sk5sebnhCTrObHKJ+GFDsQ%0aqnpMFxBpfZgTyop155pka3r59+7xniSMJEdc4Xbp00W+x4MenCx6fccYZGn/AgAFaVyzi9d%0adfr+E8u8wMWHCuqvGTC/3AEXAEHAFHwBFwBBwBR6AgAnDsUnh7o7XgF1NrBJUgJL3CZ/r06%0aclls2bNCh999JH+Pvfcc/PcWoQAq6Wbk7i8FBMs6UceeWQYPny4WtTTcbnnJ598oj73v/jF%0aL0LsyoK/P7MQSNqlJ50Ov5kJwAqPC9BPfvKTvCjMRCBz5swJ+Nin5f7771dXmo033jiQj0K%0aCXz87EZmA06233qo///CHPwRRIOxUOOmkk3TmglmOG264QcOrGj9JzA8cAUfAEXAEHAFHwB%0aFwBGoFgSbpgw+p7tatWwWA4t11Ro8eHVAEEBaMpgUijEDc8XWHyGfJLbfcElisWkhQFiDdW%0acJOPxBqBP/2ygR3ntVXXz1sscUWeYoC16HQICgQK6ywgh7bnxEjRqiLEAoFRP+ee+6xU3nf%0ajz32WNhnn3007NFHH9UFwCw8NsVoxx13zIvPj8GymBgFBncnpKrx9SL/4wg4Ao6AI+AIOAK%0aOgCNQawg0SYIPOlk74MRh7DwDaYe8Y8lP70Dz8MMPK8gsamVBat++fTNBL0busy6A1L/88s%0avhgw8+CA899JCS/z322EPJdFb8OOziiy8OfNKCovKnP/1Jg1FMUGRMsKgfdNBBugPOI488E%0alZddVU7VeH7m2++ScLsGEUIYacfFgSnpX///hpk8ey71Pjp9Py3I+AIOAKOgCPgCDgCjkDN%0aEGiSBD+21BeCp127drqLDNtasmiUrTGxjiNYo5999tnkUvF3Kkjwk0glHnzxxRdhv/32S2K%0azTSbEO3bdSU6WcIB7zM9+9jNVGlBY2JEnFtxosKrzjNyrmLDY9/vvv9e8cIzwG4mVBg1Y8s%0afCLZ59W3gcl2MLt3jp8/7bEXAEHAFHwBFwBBwBR6BmCDRJgl8qJJBhiD0vyFp33XXD+uuvH%0a+bNm6eEGEv4e++9p0mlXV5KTT8r3sorrxwuv/xy3TUHJQK3GPzwcZthVqEqQr7ZFefdd9/V%0at/ded911iU8/6fB8d955p778i912KhOs7vjZx8JOOQi+/1li4RbPvi08fY2FW7z0ef/tCDg%0aCjoAj4Ag4Ao6AI1AzBLIdy2uWZqO5euDAgeH999/XfeEXLVqkRHnUqFG6WPbmm2/W55AdYk%0aLv3r1r7ZlIi60u77rrLnX9YcEsfvj//Oc/q3SPu+++O6CEQO7ZehNlgW0zTXABYo96XIu4V%0a7G98e2arG/SRgq9GdjCLZ59W3g6TQu3eOnz/tsRcAQcAUfAEXAEHAFHoGYINGuCD3Rrr722%0aurfw1lUs4hBQdoRhL3eEt81W132G6995551w3nnnhQsvvJCfecKaAPbHR+677768c4V+4G9%0aPeocffrguft1///11DQGLXWP5+OOPA+sHWJiLItOrV6/k87vf/U6jstc/4cxiFBJmHBBmNr%0aJ252GBLWLx7LvU+Hqx/3EEHAFHwBFwBBwBR8ARqDUEmjXB542wP/3pT5Vc4zLCAlTbLYfdc%0aZBjjz1Wv6v7h/T+/Oc/q1vOZ599ViEZW8zasWPHCueyAnChIT2UDl7Mxdt22R0nLSgP+Lvz%0aXBD9+GNvwOXbwu16ZjLsPGG4LqHkICwKjgWliK07kX333Ve/qxpfL/I/joAj4Ag4Ao6AI+A%0aIOAK1hkCzJvgsnoXIn3zyyWH8+PEJqPICp8AuOh06dAi8Mdfk8ccfV3cYrOYxCbbzWd8bbb%0aRR4uLDfdh2E2FxLITZLPdpC3xWWswwXHbZZXrq1FNP1X3os/b7h6Rj4Wc2IutjO/Fsu+22e%0al5eEKZpkjfIPIqO5RMF5bTTTtPzl1xySZCXbekxisFZZ50V5AVXOgtw2GGHaXhV4+tF/scR%0acAQcAUfAEXAEHAFHoNYQaNYEnxc+sbAUNxZ81dnnfYMNNlDCj886i1bjbTBZtMruL5B/XG9%0aKEdK54447dGaA7THZjlPeoKsvqzrggAPU9YWtJo24F0uThbhz587VKPjss9d/1sf21i+WVt%0aY5nuvbb7/Vj20TSjx24tlmm210q015W28YNGiQKi033XSTbkdKXuJFs1WNn5UXD3MEHAFHw%0aBFwBBwBR8ARqB4CjWoXnaOPPlot3zwq200iV111VfLiJlvAKa/wDWZR1kjRHxbN3nbbbRqC%0a/z1WeSzRLEodMmSIhkO4r7766gABj+WII44IL730kpJ0exFWfL7Q8c477xyefPLJcM455wR%0a84+0NupB/tqPE7ca2jyyUBuFsd1mXwn75vLUW9x+OTVCCnnnmGV0vwAuwWJiMYOmH3O+555%0a4WVb+rGj/vYv/hCDgCjoAj4Ag4Ao6AI1AjBFoIGc7VKIWMi3m5Us+ePTPO1CwIP3XIe00Et%0axvyFwsLV8eMGRPYQadfv37JgtE4jh3zVtr27dvbzyp/49KCqw1vuB0wYECe5bvKiS2DC3At%0aQkHh7b9ZbwBOZ6mq8dPX+29HwBFwBBwBR8ARcAQcgXIEJk6cGEpZt9moCP7tt99ecD/2Ugu%0a+rKwsHHXUUaVG93iOgCPgCDgCjoAj4Ag4Ao5Ag0CgSRL8BoGsZ8IRcAQcAUfAEXAEHAFHwB%0aFYBgiUSvCb9SLbZVAufktHwBFwBBwBR8ARcAQcAUegThFwgl+n8HrijoAj4Ag4Ao6AI+AIO%0aAKOQP0i4AS/fvH2uzkCjoAj4Ag4Ao6AI+AIOAJ1ioAT/DqF1xN3BBwBR8ARcAQcAUfAEXAE%0a6hcBJ/j1i7ffzRFwBBwBR8ARcAQcAUfAEahTBJzg1ym8nrgj4Ag4Ao6AI+AIOAKOgCNQvwg%0a4wa9fvP1ujoAj4Ag4Ao6AI+AIOAKOQJ0i4AS/TuH1xB0BR8ARcAQcAUfAEXAEHIH6RcAJfv%0a3i7XdzBBwBR8ARcAQcAUfAEXAE6hQBJ/h1Cq8n7gg4Ao6AI+AIOAKOgCPgCNQvAk7w6xdvv%0a5sj4Ag4Ao6AI+AIOAKOgCNQpwg4wa9TeD1xR8ARcAQcAUfAEXAEHAFHoH4RcIJfv3j73RwB%0aR8ARcAQcAUfAEXAEHIE6RcAJfp3C64k7Ao6AI+AIOAKOgCPgCDgC9YuAE/z6xdvv5gg4Ao6%0aAI+AIOAKOgCPgCNQpAk7w6xReT9wRcAQcAUfAEXAEHAFHwBGoXwSc4Ncv3n43R8ARcAQcAU%0afAEXAEHAFHoE4RcIJfp/B64o6AI+AIOAKOgCPgCDgCjkD9IuAEv37x9rs5Ao6AI+AIOAKOg%0aCPgCDgCdYqAE/w6hdcTdwQcAUfAEXAEHAFHwBFwBOoXASf49Yu3380RcAQcAUfAEXAEHAFH%0awBGoUwSc4NcpvJ64I+AIOAKOgCPgCDgCjoAjUL8IOMGvX7z9bo6AI+AIOAKOgCPgCDgCjkC%0adIuAEv07h9cQdAUfAEXAEHAFHwBFwBByB+kWg0RH8kRPmhr8+NTZMnLGg2ki9N3Jm+NOj34%0af5C3OVpvHCp9PCo+9PTuKNmjAvXPXEmDBn/uIwWz4cE5aWV0dMD797aHQ6OPk9fc6i8OwnU%0a8PLw6cnYX7gCDgCjoAj4Ag4Ao6AI+AI1BSBspomUN/XDxs9J/zijpFhx4FdQs/OrcNlQqIn%0aFCD7JwxeIay/cocKWXz9ixnhgnu+Cafs0ju0KWtV4XwccOvL48OYKfPD4IFdw79fHBeGj50%0aTbnhhnBL8xblcuPj+78IICVunT/uw36DuYbXl2+nlLwvBv+T+b8Ov918pzF2wOFwo95s4Y6%0aEqJqMnzw+ffj87LBb9Yo0V2oVPr9g4tG7VIr6tHzsCjoAj4Ag4Ao6AI+AIOALVQqDREPx5Q%0apKnidV72uyF+qCTZy4MfF4aPi2xoGNRh4yv3KNtaFvWIuyzcXch+IVx6X/We6FFxKsvPmDl%0acMbuK2ZeMGve4nC9EPtZ8xbp+f+8Mj6J9+TQKWqJ37h/x4TgJyflAILPrMNWAzqH7dbqEg7%0aavEcYsEL7MKB3u9BnuTZxVD92BBwBR8ARcAQcAUfAEXAEaoRAoyH4D703ORx2zefJw+70h2%0aFKkD+/cpMk7KmPpoY9r/g0PHjWWmHQqp2S8EIHkHkUAZPNV196zbhpC8IWF3+kFvdFi0PYU%0ao4/+uNGaq1n1uDmk9YIObHgH3/jV+FX+60UNl2tU2gpSUH2j77uyzBbFAEs9L1OeSecuOMK%0aeovTd1sxHL5VT7td5vdH384Ov394tKa5Qb+Ksw+ZF3mgI+AIOAKOgCPgCDgCjoAjsASBRkP%0awt1mzS7jvzLXCu1/PDJeL//yVR/QP661UMwJ89p59Qpf22S46Hdu2DD/fdcVw00vjwsJFuf%0aCznXqHKx//PvGr73ny20klekR89K84fJVw7l591YJ/+m69w/3vTAoffzc7cLxBv44a92ZJ6%0axVx3YllgLjo/ELyYfLoB5PD/96aGNYT1yIn+IaKfzsCjoAj4Ag4Ao6AI+AIlIpAoyH4K3Vv%0aE1bq3kMs7qwL/j7ssl7XsG7fygk+hPrEf3+Vh8eUWeVuPpv+eqhY3Zda8C0S1vmtxZ3miK1%0a7hovu+zZ069AqHLltr3DTkHGhr7jUXHxgvt/PRfd+a5eGtVZsH87cvY8uvhUDv7rgDF6ni5%0a4fKtb55z6ZFtYVxQSf+28nzQuD+nfKI/jMKpDG7ht0S9L0A0fAEXAEHAFHwBFwBBwBR6BUB%0aBoNwU8/0D+f/SG8KDvcfHHVUheddBx+9+hUpspAfA43mPHTF4TB63SVRbYVCX73juWwXCk7%0a5OD7P3FGLhzy9xFhJ1loi3Jw26sT4uQCO+LEcs2zYzUM3eHcO7+Re5RvVnTZwf3Caf/5Olx%0a60MrhwM16hIHnfSBkv318aejcrlU4WHz0XRwBR8ARcAQcAUfAEXAEHIHqINBoCP6w0bPD3W%0a9ODI9/OEWf82HxyTff9mIPPlCs/Nccs1pelH88M1ZdZfCdX6Vn27xz9oNtOK9//oewYrc26%0auv/w9QFYn2fGtq2bikLZMt3yrG4Q7+ZZYe6dSYLavvJQt/Rk+eFc/bqE96QXXuQNWRR7ebi%0aq3/TS+ND/17twmdj5oQL9l0pudYPHAFHwBFwBBwBR8ARcAQcgZoiUG5armkq9XD9u7J3PVb%0a7Nq3Ks/zUeQPDZYf0q9Gd1z3/g3D+3d+ECWLNT8sdr01U8r/zul3VneYBWbh7xeH9w3l79w%0a1rigsNW20Ok60uOf6lKArbr13uhnOHWPdZbHuUuPQg//ejPrKbz3J6vJqQ+sPF7edpWQx8x%0aWPfB/z899qo/JxGkD/sqU+esvbWtzj+7Qg4Ao6AI+AIOAKOgCPgCBRCoNEQ/MO27BnGX7tZ%0auEj2lUda1kLOIeY3izV91V+8F869a5S67Wji8mcHIexnCzk3F/1PZAbh7P+ODA++O0k/WOe%0a/mzQ/+X3GbSMDL8XCvx4/+g5C3pF2YvH/ZuK8UCY+9yv3aBPYm3+Frq3DPTIbwcJdXIhiue%0a3V8Ur+b4224YzP+7Ej4Ag4Ao6AI+AIOAKOgCNQDIF8dlks5jI+h2tMbQu75Jy2y4rhj4+OD%0an8Tt5oRY+eGR85eW2/Dnva8JMveNLtS97bqg8/Je96cFBbIzjpjp87XRbS7yoJfZPkurXVn%0an41W6RD+9vRYDePPk2Kxx62nlZj2vx4/b8lC4RBmzF2kO/RA/k1OEtLfoU35ol4L829HwBF%0awBBwBR8ARcAQcAUegVAQaDcFnRxpeMsXOM2nBxYaFrF+Om6OnsnbGSV9jv7vKDjmX/3iVcK%0aq81RYCHktMvLdZs7OQ+dbydtrvxCI/N/z7xDXkpVuL1Kq/5RqdwoXiS88OO0jHtku33sTV5%0anHZ+hL3HvbpP1z28m/XuoW+Rfc68fH//Ic54X+nr6XKAdf2Fus+fvsujoAj4Ag4Ao6AI+AI%0aOAKOQHUQaDQEn4db9Rfv64un2GmGrSRNDv3H52HIZ9P0J/vaD+y79JzFqeybRbHFhEW9B/x%0a1eFh9+XbhsXPWCXtuWO47j9X+nDtHhRteGBdeu3j9sJksoo3ly3FzQyfJ754bdguDLvpI97%0aZ/4Ky1VRnAv/+Y674IT8jC4WO3Xz6+zI8dAUfAEXAEHAFHwBFwBByBaiHQYvbs2WIbr12ZN%0aWtW6Nmz+Btbq3NHSPyUWYsC1nSItQnbXmJVbykW+K3W6By6p/zaLZ59fzBqVnh+2DT1lc/a%0aJtPi8U08Zg7YIvPNL2cGSLn55Vu8meJq85zE239QdwsK3IOFwez0w2456/Rpr9t6biX76+O%0aXbzJi7BzZpae9Lsy1MP92BBwBR8ARcAQcAUfAEXAE0ghMnDgxdOxY/gLV9Ln4d6Mi+HHG/d%0agRcAQcAUfAEXAEHAFHwBFoTgiUSvCXmpKbEzr+rI6AI+AIOAKOgCPgCDgCjkATRcAJfhMtW%0aH8sR8ARcAQcAUfAEXAEHIHmiYAT/OZZ7v7UjoAj4Ag4Ao6AI+AIOAJNFAEn+E20YP2xHAFH%0awBFwBBwBR8ARcASaJwJO8JtnuftTOwKOgCPgCDgCjoAj4Ag0UQSc4DfRgvXHcgQcAUfAEXA%0aEHAFHwBFongg4wW+e5e5P7Qg4Ao6AI+AIOAKOgCPQRBFoUgT/6quvDqeffnryYa/QLPnyyy%0a/DN998E6ZOnRruuusujTJp0qSsqCGXy4VbbrlFvy3CokWLwg033GA/i36//PLLei8izZgxI%0a9x+++1F49vJq666KsR54piwtPCM8TODQXXl008/DXfeeWdJlxfC9oknngiPPfZYwTTGjx9f%0a8FxdnAC36dOna9Jjx44NDz30UN5t3nnnnfD+++/nhdXmjxdffDHwqWuZN29eeOWVV8J7771%0aXpVvxUrp//OMfeXWtSgmUEJl6XxP56KOPknaalQ518YEHHsg6lRdGPGvvP/zwQ5g7d27e+d%0ar68fHHH4cHH3ywRsk999xz4e233w5ff/11+OCDDyqkNXToUD1f4YQE0LfR72RJTfszS/OLL%0a74Id999t/0s+fuee+4JI0eOLDl+fUVcvHhxcqvvv/8+3H///cnvyg5GjBgRPv/887xoTz31%0aVKA/LUWmTZsW/v3vfwfGFRdHwBFwBGoLgbLaSqghpHPfffeFN954Q7Oyzz77JG/Tfffdd3X%0aAe+211wIfeXtv+OMf/xh+9KMfhQsuuCDsvvvuYdCgQeHXv/51OP744/MeBXIBaT7uuOOScE%0ajhNddcE0466aQkLD745JNPQr9+/UKXLl3CtddeGw466KCwyiqrhBdeeCFcd9114aijjoqj6%0azEk9JFHHknC//CHPwQGnRVXXFHDIKeXX355WGGFFZI4++67rz7jqFGjElK91VZbhbPPPjuJ%0aU5WDv//976FXr16VXsKAtuOOO+ogyP1iWW655RSXvffeOw7WY3DZbbfdlPxsscUWqjj95je%0a/kTcQt9RnJZIdn3/++eHnP/+5XgfWf/nLX0KbNm3095w5c3RAPPXUU8P8+fM1LP4DISIfyO%0a9//3sl+AygCxcuDCeccELYeOONtTwYUI899lgt90022SRJYvTo0eHPf/5z8rvQQevWrcOVV%0a15Z6LSGP//88/oNXrUtkKzbbrtN6zakkjp88MEHB4jsrbfemne7AQMGhEsvvTQvjOekDkEI%0aITUtolc00xY6dOiQF58f//3vf8PFF18c+vbtW+EcAePGjQunnHJKOPPMM5PzJ598sr51j3K%0akDNdcc82CZGajjTaqQK569OihSuxee+2lbcoSpm2us8464dtvvw2/+93vwoEHHminMr95Xt%0arQ4YcfrmXOtem2Up3nS9+MOrHeeuulgyv8RilLE0OLBHnu3r27lim4YWRYY4017HSg7lOml%0aHu3bt20j7GT9Hcosttvv70FJd/V6c+Si6MDlGLI+mGHHRaF5h9++OGHFRRHFKzHH388HHPM%0aMXmRKWPK3oQ2PHjw4EB4lmCcoe6n+5kFCxaE7777Lqy66qp59TkrDQujP6Efu/feexVTDEB%0agTr9ditCH0X/QZ5nccccdYeeddw4DBw60oILfF154oeJE31SZVOf5KkvTzzsCjkDTRKBJEX%0awrorKysnDFFVfYz/CnP/1JicXMmTPDNttso1Y8iAZWPMg+A+mQIUOU7EBCIZMIBBDrK6QUc%0agj55IN1hs67kEBuLrnkkrDddtvlRXn22Wd1MH744YfzwnfaaSe1JjIgmtCRf/bZZ0qYCJs8%0aeXIgLI5DvlAiIKPkiTyWKigPv/zlL/OiM2DvscceqvTknVjy47TTTgsrr7xyWGuttdTSzwA%0aIkWTQfuaZZ5JLxowZo4oJWCFgceKJJyrpYQZj//331+spDwY1CCPPwPORJ2YqYqsvx0ceeW%0aT47W9/q+lB5LC+mmUTJQpL9Lnnnqvn41c4Q/wgDpQjJPuMM87Q9FFmIE0oTGmS0r59+0oJG%0avcnr5URfM1QHf158sknldzzjFtuuWWiAGGRhwBRXsiwYcNUqTKCj1LEDBQ4U1fXXXddjUed%0aMCWybdu2Gpb+w7UQY0s7fR5ik7aM33zzzQGSTz2HeFI/UChMuC91hfp+1llnaTAzEdRvE6y%0ac1D3aNkJ9Q5kxhd7iofRcdtll9jPvmzaEMgC5ZCaJdoglHIK2+uqra9yqPh8kHaIdC8o4Ci%0ablkCUQ3PXXXz989dVXYeuttw6bbbZZhWjkk/YMWTdFEuMAQr4hpdRrcKAPK4WMVrc/43nSM%0a2/Dhw8PPDv4xbL88ssnRgkIL/mMjQatWrXStkqbNZkwYUKgzT399NMWpAo/iiDGlCyhD0hb%0avG+88UatP2DPfX76059q35J1fRzGvakDGIVef/11TdfqWRwv6xilkb73X//6V9bpSsPefPN%0aN7QtLsfZX9/kqzYRHcAQcgSaJQPlo2cQe7dBDDw1rr7128lRYZhBIHRYvswS3a9dOByDO9e%0a/fXzv32KIGkcEiCfm4/vrrdQDAwve///0vYOX55z//yaXqvgNRpLMvJhB87gMpZqqcgR4LF%0aBZlLP4xWSRvkFEGTIQBFoLzq1/9KkCMUUpMeNZDDjkkcT+w8Mq+Y+sYsx+QjtiSnb4+HvQG%0ai3UNcsFgetNNN+nzMOgzSELe4pkGI/qkh2LEgMh5lClmLbC4YVkEE1wSKCOUgFi4hxEAyoj%0aBmzIhHGwgQZQz6VPOyHnnnafWewgYigUKDASO/EA4IZsbbLCBHqMomVIILigkKBadO3eOs5%0aEcQzghBbFcdNFFFSz/RkLSMwJYjplFqqmQ/yxLLTNGZt3s2rVr4jIC8cfSD2mjfkNo+CCQS%0ahRIrsPKjRgx1x9L/pBG3E7ic7FbmYWjLKBMoQh26tQpbLjhhjo7sMsuuwTIP5ZYyp4ytfpH%0aHilXPptuuqnWFWsLpAuByxLqI0pqlvDMEEY7f/TRR2s0LOCxVOX5eDZcaUxwlwPvQkoG8eJ%0a2h2JB2+Oesbz66qtaLpB6jA8ocAjuLSjFKFJYh2kDf/vb3/R6FGDaA0I9x12OfsSUqer2Z7%0aQnyqhPnz6aNn/o62hHsdUZfKk3cV0nTyjWWPzp75gZQlBKt912Wz2H8o1imRYUU/qkLDFFz%0ac5Rb1EOH330UVUkwYl+lbGA565MUBho03zoX2MjQbFrwYZ7xP1xsfjxORS4n/3sZ2q4MGyZ%0aLUYRTdefmj5ffF8/dgQcgeaBQJMk+EYSKEIsYEacISV04GaxhXxh/bLfVuTnnHOOkgp+Y6G%0aClOPjC4GEKPbu3TvPvxKLJC4nxQQiC4mB3OIKwQCFq0vsq0vaDIJYaiANuBMdcMABmixxX3%0arpJZ2BwK2IQREiYcIzm3+xhRX7ZnA2ize4MChjNUWJQMgDBIyp7lggIig9SM+ePRULjrGgH%0a3HEETq1zWAFSYe82WxIfB3uHVyLQORwi4KwMOAdKy4zWesAiBNb8LmWfFBWkB+sxpBBs3Jy%0aHlICCcdKmiUWjnsUA6oRfOJiVSRvKGNYntOC1TlWeDhPfeJ+8cwIpB+JB2zuU2gNg0auwz+%0aQWfyzscBTvoNFUUMgU1hcaS8mzLxk+UuDTSFff0heLJQ7LmmUiykNrBVAeYWgQnCpz2AM8Y%0a0tu5B4CCF5xVUN5YEZB9pJIaFeQSipC7FA/CFtEEvLB9Z/rOBYcGOpyvNxHf0BwowK/QTKT%0aNqyzXme19oXv6nv1CH6hrgf4BxkFSMCSibKJgowYooAdYw6hBsVbYD+h+dj1gDlmfQgnyh6%0a/8/efYBpUpR5AC8FQTkREMGA4IooIihGTKggOYeTjEhGguQkOUdRggpIcFEyCCLhCCJrwhP%0aEACqIaRVRBAUxnYjeXf3623empvf7ZifDDvU+z0x/3V0d6l/p/4bqKmWk/RlFL8i5+zEoCG%0a0sCb6wwscee6zvcTxG+gKYa4sXXHBBY5nXD1Ii5fHUU09tzkc/0Xdx/sGzNJgFv0zL2MBjG%0am1Vv0XZp8TPiuALzynrs7btLwxB5XO8r/Aooo/23vI9EoGnOh6hiIwb+o9uc5hGk7+RvFu9%0apiJQEZj9EZiUBL/s0F/+8pc3xFNRse6IN0ZEQxBlA0FpcXZNL0FUkN9SELsyfrk857fQE0S%0aPckGhMBAj1UJdSvFeSD2FgiW8tGKzyBkYhS2wlBvIgzy6R5nn8p6z+m0gM7+AZ6AkHwZjMb%0a9tgs8LEQM5gii2HakTyw1HBMsEQeRQaFRIXIeUI+sGfSJMCnlxDzj6TWEK0iQNbLnAeU6I8%0a6y9xCBM8WGljMG9OTHjH+XN+7immyCOLHAlAZdOWAGFjmVPKEtbCYQbr0FbvGtZF+J3bKUv%0af7evH+4+Yl7Wx6HUg4ifVwcjzh4Bc21pjUZ02wKHsIC3z8U+b0gIhWK99dZryFd4TKL9UZ6%0aE5VBUtU3hc5Qqll3ivPfh7WDF1vaQ91nhJ36awhjkVp1D4hBviqD2qPy0L3Mkynj54eYv8u%0akZyC6LOet7W7797W833hDzE0LMndHW4SOUJUT5UNh5uFjotc9QQlilhfRQyNVPZaatyO9IZ%0aCT9mXbK68MTM5jIs/eUP+VI6YI1xYZSo93yiJpbQRko49W1a32DMJ1uIjyI9TuEEhjE2zFW%0aeOVAkZyVtMO8KJH6BYpnKRStqHsUL/WY55VQOksvhP7I2BLGJWko9vJK9H8MMpTt8EZRovR%0aFoXQ3CWf8G03+yvvU3xWBisAzB4FJSfDL8ByDH/JJDKgk9v024CCyOlWDu463JJfINAtvXI%0aukGDhY4E3SJchCGYbSHCz+sZoZCLibudNZ37isy/dE3k2sYwU0mLOQIb3CTIjfrPhi0Unbu%0ajQUYtdcWPzzTAMgIie0YCjivfyxsps0TLjrKUjekQUWETfYISIGYYN3XIf0G3wJQmegpvgg%0aXoiD36yRMX/BO7pHOZi71qDIEkwQhhgkmwMz/hkUES73laYU1lGDssGcNVHatngPeUQEkc5%0aS8XPPtgW/ff1E7LNqI4IhpVcnjnXb8pTAQF1GDtVfSp7wgBDKpPAYwpJP2RE3jjjLO0zttx%0aXVuF59dg7xpTyybgspQvpgiSyxiPLAILEIYRkuwwotBIZngSKDUKoH3ruccBrPK7eUyLA4U%0a1YpCETbRjQpfdpkkPvR5A+Zo9zyDGgX3b6wFe24eYkZ/8Rd6wO0G0SQ9ZYBQsiOPop3QcgG%0aJQhBljaUJ+GBroeLsKeh1sWx6M945pQTBYMHJjwiZd78VuZI/OKLL954LmFAYWHlh5d6t8U%0aWWzRtKzxF2pX+Vv0Ir0X7vuW+e8GkDKnhTWQgoQxGP1JeM6vfiLk6yhgTCrBrKGHRzyhjz4%0ah9Y4HyCjFxVv9RGmnCgCI0Dw7IfSgIFGxez15fJhrL/MU71m1FoCIwuRGYlATfINFLWNqQC%0aqEwrFesRgY9k/MMFm2Lka+wINyukxaRRS506Cw/OmhEZ7ABFkmiOFAKkFpWPJbvMqQGSWBh%0aRGq43hFlAyBiTEysYzUTsuNZMbBEPgfLc6Qpt4gz17CBBXFC8AyqPAVEKABCF1Zq8cqlNaq%0a8FyLPrYw4BZGnOPjKEOWh9I7EdYi9gdggSBBFeYh972GApQzAjPhNEeAlEFcf8bkUqLCMNQ%0aln/AuCVxIQ8f4II0XCBLe4R6Qtr/cbQUWg4Y2ECBMy+FPq2kqW9NzsCEJIKIblMXkNohbpR%0aroVf09pLKXX5M5IgzDCAflClpFS7y0cgnKmXBAQXhM4qx88OSY1IzHivMXDUwbWWGONZi6G%0a9lMK4leWu3AOfxEKFGmRGuVQfpYQwaWYxWR0+RODrM0glcpvKJMS4xnlVsiIeip8pQwvGWn%0a+tOkVsnHAxF2eBn2Le7UFVqVHS/1GEoPQUXbkOeqU9IiusCXtwr0R66g3yCILN4wpdfJE4K%0als/cWclfJdRtuf6Rd453hX9JUUX94u3ry26Ku8j/YnD+qbUCmi/sBfn8oTCUPCq1QaYJqD+%0aR+LuXpZGl/inD4zFDXHKItwU68HM7zE9eVW32s80BcymnjnKdnLQvQ94UnZZJNNGiu/ukg8%0az18IBcg9on+J4/LHw6Q/oPgQY4vyhalYfnjoO4P8x7WxHU3+4h51WxGoCEx+BCYlwddBx5c%0atkDIdKhLIao6oGRx1qCyRXPc61rBmtouclVcHHzH4ziM8CKFOnhWGyz+IcHk9QhphDgZuio%0aEvf7DqcAELRwgxGLAqupcOnOWYZY57myBt7oFYxrG41hZpG46YgMcCzroZ384vLcHCMFh0w%0awIWxKPbMxANsagIBVx80QM5tI+YdRMEG1EmyKF7EANqWITlWRnxmjiP9AhhQqKIZxpIHWMV%0ac58YjJ2nNLWFYsdiGiENZZoIXWlfIz1i5FoDumcalLt9acb7I1ch6hWJeuC3OtmtDJ2bCKG%0aYImqsjEgaPHmOkF+EHdFXVxHsso7Gu8Ea0aGkEQqL/FCyYAID1ugIxZFGvaWoIbQIIoJLCW%0aTRRxDhGXMsoq6x4PrCEqEEILHCJJQDMjyYsHBTBgjFPQgoUqVuuhcvRjcZTv600b322qvxg%0aCGhiCs82hJEMI6rA+aALLfcck295kESRibvDACwgylSqyy0x9L4gATDvwzRYUjQ5pSfOij/%0a+ptSRtOf8dSpH6usskrz574mrntPc4tKUd+V1bTsOfGu8tdWyrRvdY9Sz1vEwCE/oSxq3ww%0ap+gPGEEog5W8wgZe+Gr7DJffuK9add0H8vzlK+mqGFZZ8FnzlTfTXIxFlqK8ORU07iDEhJs%0aWz1utH9c1tGW3+2ver+xWBisDkRWBSEnwdKPcpQSxYjQzCSAKiGF+/cV5HjkyzSiL+iOdQw%0ahzESxqIDHoG2iAcLONIo8HBOYS9FBPLdPJBqstziJcJcwZM4QoseAYCg6VJYAYuJCis+uW1%0awyX4yBjrLwtbCOIawktgMCuPxblyy3th4JYWvnCg9Oyzzz5NfHNY7Mpr/FYu4nDh7V3EnrL%0ayKQuWypiEKy3yCQvWMIqJMqRcKVOx25QrA7N43iAAysFA3RYkzL26naPghCfGYI7g8nCwXC%0aOjFMdw2VPe4nc8gyeDQhShW47HPIkyxh8Zcv1YCyzlb1aibfC4sCgrO54cuFLoYKieqaehJ%0aLfvh4goVzgK8RFiQwFS74V6scby/pSCbLK+Utj8CddQfuqK693H+0e5CD1SJ5BtlmD5QtLd%0aPzw65f3L3xQX5VUKsqdOIKes7cqVkqLOtb1hw8kfi2sZ3uY9Q1Epn08J5dUIQVq9g35CesS%0acR5HiiZyqx9pUvHPMS3C9MB5KNCVNe1NnhaMI3/OHCFOKGTHkbyjSqz+La72HEEZemFDMna%0aOkIOKOUdZCWLOVn35VuYcyGOdjy8hACZCn8ks0lGptp1TCGGnUmRDWf0pEKfoVGEY4THluV%0ar/VOeURIVbaBWVVSCVFRJ9Q9kuzul+v80Hunaf4KEcepRB55JGg4JaYOj+a/MX967YiUBF4%0aZiAwKQl+OVHQoBoki2UtLMWIqU4bMWEh434lOviwRtrXyXLbhiXWsZBYWRYxjxhJrnaDTkw%0aWjJh51yB1BizkR1w6a1VMWPQ+SKBwBJY4RIvF2mDAismdjfyIbUc8vWMpFILhSq9PQA71Pk%0aJokC+EicWJdQmewouQOO5oHpK2IMzve9/7Gus+PJAxAzxliKVTXC6SGZgK60D8DXxCRAy8r%0aO0m1UlHAXCcpQ2BQ6CRI4S8LUJQWAO59XsJpcF7eXe4I3xhVY5rlE352UbH26Q20ra3UeZx%0aHLFl1Wa5La20cb7XFhGk2CFyiEgolvGuykeojbyWhMc+bxY8WZCFvrCiim9HzCi9LMgwgFX%0abU0FxRe6Vdwic4OW+yiUUXueRQyFqnuN3KBYmHSL4RL1BHnnbKEneg/KBmMsjbMxBUW9C1A%0aPl3Bb5p3z7IlD8ab/qGJwQ+gjpUve00bKeDjd/5fPdu1uITjdFWTkgrRRFbYU115wQ7+KPE%0aqUMhbiEN4UCISyIhR6pFpcvTCe8FeW7II6swDyUIcPtz+I6/Zp3KMNQ4hz8vGMZgqTc1KEI%0aa2Hp7yaUYu2cMlCKeuCZFL8w1nh2fPlKWl7QtmiXDA3Kdzj9G0XIxH3ehqgb7h2fHfVbHSr%0abkWOjER4M/ZfxozQWaDvai75Q31bKSPNX3qP+rghUBJ4ZCExKgq/TRCJ9caKUIPGs4cJgWI%0axY1liAV8hWRwTDfvnZMySEpY9Ln8WomxikhTeEsF63RagKkmLyHzLE4swKzVodcfVCD0IoI%0agY01jGENQi8Qd17GgRsCVLFYjcaYZ0KfNyHwoFMCG8IMWCGhVtIhUGb8mFQFPZAaRE3ikRJ%0ai6gZpON74+4T37mnBCBrFBWDe1gF7UvjWoRCGQldYu2EmwFeiJT7I0GUorD8IQUIfCgG8d7%0allgVsVuLZrPndCERca1DuRuTi/HC2iDn8vFs7nn6w+6gDQgXUSzG7rMLwRhwI0oCIC6sow2%0aUoZKyqyAurLAIV3hehNcqYNR/hh4X2RJlRDpQRhN8W0WT1ZO1nhfYu0rqfvESIBIuyukyJU%0aNe9dxlz7129D5IqVAMpVTeQGfXLPd0/rPkIKyUp2pm6G4KcU5Km5LA6yotnwsYx9dB59YhS%0aJP9iodVb5Hqk+Ytn28KcYtSWdngKRYdSF2Wl3GDqPfUN8PaODBS+ksRrR1lB0LUBCoN+izL%0aTVsAoXpQZ5FifUnopRtKfRV66kfs4R7FRF9reEOfllUW+m7Q9nNJo99qxvMq3vlCdVL+6eS%0a/L+1J6XatODpXgI+4+5eo924pIWNu9izqiXo2FsNgrX3VT/VYvyz/GIO2HYaP8OthI8jcW7%0a1vvURGoCMx+CExKgq+jNvjrHImBG3HiCmYBd14oTEk8nWcFRhzCDatzN1ELaUX4ynAW96Uk%0aIDmUicEINsLLWmrwiPACRMZAJsbT8xAphJrVxsRMAz0LtImtrJyxGqR39CzXUSwQI3mRp9E%0aIXMrQJfeKT1HGfYVxIE2E5dR7II8+6UchYHVCbkIJoJgIA0JA42ss8EXWxBsjkBSetsAKCU%0aROlRkLuhAEOLLaiqM2+CE5CAuCg+wglQiDaykdpSBy8PZOrPyDesq5NQAAQABJREFUift2s%0a7galJEs5URhQyTGQuDDY8PiOhxBeGclEcNepoMhCzDST9FCPln6lS9FN5RVBJgCJbwCARVG%0aonzhi+hQoHk7KGhCCbQHyrE6LNxE+AVli/JGcXAP3i0hTH63JcgtIkfhUO7e0ftFqBcypGy%0aVAyWBckv5DcuuaxHCIGbxDG1dHVWf1E+KJC+T+oy4qjcjzV88o9uWBVY/RGmJ0A/pvKO2DG%0a/i/eUrlEZkUvuHg3ANHg4Ci5hPYF85il3XBnm+1HNKgbJhbZY/RJ/CNFb9meeGIMfaMWLvk%0a6NtxU06Xgj9XTdpz1fQ5oULKQvt3FbIVShf+k91ShlG+JFQv1By4Nnrk7jdns9QwYugTaij%0a+pEQfWooFDGGxLnRbpU/j6z8egdtThkqOx5l+/oX7a8k+MPN32jfs15fEagIzL4IPCt3vqN%0ajhl3yzoIUJLnL6XE7xBpuwAsR3+g9dKLc/Cy9veKKXROfXOtmhYp7lluDEyujATi+rlCe99%0auENy50A1IQpzINxYHlNQYWFjdWOR2596BAIFNtYRFjYRY+VBJzg3qbmLevLffdBxFru8jLN%0aLP6LbwArt1Im8G2W77b90RcDKjCQ0pBLlkG2/dgtUWI1TXkzGAfSg6S1A7dYB1DdJADykL7%0afPnMXr+9I++CsqaQRShMr/SOh5JZDtLt9BQ1igqyPZT5H+3r2/sUUfWyDGdppyn31WNEijJ%0aWfo2kTNPtN48PBRgJQlIQk5DSg6aOItHd6gei7lwQ27hemQqz6eY1i7qv3lGGWc1Z6qMNxT%0a3KrbTIU7Rt9YUXZrDrhpq/eI53pvQGKXScxZUCoq2qM+HViGvKrXeMWHVYwZMyVYpn6KdY+%0aJWxfKg/iC8irY8rcdYfUlaHYs3u1Z8pI/0XhaQtlGrtiuh72uXo/SggvCbdxFwDbSO8cNL0%0a6jNYtSnXtsrGvZVn+0s13Z4z2DHeDspeNxHuqf/RLrqF58i7+oecl0IhoGyWn0Iuzw/lN4V%0aUmbaV1aFcW9NUBCoCkxcBY+pgkQqR80lF8CNTdVsRmJ0QQFhGonDMTnms71oRqAhUBCoCFY%0aGKwOgRGCrBf/boH1XvUBGoCIwGgUruR4NevbYiUBGoCFQEKgIVgTYCleC3Ean7FYGKQEWgI%0alARqAhUBCoCFYHZGIFK8GfjwquvXhGoCFQEKgIVgYpARaAiUBFoI1AJfhuRul8RqAhUBCoC%0aFYGKQEWgIlARmI0RqAR/Ni68+uoVgYpARaAiUBGoCFQEKgIVgTYCleC3Ean7FYGKQEWgIlA%0aRqAhUBCoCFYHZGIFK8GfjwquvXhGoCFQEKgIVgYpARaAiUBFoIzCpCP7HP/7x9JGPfKTvz7%0adCu4nVFy1uYqGkSy65pEliMZNuYvEkC7XEIkrSWGClXJWy23Vjccz30ctFrOKenh8ij2WeY%0aTBc+clPftKskOk6K28OZSVIC9z4IxZjsdpuKRbw6rUyq0XHLFA0lqI8oyzH8r7uZeGoq6++%0aeki3HU19sdCQxbRCPvGJTzTYOj7WonysDNwWx634O1SxiJOF0oYi3VY5Hcp1s0qjDVjh9uk%0agsIt6r31YwfbpIo888sgsX8U7Wx3Y4oBjLVZKtijXUyW9+vihvI8Fr+6+++4BSS1yZUG3oc%0ahTnXdjxiGHHJIsENhLLLLW7mu8d4mbxedgEaLtf/Ob34zdcdlq39G3WwHYImeDibp7xhlnD%0aJak67nh9PNdbzCMg2PVT1x66aXJIo69BF5tsQr7448/3j5c9ychApNqoSvLvVudkqyzzjrJ%0aEubESowIqI7IH0J6/PHHpzXXXLNZMVYnbSXCQw89NG233XbNNfHPgLTllls2JC+OWT5+xx1%0a3nKnDj/O2BvYDDzywPDTTb+R9ww03HHDcSpWhTCDa73znOxtlJBJZwt7Kj+6/1FJLNYfl9b%0arrrmt+S3/77bdH8iFtN9988/SGN7wh7bfffs2KsUhbt9Vzy5tZmRJmu+yyS7KyqNUkdRxWb%0a7S6rNV5dcpW7yyF0mJp+HPOOadZ5dMy9AsttFCZpFEwrAgqL8TAE8pEJGyvHHzrrbc2y7rf%0adtttkSSdeOKJQxp8rGZ68MEH913X/vGhD32oWckSPrOSkdYX9916662blUAPP/zw5jFwUTc%0a938rG6meIQXe33XaL3War/v/oRz9KJQaRQH15xzveEbvprLPOaup0qUCqW8rUaqHI+Fvf+t%0aa+9H5YlVX5lUL5dYySWYrVPa0cG6JOW8VVOVppVXmpO205+eST07rrrtscVjcuv/zydpJ06%0aqmnNm0XNt4RIdVuh0q2ZrrhjAMIW6wkawXscvXV1VZbramPZR2QByvUEvmSP6u9Wt3XCrza%0asjUO4p4wePjhh5uVrV0z0vr5gQ98YFCi5t4h2onVYonVqtUp5Mc7UfCshmtlXPUJjvoObfe%0aEE05oVsd1nXwMtgK4NCHHHXdc0p+0BT7qg37YirAMCfvvv/+AZN6DLLDAAgOO66vXXnvtRv%0anVZw9HEFRlcd9996WVVlqp6Sff9KY3pQ9/+MPpxhtv7Hqrl7zkJUkfrz/beeedmzRIlJWSr%0aUpOjCMrr7xys/rzcsst1xzzb4011hiwkrBjT2XeF1988SYf3kN7sor3qquuarcZPy688MKG%0aIFpFWX6tfm1F+BB9oz4i+gJjw+67796sziyNsWebbbaZaRyL68di6730gfrWHXbYoXnvvff%0aeu+etrf7ufbW1UpBdfYQy6iZD7ecnup/ANR588MHmlbUD7V+5Eaufr7766kk5k0022aRv1X%0aerrht/9UflquaHHXZYM8aee+65zTWMV5Qi+Q/R5q2CbWXqcmXsOF+3Ty0ClN6hrGQ751P7m%0auPzdMuqn3TSSX03N5DONddcDRGxpDviaV+Dj+Xdp02b1hALFkyWU8LqgSzpEC0bbgD3Z2Aw%0aWAwmLCU6v7jXkUce2QyuQWoQkm6WiBUykeNhIJ5v0Isl0r0DIq0RB7mXDinyTs4PV5Bzg+0%0anP/nJ9JWvfKUZ8HUobVlkkUUaT0YcR3Te+973Np0NkiNfrBK77rprgz182uRefrfaaqu00U%0aYbpeWXXz4ZVFZZZZWEFJSy6aabNnmPYzow5KOUoVggkLJll122vGym3yxQd955Z99xxKdNZ%0amCEdPSyCl1//fVNuYymvvz+979PlBoWshANGGY6YDghzfvss09z2m8dPQL83Oc+t6m76skW%0aW2wxU73SuQcxiXt322onsEYElSOyN8ccc/QlPfPMMxtlOQ7w/FDmEFfvvswyy8Sppn6G8kC%0aZCKXV7/nmm68hvupw6QmTt9JybICmOPznf/5n33332muvph1rt8q3tC72JRrhD/WO8qw9MA%0arsscceSb+gHcMZUYSP+kohpgQQZBBZDS8WRSlIvfM6Y4rQ2WefnRCmiy66yOHm/YdbP1230%0a047DWgfjikHCqJ3K+tvWX6UPHWGwcL76AfVnRe84AUN2dcmpVE+pSg7BIOXLASxYIA45phj%0a4lBCuiiH3eTLX/5yozhEX6Y9nX766QOSfv7zn2/2P/jBDw44Hsq8+oKoh6gr+sN4r1e84hW%0aN0io/IXPPPXfz87WvfW1jVKAgXHvttQ35Uz/1U7xmFB35d09KLqGsIbuOwQsuDDIvfOELm/%0afQVpdeeummvlxxxRVNeaqTJebu81TmXd8VZaQ/YX0PC7y6csABB6SpU6c2Cg/8BpMjjjii6%0aZ8Q7s0226wZCym5FB/jZK/+cbB7xjlYxnvGsdgqG6QdAdUnGGeQfUQ1jAjGJ22AUKgYHeaf%0af/64RWPQ4MHYc889m2Oj6ecnup8wHuvvGBwWXHDBBvdYHBHX0T7sn3LKKY3x7GUve1mTR6S%0afcq//PO+88xpFjoIPB3X8pptuauosQyjFL4TxDU7aqLq87bbbpjA6RZq6nT0QmJQEH0HRoY%0afofIkBhRsOuScGt3BZslgjNEhniAEF8ULqDc4GeoOzwR4JDwJjAESg2q4y5CwIiOfogGIfC%0aegmpbvToMrabSA1cMoXYhEkL66XV6Q53JhxfChbmOisDVoIHCsx4l4K4sIyHELB0OEitKyt%0aNHwY2LIsGAB0LizwOl6dDBzXX3/9pmMpOwsEm0WolHIQd7y0SOvgvR+cjj766L7L4MpigYB%0aRphApg798LbbYYn3p2j/gWuYNIYgBUFoE08Dea/CRRqdLRlNfWKXhWnozkHh1CGGhwAn9sK%0a/e6tR13Kww8KO4hrBesVwuvPDCTRlRZAMDdRR5FyKFuKy33nqNtf7mm29uwlx4wNwfjgYU9%0aw/CEkqzd1CGBgl5h6HyN2giDa4vRZtynviNGCsb6bwj0iTEJohcea37u9b7IGJDsVqU1w/3%0a9+c+97mm3iItnm3gVIdCDKiUS3mQppsYLGFGMWMJ4zlRtspwiSWW6LtkJPXTxZS9tiABb3n%0aLW2bypJTp4EsR00+o58h8iDpEgWmT+zhvG8TBb3VS/SmPqa+9BMEovaMUUWS4LM/oe9XdEH%0a0mIiJ0RP9y11139bV72GoT+hXit74sykVfVrYL5F6ZRBkYB5TJLbfc0vRnSCEMS+El05fo7%0a+UPdvo+f/POO2/j6VAf9EclnuU9nsq8Kx/9IUUlxitGFooyQq9OUPqGIsoBOWSxl19jmrFQ%0aG3HP0RB8ZFIb7yaUFEaYOO9ZpCTwYeF2XNmUFnzjkbL37mFgG00/7xkT2U/IC9JtTMUBTjv%0attL4wQH1uWHP9poi+5jWvafpV72kMVse1M21palbmtBf9OiOdNqgswzsMK+SeEszYwWvL4+%0aW5xrcqsxcCk5LghwVGUbDEfexjH2tKxQCiM6aBEwSVZhz7zcH8b9999+1zSbIUTMnkHwGhK%0aLAyceGWsdIIuEGgLUhTWON1OgYexwiLRbtjRVjLOFkDjvc1+CK5LFUGpyDEOm4dI5Hn4RJ8%0a2ND6KS3cjoiuDhuJYSUx2PMo6LhLtzs3J8Ib1pPmBbr8QyLDDc8Cz3KIXOqsPINQTlgeSwn%0aM4thBBx3UKDUIFwKqPIQROB5i4Fc2joUF08Cggys7/0g/2Fb5EpZc5a7TVA/aghCFRTLOja%0aS+yJM6yrqtPupU/fl97LHHNsQZlv503izGhJKoLMoQAaQLGUKciWt4WIKkqy9Ii2chSH4rc%0a+XCUiOmkwi1QkwoEY4h48rFACEcTOgCSzLSTwFWH1jjhQmttdZaiRXWuxLzQpB0SozfiFqE%0azzlvgBlMXOtdJ1J4J+RNHdIuSg+IMIUS8/Z7yY+64Z3Vc/0OjNoy0vrZvg/Sqk0NFmYW1+i%0aDECSKHq9dCOOGPqlseyykQdpZRUuFWn+hbyqPIQfd+kHKt/RhoY9nUiAphEQ/gGwQxDHIPk%0aUSsQyh4MsDryXFUriFekVY4IUWId7Ii7QE8WdgIPrPkhjql/TN0vrdjcRQBLQfZem3+ovkw%0apBipR8slZfmQTP+PdV5N8bJs3HHOMXLq79B9gdrU/oYfY9yoAzEWKUdGA8oscYnCiPiDJPR%0aCIXZPaPM4l76K+RUPaO8Ee/Pu0I5gS8yWopjjBD6Ku8YFmt12TEeeYrPaPr5eN5E9BNCZRB%0awbZSob+GtkCeKmvYDJ4YcyotxQP9CGI2MAfp0BivtgdGBxx7e7kV5IOoJzztyT4To8HIp52%0a5to0lU/z1tEZiUBL+siCp1kFMdAZIc+0oFcVaBywHcNb0EMTKYlqIT7dbBIUdhNdHJaGjc/%0aqTthnZMI42YXvsGOp0ZqzhXKoJbSngiHCvzXKbp9VujZkULqymiT2EI4m1AhgOCr2Ntxy1y%0aTetAdKbdxLuWIRtxPcKps0KSWB5Y3eWxFASxJM5w22CDDRpXt7TyakAwoAdxMlhRSNreB8Q%0aEEeklSHQ3QQgQEMQWFm3x/uJ4I0a3fT72Z1VfvJv6GFZi1lmDUsQ+so7Bf0pWahxDXkJYZh%0aCP8IhwYQvpUjYhBqCwWDpmEPAM9VBHTxkyV4QVE3EvvRkUWvXCQODZCJj8IobeC6HjoaFM+%0aI30KnN4KW8k3v0pWGHBp7hoK9rM01kM/nCSL1ZgCmQIDw/P2lBEXqOOSq9u8wZGHzPS+hnP%0ahq24ZAovEWKIDCEy0bYdR9yDCAsLYsUr6wULqXIsj4VS6Hqi7oToexDt8lj0HZEmtvovHsa%0ayv+K1gTElkSDd6jPR1tVNol205ylpk/pJz/aO0Wf67Z68C9KEqNsUCW0aEQ+lRNtnmXQdfP%0awu39H1yCxFHz7qsjamX6C8IssMK4wAba9jPPupzru2SBkhPEbaHUzVAR5bfXDUk/AOUp4Yv%0aXiK4cIwI8yPoo8Yh+LunvppfdNYiH4FXhEqpLwYaBhYvJs+XntRd4UG6WuUYTt807sYtxgs%0aENew+Ec65DY8T6Pt5yein6BgKTP9RijCrPiEkquPh4PfuIxxUF9unDW+ULrDawe7yy67rGl%0a32i9vmXE0hKEnvByOGYvUoTAqRrq6nT0QmJQEXyMI0QBj0h5ySWLfb52EQU2HoFPT+bsmRM%0adNG45rabIqPKtPTPjS6ZSDeFyLLGmUROeCnMXAwzISpDfSGwSJjoz1lDXKYKXTi0Es0tLiy%0a8F1uASfO5nFJDwGnkHzN+Dq+ENY8g0CYclznPfCoGigQ1TaigfSz7rF4lB6OnSmOhiDpE6c%0aRS/wiOfF1jkDjMFHB4e4GJwpaAZrW1YlIT697uFeLBRlfYj7l9tw/cYxpElHiViboFTGiUe%0aa8EzEfmyHW1+UA2IBL1Jas8U0s8iU9TWeY3vUUUc1JMMAaxDUUVO6lCPSQZATRMQ+7NVTZS%0aIdQk7RFIKFnHEFG9w9V/mq557BGk2Qc1Ze17XnV0QYHAUMUeMF8yxtAEFDLOxHnQ+XsLreJ%0alXNw57ifwZJ5MDAiQwh+iHqbqkIOc49ro0bZHljlKdBEY7Tpk1r+hiWOG0ivCuuG0n9dB1R%0aV9RRWEY7VlaUX3XaIB8KofyoH95bnaAUaL8hvhAj/K88FudslV05sVGdksfymDbaTYSHtK3%0a36pl+VZ0i+lwElKib8fUPipS0IfLBQ6XvInCn0MKUsinkLERaol/1Z44JwhLi/WM+hGPqOq%0aNMiD4etvqgrbOXkcGFwuvZ2qXfyJP2u0IeP7RT44c+O+SpzjtizohC4KgPDo828qeuqDvGM%0aP2GPIbIk7wIW4o+FD7aq/to04gyA8BYKez6+Ogb9I3aDlE/tBXzGWAfxiMKRjmXw7hqUra2%0aaP4bI4x8dZPR9PNxv4noJygoxmDti7KqDIKU62u1W23AseirTcb1Z/wOr6x3ZqDRRtwTLtp%0aEGVpVcgpGQGHJ6nu7v4/81+3TG4FJSfAH62x0TCxZJkayrmoQSBniwvpZWicUHTelDt510r%0aL0UwiQe2RGZ2Owa1uvDFY067DshIUt9oUyRKcZVYSVUGwfDRtRcN7AVTbASGswKq2Ig+U5r%0aim3SBf3sthgomEjegZXg3kI8shVr6MMKfPKM4EAIXgIIkuvMBXpWS+jc0XIfXXCQBJhRaUi%0aFffWqVNedFble1A6uA2nZyWNRdW9uWl5NsKaEfcot56hIx+qGNQNbJQQ5EVdkae2mPilc2z%0aLcOsLLwrrDCtZWyhtvb4MwxuFHBuAlWMoBrBFQJG7EEoYL4E6BVMDPSKHvCpfClkQARYdOB%0avUERgDbgwayCpxfwNHN3EfEmVn4NEODLgUDL9JhOgIG2grr02C4h/Swdo0kaK+Cn1BQuET+%0afEOykxdV9bIsrKj5GqT2hO8/Mm7kDFEnweD14NyWio0w62fnu9eyhARQmZ4Y7RD4j15DR2n%0apHo/78YLxoDBYxnKiTrjfZUrsgdjBFV/pt6FIhLeF2UVAhdkuTymPrVFGKD8IiEh+kDtayj%0aC0EH0C/pDdVNdIvpk/Swlv1sbbRIN8k9f757IE5F/fVTMcdKnUoDVW8SKkYNFGWHWpyC20Y%0acxQiBSyjjk6ZB3bcfXc4jxRRnFRFN1Jtp0vPNgW6FS6kY3KdtHt/OjPUaRQPCR+bYSSknUH%0azG+qQvGGHVX3x1eK883VsQ4Ntp+PvIzEf0EJZYSqb4zZuEdEeprHOJdijHOuIjY9xLtkCeW%0akmd80Teo892E58d5Rq7xLt9uz6/HRo/ApCT4BpCIw9b4uf6QTgODDo3Wj7whKjrsqdmdzRX%0aJYtkWlickiAU0rJQIrcHV4IgUI1ptAoK0aUQGBtY0g67OlmWTeFZ8Fs4+lyPt2sAnBIDWjM%0aSFK1GawcS35YcjMTCV14jF5tYsRV7FerP6BtErz8dvFmRks9dAy0okTjvIhU6p20Rjg6o/5%0a1jq4plIAgudQYo11cQfFhpbylapdMQ7jWRrgDZYi1VEiA0U3qMtBotuMtz6ogPtJepmWNva%0aaSiZ6lS43+M8xa0d0uCcic4w0gZYZlgeTTiPzz7CVtmw1Ph8IoKvjHh22kIZVi+6SVhk2+f%0aUaVZZSrVBlmWZ4qE8bRFMRD+sruX13kOaiRQDJWVXP4IwlKQc0VMvKJsGRyS3lxcJiQryPR%0abvr89AOrUB5B3h7SZIHWJA4ULqEfy2OK8etNcniDxHesSClJ4u7Vm/h8SGsIiHZT2OIejtP%0akXdZWApxbswWOgvy3DJSCOEh+FDCEEIsqpsSkMHAoqMBCFR3yJ+PK4rt/pxBgPtnhEhYv+l%0a0ZfBxjhRin5BW4rQljjH+xnPdezpkHfWWsooUY7aWewjhWUoZJNokH/GGGFrbTy0a8aOdjk%0aPcquep/RpMc6q60E+edOUD5K/dTFnS/8h7C2839K0FQAP01/Le8ho+/m4z0T0E9oYLHANRB%0a8xj/6GR3CFbJAKBbpdNvGe5ZZhwrjJqNfNeCitMQLn0Z+Xdbq8T/399EdgUhJ8HRHXEgmLM%0adJm4pDOSCcSwsrGEqMz1tnpBLqRjEgfWyQF0TGoGZyiwTlPWdARahzeQ/yguFKNiiUVaTdA%0aGKi9q2tZ22JwsWUZcKybIHXtEJHhEvz2fVnj4FBaPCKNMAAxfBG7GsfLrfflfWDt62aRNaj%0a44w0gMDNQtr0f9uHlHAIRwjqmbFjy4KZj10kjrtzM4RmJ9MPdcnsapJAP5D7Ee5ib0BbWT5%0a6Gocpg9aXXPbihKY6It3pKkEoKp04+wjLienWdNb8t8qWTNhgh2tpCe9KwQYI7nOdE+0DmW%0aDdLl23cl+WzvehPnAvXcezHFkmHI5KG3LOCI4MGLMoFfNqTxCnJyDTSp1wIT1g3shrPGast%0azxy8EECKkNCAUrRhxD4UWvWaoWAw4Q2J+RKDpet2Luon8qveaWvwGUyOOOKIRjEqJ5UOlr7%0aXOf2ZWHPzTkJMQNb3leERbYLHoMGqKtSwFH0fYwCMI/RP29b29ZeIexzXF6gzFE8GFX9EX6%0aXOqMdBtP3mpWA8GUxxFt+v7YQiwejit76lLc75E2oZ8wW0MQpw7Levsf90yjvSxxulDJF8x%0aI13jpI4lD4MidT/ItHyTWEsRX8ZXp7y+HB/U0rbsd76Lfc2njJ+qffKmxGIsc77UFT83joT%0af5Z8Y1Fb1AmemBBtZyz6+YnoJ2CCP/AcyT/vnXGJKE/GwQiFNSY63xaWfmOJvlfbEGapDVH%0awu4mxhHFnOApgt/vUY08tApOS4CMxITqwsKCxxEZsp8EEmaXNIg8GEsKiyerBKkAQGS5cg1%0axbdJKEy6wkQgY9Ma6lVR8hQKx0NDolhJzlSXhJ2xrsnbnAu4nGi3i0pRx82+eGss/SxbVn8%0aG2LQZOVvE3wufqEhMiT99XxCmdgdY8vYsDYgBgDdtwbEURgDdyseTpKQmliUSst09yR7mOL%0aGCBbOnFEMyzJoyX4ytC922LgCBJXnutFmkZSX8r7tn/z6gj9QHII6xTCFFY4gx8yoT6rF20%0aLqmuci/oJV2FT3Qi+uQYGSYMHYlZabN2HeAbFFSnvJq5tW3wQNiQdCUZyla97s0xRuk1aD3%0aLsvWCLlKjr3l2Yi6/vuJbXRjlRECOUov0eyCJyC7t2yF07bXufAsF9rz9AHKZkZUrbCvzg7%0aX3VF9bCEAp3m5zEudgGEY394WyjfhqgBwtJa9+zbc2Up5jAKq222y7nMuxGGkSwtJI7NhRh%0a/Wak6GUwocBHfDhs1GOiT9G+1VNzNrp5+oR6IeX6LH2I9mByIE/iYORe36HvVYejXevz9U9%0alfH47f75QVBJ6Y0oZooeAxnwr1z6d8q7v5MWgkBF9BIMWr1R4upsTxT+GBPUbTizHMfGSYa%0aVcMM8l0gqXDBlp+/M++n/9QvwZd9UFXkV9cYzL2prQOF5Ox0N41rrlqVeoY1w33H5+IvsJf%0aS2jmbbPuKHOh/FL/8k4E/NXSs4RecN5ePLMB9GOKVKMRvp6bZ8nsD32UQjcG96eW2X2RGBm%0aNjd75mPAW7NQaNAs5qUEiddJITq0eJZYjUIjQUrtx6fbXMtSZfDhGoxwkfKefiMlEUqjczN%0axK0JRdBwIg8EkVrYVCoPUGiB0lixfpVXSNW1CHM80OIU7Mo4Ju0DIRiM09dLCQYMPQZLggx%0aiUxFZ+dBqIPwuPWD1hDcg6gsXK4lwMDnG/2LoXqy7lAdGw37YEIRcUBINMdELdJr0ilm3FR%0a/lSPFhgByN6yKfnGhzaohx0hG0Ji0n7+HDrS/v69j4rJdLCui30hiITE8ykNfiplyySrOK8%0aLW2RP0SVxJyIZqf4ZwAwL0R+WYsRpiDdRbLGgh7Wo/L4YL9ZwXkDwn2MMCtPBJzFjTtYXSH%0ayKX/SInzahvqkjphQ5hN3YoGRxvhMKvd1WfZILHKiDg+HDHt+TBR1fZAJJCMUUM/hMZIH76%0aDeBGEuiYZ7tQVR9ec6StBY1M/2Mwbb10fATH2Bq34Oceom0R9RsLjxS69nt/SO6SPL+oVEh%0aseu1zUjPa7uqOv6UgqwZ8FWiJy6RLFol0e0WURdv4K4IOVRn40JFMehiHDDkvC3r3m65N3Y%0aQznUrqIt8CJrk+bplHN1yjxoe+qAcSzqgjrfy4JfXjuS9kf50Efrp1iXWZb1+47FZ10pq0J%0arYcuLoNzbwtMZxqXyXGn0K4/H7+H28xPZT5ivZHxE8rVb/TwjCc8/xY0SHHP8Ij+xZdRUbv%0apy2MISN9LujXfGbH2qdhDGMtdS7LQt8zUqwQ80Z7/tpCT4Bl3WPS4owmqjcxOCwPrpPLery%0ah7iPCsEjdYAThBKDcDgrkEjiqUYEHSgGkwQbBYIbuSIcRdDiDgFKfNs1gkWSZZ695+VZU8Y%0aA43aH8KqgytFXtx3NBKubxZSJBJh5w4MiWWt7VvFUqdDURIDDFcdDEsBN6qOgSCdLCxl/HJ%0azoviHtMIbedNpe2454RRuJn4GwSoubQZ0A72OzjOF7pSi02at0AFSvHoJMqk8hiKsHeoVd3%0a5b0RhJfZnVM5EUCqt6KbwD6YxwMCRR7KVyMM8k6px7qvMUg7DEhLep2/MMqAhPW7j0icGF5%0aScmR7fT9drn+WJpRbpiYiTSjWCwErNyejYlRX1imUJGDMa2oWgIL0CswzNmkHMtEs6rI22p%0anCKwlOwg3r3er31c3QsLGMVVnVSf1UuKvwl8hLs8hIs82nYcm9WWQYBVbjzqZ69n86xRFil%0a7rH36HZZc/QaFQz0Lz4syQpa1Cce8KwWrFH1WeDX0cQwP7sETSBALXw1aIRsGRiKUNp4SfU%0asZJ4yY6m+FMSor/Yv6RUH1zvph7711VsqRH3NYov9ByNXpMhQkLJ/ekVFCuEOEg+nzlT9Rl%0a5Bbor6qG+3275x+ATZPl7wj6PKtDQu50PZ4OIwpSFzEbnv3UoQA+muLULsSM+e15dKCP5L2%0aZ46N8SOMOPFcYzQlUz3gXeZd11/rN7p5avSD2nFbKBA86EOVwfr5iewn9LkMZMYApF69Q8a%0aFF1FGtTn9PKUWTv6k1S6IcZkxxXnlQilWF7R5oj6o774AhQNFP6rdtj15zQX132yFwLOy+3%0ax0zLBLdlnkgiR3OT1uhwzKOtYQE7K8B1JsAGIx6+a+i/QGFR2MRjMUMYghUAb4XiTdAEoxC%0aPez+9KkI/5zKM8xOPtjHdMRlu+HRJXWNZZ4BGioYsCnaMRCF96Vy9X7IXWlZTTuqbPlDfHN%0aeSSlFKQ+vkrhXFhtIw3lRkddDgjOcdULb5G/CD+JawbbmpBlYFfOCEsM5oNdM9Rz3KAIQ+k%0axMSiyiLCmCA0IUjSUew5WXxBVedcJdxOdOWLDstWtTNrXqMtIqTJgPQ8PU6SDN6Wn7eWK82%0aO1RRZZTksSDD9lXNZjg4m2y2JnUBMuQSnotq4BUg1/RAumLEzIV5QFAs2TQhGNgWy4+dFn6%0aAsoKBQn91H22nsQveHeczzTc6eTdvhE+UyEtSwH5/RP6oq6rqz8hbDwIdHqyWA4soBrg/rX%0aqJv6W/2ANtJNPAdBpnQQxDrmHFGohPAh7khmkBXptBPvgmS2+x7nQ1iRtRdKY1v0pZTkUFD%0aiPKumvKpzvIkwUd7DERjw+Dzd8q7NKX99WZBobS76BfWAAh3rtHTLs3anniHZpVB89b+hEI%0axF+4v7U+SMT9FXIKoUev1gKOORllFDvxDzleK4rb5QmXdru6Pp5yein2h7zst8waPkFs5pF%0a9EXRlrjNeNjWzmL89qL9lB66ONc3T79ENC/tPuvbm85qQh+twzWYxWBisAzCwHKgclmVSoC%0aFYGJR6C2v4nHvD7xmYXAUAn+s59ZsNTcVgQqApMdgUruJ3sJ1/w9nRGo7e/pXDr13Z5JCFS%0aC/0wq7ZrXikBFoCJQEagIVAQqAhWBSY9AJfiTvohrBisCFYGKQEWgIlARqAhUBJ5JCFSC/0%0awq7ZrXikBFoCJQEagIVAQqAhWBSY9AJfiTvohrBisCFYGKQEWgIlARqAhUBJ5JCFSC/0wq7%0aZrXikBFoCJQEagIVAQqAhWBSY9AJfiTvohrBisCFYGKQEWgIlARqAhUBJ5JCEwqgm8FQyu8%0axZ9vhXYTC5FYJMcCEpbwJhY/6SYWALFSnG2IxSW6rWIY58dja4VEi2pYBMb7h8hj5Nd2qCu%0ayxvVjtbWQiL+hiMWDYtl4KwaO94p5Ft+yIFZbrIba69nqA7zJ7373u76ViuMeVnSM1Vnj2F%0ahujz766GZlx6Hcs6ybDz/8cLMM+ayuG2m9ttiTlYWrVAQqAhWBikBFoCLw9EVgUi109a53v%0aatZ5Q7c66yzTvrSl77UIG/1VMs1BwnNq/em448/vll+3ZLMVjy0hLll0LfbbrsBpWVVvi23%0a3LJZjTZOWM1vxx13bFZejWPlFsmeOnVqeajnb0uq77333s15qzn2Ekumn3jiiUlerDpnBcj%0a3v//9TXJ5ve6665rfVn28/fbbe91mwPEjjzyyWbJ+wMEeO5a0Pvzww/vOXnPNNc3S2bFi8S%0aGHHNKcO+aYY5otxQPe7VUPnXQvS6Tvt99+zUqKVlm0uu9g4v6W2B5M5F25tsUqflaIpcxZA%0aZFYwn2VVVZpVne0+mRblAmCf+655zYrrFrx9a677mpW5qXgeX/1ZdNNN+271HLoJ598ct9+%0arx9WYPzYxz7W63RznLJmBdWDDz540HRWBIWdVRytAmtLObAq52AyknrtflaOtVqq1SutkHv%0asscc2KyS2n2XFSHkglo//xCc+0bfKsJUX4WoJdiugtkV7tJptlYpARaAiUBGoCFQEBiIw1I%0aWu5hx42eTYm3POOZul6iM3iPFcc82VrLD37ne/uyF69h966KGE7CN406ZNS+uuu25D+JARg%0asixmK+66qrpX//6V7P8syWgb7zxxr5l1eMZ5ZbFF+nefvvt+w4/8MADzZLSSFgIkiMtYVEd%0azCtgOfiLL764WaHTcvDSBsFHKr2TdxyOWHp82223TR/84AcbxQFRDMJe3seS8TwepRx11FH%0ap7LPP7ppeuunTpydp2gRfflntkb6vfOUrzVLwlKW2LLLIIo3nJI5bZh0hX3HFFePQgC3yT4%0akLQWBLhUSd2GKLLdIyyyzTJEHwLV0u/yGIcSzl7fcb3/jGpvw9c/fdd0+nnHJKs5w7j86LX%0a/ziAeTePZ73vOf13T/u2d5SNg466KABBF99c4w88cQTTV1VxuoEhQkJphQ4RgGFXQhlzjWv%0afvWr49AstyOt1zoVS9vDZquttmoUyeWWWy698pWvHPBMCrCyDYKv7lKSKZRkww03THBA5Mm%0anP/3p9Le//a1R+OwPZQlu6apUBCoCFYGKQEWgItAdgUlJ8DfeeOPGuhhZjvCM008/vbHEI/%0acEwWNNJMgtsnT//fc3+/4ttdRSCQlG6pFZpP2iiy5Kl19+eRMm86lPfapJi4ghfCy4IZSGk%0avgIaxBas9pqq0WSRrGgZBDk7bLLLmvI25NPPtmXxjusvvrqDbE97LDDGtLJQ/DRj360Lw1L%0a6kYbbdQXbtR3Ygg/5ptvvoa07bPPPk0YCwLXFmnGSpTBZptt1uT9zDPPbKzg733vewfcHlF%0aHwNtCOeKl6SZCakqCT0Hopjh0uzaORd7333//xnqPNFNulAuSrR7wnHzxi19sLPh+v+AFL+%0ahTJhdccMG0ww47JIR23nnnjdsO2D7++ONJOZay1157JX9khexRohgFJsi7esRyToFoizAji%0amsoLoiykKSll156QNITTjihqb8OjrRey5uyk+8ll1wyUZooXW1xPELf4tx5552XbrrppmZX%0aG6NYaVOOCyuiwGinK620UqNExXV1WxGoCFQEKgIVgYrA8BGYlARfuE2IkJYIh0AsEKwIq2D%0aJZMGP/bhm3333TW9961ubXZZg5P+qq65qCAjCJ3QiYsglEscdoR9xD1sWSpZncscddzTKgu%0avJEkss0Wzb/w488MDGUoxMCglxDwQfyaNACMEoFYm4Xp7bpCrO9doKe6Hk8C5QPtZff/2Gx%0aJbp4YCIr7322uXhEf1WFqzglCQWdySesoQQCvmhSCC4Z5xxRhPG036IMCTv2k3aCgFPhHI7%0a66yzBiRfbLHFkvItRd723HPPhKCTz33ucw0J76VMxHEhPCzsJ510Ut/tkGvhKVNziFZ4WPp%0aO5h9CauS3l1AAb7755j6Cr7x5nbqRe94Qysf111+fKDSEkkrxhHEp6mwpo6nX7qNehPcp7k%0aup6bVMPc9DacF3DeVZWQj5YdFH9NvlFfeu24pARaAiUBGoCFQEho5Ab6Yx9Hs87VKyUIa8/%0aOUv7yOL1157bRNqIgY8RAgOqyELfIhregkCcs455ww4TVFggW8L4h8TMRHYxRdfvG8/vAjt%0aa+yzCiP4SB0FhCD4woh4AhD/tpR5bp/rtR8Wa8RZGNKFF144U1KW1fnnn3+m4w4g64FbxP2%0azJhPkrRSWZSEyQVRdi/AF2UX44Y7gsxKvscYa5eXNb54NFu1uUno94rwwIfMAkHcizIhCgV%0aSK/0amhRCxzivDUih9yHWvSbgvfelLE09RzDmIaxdaaKFGERSGIo9t5RHBh2kp9957b1/IF%0a48Ssnv++ec3SeDJQxRlhahHnRICJnQIZiHyCOPhhOy4djj1Wnpl5x2jbjz66KOJF8i8hLZo%0aG5RE2BOYRmiUdmC+gHkl3RSi9r3qfkWgIlARqAhUBCoCs0ZgUhJ8ISshCJHYeoLwkdj3W2g%0aDazqShIyJLy6tnffdd18TrhHXCs9ARn/96183k3TdA2lDyNuy1lprJX+XXnppQ4bmmGOOJt%0aYaCSQIYFuEb/ziF79oDrNCR8y5WGeWfFZ6pMq1u+22W5p77rmbtCMh+PFs8dKeE2Q7jtsil%0ayzVlI5SeBrEZIf4Mg4RuhFbJDfEV4A8g4WbUCa8+0477dSQv0hHEXLfeeaZJw71bTfYYIMm%0aFKnvQPGD8ibkoy0s25tssklz+Pvf/37fxGt56qUs7Lrrro1nA+lvz2vg6eCF2WOPPRqvhrR%0at4c2BKY/I8ssv3ygukcY92zhTTli+eXlmJVHPKFRwMlF5JDKaeh3P8+wIFYttnIut+qOM/Z%0aWiLZioS2Bsv0pFoCJQEagIVAQqAmODwKQk+G1rbAkVy/Kpp57ahDWwWvq6CrLz05/+ND322%0aGPNl0jK9L4SwiLqOmlZrCkEa665ZvPFHiEfCEqbtMU9kHWTYMV1I30s04ioMI62OO/rIeLy%0a448VGfkR/yyumrUTGUSQWUxDBstzpOm1pbyIX+82yRcJZq0WXhPiU4m+KlOGGbHAkp133jm%0aSNWE/0vI+IPti4oNsm0jpmcI8grS6UFgNJUecd1t4M4RYdRMegm7iy0Sh8MlLhLJ0SxvHwg%0arNkxAiNOiAAw5onm8SaUzGjbSRLrYUHeFZyg4GLN7qAWWwm/dGurCGxz0G2woTotR861vf6%0arP2S886TtkKC3nc47TTThswL2C09TruO6sthU6IEeGN4J2guPIwBIbChSjCVSoCFYGKQEWg%0aIlARGBsEJiXBR9gjRAG58tURJEJoAyK16KKLNp+mfMUrXpF8WlG8NMssy3xbWGuRzojBd37%0aZZZdtQhGQVSSVBbYddiGd8J9tttmmiYdmPfZpRaEhwkKQxbYghCaLCsdAoJFRk3WFP4jLRq%0agpJWK+Y4Jv3EOYx0hF6E8vYVWOCaCRRnw3smbi5mDiK0GUEbH+pVckrhGy0SaisBUyY44Dh%0aaoUmJmA2k2Q/25Kk0mgvC5EGQxl4m0oK+VzxLlTRiKMqUzTS2mQHpF2rXdH4CmK4XWJ+8Oy%0a7SGJc4NtF1544WZCbxnaYi4Cha085h5tpWI09Xqwd2qf847wp7Cqx0KmKNjE14Ng4pjPm1K%0aytbUqFYGKQEWgIlARqAiMDoFJSfCRXV+8ISymrOJIKssrolGSY1ZxlnNf80D8WYiH8tUYFm%0aaExIRXlmGTVUthUffpw6uvvroh68gloXiwKiOqr3rVq8pLGvLJKu/zjuK7WYevvPLK5ss/l%0aBCy8sorN16EmOjZHMz/RkLwEa3BLP/mJogJH4/PFiK1cA+yF/mwZTkXiiRcqhSTb30tqJv0%0aCtGhKAgnIu15Ad3uI6REvtviyzjCerqdo5iFBwdewoxM1DVBWow8hTNCjuQ7fsczeHlKb0g%0acH8pWHSrrEY+P8B2fpRyJzKpel/ekOPuKD6HwUF67ic+iwo7F3hwSbZByrE0qN8oxBZbiqL%0a5XqQhUBCoCFYGKQEVgdAhMSoJfxjIjP7EIk08NIhdEWA1yycKKXAkdIOKKWdgjZODuu+9uY%0ap1Z+NsSMfTCJNokmKeAZbIMP4nrhbyYdBjXx3GkUJiQazwPWUSCfOWFNZyFWuy/cB+WTt6H%0aEItFDVc8azCCT3HhUej2bfzhPqudnidCvoIYl+fNhRAC1Sb4ZZqh/vZll/iEpN/tr+2072N%0aCKELeFt4GSgeFrZcgq1tvvXVTLibAyl/bcs6KzapdirIeKcEv7zOc3yOt1/EM7aTtfWnnK9%0aLCnDKnLltbwNwRXg8KAc8YBcBxigmPizUden2NJ+5ZtxWBikBFoCJQEagI9EZgUhJ8pIH1V%0aJhLKUHifYVG6IzwFyScBdEkW19VsX/cccf1XSYcRgy+T/i1Q0YikfCf+MpJHBMahLCEIOS+%0aElOGAUkTX5XhafA5z/i8IaKJXCP7JukiipQRW4oAEkyRMSdA6FGEocTzhrKNzxYOlhYWvv7%0aTFs/2Pf6QUDDKY9K0Q0UiPW+JSagh8h/ie/fK409/+tOAuHQkOz47GmljW65fEMdsPSes2c%0ao2VjcWkx7YU6RmJeX79Ur7nve8p3k/ClwvoQyakxBC0VSeFjEbjvA0lJOc41oeKCFjMZk5j%0atsKh4lQspHW67ifehdfUIpjsRUuRcEl5kbwKsgjpYfnSRgWZYuC6itE2iHhEVDGbWW5OVn/%0aVQQqAhWBikBFoCIwZAQmJcFHfoS6sBoSBAOhE2subtx5n0q0GmeI86yIvlQTFmtx0YiXibS%0aI5T333BPJmy0lgUWdMtEm2MJw4ms4Ay4qdhB8Vl6CkPniytve9rZmXyiIUJWYS4AISi8vvq%0agjfjms3/IiT2MlFhy65ZZbmphpmIkhbwtliTU6JNYBKI+FQhVpym1MtpUPFnNKDBIYwmPRF%0auS0HQoVaYK4xn57a4Krz5si4QSptIIvAor491LezKMQcsOq3G1Rp/I5CLS/tljcyyRlYT5C%0atZDYEDgj/L4FPxzhfRnsy0ndzvE+yP9o6vVg7yiu35dx5Cm+7kPZVsd9QckEcdZ7CiPFFVY%0aUDXMSlB8linKijMsvXQ32zHquIlARqAhUBCoCFYGZEXhWtraNHTOccX+kKUjyzI8cvyO+y1%0a0uhOQTht5D/K8YdaQuCHO3t0CakJ+wPnZLUx4T8oPQCgEJa7DzPAT2e5HGuIf4cNbjbpNDp%0aZEXMdshiGCb4LLilnMKWKzboRNx/VC3JmkiouYuyFssABXXm3tA4ehGIiONLcwpISXmyJ+w%0aqfAKUJo8jzWYctNtPQH3EsbBsl/GmzseQtHy9ZiShLuv8BDhVp4jThzRjEmuvCmszfIBt25%0aijoV0rMquHUnoiHKm7KkTCHYZtkMx84xez+/2TuN9rFe9puQoy15loF7AW7hRhEVFmFfbw6%0aXe89DoK5B6oWKhpKrnI8F5vHGp968IVAQqAhWBisBTjQDeNxRP96Qi+E816PX5FYGKQEWgI%0alARqAhUBCoCFYHxQmCoBP/Z4/UC9b4VgYpARaAiUBGoCFQEKgIVgYrAxCNQCf7EY16fWBGo%0aCFQEKgIVgYpARaAiUBEYNwQqwR83aOuNKwIVgYpARaAiUBGoCFQEKgITj0Al+BOPeX1iRaA%0aiUBGoCFQEKgIVgYpARWDcEKgEf9ygrTeuCFQEKgIVgYpARaAiUBGoCEw8ApXgTzzm9YkVgY%0apARaAiUBGoCFQEKgIVgXFDoBL8cYO23rgiUBGoCFQEKgIVgYpARaAiMPEIVII/8ZjXJ1YEK%0agIVgYpARaAiUBGoCFQExg2BSvDHDdp644pARaAiUBGoCFQEKgIVgYrAxCNQCf7EY16fWBGo%0aCFQEKgIVgYpARaAiUBEYNwQqwR83aOuNKwIVgYpARaAiUBGoCFQEKgITj0Al+BOPeX1iRaA%0aiUBGoCFQEKgIVgYpARWDcEKgEf9ygrTeuCFQEKgIVgYpARaAiUBGoCEw8ApXgTzzm9YkVgY%0apARaAiUBGoCFQEKgIVgXFDoBL8cYO23rgiUBGoCFQEKgIVgYpARaAiMPEIVII/8ZjXJ1YEK%0agIVgYpARaAiUBGoCFQExg2BSvDHDdp644pARaAiUBGoCFQEKgIVgYrAxCNQCf7EY16fWBGo%0aCFQEKgIVgYpARaAiUBEYNwQqwR83aOuNKwIVgYpARaAiUBGoCFQEKgITj0Al+BOPeX1iRaA%0aiUBGoCFQEKgIVgYpARWDcEKgEf9ygrTeuCFQEKgIVgYpARaAiUBGoCEw8ApXgTzzm9YkVgY%0apARaAiUBGoCFQEKgIVgXFDoBL8cYO23rgiUBGoCFQEKgIVgYpARaAiMPEIVII/8ZjXJ1YEK%0agIVgYpARaAiUBGoCFQExg2BSvDHDdp644pARaAiUBGoCFQEKgIVgYrAxCNQCf7EY16fWBGo%0aCFQEKgIVgYpARaAiUBEYNwQqwR83aOuNKwIVgYpARaAiUBGoCFQEKgITj0Al+BOPeX1iRaA%0aiUBGoCFQEKgIVgYpARWDcEKgEf9ygrTeuCFQEKgIVgYpARaAiUBGoCEw8As8cgv/HP6b05z%0a93EP7d71L64jUD0b7zOyl993sDj9n75fSUrr1u5uPjceT//i+lJ54Y/M4/vjelaV8dmOavf%0ax24P9S9P/1p1inPn5rS//zPzOkeemjmY7M6In8PP9w91a1fSekrt3U/N5qj3vMLVw3/Dnff%0ak9Iddw7/uhv+K6Vv3j7zdZ+/MKWf/2Lm42N95LrrU3rwwVnf9Qd3d9Jd86X+tOrDfT9J6ac%0a/S0l5jJP87Gc/S7/61a/Sn/LzLrnkkuYpf9Q+e8hPf/rT9N3vfjf961//SnfddVePVIMf/s%0a1vfpM++9nPDp6oy9lbb701+RuO/POf/0wnnnhi+usQ2uXtt9+e7rvvvgG3/9KXvpR++9vf5%0amb3P2nq1KkDznXbufvuu9Nll13W7dQsj7nu5z//+aDpuuXjodyu4pn//ve/06c//eme9/hd%0a7m///ve/9zw/lBM/+MEP0te//vVZJv3a176WfvKTXId7iPdQl9yvlBtuuCF985vfLA81vz/%0a/+c/3xOfXv/71sOvGTA+oByoCFYGKwDghMOc43Xd8brvv/ildevnQ7r3pxil97KT+tMce3y%0aH4534mZaaQ0vY7pfSmN6b0ileklAeotPW2KR16cEpvflP/NX49+1kpbbdjSl/NhGep1+br8%0au/pvxqYxt6666S0+24dEnfSyTOfH+zI3nultORrOsRq5dVS+vUgRPD6G/Iz8oC8wvv677jD%0ah1N62Us7+c2DTlpl9f5z8Qu5/n0m12ecmtKHtuoc3SJv37hsSsceHalm3u6zX0prr5nS857%0aXf+6HP0pp1TVSujKTine9M6VTT0/poov7z7d/ffNrKc01V0q3fyulzbbMCtMXU1r2Df2pMt%0alryiNDnW77cqdM+s/mMnlbSv/4R3mk9+8XvCCl/y4G6l/8MqVPnJbSf27YueaEXCcywZxJl%0algipQNz/QrZe9+UXpoxhfPCC6W0ztop7bZ7Sk8+GSk62xe/OKWjjuj8Rui23SGlD+/Y/75z%0azJHSIot0jp9/Tq470ztp/V8u52veefv3x+LX6Z9M6SO7pgSHUubMTT3KkHK7e65zm2+a0k0%0a3p/SHTK7l89SMEyVkyis6RF89X2bplN6+XHmnYf/+zne+kxAvBMofknX88cenNddcMx144I%0aFptdVWS295y1vSoYcemrbbbruZ7n/cccelpZZaKi266KJpww03TDfddFP65S9/2dwzEr/oR%0aS9K++yzT+ymRx55JP33f/93Wmed3C6zPPDAA+ncc89N22yzTV+aWf04//zz08c+9rEm2b77%0a7pu23Tb3EV3kL3/5S+5Cch9SCMI4V67z7efNkevDvEWZU3Be//rXp9e+NvctMwRZ/uhHP9r%0ak+ZBDDklbb711nOq6veqqq7Lt4s9pk0026Xo+DiK1T7bqr/ekwOy4Y66zhTznOc9Jyy6b+4%0aYsu+66a5p//vnTqaeemp71LI20g6f39Ez3VI677LJLc678RylTBnvttVf6wAc+0JRxeT5+e%0a9YWW2zR7CLobTyVxeOPP54WXHDBuKTZwnPJJZfsO0Yheve7390c23333Ztyp6D4ezgbF7y/%0auvT+97+/L3/OKdsPf/jDuZvp9DPuu0hut4579vSi3S633HJNGf7whz9MF110UVL3rrnmmnT%0attdc2CtnHP/7xAcoIRc277Lfffn3vWX9UBCoCFYHxRmD2IviPPZbS3numtOXmg+Ny4cUp/e%0ahHA9McfWQms2/JBHJaSiuu0CHjp3wipdMz4f3sBSkhapu2BkjPWyiTO9d+aJuUvvWN/PxMj%0aNoWbYQprHDzPj+ld7xj4LO77V3wuZQWW6zzLi/oQvJYs1lXT8vvWAorax5sB8g5Z6W0wQdS%0aQtinnpfS/fd2iOiHMiHZJ7/vAguktFcmP3tkgrrVB/svvTDne7VM3llPP56JzG9/138ufv3%0av/3a8GH/+Sybe+X3zwN+Qvovy+/9nVqI+e26HKK62asqjZ8bov/OxqSl9Jr+TwVJ6f+Td70%0arpk6eltPpaHeXAPtlx55ROOLZzPWXl5v/qHI//V2RFgoJCjjs+5RE1X7NDZ7/9/9nPbh8Zu%0aM8bg6y/ckr/caSW5TsI/te+nlK2+Ka183t+6doOCXfNmlmpueeHKV1xZUpHHJbSI3/IykOu%0aP0cd0bnXyaekNPfcKd17X1aa8nu6HpnLFt30+mVyeeZ7XXV1ShtukFImEOmVrxx7gu9Ntt6%0au8x6dt+r8X3WVTt2wF0rA73+fkvJF+tT1G2/q1O/vfa+j9HrvFnEtbznU36zZyC4ihXwhtf%0aZZgZH9F77whWnatGlp3XXXTUjTJz7RX+eRsuuuu6459kGZ7tsAAEAASURBVOxctieddFJDx%0aI4++ujcZHObzfKHP/whnX322QMIPgWAYhAEv9u7Il7PC6WnlQBJO++88/ostCuvvHKG6LEB%0az4hL5ImHACku5YQTTkj+QhDhV2SDwvfg20V+lPsshJjCEOKasDYvvvjiDbG88cYbG8IcaVj%0aI58717r/+q9VucgKKSShNFClkGPZtoVCE8EAg2cqHIPLKBgG/4IILmjLiNaBUfOtb38pOxy%0acaQu73fPPNl173utfFrRriP2XKlOZaeYky60sw4wcFImSnnXYagIHjvD7I/T333BPJmi1lS%0ad3pJgi7d3rXu96Vpk6dmrvyhRo8lMkOO/T3HyeffHKD37333puOPfbYtPbaazc4w4HyhbxT%0aoiiXiP8rc7sNJU3dlP811lgjXXHFFUle1Rvvu0Q2Gtx2220NsW8ret3etx6rCFQEKgJjicD%0asRfDlnGWSJXr69O44sMi3rZf7H9ix3r/61SkJlbjs8g7pQgY/vEsO18lE+g2v7/x27UkzBm%0aUeA5bNnfJg8NolO6TsdUvN/Nzvfb9Dkp1ZeOGUtvnQzGnaR7J1Mb3pTb3Tsu7uvGuHjPEMh%0aCD4L3957HW2z39+StfnPJz1mc47soj/M5O2TTbK5HvLlP7y15TO/nTOw2tTymQgvexlnesQ%0a/y9nUnfu+R2L7aabD7yvvUzKmnsgpDfekNLimZSSFVfI+5kUe/Zv8z2POiaT1ys6YR//8R8%0advFj2s9UtHX5oc0nzj6cDRost2jl20CEdkrvJxp39K6/qeEnO/FS/YvCqxfuv/3FWXnhmln%0ahV/7Fuv5B2VvhHH+0Q7vU27BBuaZHd0lMjFEdoDUF0P7h1Ssfn/Lzzndnj8cmULszKjPAuB%0aJ8HaftMoJF3noyoa8iy/FJOWLy32iZf/46cdtuMX1aq4JyJbNpo0+xhWTkrKNs3jxuXf5dd%0anNLKK/W+NeyEMWhHf8rlky3s6YW5LmQreo6ByW0r159sAW9+S8dLMwpBfMjpp5/eELQgmM9%0a97nObMBTnECPhKvfff7/dPjnttNMacogA/keuV8J63vve92bnykvTe97zniYdMnX55blcZi%0aEUjIsvvrghfYifZyGppQgV4gkQCoScLayuZvF7pZVWSkggQriAtlMI0s2ySx7NdY73gIeiF%0aM8MKzdlYYMNNkjCj26++ebGuow0s1KXISb2999//+Y2xxxzTHrb296WVlhhheZ9HGTpRtq9%0aH0zaEkQ0jiuLyFMca28pVW94wxv6DsP9+uuvbzwgCO4nP/nJJqxImBVF63+zkojk+v3mN78%0a5eU/vJa+UGdgg9xSg0svS94DWD4T9/7JCH9Z0p+X7zDPPTG9961v7Uqs/4VGAHSs57NQj+F%0aJutt9++/S+972vsbJL+/3vf795Hx4H8vvcbnkmlMHb3/72tNVWW+Vm/87mus033zx9+ctfb%0ahTQjTbaKK2yyiozeTqkhal78xBNz+PSwQcfnHbeeefk/dQx92Dlr1IRqAhUBCYSgTkn8mFj%0a9qwcQ5luva377VZcYebjn7swpcMykexFVOI4K/Uxx/UT/PJO374jpXPOK490SO52mch1k/+%0a6MaXv/2DgGe7loRI7xPnyS1NaPisYyP473t65FzJtvy2scqEIrJlJtLAQ1kkWWCEmSHy2dG%0aYzWLZKX91/NYLKK0JY/tuyQL6W52IG0ckMq0MMpXtxJj8veUnnGXdmkkgZKIVn45STO0cQ/%0aYcyCSYIO7Ir3AlJvuHaznH/G49AJsRrrN2x8heWveb+d+WyvzwTxmu+1H+NX3mATSce39na%0aXygPqLvt0rFKI+1+85hMvSAT2kxiS2LH4h4Cr+fOnT0FWcnL1uXG+7BtJuMbrN8h/+61wXq%0ad87dNy+Xz7s6VPD2ULOSenHpKJ29vf1fnnYQKyfPJ+b6P5HIYK4FfSYozOUvf+ObA/Cm7eE%0a/P3WXn7IE4qpMnRJ534i1vzkrTEhnDXF6UsJM+lhXenbJymNvEKER4ToS5IDsI66abbtrcE%0aQlkwY/9eAxihsh9+9vfbiz2bfLejcjGtbF1b0TbsxFrpI9lnCUWkUPYWF1L+dznPteQQgSa%0axVf60pouVAOJFeJxyimn9IWUvCC3oTmFQM0QFmIhQW2Cjxw/X7vOYsuz4f1e9apXpc022yw%0aJxyGrr756s/UPMRSSFEJJQaxDKAjzzDNPY5XvNo/BMV4DzxNCIra/JO9xn3KLzEtbCrK622%0a67NYdYqO+4445G8RDig4hTGvwOYdnmWfnqV7/akO03ZWOGa3pZ8OO62IqT5xl5eWHMKK3g4%0at9//OMfN1Zy1/BuKJMjjzwyvfGNb0zrrbdeU07yTyFUHwgPEFGGt9xyS7Z1vKxRXtQJguzz%0aItlH2n/xi180BJ9SJ+yrFJ4B5ed5yp/i6npeIQoDr5L5FUi/8LIqFYGKQEVgIhHoH5Um8qm%0ajfZYY8ogj73YvZLYtYvK/fGv3MBRpX5qJ6sardQh++1r7yBwL7uuX6Zyd9tWUGUiOz9+ms9%0a/+LxTj7//TT8ZZkoVzDJXgu9+yb+goGx/MHoEfZGKbB/JE0Shj5n/2807sdJN+2ZR2yNZlI%0arRn0ZendMhhHeK2dcZM6MlZn+mc/0m2lHofwqVOOUDSeTfKuQudFP3/b/lyh9w+lon+yu/P%0aikO+H+v+atkqzgpOgSB5YE3mAyCO5Nav5FCnYzvkduMPpPT+FTtlgZT/6McpvWf5TjrW/0s%0avSumjB3fiw8Oy76zJq/AvrIvNRRQL4VbheXGQ4sJS/slPd+LK7S/5miZ5uiQrTqXigLSHsL%0aStlPOF5CL+C2ZSDvfvfi8zr1w//GVLZJNnSmO897Of3U+iszWzifunhHz+gk4YjBAv93TNl%0aCnxtNFveaTU62Vm1Etx07+c3vlz90zoGrnlxs7Wf3kS6gDns87OXodbOvmDrcmH5+UyPfOs%0azoToAw9KybUzwmH6bzK0XwgaSyhBGpHT2HcsLOMl8XMNy7p0Qj6GI0jbYYcd1oS1IKUIrTh%0axSgTydeWVVza3YyFGuENYYY844ogmfAgpZPntJnvuuWdjnRVGIrRILPdZZ2WssiCG3puF+6%0aKLLmr2y3sg4qzQCLF3QyJfkhVk5BTJH4oI1wmiLT1FgmV8yy237Hm590GWWcHlWxkI65k6d%0aWrz7nDhTQh5ME/S9k4EqUWaCUUh4sj/9re/9YWpNCdb/ygpwnoIYg5PGMOvl7D0C4UKER5z%0a5513xu6AbRl37wQFxjwOCpH3fHX21lIQKRms6fYRcAoRJS3CnZD45Zfv9D28EMLDhOSYXMs%0az8aEPfajJhzo1pdVulaG6+pWv5L5thnjma17T6Wd4LdSHjTfeuHk2ZaGsc3FN3VYEKgIVgf%0aFAYM7xuOmE3HPDjYyoAx+VrTLpmqsGHrO3687ZKvvcjqU5x7gOEBMuP5+Jzh4f6YRdSNtL3%0avTGfhLHmhPkqVf6VfNgFYrI9Okdy3OvtL2O77xTh6izxueBOeWBtZnsG+nny8SVdRZJ5jUI%0agi/cZu65MwP4TSfvn/t8x6o7Y/BJ82fihJze95Nseb6hQ/ApFEKWLro4x/N3SFk8pm+7USb%0an/i6+ZOBXb7bdJlvoH+pL1ljbxamHiDv3h3Dnga4JcUGWP56VDFh6Fx6GI49O6evfyIQzD+%0axIcylf/Vpnsqywl1K+c1f3Lx25X7agpVcv0Zkge0Um9oRXoR2iI5ynlEsu6xBc5B6hF5oEO%0ax6Vr0/rxNj/+dHyihzukpWeMzNhFuO+wPwdRSwwOeqIPIn78M58D8qUsK9SyRh4p+HtKY+Y%0aP9C+Enk3NyDE/BFzID51RqderLF6xztEGWK9n5aVhUyW0ifyNeaB7LnHiMm9RyKwQfRYMkn%0as+71MVkzEKrOaI+HIl2vEfdsXlz4cQbiEAiFryKhYesKKXwqLrrj1EASXxV04CkHKBhPvhV%0aTKk7COEFZlHgb5CBFCJKQnJoheeumlfSRQGiSQ4vHFL36xCR+xHzHxiDjSav6B0BlEvYzh5%0a+lAPktM47ntLau3+Q+eI9RJHLqwIrHmsBBKwlJt/gKvgVhz1mgEWDw+pQVx/8IXvtCEwkh3%0axBFHNPMG4O03EZrDog9jv+WfV4CVO0KUpDPfwHNtEW15LAXGSH43gXsvkU/KgvAbypcwL54%0aE9997772bekUxo2xQ0mBB8VJvlJM4/Jh/cNRRRzUTg32BSQgQxS7mC3zmM59pPELCtkIOOu%0aigvjCzAw44oHl/Cp0QokruA6W6rQhUBCYCgTkn4iHj8gzW4anndyZ8egCiuuOHuz/K13HIZ%0apt2tv5ny1c6IFsnhY746grrJYm0nb2B/7faumPNdfTxP+cwktUGnh+vvbUzISNXXtUhwnkw%0a7BOhISYH3zatQ/LjhC/VCEnZ74BsuV6yEwsujS/KEBZZJB6ZvuPOzjFhPpdclNL73t+ZEDt%0alSuf4rP6z8ppQSx74TcfyHc9h+V5v3U44UydF//884DeCdB5/Yp7Nd1b+2szW2dOQiWVrsG%0a/SIfillb5zdYfEh3U+jtkefmSeZbhPSiY0myh90SXl2cF/8+iYgPr8TPgyCWnkY5n0qmdvW%0aa6jaC2zbOf4XXd0lJs35+Os9Gd9KuOYFYTLrhj4jKWX7syL4OlY4rXZq3HzwK8JDUw9PnsU%0aRe87NWPy4kVSZl2d8K14mjIgFOFdcntSHmMoEfOM8CFfJmQKY2BZFTcd1k8hK4hUaVkeyms%0aIvSDCQQYTVvrSO4B8so4PRhzL+y2W2xaLOBIsnISw3goNsR8x+u4nJMZXhFiWQ1iHKR3Smr%0aiKpF944YXN6TJEh7JgAm83QZyRfbjFJyvLdBQnVu0Q4VFCjlj0vRNSK2ZdPDrLtfyz5iPhE%0aXJEiaFoeRaCz1sgrp81Gvn2Owh6xPsj0kKJeE54NYTBxP1KEh+/bRH8tiyd28tQLfis5RQU%0aePIKER4Kk6yRfQoIEWa14oorNnNBzJPwDPMGKEjqIwWojaU08iIECaa+OuSrR7CaNm1aMy/%0aDOYqEcC2hQkKSQtRtX42qUhGoCFQEJhKBGQxrIh85hs9iaRR6QfzuJd2+C359JlnZOpYuvK%0aBzVZlG/Ho3YfV85zs6Z76Ywy9yXO+gYkKo0BRiEuZwhUVYGIEvsXg/1m3EEyFG1AYTn7Fke%0aX4oPxdxP+30GaR0hiLT69rXvDpbbrPVtyAjvZL2HadA5AG2EQO1iZmZuPVJhO30HWj9OH9q%0ah0x+LysaQmS6iXh4lnp4UkpKobiwRJciVv9PWXlbesZ7rLhCZ8I0cv2BbJ3l0QmhnGQSMkB%0aMri5DdG7/Vg5l+XJ+h2+n9B/zZC/K6zvWbhdRAOB13w877+9+JvL2kvXX61j3KWdjIcKufA%0aWom6hD7cmX8u4dkffjj+1clQlvevC3ncnmjlDQwvvQSTGi/6y8CCXyiHyxYopHZklFeE1SR%0aMQQyG98o79cgyCP6KGzuAgxE8rTjsGPibUupwCw+vpySjdh1UbwQ1irhYL4pGT57qzESH9J%0a7l3jm+6INDziy0Bxr6FuhdIIfTG/oC1XX311c/+S4CPkwkrMafBFnBVWWKFRMoTQyM9aa63%0aVEPMg4+172kdskVwY8gRQQFioWb3LCbTKesqUKY0nIsJ6ut1vsGMs+CVRLtOW8xAcl6dzzj%0amnsdKby7Bd/twqhYMCZJKtLwwJT+Kl4S1B8mOOBAWTl0Q+Vl111fIxA36vv/76TT59jcfze%0aQGiXgsFE4JGGVCPKA2E8kZppQjAt0pFoCJQEZgoBGZvgs86zAJPpk9vNjP9y516WqlLp/2X%0av3ZCVrqd++EPOpbN9s2Ea4QiYSLmrGTaV/N7/ao/VZuE9p8Z+EueTsvKxKfOzCPXJdmi/t4%0acQrR3jnPP+fC9e6Eeg8XJu5uvubQt+EIuTs1Ef1ay1Gs7KViw/Q0mlI3NN+23ciPgjTdl+8%0aGu6igpSDthKW7nR3lmgtAnJnsedUTf7oAf0lJMSvGJx0MO6kyMjeOUD3JmtrC/vlB0vp/L2%0a6TaEJOtd/1IJsHZ6sfC7bqNcxjMpzJ2ykZIEVx+8cvOFZQwX1VB2C0gtdw7e4e1UPTu+NbY%0aWe633SZ/9WfLePPu21mVoauEFcHM16TGUFiqEV7fQWcxFfrwqU9l/GcIQiSG2cRNxJ+VubS%0asR7qx3CJcPAeIHwuxkCDP9i34+B48z4HPbAZpFXojfMV7huW5fCcWZCEvlBXkGoFGBCktrN%0ahtMfETgf3IRz7S3A8BdR1xPIR1Pt5JPLgQnRDv768trMVi1IWLlCJkBLkVr28SrJj0rbfeu%0asGAJ+Lwww9vvg3veQhvL0HmKTeDTXZGcP3NypPS6xmOqxtDteDD2197rQIhRuqfLYIfv8vn%0aKidEXbhSORekTMPzJC+xNsCU3DepGxYlo8yoP+L9zU3gcaFIETj5+g58q1QEKgIVgYlEYPY%0al+CykN908ECsx3W1Bzu7rHzD7TvsSizCKq6/sOzToD18i8enDUjbbpNwb+Bvh2zeTcvHRQx%0aWfKEQe3/DmbGXeMIdSZGsx6+sBH+1MimQ9Jkvn0BALN4U3wTHzAVhre4mvpvh++5prDEzBM%0a+A6ihCsiIm8YuNZcA1UvSzwiPAaa+dv2B/X/5Wfzh0G/+95PAwIOInndvY6/yleX5/Wb1kX%0aUnTAfmWK/t++jBNzC+JoYMPy3hZEvLTY/yZjUMrvfpcnlt7UwUven5cxcJ9zz++kytba7PN%0aPzReXHBH/Hl9isi++35eHusk781yDtlB0PpDrktAeStlQhdUdTuoJbwOvxT57dSZKU1pY51%0an2fRHHQm3dcPYsirK8tdcfaL0H8n3EEUc0luoIpWklmWnX5NH4OowVUyO2WVgHKzCyyCLMe%0akpYe1m8x9rayVMQK6GG5dbzxFb7Gko5SRVJFwfPyxAi9Mcxn6yMrwLFOVuEjgXfH2UA0RSy%0agzTyBlAiSmmHpJj0GR6FktS6bxw3v6AUXgOfZHxHXneD5dk999hjjyZ8BvGMz5HGNQi8L/w%0aIr5FvE0kdQ+iFriC/JvDyWgihipAb1/MWCO8R3+5LRCzS4y0jjcEv30udE1LjC04Ivt/yHx%0ab2Mq1j7bkacV79aYs6oe4KzaGMwF558R6Yg8FjQpHkLahSEagIVAQmGoHZl+Afd0xvrGbEW%0a/ZOkM8MxapZ3uCCGeSuPBa/kZMcRzpAusWKlwmQ47ZQIpBeFm0Kgk8eWpUW0b72mv5FkT5+%0acg6v2D6l732nQ8At3vTRQ3JYzFJ5EbAP5VCewzvWZPf3qUMElXXWHIQlX9P/1OtvyIzqwI4%0a1ed0Ncgz8GXlC76IzVuzdtkMIfQWHhbotQn98KYjlPT7h2U7TbV9eLr40L4R1ZscjgZj6ok%0a8pJhP/8dEOCUemM7HqKWLFf/XrlEw2ztbORnhZnvOcnpc0n9m0IFfI9OnxqxN7rm4s/spOa%0aNNc+T5CcHzNRYgWUd4Lv2zg50Y7Zzr/EXaTnrtJeC3KczxDu+2S0vtXyV8iymXZ9kaUacvf%0a5j5Y9I3yQ0nxRR0EX3nsuU9WQLJSt9aanS8MsdDvkb0SIdtunb9y9EDnK0vI/Tlndb6ms2F%0aWSM35oAhakbcQJE/cNqs8UjNcCRIvhEFYiAmOVrYV1y1cxEJM9lnOhyOs3G3CLO4bufPOJb%0alGikOEZojbRshCxMxTYljeTb6kkMSfzyH6ooyJreLS2yLOG4E0MZOVn0IhP/KG5ImzN6m4F%0aIoOYXGPL8P4vGIIy3OveQjygkAqC9Zrk3hZoD03LMhxH1tfsfGtduElLPcsz67hUYkJwBQY%0aYVW+ZiMvYvApKr5oJN8UGKE5lIEQ5Rdf2oljQ9mWZdEt/XAs+HF9+54ULBNjTeZF8NW7iMe%0aPa2Lrk62l9ySO2zrXTSh75ouoYxStCD3j3TCZutck4W73qscqAhWBisBYIjDnWN7sKb/XGd%0akCemcmvSz7rOfd5LZpnW+oW7XTl0NGIya/HXRoto5+rbMw0qzu5b1MbhSv/oWrMgnbfeAVP%0as/oL8TiTK99bSb3X8xx3/8RR7O19z/z3IGLO6uqIoNWgrXolK/gNCRv/7xy7b6Z+C3cUTwQ%0adKQVuUFOP5PJ3FL5vttn8n/DtXnBrTdmT0Z+BmswYv2STBhd44/V17UUBF+fiTAjpNR334U%0aNDUeQbzH+YfF+/4odkvn6/A7mFfAk/PRn/WT0B3dnsrnO4E8wD+P1b+pP8/mpg5etBZ5Kef%0aiR/j31o/zCjnj/e344cIJ2f+ruv345PStpu/U+1+0MQg3r9XOZf/v2fmWuW1rHKEY33NiJ+%0a7ev7C3u5XOs5gNYSExIljp+TiaM78ihHRuu31Hg9srkn3L3RC5Tx8x9iDh9CsMXc7my+su3%0a8j3zk40iiUyaaIn4DkeQaCSU1ZcFGdHyrfvy6zPOI9AmmA4WHlI+10q0yBura9vCytr9wQ9%0a+sJlkKmyim0hjEmYZp44AUhiE0CC3iO8ieU7OK3OIxZQpU5qJsL6mIv7al2IoOyZgCt+gwM%0aBIHD6PAKVDbLsVVU28FF7DyksB8FUVigRLebcVaLu9b/sYCz0M/SHl4r0j5vvQQw8dsFqra%0a4URsfiz9lNAhBtZ+MlXcaZOndp3e4TfF2J8UYgCIi8s/q4TRmTBLyQZiXUf8wjgoG7AwLW8%0aIr3EYmPCsihYPDylciacSay7+/tEJwt5N+FJ8B6UC+/vXZSL91OGIfbLrw6pKyz40rYFhuV%0aXfsrzzrXFhFzfuzefw7wFCqqyVyd5QTyD98ocFFiayDyrNQjaz6j7FYGKQEVgpAg8K1smMq%0aMaWzGgDnWQHtaTv/HNzoJLvSycCIn41WwZbL6znjvdmQQpdx+EecUV+mPqZ0qYDyB7Jtz2e%0ah7C7DOECBXr+aykib/OZIqYmNrrvp0UHbImL93EsxFwguwh7KVQIjzvyWwhlBZxDpmS3zcP%0ajM1CXG9cNo52ttLyHIg/R+z9hSCNrNmDSbaYprvv6VcEBksb5xAw1uQQzykVmjg+kq28UPp%0aYsglF5j3LD5zMKyyKRX/drEiYU2Cy6RKv6uD3yB863/SnkMCMwOisz3Q+v9o50v8fwfa9fo%0atHdRPelndn8tOrXP/720P3iPB0qHshlFb3Nilb2I0FzjKJbYSiRAkg8ipk5JVT7PUWHhFhP%0ayuv1KQRp2xCqE9YDidOXmiLTwmy2PseeS9BrH2FpPycIAIsFEIIi4WokM0yBp7ywFqN4JfX%0a9XrGrI77ZGQ7tKV9DWJqsmmICcKUgdJTEOfKrRhtlmBf4LHlJaBkUApKQfgpO74iJByGdX6%0aoQnmiSCGcsdJvr2s93zt5FuWllyi7+DpRpEH8xaXDi9Xcc0PcC/EmSLpJwMKuQny5B+mWhg%0aJUxr27r1Cw4Yi6qOwRbcoYyz+hvHiv9kRdi6+x6JfWdYui8bZQ+LqJCbQUNHU4hCdE3Svfn%0a+JWknhK1e9yyJ/wJsqK51apCFQEKgKjQUC/HZ90Huw+sxfBHywn9VxFoCIwrgj49CEiW6Ui%0aUBGoCFQEKgIVgacGgaES/Gc/Na9Xn1oRqAjMbghUcj+7lVh934pARaAiUBF4piJQCf4zteR%0arvisCFYGKQEWgIlARqAhUBCYlApXgT8pirZmqCFQEKgIVgYpARaAiUBF4piJQCf4zteRrvi%0asCFYGKQEWgIlARqAhUBCYlApXgT8pirZmqCFQEKgIVgYpARaAiUBF4piJQCf4zteRrvisCF%0aYGKQEWgIlARqAhUBCYlApXgT8pirZmqCFQEKgIVgYpARaAiUBF4piJQCf44l7wVHkMs+e5v%0avMVS9RMl8mcBJGKFyIceeqjv0Ra0scBLN5k+fXq68ca8EusoxKIyFqcZivwmL3D23e/mRZs%0aKsQjO8ccf36y+WRzu+2kxIos0dZO77rorWWRprOTJf/9fevzv/+77+/s/O/WmPFb+/vf/dh%0aYWsimPl7//Z8Y94h3P/srv0w9+3X1V10hj+5tH/5kOvvzXzbY8Hr89897f5gXBWjLt3sfTb%0ax/7Z+to791f//GJdNyXfpMeyNvhyIXffCSddtPv0hNP9ret4Vw/q7T/ymVx5FUPpO9OH4gV%0abI/+4m/Sz3//j1ndYsB5WP3zX/+Xzv/qw8093b9KRaAiUBGoCFQExhOBLku9jufjnr73toK%0aiFQcXXTSvojpGgvjuvPPO6dZbb03Pe97z+gjt29/+9kGfcMYZZ/SR5sESLrDAAunkk08ekI%0aQCscMOO6QDDzywWXV0wMlixypod97ZWVX3yCOPTOecc05xtvvPeeaZJ91///0DTiK5Bx98c%0aHMvS9wvmVfo3XHHHZs03uOEE07oumw9sn3uueem1VdfvVkJ84orrhhw33Jn0003LXf7flsm%0a3hLyVpiclZx44onpWc96Vnrzm9/cl9Q+DKwWuvnmm/cdjx8XXXRRs2qrlUXbq5R+7Wtfa7B%0aYeeWVI/motl/67qPpA6f9pO8ea71xgXTlHkum+XfsrhDedvDSaYWl5kv3/+5/0lL751Vru8%0agOK744rfr6+dMcz35W2uCtL0z7Xjw9HbPRYmnZxf4j3ZdJ53uOzis/z5BD1395esWL5k5Xf%0a+fR9Ie/PJmu//5jjTLwonk7K5Iet/Fi6WULzNWkPvm6B9ORVz+QLtvtNWmdN3dW9qSgbH32%0az5p7X7N3Z5XXjU7/SdrmvQunNXNekOOb7/lTPK7Z/vGvTzaKxC8efiKtlt+zlMVeNFd6+6v%0ayirwtOXfa79MO5/48Lb7wc9P888wx4OxL5psrrfaGzn0Q6jVP/vGA84PtbPrOF6XtV3hxk+%0aS8TMSPyAT/Rw/+Pb1t8c7CXrD5wa/+3igkDz76RHrVi5/bd7udV3pJ+uUjT6Qv3PnHvmMrL%0aT1fevVLnpfOy+97VMZqz9VflpTxoi+cOz2Qr//GYa9PCz6/dr99gNUfFYGKQEWgIjCmCMw2%0aI8z73ve+VFqmWV8RtJDTTz89IVuWXf/HPzoWNsuXl0uoW6gHAT3ooIPSBhts0FxqGXVW3Dv%0auuKNZOt1S4muuuWY67LDD0kILLRS3H9F22WWXTcstt1zaaqut0uWXX94Q2aEsVb7MMssky6%0a/3ElbxY445Jq222mozJfnsZz+btt1227Txxhs3+YgElnB/8MEHY3cAdvvss0+jiPSdzD922%0aWWXZqn7zTbbrO9wiXccPP/889P2228fu31by9cj8ZazD0v3SiutNOC5kZgX4IYbbojd9MAD%0aDyTWf+Xpmb0IvguQ/PZ5dWHhhRfuu99jjz2WLrjgguZ9vFeJraXkr7vuuj6lZNVVV20Iv4s%0apKI8//nhafvnlmzxMmTKl755j/WP517wg/df+r2tue9w1vxlw+zO3WTytvEyHuD7y5yfTu4%0a68p+/8ogvO1Vz3zfv/nI7J1uXzd1wivXT+DhFf9IVzpY9mS/xz5ugQ/L6L8o+FXvCcdOA6i%0a6Tv/+pviUUcgZ1rzmeleZ87R/rbE/9ukj5vrmenv/zj3+mqTFz3W+tlfQR/99Vemr7+kz+n%0aDU79SbrlwNelM299KG389helT35o8bTOKfemS7/1h/TOV8+brrzjjwlxJtP/8I+08Rn9Ckx%0azcMY/JNhfKZu840Xp0t36CT4F4lO3PNQoKdL94uF/NApFec2Kr5uvj+D/b+4fbv3R483+Mi%0a+fp0w20+/PZM/GW2cQ+b/m/B7+hV+n52ccvnrvn9MV3/5jmrLQ3GmJTOhvv/8v6YWZlF9z1%0a6PpocefTIst2MFsq+UXTvc88PfG6v+S+Z6THs5l9Pt8njLCWv+6ReZpFKsbstK0/JLzpku+%0a9USjzFHSQjY54/50+bf/kO7+//bOA76KKvvjJz0QIJTQe+8dpChNBUERpNh7WXvfXctaVte%0a/urqu6+5a14ZdEBURFEWkg3Sk994JNb3/z+8m92VeSX+Bl+R3/CTvvZk7d2a+8yK/e+4557%0a7YTTo3zv967TF8JQESIAESIIG8CJQZgT937lzXPSAs4/LLL5cDBw64tuHNpk2b3AQ9tm3cu%0aNGIeryHt/fbb781x0LQt2rVyniQn3nmGSPqwsLCjFcWHuibbrpJpk+fjsOMbd++XRYsWCA3%0a3nij3VSo13/+85+CHww64uPjpWbNbI9nfgcPGTIkz90YkNx6663Ga37vvfe6tYPwnzx5sqx%0abt86wgPfcGoStsz08/HYAg4GP5yqlkZGRUq1aNTehbPuyr0eOHJGZM2fKuHHjZPDgwQJG8P%0aJ//vnn5lw4Hu/Xrl1rRDXu67XXXpO33nrLsMD14hnccccd8vHHH9tu5bvvvjOec+c2106PN%0azj+yiuvdNvqeS/vvPOOjBgxwpzrzTffNN8bDP4wAMP3Ad55iHwMxDwHMX/605+kY8eOUrdu%0atnfX7UR+/FBXheHwHO/zB3MPS2JKbvjJku3xEp+c/RmC22lRESEytFO0PPblboEgn7cpN6T%0aoPzc0dzZ1ew/v8b1D60nPp9bo4CHaeN4f+GSnaXMiId28QqTaYJI/fq4hVTkDEJxnykPt5N%0a3Zh2WQziI88sVumfhbrHx1f1uBMP9FhbU9DgMXp0HUYhu83Zf1rCmhOviYq9eMsKBr+2cPB%0agY6ZhZw7BQV1I/qObYeTtJrri+YTYAAtwZhfPXrW+Sh4fXtJtcrrgezCPkZRLw13BPuG4Ot%0atvUjpdXDK+X5y5tKcxX54PP5PW3MIKj5Qyvk7gvryaM6SHLatld7SLMHV0ojHVyBEQYlGDR%0agkIV7jQwLlm8ebCcYqDmtSmR2tCQGWDQSIAESIAESKCmBMiPwS3qjOL558+by8MMPy8SJE4%0a0wTUlJMQOCBx54QCD4YG3atDGCHGIU3lvr7UW4Bjz9EJMQvwVZQkKCIITG2pNPPmk8+Pj8y%0aCOP2M2uV3i74bnPyxBC9Le//U1wHV988YWZGfBsi3NgxgKCFTHiGFC8+uqrphmELI6HgQHC%0akUpq6AcDFnjmW7dubc7VtGlTI/gRrgOPN0Jv7rnnHhk5cqRhjMETZgXgscd9fPLJJ16Di6J%0acV4sWLVyzMb6OS01NNaFAmEXAOTFoQNgUZkAwQ9C5c2dBGwh/fD8wUIEhlwDPH9a/f3+Bpx%0a9MrSHfAAwx6LPWvXt3QehTcQwisNmD2f1DxA9Vj32wzl4gDGeXhn/8+PsJIxR7t6hqtlWvn%0aPun++Anu0w4yQ3n1TbHbNawHXj0/3193gIf14gwFIT4TFZhXjkiWM5pmR2OArEND31H9Xwj%0a1n8B3qsXGjZ7wylXbH63plF6PpEbBtSWR3WAgXv4UGcQMAC476OdJowFAxdYzahQuUmFNsJ%0a8VumsAcJ5IIJfuKKpGZTMWn9ScP2wS7rXMO3xHnkET361RwdeIr/+paMgj2DEPzbKJ3e2Np%0a51hL2gr0dGNnSFC+E4p4Enwno8DQOjW3PCcuw+iPYmOpthB1vznuqssfOH5cN5R6RZTKSG4%0aiSbZ/PRHa11AFDJHub1ulC9/d+vPCHbdFCCcKG+f11rWL+ugv+bZceVbSUZ2C538GOFvRX6%0aXh1yAwmQAAmQAAkUgUCuSijCQWW9aVJSkgnHgbhDyAyE8eOPP2481ri3nj17eiVXog2EYWH%0aEPfqA0INwdBo8xvAm9+3b17nZiGM7wHDb4fgAcY5ZDMSM+5oFwHaEoTj7gYd99uzZpheEwd%0aj32G4NAxErZO02vILRyZMnvWZJ4OGuX7++CY2B1xuzALge/OA9chiaqbCfOnWqYFCCn6NHj%0a7pi2KtWrSr4QXuwb9CggfO0eb7/6aef5Pvvv3fbv2rVKvOcnDMTtgFmY/71r38Z3hDrEPOY%0aYcDsD2LqEZP/1FNPyaOPPiq7d+82DDBrg8RdzDy8/fbbZiYBYU3PPfec9OvXz7S1/WP2CLM%0ayON7ahAkTzLO0n4vyevBkmhyLT5enxzQ23uJGGqu99VCSPJDjlX5txgHZHZvi+pySnu3R/+%0acPB+T1mQeNqEa8PUJl+j2zVobq+2qV8vYGI7H1H9MPqCc8WO76cIcgZhzhPhPmHZXTSdke/%0aKXb41ye+FsGZXvBcT7E58OwDaE4V2sYzh8/26WhJ7GCuH8I2m+XH3OFFaFtYw1ngfhH4ir2%0ab3y5uxkUrN2bYM6HmQhrfxnVyL419/XTox1MvDq83xjY3Pw/jfX/y2oT2z9JZw7uvrC+CYF%0axHeTxBufDDAPyEBCKBEMYUQ0ddNw62Hx0/YrQc4zrXctc42eLjsrjE3dL5fAQM7iYpJ7+YX%0a/fYAYiL1zZVBrm5CS4Dna8AXsMYGI1zyBBBxhdmlTWgVGKnjPEvEcOgdPsjIQV+s59fE8CJ%0aEACJEACRSVQ7gX+8ePHjcAEGIToIPxj69atJj4doRwQzRD3iFEfMGCA8T4j5KR6dfekv+Dg%0aYFdIS1Eho/2xY8dkw4YN0qVLFyOekXRrDWLaKcztducr2iDm3pe4Rzt4oPFz3333OQ9zvfc%0aMPbE7EEKDfANPg7hHcvDLL7/stgviF/Hx8LxDBEMkwxDnDsGLyjNg/vzzz7vChSCSPZNUcQ%0awGQPCoI4wKsyP5GWLqwc5pEO7h4eFe29EmNDT7q33dddfJ+PHjzeAAAxx445EPcfPNN5twH%0aORsXHrppdKkSRMzQMIgCQwRtoWfhx56yJwS53ZW7MHgAQnHCDfyh9nqM3deUNcVQw+v+Ks/%0aHjBC9HRShonnvv397SqIM2SEhvN8qyEgl/aoYbzo8FJf88YWE/e9dEecK5wmr2tDuMg9GqI%0aDQ2Jt63qRRuQjuRfVbSDEz9VQGsSZX9OvttTLietHeAm8+ue/sN7VNRJxr9BQGFSeufbc2g%0aLRvV+r6dhBgauhvvlQE1gxIMF5/nltM+MF7/joaunZPO+ZD6eQxrn766AC1YAQE//zYx3Nd%0aTvPkdf7O86v54rR/21bvM9mB0+mytuzDutMwSETqoPQmrFDaslPa05KtIp2CPWPFxyVz3WA%0agIHAfcPqK6eqXn0hjv6J0Y3kan0m+3VG5H+3tjRx98h9wKAoSmdMnAZhj2eCAQaNBEiABEi%0aABEpKoNwLfISGWLEHz3G7du2M9xmvMMRXw9sMQYuYe1RUQdw1qtP4Sh4tLvA5c+aYEByIZo%0ahZfIY4hUEYOwV/cc4BjzT6cwp8eMdx/7D777/f9R4ebGtIJMWPp0EYI/QGQtiXodKP9fwjF%0aAgCHExxX7g/JNeCKRKjkTRrY9gxewAGGCAgnwBhMb488J7nRPgLfpyGEpYYHNiqPc599j3C%0apDDAQB4EriU2NlYuu+wyM+BAJRyEC73wwgtm5gHJ1wUNtGy//n49oMISBkEYpP81qBGmHuA%0aI6dW8iix+prNc/9ZWk8i5+oWucuPbW43IR/s2WqmlzYhKxvuPsBBUqkFcOLz5sOfGNzb9mQ%0a+OX/BKN1DRfp8mzCKJFp7t/2n8+QatHGPj/ZGkakNGIMCRxIpEXNEeEZrjNMTFt/vzKoGH/%0awv1fA9qX80tBMW2/e+NzWWkhuA8oWE3MAxMNh1IlOtzwnNsO/uKwQbCghZsjtNY/VM6q5Gd%0aQI/9MVVDTWIxkoutvXFTc5PUaj8X9XWKDnZe0ipB1+isBEKNwBQDCWt4NqhCdJnOBqDsJWY%0azdmjcvS/DtR/ReH4k4I5+dZMO3ML0OaXJc9/u1cGVe74APPj03vuiyG0kQAIkQALFIVDuBT%0a5EJCrn+DIk5cLjjNKJ8Nhfe+215gcJuKjag/KL7du3N4cizATJq/klwPo6h92GEBNUe4G3G%0aF5ixKXb0pTwznsmhtrjCvsKgQ1BbQ2fkVh75513Gk85ZiDw3hr2l8TAywp89IPwHCTTgidE%0aO2zo0KEmZwEDBZwf9sorr5jYdYTxDB482MXA7CzGry+//NLEyyOm3nMAgO5wjfDgI78BCdK%0aohw9hj9kUPFMYZhyQa3G2xD2uAUmcT2qpStgv607J8h0JRuAjlOapyXtMtRtUZzHv1Xvdon%0aZ2iMdxDet5XqvuwOOMUBR4xR/SkozWujSOkoc+3amhIukmRt6WZgxSgY7jMjRnAzH3qBKDa%0ai/9WlU1ceYQ+qN0dqB5znlQSSY/g6f/jxc3MF58eNn/qxV1nLZiZ7xc+OIG5yYTl45qN9rc%0aiN6Xvs+t8jSkQzWTjAqBjRj7Our5rqoedHi5bxzg/d3FDAjyFFCOMy975Yf9JowI+7drFR7%0akEHja7efXlbHqmUcloeOabHxzTmiSZzt8/pPeL8pjwivvaRgoIHcAhlAglO/E7ADCmDAr8I%0ach7veAe7NhOp598TMJkAAJkAAJFJVAuRf4+QFB0uSDDz5oYrBR/cUaSlsiZAOC1Qr8119/3%0aXim4TUubBy+7Q+JmKhus359dljD+++/b+L8p0yZYrzJnqUb7XEleYU3HeE0SLLFgAUzBJip%0aOJOGsBaEJmFQY82G/GCmBHXwS2qImx89erSpxIMEX+Qq2GeGvrEWAWZuBg4caGYwWrZsaU6%0aJeHxfax4gV8EORpzXhoECZkhKOtPi7NP5vq8Ka/zA4pN3ykwV+UjiRKjH8h3xxkOPhFO8r1%0aUlTENFssUpatyjigyqxTw8ooFJjHX2m67qOVVLNR7T2vYobzlaK9fAECN+6+A68rx6v+GVR%0azIsYvFhdoEsiFF4sWFL9bzv3ZbNzmzQX6rN5a1fDsldmpgKG9Qu2njUIVRbesSYN9TZiL+O%0abWza2V9IWP2PLliFc2NQ4gxPsbHyV+l9ocwlfp7W8pWv6gyB53Wgv1/Vyw+B78siw4LkTq1%0aV7zSE1ziTXO0+8MT1XPX6ThO3b7f7ekUegWdJS3jrMcBB33drCNQXi2IlWRfkQvLuBE3URX%0ajV38Y3MdV0nH2O613TDK6c2/ieBEiABEiABIpLIPtf7+IeXcaPwyJLCN9BaAY8uzAIOXiZE%0aVbiXJAKYTsQykUV9wgJQbgL4uORnAqDtxhe5FGjRpnVXxGf7ktUmsbF/AVRC2ENYYvwFM9S%0aksXsNs/DMEhBKIyzdClEPGYVnDXu8+ygBDtQux4LfF1yySUmmRbntYb7R618hC7hGaO+P8K%0aEcE2YpfE0DBb27Mn2vNp9+C4gPwO5B4UxDCqQfIvQpeJYgpbIRIw2YthRrhE/SIJFYuand7%0acxIt9WvInWxZ4+1ooyCF2BJxklK1/U1WFhSLa9W0X7mze1kP4aTw+vvDMMBPXbsWIuwoBQJ%0aedRrUSDH1vNBq922xV9arndimp7+VJj7R/U2QEMCLCK7ZjXNpnKNpV1UNDzqd9N3Lo9CPXh%0aH9SEYfsDjzwEL64Zove/Px9U77yoEK9r2iAhFoaZBohovBbXkMCLtQQ8f5AcnJ9hwLX3P72%0a8fibe1ybPw8AcZUZRLx/lOWtpGBEMOQkomQm77twYGarJugjhsYZKSEgc9rVCsG3DVxIgAR%0aIgARIoLIHsf30K27qctatVq5aJu4eXu1evXqayDuLhIQpRsQUeYWsQzEjILIpBWCKGHSEin%0aosx2eoxqETjHEjk1T/KNBbVkJSL2QIMJmJiYkycvDNcJr/+4HnPKzHX13FIssXaBDCwRLw7%0awpBwboQGIeb++uuvdx2a3/2gsk9RDdcKb/7YsWNNdR57/K5du8wsBkQ/SnkiDAsLe2F2A9W%0aSrOF6UGIU7W3OBvZhwDJjxgxz/YV9/suXLzfJyaiWZBdUs+cp6BWlJpdq3XtUtFmlia6ovI%0aLQHAg/VNG5UheLgkf4c41zR6Jqir6H5x2CsrYmu6ItFph6XCvRwIv8ti5C9W+th9+jWZQ8r%0aaE+qPOOSjeo2HPbe9tMuAjq7A97aYNW4KllZgBi9LsOIY4a9yhviVkALDSFH4SXQJAj5AaD%0aBSyshVVt/6XJwJhxQMUbtBvzr01mJdlnxjWRJzXZFAId14ZqNp/qwlq4x1E9asr7f2gpKRp%0aa9MzXutqritwXp+43JS/v0FAZVM3xNLS9WMtkehpi230ZPOhrNKQpP7N1/z3bnExMN/H/nt%0avzE+Go84/QHAxg4MlHgi3CkM5/fr0J+cF23Otv2+LcqhyhfCieHwZHNBIgARIgARIoKYEyK%0afARG+/0FFsICEtBbXtr8CoXZIi///TTT13iDqLeH950CHcITtSD9/SewxOMGQEISiSlOuur%0aO68XceIQo5g1QGIsasoXxjBrgMRVhAZhgIHKQViQCom4WMwJtf4hdrEQFoS/NVQUwmAHnmf%0a73u7L7xWCGLMUWNUWhuMRJoPrRXlJhCfBW44VglE2E150eNwx8LEGFhggIEQG1WrArjgG4e%0a40VNpBhaTFixebkBzMpIAL6uLb5wwhDl4oc4nSnXamBf2A07PPPmsSiJ395vceC5HBi+9Z9%0aSe/Y7Cv6QMrjKBXXajlMhvJXybtlhlavQVhMghZ6dOqitZij9Dk0jCzmiq871hVFeU0l/6t%0aixHRgzW59aP5R2SLbkPYzsuaMDp9lQ6+VLxjYSlU5UHt9006YNiwP8ksToV69zgG1WEQ848%0aZBNhrMw6aV/xC+Ez8e33MZ4T3XNu/tjyl14ik2jc1TOeWQXXllWuamjKWaLTg6c5y67vbzK%0aqwF3etbjz1bf+0yoh/LKw16b625ppMh/rrXQ3/QQw/7vlBXVDqV03w/e7h7ER428a+hvjQw%0aFgzwJfZ5GVf++w2DEh8GWZF7p6QHbbk3A/h7mlIuoW3HxV/cO+xGhJV7bYlZoYE94WKREhU%0aRm38ez/aIRjAONcyeHZcY8EPjQRIgARIgAT8QSBIkyK9/7UqYc/wwDqFYwm7K5OHowQkvOB%0aOsWhvBN5ieLYhdiGAPUWpsx2EKQYt8Pij4k9+hnNCVMNLDQGLsBIIVqchoRflHTHIgMC2Ih%0adtEJ4EYQqDQLcr3ZoNPn5hJVrkETg987YZPOHNmjWzH03IE2LeIeQx2EBSMXIdnN5y1PK3C%0acdImC1oBgFJz7gGMCysIYcCPD3vDc8K+2yCcEH9rV692oQfIVHY0zBgRL5FQaU/PY/D4lJY%0aRRVlIOHRRVhHaE5MuLMtPOGLtsbJSPXgI+l0idar79MyO34fVWni1MOO42Hw+tt4diR5hoc%0aGm5rynvtM45xfGDhgpVUk7VpD+IxNuLXb8IrrxTlsyJBzH97P3XjaVNTBe1T4QbhN/ZySm9%0ajmy+DdjtZ69+0b5JaSRTtsX62LZHnG02MfEoVRe/9yXQcA4UD6NTOLf0FwI8k1P8PCYBDbd%0alEutP1Bq+NgoIOBkafhXF9p3gOSfTFzkpdhtV70O0hnUvCcYLguLEKGkCl9tDQSIAESIAES%0aKBIBOHELs6gmBX6RsLIxCRRMAIMOhHTRSIAESIAESIAESMCfBAor8H1MdvvzMtgXCVQ8AhT%0a3Fe+Z845JgARIgARIIJAIUOAH0tPgtZAACZAACZAACZAACZBACQlQ4JcQIA8nARIgARIgAR%0aIgARIggUAiQIEfSE+D10ICJEACJEACJEACJEACJSRAgV9CgDycBEiABEiABEiABEiABAKJA%0aAV+ID0NXgsJkAAJkAAJkAAJkAAJlJAABX4JAfJwEiABEiABEiABEiABEggkAhT4gfQ0eC0k%0aQAIkQAIkQAIkQAIkUEICFPglBMjDSYAESIAESIAESIAESCCQCFDgB9LT4LWQAAmQAAmQAAm%0aQAAmQQAkJUOCXECAPJwESIAESIAESIAESIIFAIkCBH0hPg9dCAiRAAiRAAiRAAiRAAiUkQI%0aFfQoA8nARIgARIgARIgARIgAQCiQAFfiA9DV4LCZAACZAACZAACZAACZSQAAV+CQHycBIgA%0aRIgARIgARIgARIIJAIU+IH0NHgtJEACJEACJEACJEACJFBCAqElPP6MHr748EqZuGOanEqN%0aO6PnLa8niw6vKle2GCn96vbI8xZ3xe2Tqbt/kfUntkhqZlqe7bjDN4Hw4DDpWKONjGp6oTS%0ar2sh3I24lARIgARIgARIgAT8SKDMCH+J+wpbJFJl+fPgYKIEpzJfIh7h/cfWbcmXLkXJ7+6%0aslMiTCj2evGF0lZ6TIosMrDMfHu91NkV8xHjvvkgRIgARIgATOKoEyE6IDzz09yP7/roAp2%0aPoyeO4h7s9v0J/i3hegQmzDoAj8wBE8aSRAAiRAAiRAAiRQ2gTKjMBnWE7pfRXyYouwnP51%0ae5beiStQz+AInjQSIAESIAESIAESKG0CZUbglzYI9u9NAN59huV4cynOFnDkDFRxyPEYEiA%0aBEiABEiCBohKgwC8qMbYnARIgARIgARIgARIggQAmQIEfwA+Hl0YCJEACJEACJEACJEACRS%0aVAgV9UYmxPAiRAAiRAAiRAAiRAAgFMoMyUyQxghrw0EggoAqlp6fL6h99K5UqRcs2YC6Ral%0acoBdX28GBIgARIgARIggdIlQA++B98qYZXl5raXS4uqjT328CMJlA0Cx06ckiPHTsqufYeM%0a0N938GjZuHBeJQmQAAmQAAmQgF8IUOB7YOxcs50MrHeODGrQ12NP4T8GBQVJkyoNvA6oHVl%0aLOtVs67Ud7SNCwr22hwQFy3n1enltLwsbUnSBJ0/bcXqPrDm+ybV5Vex6OZFyyvXZvjmdFm%0a/fur0mpCfJ4iMr3bb548PBxCNmMSrPvjaf3CEbT2733FxmPnft0FLS0jPk7U+/l9XrtxXpu%0ajMyMl3t0zMyJC4h0fW5oDer9Fxx8YVvX1B/3E8CJEACJEACJFA0AgzR8eAFUQ2zrx67C/Ux%0aOqyq/LnL7fLKmndld/x+1zGjml4oh5KOyrrjm13b8KZfnR4yovEgeW3tB3Is5aRrX0ZWplz%0aQ4Fw5mnxcIDbLkn2180cJCwo1Czzhun/Zv1BWxq6TsOBQ2Rt/UIY3HihTdv8s93S43u220j%0aPT5flVb8jwRgNlSIN+ZkCw5VT2vSekJZk+9iccch1zXr3eUq9SbcHgYf6hZa7t+b2pGhYlY%0a5sPdzX5cvv3EhIcItXDq7m2Na3aUD7Y8pX0qNVRsvQ5WKtbubbUiqhuPwb0a4sm9WXYwF4y%0a4auf5Mups+Xw0RMybFAvwYAyPzuq3v8PJ82Qh/4wXsJCQ2X1um2yesN2ue3qi70O23vgiKS%0akprltX7Vuq2zatkd6d/UezNavU0uiKke6tecHEiABEiABEiAB/xKgwPcvT9PbydTTAtH4h3%0aZXyTMrXpP0rAwjCrvHdJBHlvzd64yLDq8QiM4ne9wnr659X44nn9A22SIMorVvne6yLz5X1%0aMI7jj4D2a5ocYkZ4Hy9c4aMUzH98775cnv7q8wlv7dpogyqf44cSjwqW0/vlm36U69yHRMW%0aFaoDgEe63iGv6uAoLi1BetXuogI7yxx3IvWUWSyqdbXmrluPCs2OL8fACQOhoQ3Pc+3z9SZ%0aOZwem7p7lEvjw0G/Sn261Osi7m76UmMiaUjMiWmoery5pug7AcR1wvbXxU2lYuZ5Eh1c1C3%0a8FosBPSUk1Inzn3kOye99h163XqlFN7r1xtHz+3a8ye/FqORx7Qq4aNUTCw8NcbZxvMpX1p%0aGlzZUCfLkbcY1+PLm1k4fL1sn7LLunYppmzuc4MbJcTp+LctoWGhEia5gEs0mM8bXC/rhT4%0anlD4mQRIgARIgAT8TIAC389AL2s2TEKDQkyvaeqNHtP8IiNQW1RrInGpCXJx48Fm3+/HN8r%0aWU7vMe/z6ad882aee6WMq7v/a4wGpHFrJ7AsJDpbw4DDpFdPF1fZD9SzDGx7Ihmt+qPMtsv%0aTI7+Yy07PSZdqeX83706nxxjPfMKqebFdxv+TIarm5zXhX3gME9F+63yP7Ew5LAxX+H2/9W%0aiA8IbgRvjN972zTT8PKdaVrrfYuDBDmzs+uHY43EOwQ+NYm7ZgmY5pdpDMKg8wMAGZX7upw%0anUze+YPc1f5aaR3dXGYdWGSe1Z3tr7GHBdQrBD089BDaEO4N1Eteu1a0VK9WxVxnRES43HT%0a5RfLD7KUyf8kaeePj7+TG8RdJzepVve5j1vyVUikyXPr16ODaF6we/1HD+slXKvybNqorVS%0apnfzfR4NKh/Uy7BcvWSXp6uusYzzctmzaUxg0/jtv/AAA4y0lEQVRqe27mZxIgARIgARIgg%0aVIgQIHvZ6gII4Eohy05ulrqVoqRTjXaqkhc6HYmiH9rN7YZJ8uOrjHeaWx7dGmulx+CFV5p%0ahPuUNasUEqme+j7msjHoGVI/WwweUOE+5+ASub3d1YbV4aRY46nHrERs0nHTHqE8bVRcwx7%0aqdIt5PaTt4P3/Y+dbzeegnHAq88HxCwOn1cc2OLZoyJWG4IxVIe9p17QcLS118AXrX7eHNK%0avSUF5b94EcSDgiGIC0luYyWO+hZni056EB8XnP/iPyjsbYV9awl+vHDZUOrZv6DMFBWM4l5%0a/eRerVryLc/LpA3VeT/+Y4rBOIflpGZKVN/XiQIubnlyhFe99a8cX3p0729vDFBBweXD9N+%0aarq1mbVghYb/9HZ995074fnH3wQFvpMK35MACZAACZBA6RGosAI/WMXh0z3ul6Yq6HzZuXV%0a7CX6cFq8hIy+ufksOJB52bnZ7P3P/fLfP3WM6Sm0N+5ixd67bdueHRYdXyr0ai/759qnGm+%0a3cV1bfT9gyWRBY07xqIxXIfWW0zmz8rGyQn3BxkyGSmpFqvPiNq9SX+hpDD0PCLcJhMPjBD%0aMAzPR+U51b9V5LSk81+++vZlf+xb6W7xshf3sI9Nnxn3F4N1zkmvWt3dbV7T8NvfAn81tHN%0aXG2WH10r3+yaIeObXyztqreUDzd/Jdh2Y+uxgucYaIZE2Mk/zDMi/f6bx0i1qlEFXmKdWtU%0alUkV9UnKKpGnybIQeAXH//hc/aD9hcuf1oyQ8zPf/Fgb17WpmBf732XS5Vstvtmzqnkh++n%0aSCBOcMbp0XkpLiHqPv3Mf3JEACJEACJEAC/ifg+19y/5+nwvYIzy9i8vOzrad2ystr/meSS%0ahGuUh4MsxZIMN5wYqsZ4Cw8tFxOKQdUrAGPvnW6yS7dv+zo7ybHAPeMgdCzPR8ybd7Z+LnB%0a8FT3+2SzJtmmZXiLxJqRNUwIjy9eDTR8p7fG71t7f/Mk+9btNVMTaDHT8qMOwBAehdyBSiE%0aRsjtun5yvSb5zDv4mf17yogzQZN5hmvhbp1Itt+PP5gd4xo9oTP34SwYVStyv1OTXb36YLx%0aEaxoOEWRtqA+/6Od3aSduWTeS19ybne0uXjxwsN4wfKrWqV3NrN3bEAEl3VN5x7ozRcKGG9%0aWKcm/ieBEiABEiABEigFAlUWIEPYYcEWE9DWcpb214pCw8vN+Egnvvz+/yQho44PcJoi0oy%0aGjMhPWI6eR2KqjlbVNzDUBnms61TzHuU6URyKaxaeBVN0K0hD3e+zXxGlZn/rJ9g3gfyr16%0a1O0t4SJgc1uRXxLFf1ChDftDY+fs73WwuG0nFfTUk5rGlL5nE1vzu5X0Ny0F50Yjg3FKi+x%0aIPSR0tO3p96zH5HZrvviydY3hm5b+liibqQtgvOrTCDEicB4VoaNHVrUYJ8gaeX/2GmQWwY%0aUfOdmfj/f5Dsea0Hds0dZ0+ITFZFq/cIJu3o4pNOyPckaT8o8bfz9P4e4TWIMSmRrR7/H23%0ajq3MjMtd6sGHLV+zxYTrjBmem7T8yTczzb5mjeqZV/vra51FOHT0uP2Y5+vt1450Je7m2Yg%0a7SIAESIAESIAESkygwgr8EpPz0cF/138kwTnVb7AbAveF3o+YajHLY9fKnAOL3Y5K08RTp/%0a2xy22a3Pmjqb1+ODlbvLWq1tQk2E7fm52gaivKOI8L9PcIt0GFmxMpp+X9zRPVO75f/tn3S%0adl5eq8kp6fIUvXiF5Qci0FOpVAElGTbqTT3yi12u33dFb/PeN/tZ2epS7stSJ8VyplisJGq%0aCbw25t/ud74ihwCJuBkBVL3o4JHjKtSraFJsNpc5WiXn14WrBCvZwnp1aSvJWl3nC62gs3n%0a7XhOfn18FnSA9pmrOqrdrN+2Q/r06uT6jv7Q0DenxUX0HpTfT03NLiaKt6HBhx56DpsoOKv%0akgaRclN2kkQAIkQAIkQAKlT4D/4vqRMbzrTrug4bmmBCNE+2Nd75QVKvIRBuLLmmmsOuq57%0a4k/oBVjMk0MOdpFarhI++qtylwdfOc9QjzP1sHN/Z1ulEZR9eXxpS9Lpv73wZZJcm/HG+Tb%0aXT+ZQVA9rTHvNHBA5RwYFgKLUBbWzMyI/eDx2rZ6C9N/smOxrfEtvBNHcRjEPeyhxc+Zc0D%0a0e1qiLrA1VqshDW04QHf5Li/pecyZ+IyqNaE5onnJqo0yY84yExePBa6++XG+xB4/JW989J%0a2grv2Q/t1MEqz33Xlf6Z79h+XYyTgtiZk7M4BWiNt31rBHZaOEhCTTQWhI7pp5yL149/Pp0%0aqltMxk1tL/G/Gczw+JXuF5U6aGRAAmQAAmQAAmUHgEK/FJiO7zRII3ZHiB/16TcI1r95asd%0aP8gjXe6Qf6NCi8ahexra/6oiGKK2vBiSkrH6LFasPaeO1j/XUJhvtC4+NPTMfQtMEmyHGq0%0aFQnztiU1aCz9X4KOizpsbPjWx7+CBcpqYCbCGuvcYLPgyJE7nlTztq73d9vI5jwnq8HsaSm%0aYGskHAf6cVcLCw1c1XDjeCHtc7f+laFdQaYjT6fIHoL4yl6aABA4WB53R2zQzgOMwKxCcmS%0aZWo3BKZEOwfTtTn6WEIfcI1bdy6x/w4d7dv3UQu0mo7NBIgARIgARIggdIj4K1mSu9cZaJn%0arB4Ls69FvWiEeYxoPFiTMWN0RdbXJTbHY7/4yErjVX6s290q5BepwJ1vxC/6r6XJot20HOa%0an26boCroh6rXP9XAi7hzbonLq4qM9qszAKx7ItkuTVL9Rzzwq5GDm4uqWo0xtf6wEi8TZhP%0aREk1uAe/CsUIMkXOQkYPGpLrXayWfbxJTbtN52HLNC1wE4leoepgPWOFd+hsWz8rL9Wh0pF%0aDkTHhaXlmgWufLYHDAfIchhSHTFIlPVqkSZUBqUwLxBS2c2qp87cMrvoiHYUU8fIv78c7u7%0aNcXKtIjftyVgsTNaq/Y8eNs4t3b4AM/+Ey+973OfV2NuIAESIAESIAES8DsBbzXj91OUrQ7%0aX6kJHSLCdd3BpkS/8Qa3X3iCqjvFOv73xM0nRUpBOQ4UceKJRhvGVvk/I/zZ+IauOrdf68H%0a0FMfrweMOjfVf765yHmfd/V++yNax8+4WW1Axk+2TrN3JLm8vN/WBw84ImqGJgUj28mszav%0a9BVqx0zFhmZGXKeqVKDEJhsu0kXvnIms9bXBa+wkiwMIU9Y6AsJ0U5DlR6sSpufOcN2PNt9%0atu07txwKux/5A42i6tqPAfOKePi9B3QFX/WWowpOTM3sWv0Io3nsnquN976wce9I2H3/yx+%0alV9c2xsOOuvlfTZ8rWCE3JTVdDmm8/+iL+ud776ihv3Xnfjlw+JjJDci3MXeSAAmQAAmQAA%0amUGoGgxMREhMz61RISEiQmxr9l8W6e+2e/XmNpdIYVWI+nnjIr1xbUP+LtT6ggTdHwFISFo%0aDRjft7lgvor6f4PB/3Dqwsw97Xdq6GPDVi8Cot8OQ1iHivRQugjWRj/WasWpsmioZH2o9vr%0ab0dWmSpENkRn40l16WucT5voZmZ2A40RJ48BVQ1dzTY/Q5IsBDv4O22xrkXQR0t3Yn0ET8N%0asRJiGBzUsocgvCU/Pa8LnnXsPyqTv55iKONeNvVAqV/LNz9exntsytRY+knad5Swh2BOTUl%0aAESlewreczwdbZzymtg795x14zeEONfF8r5Trb8z0JkAAJkAAJkEDRCMTGxkpUVMHr3tCDX%0azSu+bY+lnIy3/3OnYght4bk3Dj9KU/mKe5xbxDP8OAX1frWcQ8XQdKxp1XWECb8FGQId/IU%0a9zimn5bszMuQAB2IhtVlH737ar9cGhaocop7dNq4QZ0i9R1dLcrMJBTpIDYmARIgARIgARL%0awOwFvd6XfT8EOSYAESIAESIAESIAESIAEzhQBCvwzRZrnIQESIAESIAESIAESIIEzQIAC/w%0axA5ilIgARIgARIgARIgARI4EwRoMA/U6TL4HmQ1Jpf1ZkyeEtn7ZLB0SYJn7WL4IlJgARIg%0aARIgAQqBIEyI/BticQK8VTO8E3mxbZjjTaCkpy0khMAR/CkkQAJkAAJkAAJkEBpEygzAv/K%0aFiPpAS2FbwO8ymDry0Y1vVAmbp9mFuaiJ98XoYK3gRsWNgNH8KSRAAmQAAmQAAmQQGkTKDN%0a18AECtcon7pjmtYJpaUMqr/3Dcw9xn1+JSNSAn7r7F1l/YkvAr54biM8JAyh47iHuA7XcZi%0aBy4zWRAAmQAAmQAAl4EyhsHfwyJfC9b5NbSIAESIAESIAESIAESKBiECiswC8zIToV47HxL%0akmABEiABEiABEiABEigZAQo8EvGj0eTAAmQAAmQAAmQAAmQQEARoMAPqMfBiyEBEiABEiAB%0aEiABEiCBkhGgwC8ZPx5NAiRAAiRAAiRAAiRAAgFFgAI/oB4HL4YESIAESIAESIAESIAESka%0aAAr9k/Hg0CZAACZAACZAACZAACQQUAQr8gHocvBgSIAESIAESIAESIAESKBkBCvyS8ePRJE%0aACJEACJEACJEACJBBQBCjwA+px8GJIgARIgARIgARIgARIoGQEKPBLxo9HkwAJkAAJkAAJk%0aAAJkEBAEaDAD6jHwYshARIgARIgARIgARIggZIRoMAvGT8eTQIkQAIkQAIkQAIkQAIBRYAC%0aP6AeBy+GBEiABEiABEiABEiABEpGgAK/ZPx4NAmQAAmQAAmQAAmQAAkEFAEK/IB6HLwYEiA%0aBEiABEiABEiABEigZgVIR+EFBQZKVlVWyK+PRJEACJEACJEACJEACJEAChgC0NTR2YaxUBH%0a5wcLCkp6cX5vxsQwIkQAIkQAIkQAIkQAIkUAABaGto7MJY4VoVpidHm5CQEElOTnZs4VsSI%0aAESIAESIAESIAESIIHiEoC2hsYujJWKwA8LCzMe/KSkpMJcA9uQAAmQAAmQAAmQAAmQAAnk%0aQQCaGh58aOzCWGhhGhWnTUREhPHi42IiIyMlNDS00HFDxTkfjyEBEiABEiABEiABEiCB8kI%0aAMffQ0fDc4xXaurAWlJiYWKrZsGlpaZKRkSGZmZlMvC3sU2E7EiABEiABEiABEiCBCk0ACb%0aWIuUdYTmE99xZYqXnw7QlwQUW9KHssX0mABEiABEiABEiABEiABIpGoFRi8It2CWxNAiRAA%0aiRAAiRAAiRAAiTgLwIU+P4iyX5IgARIgARIgARIgARIIAAIUOAHwEPgJZAACZAACZAACZAA%0aCZCAvwhQ4PuLJPshARIgARIgARIgARIggQAgQIEfAA+Bl0ACJEACJEACJEACJEAC/iJAge8%0avkuyHBEiABEiABEiABEiABAKAAAV+ADwEXgIJkAAJkAAJkAAJkAAJ+IsABb6/SLIfEiABEi%0aABEiABEiABEggAAhT4AfAQeAkkQAIkQAIkQAIkQAIk4C8CFPj+Isl+SIAESIAESIAESIAES%0aCAACFDgB8BD4CWQAAmQAAmQAAmQAAmQgL8IhPqro7z6SUtLk4yMDMnMzJSsrKy8mnE7CZAA%0aCZAACZAACZAACZBADoGgoCAJDg6WkJAQCQsLKxKXUhP4EPMpKSkSGhoqVapUMa+4UBoJkAA%0aJkAAJkAAJkAAJkED+BKCl09PTJTk52fxERERIYbV0qQl8iPvIyEipVKlS/lfPvSRAAiRAAi%0aRAAiRAAiRAAm4EIObhucdPUlKSEfnQ1oWxUonBR1gOPPcU94V5BGxDAiRAAiRAAiRAAiRAA%0ankTgKaGtobGLoyVisBHzH1hRxiFuUi2IQESIAESIAESIAESIIGKTADaGhq7MFYqAh8JtRhl%0a0EiABEiABEiABEiABEiABEpOANoaGrswVioCH0kBhU0CKMxFsg0JkAAJkAAJkAAJkAAJVGQ%0aC0NaFrUhZKgK/IsPnvZMACZAACZAACZAACZDA2SRAgX826fPcJEACJEACJEACJEACJOBnAh%0aT4fgbK7kiABEiABEiABEiABEjgbBKgwD+b9HluEiABEiABEiABEiABEvAzAQp8PwNldyRAA%0aiRAAiRAAiRAAiRwNglQ4J9N+jw3CZAACZAACZAACZAACfiZAAW+n4GyOxIgARIgARIgARIg%0aARI4mwQo8M8mfZ6bBEiABEiABEiABEiABPxMgMvN+hkouys/BFLeekfSJk2WrKSk8nNTvBM%0aSIAESIIHiEdBFhkLatZXI55+T4Ab1i9cHjyKBM0SAAv8MgeZpyhaB9OUrJOW558vWRfNqSY%0aAESIAESpVA+u7dkhwWJpX/91apnoedk0BJCTBEp6QEeXy5JJC5bXu5vC/eFAmQAAmQQMkIZ%0aG7bVrIOeDQJnAECAe3BT09Pl4yMDMnMzDwDKHgKEsglkJGSkvuB70iABEiABEggh0BmRqYk%0aMXST34ciEAgODpaQkBAJDT1zsvvMnakIILKysiQ1NZXCvgjM2LR0CQQNv0hCHvlj6Z6EvZM%0aACZAACQQcgaxduyXjlj8E3HXxgsoOATiq8QOndXh4uARpPkdpW0AKfIr70n7s7L+oBIKqRE%0alQ06ZFPYztSYAESIAEyjqBZM7olvVHGCjXD5EPjRsREVHqlxRwMfgIy2FITqk/d56ABEiAB%0aEiABEiABEjgDBOAxoXWLW0LOIGP6QsaCZAACZAACZAACZAACZRHAmdC6wacwKf3vjx+lXlP%0aJEACJEACJEACJEACIHAmtG7ACXw+ehIgARIgARIgARIgARIggeIToMAvPjseSQIkQAIkQAI%0akQAIkQAIBR4ACP+AeCS+IBEiABEiABEiABEiABIpPgAK/+Ox4JAmQAAmQAAmQAAmQAAkEHA%0aEK/IB7JLwgEiABEiABEiABEiABEig+AQr84rPjkSRAAiRAAiRAAiRAAiQQcAQo8APukfCCS%0aIAESIAESIAESIAESKD4BCjwi8+OR5IACZAACZAACZAACZBAwBGgwA+4R8ILIgESIAESIAES%0aIAESIIHiE6DALz47HkkCJEACJEACJEACJEACAUeAAj/gHgkviARIgARIgARIgARIgASKT4A%0aCv/jseCQJkAAJkAAJkAAJkAAJBBwBCvyAeyS8IBIgARIgARIgARIgARIoPgEK/OKz45EkQA%0aIkQAIkQAIkQAIkEHAEKPAD7pHwgkiABEiABEiABEiABEig+AQo8IvPjkeSQKkQSE1NkxOn4%0al19Hzl2UjIyMl2fS+vN6fjE0uo6z37jEpJk78GjXvtxv1t37pesrCyvfYXdkJqWLgePHC9s%0ac1e7NZt2SnJKquuz5xtcU3H69eyHn7MJnDgVJ/H6PfBl2JeXZWRkSHp6Rl678+zz+Mk4OXb%0aidJ7Hee5ISk6VU6cTPDfn+/nQ0RNe509KTpEdew7me5yvnfi+HUmONbuSMpJlX+IBX818bt%0auTsF+SM1Lc9h1LOSGHk73/5pyNjqeclE2ntjk3mffpmemy4tiaIv1d4nxFuWavk3IDCZBAs%0aQiEFusoHkQCJFBqBGb/tkYSE5NlzPBz5ZAK1I++/kUeuOUyCQkJz/OcO/ceKrTobFQvRpo0%0arOPWV5yK+/98+J3cf/NoqValsqxev10O+BDHNaOrSN8e7V3HHo49IUdiT7k+F/SmTky01I2%0ap4Wq2cPl6SVMh3rh+bdc2vFm+dousWLNVWjdv6Lbdfvj+l9+kdq3q0rd7O7vJ6/WoDoy+mj%0a5fHrx1jNu+xKQUmTB5poy9qL/Uq1PTbR8+rIXAV1F3Tre2XvuwAYOSj/WZXHnpIGnWqK6cP%0aB0vO/ce9tk2pmY1173t3n9Elq7e5NYO91Bfr2Hd5l1u2+2HcSPOs2+L/Tpz/kqpFBkh5/Xu%0aaPr4feMOSVIGeVmlShHStX0LSUlJky06yCqqtWrWQM8XLpmZWfK/z3+QG8cPNZ/z6ueneSu%0aluXLs4/EsIcTf+nSaPHzbOHP8NzMWSJ9u7aRB3VoSFBQkC1dsMAOxYQN6ymEV1HVr536vMA%0aDDM/rT7eP17yZYYo+f1kFz9mAB9w/R3K1DS3NJuNZGHt8/57WuXLdV1m/ZLbdfc7Fzc77vV%0a2/YLolJyTJ2eO7zm/vbWknRwXuLJvXzPdZz57Jjq+X9bV/IO31flnmHf5Olx1bJU50f8mzm%0a9TlLsuTJ1S/J/3V7VJpE5f4dTdo9VaqFVZVrm4/1OsZu+HbvD5KSkSrtolvZTeZ1xoHZ8tP%0aBOdKzVhe37fZDamaqpGam2Y/mdXvcLnlv2+fyz55/Nc/NuTM8OEzCg/P+/5qzLd+TAAkUjQ%0aAFftF4sTUJlCoBeBZXrt0qd10/0pxnxrwVkpaeLm98/L3XeZuqSB9/8QCzHaLV6fX3apyzY%0ac+BIwKPpKfAX7J6s7RqWt+IezStXDlSqleLcutm2e9bBOLNaRu27JHNO/dJQxVdBdn+w8ek%0abfNGLoGP64AQSlUhuWqdegtVtMEG9uksy9dsMYOcv732aXa3OfvuvXGU1KxeVfr37GAEHET%0aU+f27Zbcp5O/KKmDP7aXHf/OL4Ve5UqQs+32z62h4/heuWC8YvFiD4LXMMAAaPqiXTPl5kd%0ax93UhJ0MHYtl3eXlUMMJqqcLWDl1M6EEDbC87rbrrdo4J/qx7XqU0zad+qsdk2b+k6adeik%0adSJqW5PXeLXc7q2NfeKGZoRg3vJSZ0dcs7WbN6xT+roQKOGDt5gVfX+YJjFWL9ll3lf0K8d%0aOsCsX7umEeIN69XKEfRZhmFmZqbxtK/SQWPPzq0lODj7Ods+cZ6IiDD70fW6VJ9Jh9ZNXYO%0aDE6cSBM/mHR003HL5MFe7U3EJ8s1PC+UufRbW8Dw7t2tuxD22HTgcKxu37zW7jx47ZV5Xrs%0a/2UNepWd0l8GfMWS4J+p1yGq4PA4bJP8z3EqhVq1QSDDBgc5esld9WbjTvcc8YuG7dmfu9g%0aLgPDQ2RTTnXgYHyIP2uF2TT9/8iwxsOMc3mHflNokIry/T9s7wOqxkeLf1q93Jt35dwUMVz%0amJu4x85Vx9fJfe1ucbXzfBOfliCzDi2QpPRkmXlwnv5dZre4suko+VEF/unUOBkzJ+f4nH1%0avnvN3qV+pjkzcNVWPmStVw7K/S7bvsOBQeWzV8/ajeY1Li5eh9QfJ9S3Gu23nBxIgAf8QoM%0aD3D0f2QgIlJoCwFHimWzVrqOK6ivyyYJX5t/XBW8ZIuoYjQPzD2wubv2y9RIbniqKObZoKf%0agoyCBhPgxBZoYMKeKTh2YQQaaOec/xYW7xio2SoaLnw3GxxarfjtVXTBnJhjmh1bvd8j/tx%0a2vRfl0j7lk1k9LB+Mnvx7yak4dIL+8qSVZskumqU8dzC6/rhVz8LhH1kRK6nr1aNanKTirz%0aPv/tVuqiQ+1m91BDPToMYjE9Mkne/+NFsvvay8wXiHgbBXkUHMVt27DeDBSved+87LBCMno%0aOGKlGVzHHgEKke3+4dW8rBo8flmHqZG+qMyOWXZA+0TKOcX3P0nhI8POUY1Ow7EGta2DARe%0aPk378gWn7iHVB3QYbBWTwWzPyxaB2q3XHGRspot+w/FyqC+ud5XCNe1OnuA64eX32k47qpR%0ag52b8nz/3wnfydAB3V1C2bMhPO5rN+803+HhOshwGgR0ZHjus8U+hKlhFumGcRd6heHg+7Z%0ah6x5XF/Cud27b3PUZjNdthsd9hBmkhIeFShd93viB/bpotfmeX+Dju7xJnwMGXHawYztt1z%0aJ7AGY/4/XYydPm+2MF/sBzOsl5vbJnSWw7DM5femuSPHrXFRIW6v7PredAxx7jfN2bcEA2n%0a94uj3S8R44mHxN4w/uriN8et9PZTPYnHpbq4dVcAv/znd/KmpMbJFP/e2XDW6btfW1vNaE5%0aCPf5Yf+v2eI9p5c6EbXkuhyh/fbWj6VvTE+5v92tgn5Opp6Su9veJN/vmym1I2rKB/3+JYe%0aSjshfVr8ob5zzglQJdXcEjGw0VK7QwQAsIytTXt34jlzVdLQ0jnJ3DmAmAbMENBIggdIh4P%0a5/nNI5B3slARIogACE9TczFmo8eqyKlWYmVheevtuuGm6E7QH1fk+btdSE6qAreCGHD8r2H%0aNquv5g6Ry5Tsewp1Oz+vF5XqRe9Uf0YE26yUj3pEGI3jhvqao7wkZnzV8hoDWnx5Wm1DTFA%0agaDxtDD1WoaEhLhtxiACAnzkBX3MdoTaLFbvZ+zxU3JSBfawgT2NpxdCHp7YXRoC0y7Hy20%0a7ggi7+/pLjVcVwgqDIKchLGPe0rVywbnZHv4Ix4AI7VqqUMQPDIIfceCzFq6Wy3VWpHGD2s%0abLjTjvGtFVTRv8Oq4DjqjUbCEML35RLVjDRSIjswdmYSo8rWGAM6RfV1fI0T79HpzUuO+WO%0aqviD4vSwcwfrh7h1dUPs5dKVR28HD8ZrwO4U9KkgXvolj0A309Pg2gvrCFM5opLBpqQnXp1%0aarjCY3A8YtMxaHLaag2jad64ngnHma+zGs4YfQyuMCC1x2Bf3+65YWOr1DOP70pMzWiZNG2%0ae+W7P0bA3azafBbNWMAwAEMpjDWIefw8F2S4dDGKAaA08Pp3yi86Q5MbrI0wG9vZn03Wwns%0aurenSU29+Y7cP5imM/3P6lEfTw2r+79TO5uOEFckOLy00zxLbXUK99cFCw/H3d69K3dg/X4%0aRD37au1lhENzjfbXtv4rtzd5ib5avf3ZhDQrUbuQGR/4kFZcXytEfiJ6UkmZv+uNjea4y5V%0asf7dvp9MDP1RHRjc3PIqCdHzNaxcTwbV6SvrTm4ygwF74k7V28mS2JUaUvS52XQg6bCJ5cf%0asgqelaTx/r1pdPTfzMwmQgJ8I5P4L46cO2Q0JkEDRCew/dExF1mkzZY/YY4gbxC5D2EK4Ii%0azFGrz8Y1RsQ7Q5bfvuA9q2aMm4CHFZtHyDEbgQUss0NOYq9eTDEJcPYbRx2x7ppWEev6r4h%0adfbimLnufEeses/zl0uURryYg3hDkPVu9+rSxu7ybxCbF8zeohrGwYlCJX5dMqv0lvbfqsh%0aFxBtfTQO/iIV+06zswx2Gzz78MAfiT3pFtqCc4TqwMIZ8wwP/VINNYKB38VDepv38PpOnDb%0aXeGAh7mFTZ/6mOQANTNy32eDxC7MLC3QmxdMGq1CHaPZlwSoC7UDD6dENDg7WsKGOZgane8%0adWKjrDBMnV/jAMpKxBzFrDYA4efMyWxCUk6rmX6CBguJk9sm3wihmVnzRUDCLdGkTyJeefY%0a0Ju7LaCXjELMk4HT5hJQHgZBk7w3sfFJZoQIXs8BD9mSrq2by6zF/0uGIDeroOTiSrWYft0%0aFgJ/DwhvwuxTh9ZNZMfeg2bQgBkQhMkgtGfqzMXm/sZqLgvClBCKhBAzfH82b99nZrywDRy%0asNW9UzwyoEX61Z/9Ru9nrtbX2g3Aj5GBYw7nHXHSu/WhekQSM2Y0bxl5ownOcO9He82/YuX%0a/avl9kpQrvSxpeaDz3y4/9Lm/3fcnV5L5lT8h/ez9vQnZ2xu8xHnfXTn3TpUYH6V6zk9n02%0aqZ3ZXv8LvXqb5Q3z3nRHGPbrjmxUYV69mCncmglebLzg3aXVAmLkmiN1392zatmsIB+RjUa%0aJiMbDpVbWl3tamffIEynR83ssKP5R5YIwnAeaHeb3S3TNNwIwxzcE6yBDhRoJEACpUMg9//%0a2pdM/eyUBEigEAXgM4a23YgPeQPxDOF09rDeMvUA947neaYiCH+csc8XfO7tfvHKDCkh3b6%0ahzP8QRBg+5FqQx8dVNWMg2HSAg/KFW9WomPGiJJoQifhzJhQgZ6qGe0680DhmCaki/bl6x1%0aOgTseSXDevv6h4iuSBDLDrCJuDR/sNVI4zoQQLkdyrQMLhA+I+NY0dfqFCCsB04RzH4efqB%0aa41ogyjrptcIMZeXVataWdq0aGgGLyvWqrDLEfgTtL9EFZYQvPD6QnyhLZI6TQiJIzzI9h2%0avbTZu26shL7lx1LMWrDZeeF8CHx5lDB72HMgVjmDpNIQH+ZoFcbYpynvkZvxnwhRzCJJmES%0aqCAdHvG3aY2Y1LL+hrXuG13rHnkHz5/Vy57crhXmK0W4cWMmpoP9epv/1pket9Ud5A2Pfo1%0aEq/59vNzApmKqqr0LehU+gLArxWjaqSouIdXnJ872yIFPZjABwXn6Te830mZC1WQ9fswAWz%0aRRiAIjZ+0YpdOgjp7bqXfVqtaf6ydTJ8YC+ZpuFhXfWe8P1qqzkP1hAuBkNsfEpq7sDI7re%0avkZozgL8JOwOF7fj+IbQK3x1436tUrmTuBfs+04Er/qYxoIZhMIsZKISN+bLdCfvki13fqk%0ajPnplI0eTVGzSEJjQo1PTtnA1AYuu/ej0rEOf5GcJhrm+e3YezHcJ49NK8bMOpLfLZzm8kQ%0apNg/9HjaRMCdH698+S/m9+XxUdXmJkEzyTceirw8YM4fnj+kXCLQUqrqs1lrQ4ucJonOj/A%0axFov2txAAv4nQIHvf6bskQSKRcAzjAWe+t5d25hqMdt3H3T9IzzwnM7y5iffm8ROz6TXtLQ%0aM/UfUvYqF82IgsPBjDcLqavWkIx58g8YyW686wh6uH3OBK7EU7VFxBrHcGFzAy5qf99H2n9%0acrRBxCkBbq7AFELTydCEeZoTMA1iDakBSMSjjRKraRWAshijyEv9xzlfHevvjmRNMc4gkVZ%0a96fOENQJQiVVnwZvMb4OaqhQEbg5zQaOqCHZOo14ZyI/Y5Vz/J1Y843IUOoYnTPDZe65QDY%0aviH0MAiwhkopvgwVZVAO1DO2GxwgWK1hMIFZB38Znu9jd11puvv7W9msFmn1GXjlMUNkBSc%0aaDFMG7ym/mQtWajJu9syGv67D2c/Q83q4BocQ3Y3quz8riN/r9LuHEKvN+h3p7xHXjlAmJO%0aA2Oq5hVPrd6aczPcgXgIXrrA1EOgbKDerWNJ58MMWswUUq7Nu1aqKx8Ll88X1y/j3YwRUGF%0aFWyu3Reutt729bOxFixju8sZkPwnUGbF17/Uu687hITg48E4eE6I4Xk6/xsn4bN3NrqGjmc%0adFQSM5KkQ3Qb8/PG5g+lRZWmMqJh7sBgwvaJ0lIF9CUavuO0nw/OkdUncmaYdDCMPkKCQuS%0aepY/Lwx3uMJ/RPlPj5IN1Owzfx980xAZVdI4mH1eBnmpmAWzIDdpUComUjae2yj82vCkxGp%0aN/WePh0idGn6mG7iDE51RanCTpNSMOf4vmD/xyaL6ZOageVk2OphzTijpfSK+aXcwMQ2SIe%0a94H+qeRAAn4hwAFvn84shcS8DuB9ipGkBg4a+EqEzrTUcMOYKjEMerCfl4x59iHCjS+vMfY%0al5chzhweWYRcIHwEZR97dmltvNmHHJVk7PEIJSmJuEc/CIlBeAvCHBCKgVAJiGBPAwPMCqA%0a2/TytUoISm85wJWd7xOtDxKESjQ0zcu7P7z0GShi0/DR3hUmexfHgPOXnxaZKijPBN79+8t%0a6XZarXYD/CqNZojDk82TCEmcAwyMHsBGYO8FoahjAmzMxA3IOjU+DjfsePGGAGSf17dHCJZ%0an9fh00uRR4GhDi+s56G78LUXxYbD3mohgad1jAea/i+wvOOZ4b7+eqHefq8B7u8/BgYINzs%0ahnEXmLUUMNi7QCstoczmxUPO0RmqqipGs13Wndo2s92atSZeVDHuNHwjrXPbfjvtZ9vu8Xu%0avkiy93k+//dVuMoM2JHfbe0XJToQ1oZwn8jysYRCJQYmn9Y/pZTz+SHK1hoTVFcfXuGLw7f%0aYL6w+Uj3d85SXwo1VQ14l0zyWI0FK7iOF/af0b8mrPZ6RWRA0j8BFXD4tLT5Cv90yTixoMk%0acF1+5uSnBgAeBqScPvV7ilzDy+WSRrX36xKE1NFB3X3P9k5Wb390QJBj/M/0ekBWXR0mYxp%0afLEZMCzTUCNU6Xl322daOvMZLdlZxbN7fiYBEvADAQp8P0BkFyTgLwKIHUZSKUos1tO63gh%0aBgfC778bRLlENAQN94um9L8o1oEoJhAU8dl//uNDEYCP+ftqsJSruddZAK7sgsReGMAp4lZ%0aEcCauhoQl5GcJtIKSs7Tt4zHhS7Wf7Cs+yTfpEGEblyNy4fdvGviKkBSE7tm653e7rFWEX4%0aFcUQ0lDxJhjRuG8Xp2MBxgzAmBRp1a09tesKN35bIsYe8TWY6CCKjYIL7nIkaTbQ/ehjKhJ%0akFYlCfGN+uz+NpTfRGKyzQPw7B8VfVC1yTOZ+qAKU5SBtIYSok1ychXstoJeMahDuUqbw4G%0awLIh8JMz26ORePhPsEYaDfInvdJDlTKJF3fy2LRprknaaDkIq6/eihZYBnWXi9HENn347y3%0ajOP/56llY4yq6Zv10XmEJoGrgjaVy/9uaZ22tG5Ry0ffrB6+wm84pZjzuvvcSE46AUKpKh7%0affW2RB/R57VgZz783rvTLR2tsH3z9PWnshOnPUsQQnPPGLdUR3HKejhVbcx+O+pmLY2sG5f%0a41F/ffMH8tcuf5T0rHTj2cd+iO1XtF49DAm0+YlvePERsoMfa3Hp8a74ersN4UZf7vrOePs%0ara7IwvPaD6vaTgXX6mJmAPjHelbnssXwlARIoPgEK/OKz45Ek4FcC8PBhYR+UBlyvZf6SNL%0aQASaAoxYiwCoSRwOBhn6rhOwgByEuoFXRh//5wiomtR4IlxDY8tggbQDy+FRcYbMAgtpA4O%0a6R//hUvWqpHFd5np0GUI/Y8P4N3E2ES9rzOthBOWCAKcfaFNes1haB0uV/zORghMpgZGNy3%0aq0tUo7oMFg9DaEV+hpjrZ22t/vwa6j7E9yM0CIbyna9/NNWEBCHH4Xxl+4kK0146o4EFnBA%0ayhbKlpWEFfWc8xb2va8DMSl5hUJ7t8RwQUrNUq9Z00dkaCHwMHhEihfySBbrYGWLjnTXh8Z%0a1EgjW+kxjo4ruxQb32iG/HIAH1/HEMzC6GhhkI2LCBPUyJUTvTg+drS5JiP+rhY1Gs6vrdt%0axYe7v1PIf7OMJOAWPu8DPvxfcP1gcfaTZrIumlHXs1d21Epy5btdG0s4A0SVFFFx5f1U486%0aklrHNcn/+2qPvb31taZUJrzzqGaDevme9vTv/zBhPAi98TQchxj9bwa977YLNfax2q61E1p%0aic9vpnebjB1oRqLl6+p2DEMT3U+BbWnwlAf8S8P6/mn/7Z28kQAKFJAAPMgQ3Fh1aL7tdRy%0aFpFUml/XRhHLSBcGmsSbkI3UHIQVEN3nuILhvKYxMFIZ6wmBVmDRDvXlRDf7bPoh6LPACbK%0aOk8FhVg/p4TZ+/cjvdGLOsAANV+7OJM2I7cBcxyHD1+0uUtxnZPQyLkz1r+85i2xflhp7Q0%0aJQZP8CyDAxJPnUmYzj4Q6//Evd6VRKzQdLbF+8PHTggqHW3SxFzEmWMgB2G4VVeLxTmbN67%0arCldBFaGPv54pN40fZkKFMMuAMCrEjBdmvQPPc0OsYgCJ3IqihhvhWsHAKcA9+/f1GTMzMO%0aRF4Jrh+cZ3F5WMkKyNQQ2qH12sg0KUkWyv92YX+HKuq4BqQvhuwhAadvWoIV6DQSvy0cYOT%0aDH4Am+sFmxXyUXSMQYGiLHHue26EjjO05Af0kEHMvnZR/qMRuhMjF0RGWVUEZNvz+frWOQ/%0aYNBeFNsVv1fw071GJ5+HnaPe+je3THAT+FvjdpjwG3NAlvthWD0WsfOwlAwtU6px9b4MFXV%0a8xckn6zHXLLjb65DbW+fOgCw6ulzDfabL890fkweWPSXPdvmTib9vV62VDGswSMfe3rMUXh%0a1yAwmQQLEJUOAXGx0PJAH/EsDqrYhJN6b/9iEmHAZv5t26si3E4BYVg51ULKEG+xuaaAsPu%0afWkVtOsQIhFLPykTX0aPI4IxcEgAmEjSALEokEocQmvKjyzuAZUXLGGBa4gdp3b4PHE9cAg%0atBH2UJChXT31lPsyxFKHhWV7YJ37kTTsy5Cc+fl3c6SLhme8P+knGXl+HxOCgVKOyBGAkEN%0a/8Mz7MgwKIOYxEEAZRbCGR3mhepNRhQdhNBCWn2jox+ihfbXyTiOvbnD/eYl5NMaCVTbWGw%0aIdiy8hiRliHs8hRPlDsGZoGBDKnjrLeaLcIp6l7R8DHYjVw8qpqAIfHuwPlBGE72dTZms1n%0aL6mvCOuHwnHnot6ed5oYUKU8B3xNKz4e17vjiYJ2VbBQfnLX3RgigGkHUTCQ451DFCF5jat%0aopSu3DZpKM0OTSxHaA2SYm1bhKthIIi8hW7tWxoBa3MYwAqcUM4VFaEwSIPwtwmtmEH5avo%0a8aa0LySH2HtWSUAYV9+8c9GAAjIXTUCHpDp1dsYavO74nGCjZkqGYGbD1+G07hFYhtCsvK0%0a7oVWhwiPxBxbP9m0PfmN2y1rpac2ka1chUrbHe+KWxq0wNetNWB7N52ba4XRo+4/vvBOE18%0aLJ7Gqr6+LJ4jeGfe/g3+VUTa6PDok38vQ3zqVuptoYEPWxi77E67wAN0UGojtOj76tPbiMB%0aEigeAQr84nHjUSTgdwIQ3TbpD95hJJUiuTA4JFtIQ2BDJEPMwmN9nZbYQ/iCtQG6kuZsjWu%0aGBzs/q60hM9ZDCoGLlUARH45ERYgkCP2X3p7k1QUWorKGOG7Ea8PgHd6hQqwgQ7u8BD7CgH%0aLGC27dODSMazsGJZN/RMJkb8MLi2NBNGOhL8yAYPABYW3FEIQQElvR3tYtxzbwQkUWeFQRW%0aw0xCK+69eqC7RW6wiv6vfXKi4wn2HUR+byZqeIQ4nLD1t2ClXlhSCLG84WIRxnKWfqcUAkJ%0aQh8DOORDhIb8bq4Znk1U9MGgAM8Dx0CAIpQHdeGLal8rKyuo8byn/LzQDBRQDhWDIJwP4TP%0a2nBjMYYDh/G75OidWRU7ROHgIbMwMwFPuNIRmOVeLXaZhOgtXrNdBzmCvmRVcH76HmHWBYc%0aCJHBMk4NpQG+Qv4FnkZVePGmyeLwQ0KirZgS88+RMmz9TE5eMyoHcnMwBEHwi/QlI1QqUwK%0a4DSnNN/XWqeFULGsN85I4X+TuvAELMNeGZIUMZz8QzhwXVu0jr7eRlyB+yAJa82ntsbVW4g%0a+EF1nWm6oixCXzADZePx8Qwfan+722HXNh/nisFHFZzQ4Nx/7rEAFbah6s32uN2mzKbbwTk%0af3trykfl+eO7DuT0NYTuPrXxemkQ11EW1btbKPk1Nk3QNAbKGUp6oi49FuiDy/2/ta+bcqO%0a5DIwES8C+BoMTERO+/1BKeIyEhQWJiYorVS1JSUrGO40Ek4E8CGZMmS+bjT7i6DB4/VkJee%0atH1+Uy8gecV4sQaYn0hMgqKoYYwzM/gufeXZV9flvEEF9QnFoZCULxnqUhUPIHgsV5RZz/w%0aliL/AGLcaUh49Ewyxn1DgCH8CMI5SwWH839u9WvXdHnEnX1h4AHzFGq2DTz5EOcwJGkiMdJ%0a9LQHbMvsVFV4QUtJQB2l2sADPM+7fUwSjhCPaYkCAe8U9QGhbw/EQkRCTSDYd2KeLSQa1+w%0avzisRn1N+3Ax4cg+sBK5wfgx3nObG/oX7PCvqegAXWAsDArGnDui4hjuN9Gc6J81lvvmcb7%0aLczFp77SvIZ34XfN24XVKHyVbEGg1Oss4DnioTfFk3q5fl9xswQBgp4RKju00iPc35vEX6E%0aNSs8v5vO68d3F0nrzTQkqyBD7XjEyNvFoyDIFxxdakR322otjZguqA9f+zOyMgQLXMF10C6%0a6tc8wnMm7p5kwHufAwPYF0T5l7wwZ33Sk3WReUffeziDYHRD+3+790SyOhSo+ZdGyNmvo4s%0aWX5l5669YSNmNa7me+I4FiEKhUqVIxjhKJjY2VqKjcHKK8OqHAz4sMt1doAoEg8Cv0A+DNu%0axFAaAiSHQuTAOt2ID+QAAmUmAAFfokRsgMfBEpb4OfO2fk4OTeRAAmQAAmcfQKmfObZvwxe%0aAQmQAAmQQBkh4L+5+jJyw7xMEiABEiABEiABEiABEijPBCjwy/PT5b2RAAmQAAmQAAmQAAl%0aUOAIU+BXukfOGSYAESIAESIAESIAEyjMBCvzy/HR5byRAAiRAAiRAAiRAAhWOAAV+hXvkvG%0aESIAESIAESIAESIIHyTIACvzw/Xd4bCZAACZAACZAACZBAhSNAgV/hHjlvmARIgARIgARIg%0aARIoDwToMAvz0+X90YCJEACJEACJEACJFDhCFDgV7hHzhsmARIgARIgARIgARIozwQo8Mvz%0a0+W9kQAJkAAJkAAJkAAJVDgCFPgV7pHzhkmABEiABEiABEiABMozAQr88vx0eW8kQAIkQAI%0akQAIkQAIVjgAFfoV75LxhEiABEiABEiABEiCB8kyAAr88P13eGwmQAAmQAAmQAAmQQIUjQI%0aFf4R45b5gESIAESIAESIAESKA8Ewg4gR8cFHCXVJ6fP++NBEiABEiABEiABEjgDBI4E1o34%0aNR0SGjIGUTMU5EACZAACZAACZAACZDAmSNwJrRuwAn80NBQORMjmzP3GHkmEiABEiABEiAB%0aEiABEhCjcaF1S9sCTuDjhsMjwinyS/vJs38SIAESIAESIAESIIEzRgAObGjcM2GlP4Qoxl0%0aEBQVJRGSEpKenS0Z6hmRmZRajFx5CAiRAAiRAAiRAAiRAAmeXAIQ9wnLOhOfe3mlACnzXxe%0akUxpmEYc/LVxJIDQ+XZAeGkJAQqVSpkmML35IACZAACVQEAhkR6nB03GhwcDD/PXDw4NvAJ%0aBCQITqBiYpXRQIkQAIkQAIkQAIkQAKBT4ACP/CfEa+QBEiABEiABEiABEiABApNgAK/0KjY%0akARIgARIgARIgARIgAQCnwAFfuA/I14hCZAACZAACZAACZAACRSaQEAn2Rb6LtiQBEqZQMb%0aqNZL8t/8r5bOwexIgARIggUAjkHX8RKBdEq+HBAokQIFfICI2IAGRzM2bJVV/aCRAAiRAAi%0aRAAiQQ6AQYohPoT4jXd1YIBGlZNBoJkAAJkAAJeBHgvw9eSLgh8AhQ4AfeM+EVBQCBkPP6i%0a0RHB8CV8BJIgARIgAQCiUDYJSMC6XJ4LSTgkwBDdHxi4caKTiC4Th2pMnOGpM/8RbKSkio6%0aDt4/CZAACZBAUJCEtGsroUMGkwUJBDyBoMTExCx/X2VCQoLExMT4u1v2RwIkQAIkQAIkQAI%0akQAIVlkBsbKxERUUVeP8M0SkQERuQAAmQAAmQAAmQAAmQQNkhQIFfdp4Vr5QESIAESIAESI%0aAESIAECiRAgV8gIjYgARIgARIgARIgARIggbJDoNSSbBEjRCMBEiABEiABEiABEiABEjizB%0aEpN4DPJ9sw+SJ6NBEiABEiABEiABEigfBMorAOdITrl+3vAuyMBEiABEiABEiABEqhgBCjw%0aK9gD5+2SAAmQAAmQAAmQAAmUbwIU+OX7+fLuSIAESIAESIAESIAEKhgBCvwK9sB5uyRAAiR%0aAAiRAAiRAAuWbAAV++X6+vDsSIAESIAESIAESIIEKRoACv4I9cN4uCZAACZAACZAACZBA+S%0aZAgV++ny/vjgRIgARIgARIgARIoIIRoMCvYA+ct0sCJEACJEACJEACJFC+CVDgl+/ny7sjA%0aRIgARIgARIgARKoYAQo8CvYA+ftkgAJkAAJkAAJkAAJlG8C/w+IOzWPzxknSgAAAABJRU5E%0arkJggg=="/>
          <p:cNvSpPr>
            <a:spLocks noChangeAspect="1" noChangeArrowheads="1"/>
          </p:cNvSpPr>
          <p:nvPr/>
        </p:nvSpPr>
        <p:spPr bwMode="auto">
          <a:xfrm>
            <a:off x="1090435" y="2372681"/>
            <a:ext cx="174324" cy="174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30" name="Picture 6" descr="C:\Users\dongshuang03\Documents\Baidu\Baidu Hi\DS_1207\My Images\60\60F8ACA79C79DC767ACAF2295D553AE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195" y="1877198"/>
            <a:ext cx="2047331" cy="1559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7" descr="data:image/jpg;base64,/9j/4AAQSkZJRgABAQEAYABgAAD/2wBDAAMCAgMCAgMDAwMEAwMEBQgFBQQEBQoHBwYIDAoM%0aDAsKCwsNDhIQDQ4RDgsLEBYQERMUFRUVDA8XGBYUGBIUFRT/2wBDAQMEBAUEBQkFBQkUDQs%0aNFBQUFBQUFBQUFBQUFBQUFBQUFBQUFBQUFBQUFBQUFBQUFBQUFBQUFBQUFBQUFBQUFBT/wA%0aARCAHmAn4DASIAAhEBAxEB/8QAHwAAAQUBAQEBAQEAAAAAAAAAAAECAwQFBgcICQoL/8QAt%0aRAAAgEDAwIEAwUFBAQAAAF9AQIDAAQRBRIhMUEGE1FhByJxFDKBkaEII0KxwRVS0fAkM2Jy%0aggkKFhcYGRolJicoKSo0NTY3ODk6Q0RFRkdISUpTVFVWV1hZWmNkZWZnaGlqc3R1dnd4eXq%0aDhIWGh4iJipKTlJWWl5iZmqKjpKWmp6ipqrKztLW2t7i5usLDxMXGx8jJytLT1NXW19jZ2u%0aHi4+Tl5ufo6erx8vP09fb3+Pn6/8QAHwEAAwEBAQEBAQEBAQAAAAAAAAECAwQFBgcICQoL/%0a8QAtREAAgECBAQDBAcFBAQAAQJ3AAECAxEEBSExBhJBUQdhcRMiMoEIFEKRobHBCSMzUvAV%0aYnLRChYkNOEl8RcYGRomJygpKjU2Nzg5OkNERUZHSElKU1RVVldYWVpjZGVmZ2hpanN0dXZ%0a3eHl6goOEhYaHiImKkpOUlZaXmJmaoqOkpaanqKmqsrO0tba3uLm6wsPExcbHyMnK0tPU1d%0abX2Nna4uPk5ebn6Onq8vP09fb3+Pn6/9oADAMBAAIRAxEAPwD9U6KKKACiisfxD4w0XwpbG%0a41fU7awi7GaQKT7AdSfpSbUVdsiU4wXNN2XmbFFeC+Jv2vfDel3Ai0jT7rWQD80xPkR49sg%0asfxAr2Lwj4mtfGXhuw1qzV0t7yPzFWQYZeSCD9CCKwp4ilVk4wldo4sPj8LiqkqdCopNb2N%0aiiiiug9AKKKKACiiigAooooAKKKKACiiigAooooAKKKKACiiqX767uZ1WdoI4WCfu1UljtD%0aZOQfUUAXaKqfYpv+f+4/75j/8AiKPsU3/P/cf98x//ABFMC3RVT7FN/wA/9x/3zH/8RR9im%0a/5/7j/vmP8A+IoAt0VU+xTf8/8Acf8AfMf/AMRR9im/5/7j/vmP/wCIoAt0VU+xTf8AP/cf%0a98x//EUfYpv+f+4/75j/APiKALdFVPsU3/P/AHH/AHzH/wDEUfYpv+f+4/75j/8AiKALdFV%0aPsU3/AD/3H/fMf/xFH2Kb/n/uP++Y/wD4igC3RVT7FN/z/wBx/wB8x/8AxFH2Kb/n/uP++Y%0a//AIigC3RVT7FN/wA/9x/3zH/8RR9im/5/7j/vmP8A+IoAt0VU+xTf8/8Acf8AfMf/AMRR9%0aim/5/7j/vmP/wCIoAt0VU+xTf8AP/cf98x//EUfYpv+f+4/75j/APiKALdFVPsU3/P/AHH/%0aAHzH/wDEUfYpv+f+4/75j/8AiKALdFVPsU3/AD/3H/fMf/xFH2Kb/n/uP++Y/wD4igC3RVT%0a7FN/z/wBx/wB8x/8AxFH2Kb/n/uP++Y//AIigC3RVT7FN/wA/9x/3zH/8RR9im/5/7j/vmP%0a8A+IoAt0VU+xTf8/8Acf8AfMf/AMRR9im/5/7j/vmP/wCIoAt0VU+xTf8AP/cf98x//EUfY%0apv+f+4/75j/APiKALdFVPsU3/P/AHH/AHzH/wDEUfYpv+f+4/75j/8AiKALdFVPsU3/AD/3%0aH/fMf/xFH2Kb/n/uP++Y/wD4igC3RVT7FN/z/wBx/wB8x/8AxFH2Kb/n/uP++Y//AIigC3R%0aVT7FN/wA/9x/3zH/8RR9im/5/7j/vmP8A+IoAt0VU+xTf8/8Acf8AfMf/AMRR9im/5/7j/v%0amP/wCIoAt0VU+xTf8AP/cf98x//EUfYpv+f+4/75j/APiKALdFVPsU3/P/AHH/AHzH/wDEU%0aWryrcTW8r+aUVXVyACQcjBxx/CaALdFFFIAooooAKKKKACiuc+IfiaXwd4M1PV4I1lnt0UR%0aq/3dzOqAn2BYH8K+a3+PHjhnJGtBATnaLSDA/NK462KhQajK9zx8bmlDAzVOom21fT/hz63%0aor5H/AOF7eOf+g5/5KQf/ABFH/C9vHP8A0HP/ACUg/wDiK5/7Rpdn/XzPP/1hwv8ALL7l/m%0afXFFFFeofUHl37SnjXUvAPwk1TVdIk8i+8yGFJu6BpAGI98ZH418ES+ODrdyZ9RuZ5bl/vS%0a3Dlyf8AgRr7Y/bJ/wCSF6p/1823/owV+eNfdZTw3gM9y9vEpqSk0mnZ7Lps/mj4rPMPHE1V%0aGbei7/0j0VWDqGU5BGQRX3v8AP8AkkHhv/ri/wD6MevgHw3az39laQ28UlxM4wscalmPPYC%0av0L+DOj3egfDHw/Y30JguooCXjbquXZgD+BFflGFw/wBVx1aindQbjf0lb9DyeGKbhjKvZK%0a1/mch471D4paX4huf7P8S+BdL0iVs2cWriZZ9gAzuIIBOc9PavNNO+L3xb1H4h6t4XXxJ8O%0a4106zium1JzL5EhkYgRqd2SwAJNSftIyaFF+0l8Nm8RaDceJNN/srUd1hbWn2l2b5MHZkdD%0azVv7b8If+iN6z/4Tv/2Ve8fpZ3nge9+Kuqa/atf+JPAup6PHIDeR6QszT7P9kkkA/WmeP/j%0alr3hnxprWi6R4YtdTttJtIrq5vLvVIrQAOrNgB+uAp6Vyf7O0mgy/Gvx8fDmgXHhrTf7Psc%0aWNzafZnDZfLbMnrxz7Vk/FrTPAes+NfibeeOI4ZNNtbWytoLqWOSRbW4aCQbyE6AZHJ4oAZ%0aofx2+JGp6nP41ttH0m78G3Wmh4rBvEFqoiZCS0yn7xyByD6cV6d8P8A4yeIPE0cmo6x4csN%0aL8Px2T3z39rq8N2wVV3D92nzcjP5V8jeHfBHgbTvh3BpT2vhrU5Fsmi/t2TS9U8x8g/vvl+%0aXIzn04r6G+Fngn4c6f8BNb13wRBaXMr6HdWdzqtssi/aHSJg/Dnjn2oA6Hwb4m+IHiHT9f1%0aHS9U0bUfD+rRJf+F9Z1EGIIHbJhliX5iFGcN15FMjg+PUzbY9e+Hrt6LDdE15JoEWi3nwx/%0aZts/EdzFb6HPaTi5FxdG3ibEK7dzBl7+9eiadpPgPQvjf4ETwNeWEhuLbUftqafqJuQQqw7%0aN43tjktj8aAOg+Gfxwuf+FU674n8f3Gn2c2jX91ZXElgrLFIYpCihFYklmIwB1JNeVeB/j/%0a8V4/Efio6p4bs5hJGms21lqmqxWQsNPcfIMFckjHzEngnGBXS/DG/t9N+FHi24n8K3HjJ4/%0aFl80GlW0SO7yi5Yq3zcLgjrXE+NNQ8SeOvG8V14+0TRZdGtUCxeHbDXLaFwQ5Pl3cjfM2MA%0a+WMLknOcUAaKftF/Eq6+IFnr1p4chbwhrDjQ9Isry/jt4prxMtJNvKkncwZEOQCB0ya+nPA%0aeqeI9X0Lz/FOiQaBqfmsv2S3uxcrs4w28AdeePavkvw7L4n0DxClp4M0vQpPC/mC6h8Ka7r%0alvdRxXAcbBZsuWjPzMQOR8oAr6w+HfijVfF/hqPUdZ8N3XhW9aR0OnXkqySKFOA2V4weo9q%0aGB09FFFIAooooAKqWX/Hzf/wDXYf8AotKt1Usv+Pm//wCuw/8ARaUwLdQPfW0cXmtcRLFu2%0a7y4C59M+tSTbfJk3btu052Z3Y9sc5+nNedmBhCkqpIpZp440kLyO5J6D5HAPUdQTzz3oSuJ%0aux6KjrIisrBlYZDA5BFJ5qeb5W9fM27tmeceuPSuI0rTXube7KvbwBREs6zRgbAMlshogM+%0a5B9zWbELV5pbh57NYY2A3IsDMydwsbRrk5/iwPYGnYVz0iSeOJkV5FRnOEDMAWPoPWqn9va%0aYDj+0bTPp56/41yzytBZqY54Z4BBPNDsjUJwy7SU2gbhz2qW+1R54JoU1L7dE9k8ki/uztb%0aj+6ox1PWiwXOvE8ZlEYkUyFd4TcM7fXHpSxzRzb/LkV9jFG2nOCOoPvXFazbxJcxPJAiyMc%0ame7mhZiuMYSNmA2jjBOCPQ80/wANWtqL4lbOG6K4AkSSF2HOQ7KGOCMkZU8+lFgudrRRRUl%0aBRRRQAUUUUAFFFFABRRRQAUUUUAFFFFABRRRQAUUUUAFFFFABRRRQAUUUUAFFFFABRRRQAU%0aUUUAFFFFABRRRQBS1jWrDw/YSX2pXkNjaR/emncKo9snv7VjeF/iX4Y8aXD2+jazb3twgJM%0aIykhHqFYAke4GK5zxRbQav8ZPDljqyrLp0WnzXVnBKMxyXQcAkg8FlTkenWo/jvbW1t4bst%0aXhCxeILO+txps8Y/emRpADGO5BUtlenFbKCdk92Q29X2PTaqR/8AIVuP+uMX/oUlWlyVGeD%0ajmqsf/IVuP+uMX/oUlZFluiiikAUUUUAFFFFAHA/Hb/klWuf9sP8A0fHXyPX1x8dv+SVa5/%0a2w/wDR8dfI9fPZj/FXp/mfnnEP+9R/wr82FFFesfs8aNp2r6/qv2+JJjHajYsnI5cZOPwH5%0a159Km6s1BdTwcNQeJrRop2ufT1FFFfYn7CeTftQ+FdS8Y/B7VNP0q2e7u/OglESDLFVkUsQ%0aO+Bk8elfD1r8M47CUpqLStMpw0RUpg+h71+nVY2veDtE8TxbNU0u2vQOjSxgsPo3UfhX2WS%0acQLK6ToVKfNFu909enfTofPZpllbGvnoVOV27b/PdHF/AXwhoujfDnRbiz0y2guJYd0kyxj%0aex3MMk16bVfT9PttKsobO0hS3toVCRxIMBQO1WK+UxFSNWtOrFWUm397bPYw1H2FGNPqkr+%0avVngPxf8KeObv8AaB8B+IvCGmWVzFp+m30E91qTMLeMyBMBth3ZODjFdL9q+Nn/AD4+Cf8A%0av5dV6zRWB0ninwo8PeNrX4v+M9c8XadYwG8sLSGCbS2YwSbN+QN53bhnnPFcV4b/AOEz8K3%0aHi28vPhlfeJ9S8aalNPNZG7hjtLW2T91EsjOTgsuWKgHrX1BRTA+Mm/Zp+L3/AAitxp9pre%0am2Hhqa68//AIQkXUpjEPUwC7A3qv8AshcV6z4WvPFN34G8Q+DpvhefB1rb6PPDaSW2oRT28%0a7tGyqkYUA5J/vYr3Sii4HkvwV+GduvwL8DaH4u0KCW/03T445LW+jWQwyY+Ydxn6VL4thsP%0ahNeWF94Z+GMmuTzh43m0SOCOSAAD724rwfY9q9VopAeTfs2eGNb8OeA72XxBpraPqGp6rea%0aibB5FkeBJZWZVZl4zgjpXj3hv4T6+3iv4g3d78KNB8Rx3nia+uba/1u88iV4Wkym1fKfKY5%0aBz36V9dUUwPkHxd8JfEH/CQeALmx+E+g+HVs/FNhc3N/od558yQqzF9y+UmE6EnPYcV9ejp%0aS0UgCiiigAooooAKqWX/Hzf/wDXYf8AotKt1npdRWV3di4kWESOJEaQ7Qw2KOCfdTTQF51L%0aIwDFCRgMMZHvzWV/wjkLW4t3ubiS33F2jJUb23bskhQRz6EVc/tax/5/bf8A7+r/AI0f2tY%0a/8/tv/wB/V/xo1FoVYdAW2hMEV5cxW+c+VGUXvn7wXd+Oc+9Inhq0DkyF5o/LMSwvtCouc4%0aGAD1HUkmrf9rWP/P7b/wDf1f8AGj+1rH/n9t/+/q/40ahoQx6HAsqvJJLcBVdAk7bxtYgkH%0aIyRx3JqTUdMGoW/kGeWCErtZIQoDD05Ukfhinf2tY/8/tv/AN/V/wAaP7Wsf+f23/7+r/jR%0aqGhHc6Lb3V3FcM0ytHH5SiKVkGM56qQf1otdHgtL5rpHmaQx+URLK0gxnP8AESf1qT+1rH/%0an9t/+/q/40f2tY/8AP7b/APf1f8aNQ0LdFVP7Wsf+f23/AO/q/wCNH9rWP/P7b/8Af1f8aL%0aMZboqp/a1j/wA/tv8A9/V/xo/tax/5/bf/AL+r/jRZgW6Kqf2tY/8AP7b/APf1f8aP7Wsf+%0af23/wC/q/40WYFuiqn9rWP/AD+2/wD39X/Gj+1rH/n9t/8Av6v+NFmBboqp/a1j/wA/tv8A%0a9/V/xo/tax/5/bf/AL+r/jRZgW6Kqf2tY/8AP7b/APf1f8aP7Wsf+f23/wC/q/40WYFuiqn%0a9rWP/AD+2/wD39X/Gj+1rH/n9t/8Av6v+NFmBboqp/a1j/wA/tv8A9/V/xo/tax/5/bf/AL%0a+r/jRZgW6Kqf2tY/8AP7b/APf1f8aP7Wsf+f23/wC/q/40WYFuiqn9rWP/AD+2/wD39X/Gj%0a+1rH/n9t/8Av6v+NFmBboqp/a1j/wA/tv8A9/V/xo/tax/5/bf/AL+r/jRZgW6Kqf2tY/8A%0aP7b/APf1f8aP7Wsf+f23/wC/q/40WYFuiqn9rWP/AD+2/wD39X/Gj+1rH/n9t/8Av6v+NFm%0aBboqp/a1j/wA/tv8A9/V/xo/tax/5/bf/AL+r/jRZgW6Kqf2tY/8AP7b/APf1f8aP7Wsf+f%0a23/wC/q/40WYFuiqn9rWP/AD+2/wD39X/Gj+1rH/n9t/8Av6v+NFmBboqp/a1j/wA/tv8A9%0a/V/xo/tax/5/bf/AL+r/jRZgZ/ivwdpnjOxjttShdjC4lgnhkMc0Eg6OjjlTXH3vwK06+jM%0atxr+v3uqQ4ax1C+v2leykBBDIowOoGcjn1HWvQP7Wsf+f23/AO/q/wCNH9rWP/P7b/8Af1f%0a8atSlHYlpPcfp8Nxb2FvFdXAu7lI1WWcR+WJGA5bbk4yecZpkf/IVuP8ArjF/6FJR/a1j/w%0aA/tv8A9/V/xptpItze3E8Z3RFEjDjoxBYnHr94VAy7RRRSGFFFFABRRRQBwPx2/wCSVa5/2%0aw/9Hx18j19ifGHSbrW/hvrVpZRNPcskbrGgyzBJEcgDucKeK+PXRo3KspVgcEEYINfPZin7%0aVPyPz7iJP6zF205f1Y2rmmateaNO09jcyWsrLsLxnBK5Bx+gqnRXlptao+XTcXdM+9qK81/%0a4aJ8Cf9BaX/wEl/8AiaP+GifAn/QWl/8AASX/AOJr6z61Q/5+L70fsP1ij/OvvR6VRXmv/D%0aRPgT/oLS/+Akv/AMTR/wANE+BP+gtL/wCAkv8A8TR9aof8/F96D6xR/nX3o9KorzX/AIaJ8%0aCf9BaX/AMBJf/iaP+GivAf/AEFpf/ASX/4mj61Q/wCfi+9B9Yo/zr70elUV5r/w0V4D/wCg%0atL/4CS//ABNH/DRXgP8A6C0v/gJL/wDE0fWqH/Pxfeg+sUf5196PSqK81/4aK8B/9BaX/wA%0aBJf8A4mk/4aL8B/8AQXl/8BJv/iaPrVD/AJ+L70H1ij/OvvR6XRXmn/DRfgP/AKC8v/gJN/%0a8AE0f8NF+A/wDoLy/+Ak3/AMTR9aof8/F96H9Yo/zr7z0uivNP+Gi/Af8A0F5f/ASb/wCJo%0a/4aL8B/9BeX/wABJv8A4mj61Q/5+L70H1ij/OvvPS6K80/4aL8B/wDQXl/8BJv/AImj/hov%0awH/0F5f/AAEm/wDiaPrVD/n4vvQvrFH+dfej0uivNP8AhovwH/0F5f8AwEm/+Jo/4aM8Bf8%0aAQXl/8BJv/iaPrVD/AJ+L70H1ij/OvvR6XRXmf/DRngL/AKC8v/gHN/8AE0f8NGeAv+gvL/%0a4Bzf8AxNH1qh/z8X3of1ij/OvvPTKK8z/4aM8Bf9BeX/wDm/8AiaP+GjPAX/QXl/8AAOb/A%0aOJo+tUP+fi+9C+sUf5196PTKK8z/wCGjPAX/QXl/wDAOb/4mj/hozwF/wBBeX/wDm/+Jo+t%0aUP8An4vvQfWKP86+9HplFeZ/8NGeAv8AoLy/+Ac3/wATR/w0Z4C/6C8v/gHN/wDE0fWqH/P%0axfeg+sUf5196PTKK8z/4aM8Bf9BeX/wAA5v8A4mj/AIaM8Bf9BeX/AMA5v/iaPrVD/n4vvQ%0afWKP8AOvvR6ZRXmf8Aw0Z4C/6C8v8A4Bzf/E0f8NG+Av8AoLy/+Ac3/wATR9aof8/F96D6x%0aR/nX3o9MorzP/ho7wF/0F5f/AOb/wCJo/4aO8Bf9BeX/wAA5v8A4mj61Q/5+L70H1ij/Ovv%0aR6ZRXmf/AA0d4C/6C8v/AIBzf/E0f8NHeAv+gvL/AOAc3/xNH1qh/wA/F96D6xR/nX3o9Mo%0arzP8A4aO8Bf8AQXl/8A5v/iaP+GjvAX/QXl/8A5v/AImj61Q/5+L70H1ij/OvvR6ZRXmf/D%0aR3gL/oLy/+Ac3/AMTR/wANHeAv+gvL/wCAc3/xNH1qh/z8X3oPrFH+dfej0yivM/8Aho7wF%0a/0F5f8AwDm/+JpP+Gj/AAD/ANBeX/wDm/8AiaPrVD/n4vvQfWKP86+9HptFeZf8NH+Af+gx%0aL/4Bzf8AxNH/AA0f4B/6DEv/AIBzf/E0fWqH/Pxfeg+sUf5196PTaK8y/wCGj/AP/QYl/wD%0aAOb/4mj/ho/wD/wBBiX/wDm/+Jo+tUP8An4vvQfWKP86+9HptFeZf8NH+Af8AoMS/+Ac3/w%0aATR/w0f4B/6DEv/gHN/wDE0fWqH/Pxfeg+sUf5196PTaK8y/4aQ8Af9BiX/wAA5v8A4mk/4%0aaQ8Af8AQYl/8A5v/iaPrVD/AJ+L70H1ij/OvvR6dRXmP/DSHgD/AKDEv/gHN/8AE0f8NIeA%0aP+gxL/4Bzf8AxNH1qh/z8X3oPrFH+dfej06ivMf+GkPAH/QYl/8AAOb/AOJo/wCGkPAH/QY%0al/wDAOb/4mj61Q/5+L70H1ij/ADr70enUV5j/AMNI+AP+gxL/AOAc3/xNH/DSXgD/AKDEv/%0agHN/8AE0fWaH86+9B9Yo/zr70enUV5j/w0l4A/6DEv/gHN/wDE0f8ADSXgD/oMS/8AgHN/8%0aTR9Zofzr70H1ij/ADr70enUV5j/AMNJeAP+gxL/AOAc3/xNH/DSXgD/AKDEv/gHN/8AE0fW%0aqH/Pxfeg+sUf5196PTqK8x/4aS8Af9BiX/wDm/8AiaP+GkfAH/QYl/8AAOb/AOJo+s0P519%0a6D6xR/nX3o9OorzH/AIaQ8Af9BiX/AMA5v/iaUftHeAT/AMxeX/wDm/8AiaPrND+dfeg+sU%0af5196PTaK80H7RfgM9NWl/8BJv/iaeP2hvArdNVl/8BJf/AImj6zQ/nX3of1ij/OvvR6RRX%0anQ+P/ghumqS/wDgLL/8TUi/HjwY3TUpT/26yf8AxNP6zR/nX3oPb0v51956DRXBL8cfB7dN%0aQlP/AG7Sf/E09fjV4Tbpfy/+A8n+FH1ij/OvvQe3pfzr7zuqK4gfGXwq3S+l/wDAd/8ACnf%0a8Li8Ln/l9l/8AAd/8Kf1ij/OvvH7el/MvvO1oriv+FweF/wDn8l/8B3/wo/4XB4Y/5/Jf/A%0ad/8KPrFH+dfeL29L+ZfedrRXF/8Lg8Mf8AP5L/AN+H/wAKT/hcHhf/AJ/Zf+/D/wCFL6xR/%0anX3oPb0v5l952tFcV/wuHwv/wA/sv8A34f/AAo/4XD4X/5/Zf8Avw/+FH1ij/OvvQe3pfzr%0a7ztaK4r/AIXF4X/5/Zf/AAHf/Ck/4XF4W/5/Zf8AwHf/AAo+sUf5196D29L+dfedtRXE/wD%0aC4vC3/P7L/wCA7/4Uf8Li8Lf8/sv/AIDv/hR9Yo/zr70Ht6X86+8+J6KKK/PD4kKKKQmgBD%0a1ooooAKKKKACmnrQTSUDQUUUUDCiiigAooooJCmnrSk02gaCiiigYUUUUEhRRRQAUUUUAFF%0aFFABTT1pSaSglhRRRQCCiiigoKKKKACiiigApp60E0lABRRRQAUUUUAFFFITQAh60lFFABR%0aRRQAUUUhNMBD1oooqgCiiigAopQKXApANpw6UAU8CmAgFSotIqVMielOwWHRirUQ5qOOOrc%0aSVokWkTwr0q/CuTVeCPNaEEXStVE0SJ4Fq/CnFRQRe1X4YvatVE0URY0qdEp8cVTrFir5S+%0aUhCUu2rHl0hjpcouUrlBTGWrBTFNK1DRLRBgU0jFTMtMIqCBhGaaRipMCmkUAMopTxSUAeX%0a0UUhNcJzgTSUUUAFFFFABTSaCaSgaQUUUUDCiiigAooooJCkJoJptA0gooooGFFFFBIUUUU%0aAFFFFABRRRQAUhNBNJQS2FFFFAJBRRRQUFFFFABRRRQAU0mgmkoAKKKKACiiigAoopCaAAm%0am0UUAFFFFABRRSE0wAmkooqgCilApcCgBAKXAopwFADacBTguakWOnYBipmpFTFSLHmpkhz%0a2q0irEKx5qxHF+FSxw+1Worf2rRRLUSKKHParkMPTipYrbpxV6G16cVtGBqojLeDpxWjbwY%0axxT7e2PHFaVva+1dEYGygRwQdOKvwwe1TQW3Tir0Nt7VuqZuoFaOD2qZYParsdt7VMLar9m%0aVyGd5PtTWirTMFQvB7VDgQ4GY8dQumK0ZIqryR1jKJk4lJlxUbLVl0xULCudoxaIaaetPYY%0aNMPWsyBh60lPIzTTxQB5aTSV1fhn4V+K/GFl9r0nRpbm1zgTO6RK3+6XYZ/Ctn/hnzx//AN%0aAD/wAnLf8A+OVjHD1pK8YNr0ZKoVZK6i7eh53RXof/AAz74/8A+gB/5OW//wAco/4Z98f/A%0aPQA/wDJy3/+OVX1Wv8A8+39zH9XrfyP7jzymk16Kf2fPiB/0AP/ACct/wD45Sf8M9+P/wDo%0aAf8Ak5b/APxyj6rX/wCfb+5jWHrfyP7jzqivRf8Ahnvx/wD9AD/yct//AI5R/wAM9+P/APo%0aAf+Tlv/8AHKPqtf8A59v7mV9XrfyP7jzqivRf+Ge/H/8A0AP/ACct/wD45R/wz34//wCgB/%0a5OW/8A8co+q1/+fb+5h9XrfyP7jzqivRP+Ge/iB/0AP/Jy3/8AjlH/AAz38QP+gB/5OW//A%0aMco+q1/+fb+5k/V638j+487pCa9FP7PfxA/6AH/AJOW/wD8cpP+GeviB/0AP/J23/8AjlH1%0aWv8A8+39zBYet/I/uPOaK9G/4Z6+IH/QA/8AJ23/APjlH/DPXxA/6AH/AJO2/wD8co+q1/8%0aAn2/uZX1et/I/uPOaK9G/4Z6+IH/QA/8AJ23/APjlH/DPXxA/6AH/AJO2/wD8co+q1/8An2%0a/uZP1et/I/uPOaK9F/4Z6+IH/Qv/8Ak7b/APxyj/hnr4gf9C//AOTtv/8AHKPqtf8A59v7m%0aL6vW/kf3M86or0X/hnr4gf9C/8A+Ttv/wDHKP8Ahnr4gf8AQv8A/k7b/wDxyj6rX/59v7mH%0a1et/I/uZ51RXov8Awz18QP8AoX//ACdt/wD45R/wz18QP+hf/wDJ23/+OUfVa/8Az7f3MPq%0a9b+R/czzqkJr0Y/s9fEH/AKF//wAnbf8A+OUn/DPHxB/6F/8A8nbf/wCOUfVa/wDz7f3MTw%0a9b+R/czzmivRf+GefiD/0L/wD5O2//AMco/wCGefiD/wBC/wD+Ttv/APHKPqtf/n2/uYLDV%0av5H9zPOqK9F/wCGefiD/wBC/wD+Ttv/APHKP+GefiD/ANC//wCTtv8A/HKPqtf/AJ9v7mP6%0avW/kf3M86or0X/hnn4g/9C//AOTtv/8AHKP+GefiD/0L/wD5O2//AMco+q1/+fb+5h9Xrfy%0aP7medUV6L/wAM8/EH/oX/APydt/8A45R/wzz8Qf8AoX//ACdt/wD45R9Vr/8APt/cw+r1v5%0aH9zPOqaTXo5/Z5+IP/AEL/AP5O2/8A8cpv/DO/xB/6F/8A8nbf/wCOUfVa/wDz7f3MPq9b+%0aR/czzmivRv+GePiD/0L/wD5O2//AMco/wCGePiD/wBC/wD+Ttv/APHKPqtf/n2/uYfV638j%0a+5nnNFejf8M8fEH/AKF//wAnbf8A+OUf8M8fEH/oX/8Aydt//jlH1Wv/AM+39zD6vW/kf3M%0a85or0b/hnj4g/9C//AOTtv/8AHKD+zx8Qv+hf/wDJ23/+OUfVa/8Az7f3MPq9b+R/czzgmm%0a16P/wzt8Qv+he/8nbf/wCOUf8ADO3xC/6F7/ydt/8A45R9Vr/8+39zD6vW/kf3M84or0f/A%0aIZ2+IX/AEL3/k7b/wDxyj/hnb4hf9C9/wCTtv8A/HKPqtf/AJ9v7mH1et/I/uZ5xRXo/wDw%0azt8Qv+he/wDJ23/+OUf8M7fEL/oXv/J23/8AjlH1Wv8A8+39zD6vW/kf3M84oxmvR/8Ahnb%0a4hf8AQvf+Ttv/APHKX/hnb4hf9C//AOTtv/8AHKPqtf8Akf3MPq9b+R/czzfAowK9I/4Z2+%0aIX/Qv/APk7b/8AxylH7O3xBH/Mv/8Ak7b/APxyq+q1/wCR/cw+r1v5H9zPN8UoWvSB+zv8Q%0af8AoAf+Ttv/APHKev7PHj8f8wD/AMnLf/45T+q1/wCR/cw+r1v5H9zPNghqRY69IH7PXj//%0aAKAH/k5b/wDxynr+z349H/MB/wDJy3/+OVSwtb+R/cx/Vq38j+485WMntipUhz2r0df2f/H%0aY66D/AOTlv/8AHKmT4BeOR10P/wAm4P8A4urWFrfyP7i1h6v8j+486jh9BmrMdvmvQ0+A/j%0aYddE/8m4P/AIurMfwM8Zr10X/yag/+LrVYWr/I/uNFh6v8r+48+itvarkNr7V6BH8EvF69d%0aH/8mYf/AIurUXwY8WL10n/yZh/+LreOGqfyv7jZYep/K/uODgtPatCCz6cV28Xwf8ULjOlf%0a+TEX/wAXV2L4T+JVxnTMf9t4v/iq6I4ef8rN40J/ys4yCz6cVowWnTiuui+F/iFeunf+R4/%0a/AIqrkXw311ethj/ttH/8VXRGhLsbKjLscrDa46irkdr7V1Efw+1tetj/AORY/wD4qrCeA9%0aYX/ly/8ip/8VW6ovsbKlLscwlv7U8W/tXUjwPrA/5c/wDyKn+NL/whGr/8+f8A5FT/ABqvY%0avsP2T7HJtb+1QSQ4rsG8Dax2s//ACKn/wAVUL+A9bbpY/8AkVP/AIqspUZdjN0pdji5Yapy%0ax4rtpPh7rzZxYZ/7bR//ABVVJfhv4ibpp2f+28f/AMVXLKhP+VnPKjP+VnEyrVVxiu3k+GP%0aiVumm/wDkeL/4qqr/AAs8UHppf/kxF/8AFVyyw9X+V/cc7oVP5X9xxj1Getdk3wo8VHONK/%0a8AJiL/AOLqM/CbxXn/AJBX/kxF/wDF1g8PW/kf3MxdCr/K/uOQpp6115+E3iz/AKBP/kzD/%0awDF0h+Evi3tpP8A5Mw//F1P1et/I/uYvYVf5H9x9Dabp8Gk6fbWVrGsVtbxrFGijAVQMAVZ%0aoor7VK2iPr9tAooopgFFFFABRRRQAUUUUAFFFFABRRRQAUUUUAFFFFABRRRQAUUUUAFFFFA%0aBRRRQAUUUUAFFFFABRRRQAUUUUAFFFFABRRRQAUUUUAFFFFABRRRQAUUUUAFFFFABRRRQAU%0aUUUAFFFFABRRRQAUUUUAFFFFABRRRQAUUUUAFFFFABRRRQAUUUUAFFFFABRRRQAUUUUAFFF%0aFABRRRQAUUUUAFFFFABRRRQAUUUUAFFFFABRXG+O/jH4J+GSE+JvE2n6TIAD9mkl3TkHuIl%0ay5HuFrw7W/8AgoV8PLWSWLR9O1nWnTpKIUgib8Xbd/47WMq1OGkpGcqkI6Nn1HRXxXqf/BS%0aWCzjLwfD6SZQcDzNYCH9IDVey/wCCm1g0gF78Prm3Q9TBqqyn8jEv86y+t0f5vzM/rFJdT7%0acor5r8Jf8ABQH4VeI5Y4b+fVPDcrcZ1Kz3R59N0Rf8yBXvfhfxnoPjfTxfeH9ZsdatOMy2N%0awsoUns20nafY4NbQqwqfC7mkakJ/CzZooorU0CiiigAooooAKKKKACiiigAooooAKKKKACi%0aiigAooooAKKKKACiiigAooooAKKKKACiiigAooooAKKKKACiiigAooooAKKKKACiiigAooo%0aoAKKKKACiiigAooooAKKKKACiiigAooooAKKKKACiiigAooooAKKKKACiiigAooooAKKKKA%0aCiiigAooryT9on9ojRvgH4WFzOEv8AxBeKw07Sw2DIR/y0fusa9z36D1ETnGEXKT0JlJRV2%0adT8Ufi54X+Dvh86v4n1FbOFiVggQb57lwPuxp1Y8jJ4AyMkV8A/Gf8Abr8a/EGWex8Mu/g7%0aQz8o+yyZvJR6tMPu/RMY6EtXhvxC+IviD4oeJbnXfEeoSahfzHjccJEvZI16Ko7Afzya5ct%0aXgV8ZOo7R0R5NXESnpHREl1dS3c8k08rzTSEs8kjFmY+pJ61b0Zv3ko9hWaTWpoFpJLcZI2%0axsMZPeuGKuzlW5Nq3No3sQayrq6keaEtFtK4wMda6DWbTZEyoPvLx9a567a686HzAN/wDDj%0a1q5KzHISS6lN8rmHDjjZitzwZ4t1nwrr0mo6NqN3o2oJgrNZzNE49sg8j2PBrCka6OoLkDz%0ascAdMUto8/8Aab7x8x+/jpihOzJTsz7j+DH7f91YtDpnxHtvtdtkKNcsYsSoPWWJeGHugBA%0aH3WNfa3h/xDpnivRbPV9HvoNS0y7QSQXVs4dJF9QR75BHYgg1+Ljcgiu//Z9/aI8Vfs8+IG%0ae03an4YlkDX2kyvhJF7vH/AHJAO/Q4wc9vTo4uUXy1NUd1PEuLtPVH660Vzfw8+IWh/FLwj%0aYeJPDt4L3TLxNyt0eNh95HX+FlPBH8xg10leymmro9RNNXQUUUUxhRRRQAUUUUANckKSBuI%0aHA9a8E1/4+/ELTIb+L/hUUkFzDG+3f4q0zcDg4OzzMnscYya98OcHHBr4K+OHgCdfi7d2Wv%0a2vgvx14qu7JdReS3+CH9tXCWpcxx+bL/aGSRs25IHTjHSgDvPAf7WPxHm+Enh/UPEfw4iTx%0aFdaSk9xNP4j02xZ5zHlm+yyyCRPm/5ZsNw6Hmovg9+2X4x8S+DPCVtrHgfT7/xjfWUH2i1X%0axZpVlcTXDKCQLOSUSxkk/6tl3DoRXyrq3g260f9ojwVDZ+DNIsJptE1Nvs1t8DGtVlAe3+Z%0arEXn+kEZ4l3jy8kYO/j3PwVP4jsvHXh3w7Z3GgeCtX1m4kGnTah8DpNNjkljjMjFZDqI+YK%0aueOelAH0h4n/aPufB2pRabffCn4iahffZ4ppn0LRlvrZHZAzRrMsgDlCdpIGMivHvj5+3Fr%0afhTwbZXfhz4bfEDQtQbWtPtJbjXvDYSAwy3CLJECZD+9dGIQd2Ire/aq8G+I/HPiP4ZeF9L%0a1vw94W8XTmR7Xx7PqUtnf20qBDNHZWUbgzmQc+W8jRgAhgeM/PviPQbvwt8EfEuk6nqWieL%0adYtPifoEOoeNNP1GS4utZuBfQk/aopM+TJGpVNiOUHIUAA0AfVx/a4VVJPwa+LgA6k+Fun/%0akWvVPhv49HxH8NLrK+H9d8NK0rRCx8RWX2S64x8+zc3ynPBzzg18KfF3wD4n8Y+JvjDr2m/%0aEDwn8MtA0a4H9v+DI/ENxLBrQBDGXUJEdPsXnx4A8ldx3Ycscivur4VTNcfDXwxI2jWnh3d%0ap0BXSrG6W5gtV2DbGkqgK6gYww4PvQB1VFFFABRRRQAUUUUAFFFFABRRRQAUUUUAFFFFABR%0aRRQAUUUUAFFFFABRRRQAUUUUAFFFFABRRRQAUUUUAFFFFABRRRQAUUUUAFFFFABRRRQAUUU%0aUAFFFFABRRRQAUUUUAFFFFABRRRQBy3xO+ImlfCnwPqnifWJNtpYxbliBAeeQ8JGv+0xwPb%0aqeAa/Iv4ofEnWPix411HxLrcu+8u3+WJSfLgjH3IkB6Ko49+SeSa+l/wBvr4pP4u8a2/gmy%0auWGl6HiW6VDlZbtl7+uxDgehdxXyPNpkyZ24ce3WvAxtWVSfItl+Z5GJqOcuVbIplqaAXYB%0aQST0AqxFYzTSbdhQDqWGMVr2tlHar8oy3djXnqLZx2uVLPSQuHm5PZOwrVhbynUjgA1BPcR%0a2yF5G2j+dV9GbUPEWsJaabYXF85BPk2sLSvj1woJxWqtHRFbG7qEQmtiw6ryK4rUIphdxgy%0abtx+T25r6v0P8AZksrbwfomqeM/Hum+C7vVYWng0+/tmMnlg98suDyMjHGa82+N/7NOs+AZ%0atKu9IuW8XaHqFt9rt9W0y1cx+XnncBuC4yCDnkVtUpTtzWNZ05WvY8UkiuBqCoZQZSOH9KZ%0aHDcm/kVZgso6v60ktsBqCx/aM553nqKjjtg1/JH9oxj+Pua5TmNTTbtp1eOQ5kjO0n1qxcR%0aieJoySARjIrn7S33yT4uPLKdwetX7DUvMtWaZ1BQ496pMaZ7p+yP8eb/4CeOktb64Nx4N1W%0aRYr+Ak/wCjknC3Kj1X+Id1z3C4/VWGaO5hjmhkWWKRQ6SIQVZSMggjqDX4fx3cUyhlkUg+9%0afpH+wZ8Yn8d/DifwtqNwZdW8ObY4mdstJaNny/rsIKewCetergqtn7N/I9HC1LP2b+R9QUU%0aUV656YUUUUAFFFFABXxp+074bkk/aDi13dpEsH/COw2Jg1TRtavNr/aJH3K1ggUcHHzOT/s%0ajgn7LryLU/wBnG01PUru8b4hfEW2a4leYw23im4jij3EnaijhVGcADoKAPgPxNAB+0V4HH2%0afw2AdD1T5U8O+JVhPz233o2PnsfQx/KOd3Va9i+G3hSXU/j/8ADTV420K1g0m8uXlTTdA8Q%0a2skvmWzxqN94jxAAnPLJ9T0r3y6/Y58N3viSw8Q3HjX4hza5YQS2trqD+KLgzQxSlTIit1A%0aYomR32itX/hmOz/6KR8TP/CtuaAMv9p74A+Iv2jjovhSXWdL0P4eK4vNVuI7ITayZ42BiW0%0akcGODPOZQC4xgdTXybefCbxH440N/2dfhv4v0zxLoXgzUzrw8TWdgqCwaFDJaWV3MhEc909%0aycsyDcEQs/zNx9efFH9lPTPjD4htp/EvjrxvJ4ZitY7aXwnY609rp94VBBefywJJCwxkbwM%0ajPevT/Afw98NfC/wza+HvCWh2Xh/RbUYisrCERoD3Y4+8x7sck9yaAPhTTvgtH+3J4j1Hx5%0arPjXT/D3xI8M+Va2HhaLRoFl0a6hZWK6pFMHe6UyqdpyE24ZMEkD7x8Er4gTwlpC+Kzp58S%0aC2QagdJDi187HzeVv+bbnpmvN/jL+yZ8OPjjqsGt63pVxpniu2XbbeJtAu30/UoRjAxNGRu%0aAHQOGA7Cux+E3w2X4UeC7Xw8PEviLxcYGZjqvinUWvr2XJ4DSEAYAwAAAOOmSTQB2VFFFAB%0aRRRQAUUUUAFFFFABRRRQAUUUUAFFFFABRRRQAUUUUAFFFFABRRRQAUUUUAFFFFABRRRQAUU%0aUUAFFFFABRRRQAUUUUAFFFFABRRRQAUUUUAFFFFABRRRQAUUUUAFFFFABWR4v8S23g3wprG%0avXnNrplnLeSDOCyxoWIB9TjH41r14H+3H4jPh79nLxBGjFZdRlt7FWB7NKrN+aIw/Gs6kuS%0aDl2RE5csXI/NjWfFsnifW7/VdQlZ76+uJLmaRv4ndizH8yajV1cZVgw9jWdoeijWWmBl8oR%0agdBnOap6hZ3GkXRjclT/Cy9GHqK+Z99R52tGeE1JLmexvVSvtUjtAVX55PQdvrWS2q3HllN%0a/XvjmqLNnPP41Ll2IciS5upLpy0jZP6Cvp79jPWrzwx4C+OOuaZL9l1bTvDyz2t0EVmidVm%0aYEZBHVQcHg4r5ZJr6L/ZG8TeGbfQ/il4U8Q+I7LwvJ4n0UWVpfaidsCtiRWLNwMjzAcEjOD%0aitKDtUT9fyZpRdpr+uh6R4W0u1+MHw00/4m/GPxZrt7FNejR9Oh0eKFXQ78Mzjy8Y3ZPAzg%0adyQK9A8Fal4y+E/7SXhf4Xp4pn1LwWyu8FrNDHkwNBK6Kx27gQy9jjgdM4rnfglYRfBjS7z%0aR9F+P3gDUtMuJPtC2N+izJFJ3dB5oIPA744zitbwlo2gaN8ZbX4j+J/jb4X1+6t3kmmihdV%0aZgYmjCoA5AADDAA7epr04aKL66X1Xz66ndHZd+uv/AAT4m+J2lRQfEnxIwHl239qXQwvAX9%0a635CuRjitTfSK0hEQ6NnrXofjj/ib+LNcv7dTLZ3d9PPE2OqNIzAkduCK4uTSIoZ2kKFkx9%0azuDXlSWrPNktTLto7Z3nEkhVRnYfUVHAls1rK0khWQfdWnQSWsck4mRsZOwdxUMEtqLWVZV%0aJlP3T/KoMxdluNP3+YRPn7ua9x/Yx+IcXw3+PnhOf7UwttYl/se8j34DLNhUz7LKIm/4DXh%0aXm2v9nlSp+0Z60+HUo9PNldWZaK+t5FlWQdmU5B/MCrhLkkpLoOMuSSkuh+9FFUNA1ePX9B%0a03VIRiK9to7lB6K6hh/Or9fVH0wUUUUAFFFFABRRXMxfE/wbP9u8vxboUn2FS93t1KE/Z1D%0aBSZPm+QbiBk45IFAHTUVy2lfFTwVruoQ2Gm+L9B1C+nO2K2tdTgllkOM4VVYk8A9K1b7xTo%0a2l6nDpt5q1ja6lPG00VnNcIs0iKCWZUJ3MAAckDsaANSiqOh63Z+JNHs9V06Uz2F5Es8EpR%0ak3owyDtYAjI9RV6gAoqG8vLfTrWW5up47a2iUvJNM4REUdSSeAKS8vbfT7Oa7up4ra1hQyS%0aTzOERFAyWZjwAB3NAE9FNWRXQOrBkIyGB4I9ao/wDCQ6UdGOr/ANp2f9khDIb/AM9PICDq3%0amZ24980AaFFICGAIIIPIIqvp+pWmrWq3NjdQ3lsxZVmt5BIhIJDAEHHBBB9waALNFFZ0fiP%0aSZmhWPVLJ2muHtIwtwhLzJnfGvPLrtbKjkbTnpQBo0UVQTX9Ml0h9WTUbR9LRGka+WdTAqr%0ancxfO3AwcnPGDQBfoqnf6xYaXpkmpXt9bWmnRp5j3c8qpEqf3i5OAPfNYL/FbwTFp0WoP4x%0a0BLCWRoY7ptTgETuoBZQ27BIBBIzkZFAHVUVh+HfHPhvxfJPHoXiDStbkgAaVdOvY7gxg9C%0awRjjOD19KhvPiH4ZsmukfW7KWa0uYrO4gtpRPLDNK4SON0TLKxY4wR69gaAOiooooAKKKr3%0a1/baZayXV5cRWltGMvNO4RFHuTwKNtWJtJXZYopqOsiKysGVhkMDkEU6gYUUUUAFFFFABRR%0aRQAUUUUAFFFFABRRRQAUUUUAFFFFABRRRQAUUUUAFFFFABRRRQAUUUUAFFFFABRRRQAUUUU%0aAFfKv/AAUemaL4F6Qo6SeIYFP0+z3J/oK+qq+Yf+CiGmvffs/xzqpK2Ws207H0BSWPP5yCu%0abE/wZehhX/hyPzu8Fz7dRkjP8aZ/Kuo1TTIdUtzHKOf4W7qa4Xw5ceRrVsc/ebafxr0QnNe%0aZhrSp8rOGhaULM8w1XTZtKuTFKOP4W7MKoE16lqelw6rbGKZf91h1U13/wAA/wBl9PiH4Z8%0aTX2tgW0crrp+kXzB2Ec21pJJvLVl3hVULgkjLng4rCeGlzWhsYzoSUrRPmtmp1taz30wit4%0anmkPRUGTX23F+yD4E1jwDY6tZabr14bfTfln068aG+1a5LHEv2CeBtsJALKUlBKA/KWBq98%0aJP2ctI13TpY18KeI/Drwxwyf2jfzr9muMyKsnW3QgBSzffOMVrTwM5P3nZFwwk5P3nZHyn4%0aY+Glwk0d1qEvk45EMfLfielVdR1DT7XV7myiu0ZoX2/McHPpX0j8bvDnhLwX4W1vxRZ6lqW%0ak2q6rJpFnps2lhgsyDn94blmZBzlsE5yNvpxOifCr4MeIngk065fxRdr4d1C8klsr2RYpnt%0a4f+Pm4t3Kz2k/mkYjJeF1G5W6ita1GEEqdPcqtTjC0Ib+Z5da3nljrvT2q4Y4LxfmVX+vWs%0aX9mD4d33xS+J1np8huG8PafG2o6uY2YAW0Y3MmR0LkBByD83HSvsqD9mnwde6Ek8OmalNZG%0awGs/23pD6m0snnljDaxQf2fMssaAqCyuZgBudBnFc1KEqkbowpKVSN7Hx/deGLS4JZVCMRj%0aOM1hTeDJrS1mSEJcFs4J4IrvvGeiX/wAPvG2seFdWMM2o6W0Szy2u/wApi8SyDaXVW+64zl%0aQQc1nNfwJGzs4RVGSW4qHFXsxOMWeaXOnXNrYm2ksiJc/f4qpcxSS2cUK2bLInV8da6i91J%0adQuWkDgr0UA9qryMNp54xWNjna7H7J/A+Vpvgt4Akf77+H9PZs+pto67auY+F2mvo3wz8I6%0afIpWS00i0gZT2Kwop/lXT19THZH0kdkFFFFUUFFFFABXx+95eah4et7RbCbT5I9MuYra6uz%0aE8VwzazBhkVJC2AcAh9hPb1r7Arw9PgNfafrnhiMaxfavY29xJLdSTi3hgtoVuBcpFHGqeY%0axeVY8lnbARuRkCgCW+v9T8Ta54KN3418MXkbatLJb2kWj3FnPO8Mc0cm0PcybgrZByqg8fO%0aMjPl+lXBt9f+JHhpdW0Xw74bknSHUb3SfDz21tKsUIN1HCVuH8qQxiXqj7irEEEYHo3hTwf%0a4g8JW93p+k+EbrS9ev8AV3e78VCaylie0N2ZDgvK0oHk8BPKGGOQActV+L4Nz2Z8QabDHLH%0a4eNzp1wsA8uWbVI7eIM8RYuoRnlUFmfAPPY5ABzPgy1stX8aWWjaTrGp6OumazKYrZ9b1Vh%0ac6fbwxkRCOWVoid0qblO0hBwvWvdPC39vf2Y3/AAkf9nf2j50mP7L8zyfK3Hy87+d23G7tn%0aOOK868PfDPUNaS51a9jm8NasPE7a5ZrMIppooiqRvE/lyMn7xA6nDHG4HqMV6L4W0zVdJ0x%0aoNZ1n+3bwzSOLv7KlviNmJRNinHyrhc9TjJoA860qW41y88f+KxptlrN1bXEui2llqM5hhW%0azgA85dwjkI8xy5I2ndtQHAGa8W8e+GLLxPaWVtpnh6wsJNQ0GC4tLe3tX1OeCB02o0jro1x%0aKu05QYnHCDbt7e+6Do2oaFrHjjw+tpI1vqry6rp12yMLfdMgWWJ5ApCMJBuxjJV8gHBxxcP%0a7NF5qt/pcviPWbTUI9P0SHTojDptpJiRGOFCXVvOFTbj5wdxJbgDCgA4jwnDdeEtA8XzaTo%0a9lBqNrpscV1IltDYXlrDI2DKiyaXY7/lSRgGlYFkUYJOaZr2ty6Rq8mj+INNli0caHbm20G%0aHWdWsktLXMw2zR2UUwkfyxGJGcKoPAzXofgD4H6p4St/Fn2vRvDeox6wlrDHpU7RfZSI2cs%0a8nk2MKE/OCF8okleXHBHPz/s7azqtxema007S2uY7y2iXQ92l2sMYVFgLRxSu2JG812XLj5%0ahuAPAAMbSvHUegad4onsNavvC8FlowjtLA6lqV1smScRhlbVLRY41DMkTBQSoz0xkc7can4%0aTvvCfhC31LxLe63p+n3d1aCFZNBuYIHUSIpZrlY0TzVQyqZFkJGAGzyfU/Avwc13QviDqss%0aU+s6FYi3uYo9YGox3rTGS7EqCJbgzFfkGHLxqS2TyfmqPTP2e9duNO09v+Ehn0i5tNSvbtk%0au57y4eUvLMEdXgvYREGjkDFYwpJ+9npQBzXwritLjW/FcHw8mktdQuNLgikvp4dGNtZDzX/%0aeA6a+15NpfajJ1UbmCkCotGttL0/wAG+GtY168ubOx07QQbG5l1KTR7eK7eHzHETRSJJdTT%0aN97aQoXIyXyD3fh/4ReNNH8T+JAvieOG01LS7e1XVhFdTzo4kkLCM3F7M6MqscHO3LqQMq2%0a7bufCXjrTdWuTps0V/ZR3wurGe68SXMEqReVGjQSRNazo6ko3JJPzlhtY5oA861m21jQvDG%0as6pdS+KtKSfR7JoYk1S/u4GLzwmdxI8zvFN82wR4Dbc7S5LbW3Om28+paz4e8L2viCXwdb6%0aXZzajouqTalBO1us0vmJaLd4ZSVRB8pUEKVBDHj0PWvhp4w1zwhqFvc+J4Z9X1FUee1uUL2%0aMMqzpIhhICuqqi7CMDfgMQrFidbSPCvi/TPF2seIL+90TWrmbS4rO0it4JtPQukkj4ky05A%0aO8fMM/wC7xkgHlHjmWxgtPEJ8P6vquqaFdeFYL+K3u9Vub1JGe7AV1+0SttO1cY498VH/AG%0a/fW/jm41kSReFZrbVtVuLgazafbTbxi0s1O6O3nG48jlHOM9K7+X4Sax4mj8TDUhpXhaPUd%0aOg060ttEdrtLcJM8zykvFCCzM/3duO5JzisLXPglrNwfHbxXF5qkl1p0sNjNqFxAkt5cTLG%0aZn/cpGsYxBDGuQOQxPBBoAn1PTrjU/EXjOTW/Eng3WpLPRrZby2m0WSWG3jSSWX9/bNcsCS%0aOQfNBHBK9CfNvAV5H4j+HHhhPEWqCz0/SYpZtM0S1srmwnmujHJJby+fDOxaMKk/KmPaVIb%0apXsOi+DrjWH0/QI/Cl74M8FWsJlu7Gd7I/b7gSxPHkwyysw+R95Ygvu5z2yrP4da7o/g7Sb%0ai60y61bUbHSLvTbbRbM24a3mnZt9w0skyow2hFwOQCeuTgAo/DzwrZ/E2w1SaTWL6azk0e1%0at5NMm1W/uWtb90Wc3AFy7bCuYvLZGPQndmvUvhP4jufFnw48P6pendezWoW4b+9KhKOfxZS%0afxrk7TwdefDXSLPxDarcXWqW/h2HSLnSbG2aY3tzGFED5X7u1i6liMbWySAtdr8N/C7+C/A%0amh6LM4kuLS1VZ3Xo0p+aQj2LFjQBtapqlpounXF/fTpbWluhkllkOAoFfNPxO8Uav8SP7Pu%0aEi26XPdKNH8PSoxl1XBw00gVlKpjoc+uO5r3j4k+DZPH3hG60SO+/s43DITOYvMGFYNjbkd%0acetcfa/BnWdIl/tLT/F2PEkp2T6rdadHL+5AwsUcZO2NRjt19hxXmYuFWq+SK935f18tu+1%0an89mdLE4l+xhF+ztrZrV382r26LZvfRWfU/CnwnqPgvwXZaZql8b26TLFc5SAHpEpPJVfU/%0ayrr6wfCGl67pNjNFr2uJr1y0m5J0s1tti4Hy4U4PPOa3q7qUVGCila3c9nDQVOjGCTSStZ6%0av56v8wooorU6AooooAKKKKACiiigAooooAKKKKACiiigAooooAKKKKACiiigAooooAKKKKA%0aCiiigAooooAKKKKACiiigArzP9pbwc/jz4D+NdHiXfcPp7XEKAZLSQkTIo9y0YH416ZRUyi%0apRcX1JkuZNM/C21n+z3UUn9xg1eqJlwuOSfStf42/s8XngP4w+IdIAFron2g3NhJ1LW8h3I%0aAP9nJQn1Q1YsdPisYURBuKqBvbqa8rC0KkbqSsjz8PSnG/MjPttKklw0n7tfTvXs3wk+JZ+%0aHnhfW4Yr5BfGa2On216JZIFBMqzNhPu4DhjjBJA4OMV5lRXqRgo7HoKKR9CeNPjl4fudNa0%0aeA+JZLiHZcRRs6W2T5gJ82SNXJ5Q5SGOQ7RumkAwca88VeEb/TdLhTxJe6ffw6FbWNzdQrO%0asKGM7tscaBTNJu4HmMkY65Y4x4pWJ4y8QJ4Z8P3V62PMC7Y19XPA/x/CnKSinJ9AlJRTkzp%0a/2kvjfoHxd1XSDoPjK4+H2q+Grp2RL2KcR3UkjfNdpPaI7pONo3IyADcdjkjBxdI/azk+E0%0aV1a2vjTxd8W9RvV+zXd/q2sX1jYW9uQnmCzTzTMZT84W4cRlMKRGcnPyxcXD3E0ksjFpJGL%0aMT3J61ETXzcsRKU3NaP+vkfNyxEpSc1oz6o8NfHbTdN+JPhrXZ/i54w1jwpLDepe6F4quLq%0a6uLB2tZEQOU3RTo0hTa6hSOCyLjNet6b+0t8JtH+HMmjwXOi6/Pb24kg8ONpMv2We9QiSJg%0agsYbY5dmDSiK3YBSCsvyOPz5LV2vw/0TJbUZV9ViB/U04V5rRFU6872R7B8TfEGn+LfHGqa%0a5p0+pTxai4nf+1VjE8blQDHuQ4ZVwFVsAkAZGevl/jPV/LjWyjb5m+Z8enYV0GoXqafaSTu%0aeEGcep9K8yvLt7y5kmkOXc5NZyd3cdSRCXPrXV/CXwbL8Rvif4V8MRgt/ampQW0hHO2MuN7%0afQLuP4VyJNfan/BMX4TSa98RNX8f3UJFjoMBs7NzwGuplIbHrtiLAj/pqtVSh7SaiRSh7Sa%0aifpeAAAAMAdhS0UV9OfTBRRRQAUUUUAFFFFABRRRQAUUUUAFFFFABRRRQAUUUUAFFFFABRR%0aRQAUUUUAFFFFABRRRQAUUUUAFFFFABRRRQAUUUUAFFFFABRRRQAUUUUAFFFFABRRRQAUUUU%0aAFFFFABRRRQAUUUUAFFFFABRRRQAUUUUAFFFFABRRRQAUUUUAeIftT/CdvHvg5dY06Eya1o%0a6tIqqPmmg6umO5GNw+jAda+GK/VavjT9p34Ay+Gb+58W+H7bfotw5kvLaJf8Aj0cnlgB/yz%0aJ/75PsRgA+dKKKKACuQ8aW1vr8TWEw3RL3HZvUV09/dCztXk7jgfWuQZi7FicknJNYVWmuV%0amFVprlZ4j4i8PXHh68MUoLRHlJQOGH+NY7NXvGraXb6zZvbXKbo279wfUV454l8N3Phy7KS%0agvCx/dyjow/xrwa1B03dbHg1qDp6rYqaRpz6tqMNsnBc8n0Hc169a20dnbxwxKFjQbQBXju%0ak6i2l6lBcr/AwJHqO4r2WKVZokkQhlYAgjvWMSKVtTivGWr/aLkWkZ/dxctju3/1q5gtW34%0avsPsWqs6jEcw3j696w4opLmaOGGNpZZGCJGgJZmJwAAOppPcUt9TT8K+GNT8beJdM0DRrV7%0a3VNRnS2toE6s7HAz6AdSTwACT0r9svgP8IdP+Bvwt0XwlYFZXtY/MvLkD/j4uW5lk9cFuBn%0aooUdq8E/YV/ZGk+Dmlf8Jp4ttVHjPUYdtvaSKCdMgbqvtKw+9j7o+Xu2fruvcwlD2a55bs9%0anCUPZrnluwooor0D0AooooAKKKKAKmq3D2ml3k8ZAkihd1JGeQpIr5V8M3esJa6drPjXxd4%0arstB1lGe21PS9TdYoJAzAxyptbGdvGOPbrj6tv7X7bY3Nvu2edG0e70yCM14xoXhn4j+G/C%0adv4XOgeGNZ0u2BjBvJnYTLvLAspGOp9K6KTSTMaibaOH0m88U6f4k0DxBYa74iPhS81aCwt%0ao9dv2mkvFYndIUwFCEA4yM85Br6nrx298NfEDxrqnh6HXNP0TStL0zUIr5ns53Zz5ecKAcj%0anPtXsVKq07Dpq1zxbx38SNU8V+A/HsmieHo7zw5YW97p8uoS3/lzyyJGyyNDD5ZV0VuMtIh%0aO1sA4Gbngvx7d23hzwX4X8P6XDrGuHw/a31wLy7Nrb20Hlqql5FjkbczcKoQ9CSRgZqz/DL%0axppXhbxd4S0W40WTRdYkvJrPUb2eZbi1FxuZ42hEbK43swDh1wDnacYN7Sfhr4k8GX+gaxo%0ajaZf38Oh2+i6nYXt1JbwS+UMpLHKsTkEMWGDHyG6gjnA1G6p8eZdK0EzSeGppNct9eh0C80%0alLtfklk5V45SoEiFSpXITOeduK1rT4sTaXrGv6Z4t0qDQ7jSdMGsGayvWvIJrXLBiGaKMhl%0aZcbSvORgmufvvgxrOo2sV7Pdaf/bt54otNf1AIziCOKEBRBE23LlVUAMwXcSSQvStXxx8LJ%0aPFPjHW9Vvr23s9CvvC8uiyybyJYmaQuZMEbdoXnJbt0xzQBUvPjN4g0uy8Manf+DIrfSfEN%0a/bWdq66ruuIFmb5Hnj8kBTt52o788EjrW/4e+JF94t8U6xY6TpNrNpWj35029uZtQMd2sgA%0aJZbfyiCmTwWkUkBiFOAD5j40t/F1zZfC7QtVn0KV49dsZIZNLuZJ5dSihBZptjRqIlVAGbD%0aSAlhyOM9n4k+F+p+I/iFpWuJpuiaPcWF8twfEWn3Mqahc24HNvJCIgrBgFQlpWAAJCjO0AH%0aDfD34gaz4C8D+MNXi8OR6joOneJNQe9uGv/ACZ9huPnaGIRsJAinJ3OmSCBnrXsWkeP11f4%0ah6r4YSy2JY6dbagt55ufMEzOAuzbxjZnOTnPQYrjh8INZHwf8c+FPtNj/aOu3eoT20vmP5S%0aLO5ZA52ZBAPOAfbNaJ8C+JfDnjdPEOgppN+bvR4NMvrfUbmWDy3hYlJY2SN94+dwUIXovzD%0amgDV8M+P8AVfGfgq31nR9BhkvZrqe2FrdX/lQxiKV4y7yiNmwdnAWNjlgOmWHKt+0TG3hNN%0aUttEj1LUE8Qp4euLKw1FJY/NY8SRTbQJFIKkZCdSDjFY8HwI1238MeDrS+j0HxRLo17f3F5%0apOpO8dheCdpGSTmKTDpuBAKMBuYA9zJZ/A/xO1tcG9u9GFzP4wtfERW1MiRJbxqoMSgpncN%0auB2IAJIzgAHZWnxYm0vWNf0zxbpUGh3Gk6YNYM1leteQTWuWDEM0UZDKy42lecjBNZN58Zv%0aEGl2XhjU7/AMGRW+k+Ib+2s7V11XdcQLM3yPPH5ICnbztR354JHWrfjj4WSeKfGOt6rfXtv%0aZ6FfeF5dFlk3kSxM0hcyYI27QvOS3bpjmuF8aW/i65svhdoWqz6FK8eu2MkMml3Mk8upRQg%0as02xo1ESqgDNhpASw5HGQDXuotV8d6Z8RvESa5q2nX2i3lzZ6PBY38kEEH2VAwZ4lYJKZHz%0au8wN8pAGMVf8AE+v2PiT4d6P4h1K58T2d5qGjLdW8egy3cMFvK0YYvJLDtjXll5uH2ALngb%0aybd98OPFenv4w0nQ7jSjoHied7l7m8lkW5055lCXGyJYyswIG5cumCTnIHPR3Gk+J/DOkWm%0aieFbHRbnTLeyS0gk1S8mgkt9q7QSqROJhgA4zH0IzzkAGLN4q8QQeBfBOnrqVpL4m16KOKb%0aWINk0EKrCZJ7lAPkfCqdvG0syk5HB4jT573ULjw5caafEdlBr908OmeIJvFFxcTMVjeTz5r%0aB1NsEcIxCAY2sMCM4x2Fz8LLzwn4N8HwaKW1u/wDC5bNu7LAb+KVGSdFJO1GIcsgLYBUKTj%0akcbpGiandN4Ss9O1XW47/w9Ls0u3vvCF1FDBEyNE4upXlSKZkRsB45VB2narlgKAH+NvGl/%0awCItK+FWqvYLd6zD4oa0ntLRtiPcRLPE+0ueELKWyc4X1Ir0/w94/1K58Ual4b13QotN1q2%0as11C3TT777XDeQE7SUd44irB/lKsoHIOSOnO+KvhFqiaP4JtvDF3aNc+H9W/tSaXVncfamK%0ayGQnYpwzvIT6LuJGcAGPWvhZ4j8cSeKtU1m7sdE1fUNGbRNOj0qeSdLWJjvd3laONmLvwQE%0aGFHBJOaANOP4pXMXjP/hEfEek6fY315p017bR2GrfamZE+8kqmKNoyRyCNynDYPy84XgX4l%0a2ln4F8A6V4T8Mql9rVpJNZaPNqLCCzt4z+8eW4KO+0ZAGEYksBgdaraD8HNftfFfhjUf7L8%0aLeG9L0iyvLeTT9EeQ+bNNCqedu8mMHJUZUjIC53PnAm8OfCDxN4M0nwBeaZcaXd694dsZtN%0avLS5nljtbqGUhjslEbMrKyKQTGQeRgUAc7p/xDvfA3iv4w+JNR0RRe2baSktgl3mNiybMpL%0asyV+bIJQE91U9PZdU8a/2b458OeHfsfmf2xb3Vx9p83Hk+SEONu35s7+uRjHevOLr4KeIvE%0asPxKbW7/TYLjxQlo9oLMySJavAvyo+5VLqGCjcMFhk7V6DetPCPjTWPiF4Z8R62mhWMGkWV%0a1ata6fdTTmSSVUxIGeJOCV+5j5QPvNnAAOj8Y+OZfD+raRoel6b/AGv4g1XzGtraSfyIEjj%0awZJZZdrFFG4DhWJJAA6kUdX+IeqaVc6Jog0K3n8X6r5rpp6agfskUUWN8z3HlbgmCoH7rcW%0aYDbjJGVfeDfGl5feF/FbS6G3jDS47i1vLKOSaKwu7eVgSqyFXeNl2IwYo3ORjBqzrvhHxRf%0a674d8XWi6VD4j02Oe1n0t7qX7JPbylSUE/lbgylFYN5XJyNoHNAGfrnxxuPC/h3xhPqvh4Q%0a694Zjhnn06C98yC5imbEckU5jUkH5gd0YIKkY70+b4teJrbxbp3hyXwTGuoavaNeaa66tmE%0aIhHmC6bycwsoK/cEoJYAE9azPFfwd1/xn4e8c3N7Nplt4l8RwW1pDBDNI9raQQvuVTKYwzk%0akuxbyxyQMYGT2l/wCDL26+JXhrxCktuLLTdNurOaNmbzGeUxFSoxgj92c5I6jg0AWvh543b%0axxpd9JPYHTNR06+m069tRL5qJNGedj7V3qQVIJUHnoK6muP+Hng+88JTeKXvJYJBqutXGpQ%0a+QzHbG4QANkDDfKcgZHvXYUAFFFFABRRRQAUUUUAFFFFABRRRQAUUUUAFFFFABRRRQAUUUU%0aAFFFFABRRRQAUUUUAFFFFABRRRQAUyaGO4ieKVFlidSro4yrA8EEdxT6KAPkz43fsmTW8k+%0at+B4TNExLzaMD8yephJ6j/AGOo7Z6D5guLeW0nkhnieGaNirxyKVZSOoIPQ1+qVcF8Sfgj4%0aU+KMLtq1h5OoFdq6lZkR3C8YHzYIbHYMCKAPya8afE6x0/Wn04xSSrBw8kZGN3cY9qzLf4i%0aaLcYDTvCfR0P9K95+K//AATF8faVeXV94P1uw8X27uXFvdN9juyTyfvExnHrvX6enzT4u/Z%0a3+J3gZpP7b8B6/ZxocNcCwklgz/11QFD+Brw6lWvGTconhVKuIjJuUfwOvt/Eul3OPLvoOf%0a7zgfzqTUbOy12xe3mMc0TjgqwOD6ivC7q1uLNyk8EkDjqsiFSPzqzpenavfyqmm2t7cyngL%0aaxu7H/vkVCxTekomf1ptWlEbr+mf2LqtxZiUTCM8Ovoefzrv/AGrC/0cW7NmW3O3H+z2/rW%0al4O/ZC+MvxBnT+z/AADrEKSfN9p1WL7FGR/e3TFc/hmvrf4E/wDBMfUNCvF1Hx/4ohVGUbt%0aJ0MFi3fDTuBgg8EKh74bvWUKNScvdjoRSpVJSvGOh8uL8N9e+KF1BpHhrSrjV9XZgY4Ldcn%0aHQlieFUd2JAHc196/snfsLaT8Fns/FPi1odc8bBQ8Uajdbaa3/AEzz9+Qf3z0/hH8R+jfAf%0aw38NfDPSP7N8NaRb6VbHBkMS5klI6F3OWc+5Jrpa9WjhY03zS1Z69LCxg+aWrCiiiu87Qoo%0aooAKKKKACiiigAooooAKKKKACiiigAooooAwtD8B+GvDN9Ne6P4d0rSbycFZbixsooZJATk%0ahmVQSM881u0UUAFFFFABRRRQAVhaH4D8NeGb6a90fw7pWk3k4Ky3FjZRQySAnJDMqgkZ55r%0adooAKKKKACiiigAooooAKKKKACiiigAooooAKKKKACiiigAooooAKKKKACiiigAooooAKKK%0aKACiiigAooooAKKKKACiiigAooooAKKKKACiiigAooooAKKKKACiiigAooooAKKKKACiiig%0aAooooAKKKKACiiigAooooAKKKKACiiigAr5DtrXQNRtbrV/EGjW2v6peardxvPe+IRp7KiF%0aduFZhuHzHp0xivri4mFtbyzMruI1LlY1LMcDOAB1PtXyb4Z1ixt9GktNWsvGtlMmo3F1GNI%0as4wjLIVxv8wE5G3oOK6qOzOer0Or+FPxH0v4dahr2gXdtqS6QNZaC0uo0M1pahuAjSFsjJ5%0a4Bz1r6Lr461LXp73RfEljHoWuGXUtfj1OF5LE4EQPIbHRvYAj3r7BglE8McqhlV1DAOpVhk%0adweh9qVeNmn/AF0HSd9Dx/xF451zQPjBd2l/qGg6BpL6MWt7jU9XcwriWQiYwFI1aTCncgk%0aGFUnfxiuc0T4n3978SNXtYviz4GljktLNLfNsz20sjPMCkMf9ocSfd3YYk5TgY56KO/8ACH%0ah/41eI9SfUNPiih0VItTu5roSNFM9y2IpHZiVYjaFjJHAAUYwK5rSby90+40rTvE9hqWn/A%0aAy0i6NzpmqXVkyeeEObdLtM+ZbxQnJDyoofYhYrjD8xuep+IfiDqXhq3vpLnwZrl1aWaM0m%0ao282npC6qOXVXuw4HoCM+1eZfCrxv4k8T+H/AAprtlpXjG/Frbm01GN59PeC94JyyzXayJI%0aCVYOQCV4IIII9NWx1bxrrP2vUUSy8M2UgksbOOVJX1FxylxKykqIwcMiAkk4ZsEBRzXgHw5%0a4g8MeA/DWp6VZH+0o7GOHUtDu/3DXSrnBUsP3cy9BuwrD5WI+VkAPPPiL4+8U6N8Sp7281v%0aVvDNpDK1nDp0V/pVnb3FqFDedGb6X95JvIy4iKgAorcFjk+FviF4t1nxEt3B4l8SaoJbV21%0aLTtC1Pw/qEtuEIETwxKz7xhiHKxRliQccBa774v6XqF/8RtHv0k1jSLb+xnjeey03VLzEhm%0aVvKc6dPGQcZPzMy8cDoazPCcOpaN460C8tJtT16eWf7FO+o+HvEMX2a2k5kdZb26kiTlEz8%0avPFAEvjD4hz+HvF/iDTbX4pySy2GhzXkNhM2mFzervHkMBbhiQFDbM7vw4rn9R+IPxC07+2%0aJPt/jCNbHT7G8U3cOhGNDK7hml8tdxjIX5RHlxg5A4r0TxtZa7e+K9c1OTw+0GgS6QdFnmv%0aBJcyyq0rnzYbaz8yWVcMAVZoWwc5GCR5Ha+BNObxVqnm+HtNh0xrS0SCeL4W6sg3o0hbywk%0agkicfJuk3fNlf7pyAdl8U/izcaV4zvIk+I/hvSI9F/wBMtbSCEzS3T8xyWdyovVXdlkPzIv%0aXcCuxjUOp/EjxJrM00Vj8QLVNRnj06z08+H4rR9Olvbhpg+XlSdiqCM5xIM7CBgsAOh17xz%0afz+MvFFu3ibxZpVrZQ2slnbaJ4d+1IN8AdjKTZTMjbj912Uj0rl/D2o6v480LXkn0S68U6n%0arvhjS/MmhNtCkU7RzlZn3yR7cOQw8sEgrkDpQB9KQI8cEaSSGaRVAaQgDcccnA6ZqSqmk28%0a9ppVnBdTfaLqKFElm/vuFAZvxOTVugAooooAK4z4rPInh2Dy0Lt9pXIHpseuzrn/GEunQw6%0aYdSuTbRG9RY8D77lHAU/UZ/KtKbtNMiavFo8Ntrw3cNxAM78h0PqfSuv8AhHdJceM7zdHJF%0ac/Ym3hh8p+ePmuR/aDvrC3jt9K0i9tbJLWUS3kETbZNx6N74B6e9WPgDrl3e/EnULGaZ3hg%0a0x9iuc9JIgDn6H9a9Gb5qTkcUVy1Ej3bxReTad4a1a7t38u4gtJpY3wDtZUJBweDyO9eEfD%0ab4navrk3w8ax8df8ACYapq6Btc0UpZMtjF5W55f3EaPEUfaoDls7sYzXu/iizm1Hw1q1pbp%0a5lxPaTRRpkDczIQBk8Dk968V0Pwb4q1nwf8N/DVz4WutAufDlxaXN1rF7c2jqghXDpB5Msj%0alpPu8hRtJyex8o9A9K8TfE6DwleE6hoWsJo6XEdtLrYjiFrE7sFBYGQSldzKC6xleevBxR1%0aX4yWll4j8QaHZeHdd1u/0OKOe8XT4oNojdC4ZWklQMcDG0fMT0UgEjyfx98MvGvibQPEum3%0aXh2/8Q63NqrXFnqt5rKf2fHa+crJ5Fu02IpVTKf6tON/znOG9U8I+E9V0z4kfEHVbm18qw1%0aWOxWzl8xD5pjgKvwDlcE45Az2oAu3Pxe0T+yfDt5pkN5rs/iFDJplhp8a+fOoXc7HzGRECD%0a7xdlA6cnArnvhV4rvvEvxS+I8dz/aNrb2hsEj0zUG5tGMLb1VQzIMkZJQlW4IJ61y/gr4e+%0aLvAmm/DjWG0N9UvtHsLzTNS0mG6gFwkc0odJI3dxG23YoK7xw3HTFdl8MdB8R2/xE8e6/re%0akDSLXWGsmsozcRyuUjiKkPsYgOMjIGRn7pYDJAPT685+KPxNn8OhtE8OwDUvFE0LSLEpGy1%0ajAyZZCeBgdAfx9/QblpFt5TCu+UISi5xlscCvm/Sfhl43vNIvo9U0NoEndrrUtl/GbzWG3Z%0aSHzMkRRgdQfTPJxjhxVSpFKFNO76rp/X9Xdjxsyr14RVOhF3lfVLb/Jvu9knZN2R137O3if%0axJ4itb/7fPc6noigNBqV+u2YzHHmRr8zbkBzg544+g9nrhvAWta9JLFpd54FbwvpcEOIpVv%0a4pkXGMJtUA+vNdzWmGXLSSbb9br89TfL4uGGjFycmurTX5627Xv6hRRRXUekFFFFABRRRQA%0aUUUUAFFFFABRRRQAUUUUAFFFFABRRRQAUUUUAFFFFABRRRQAUUUUAFFFFABRRRQAUUUUAFF%0aFFABRRRQAUUUUAFFFFABRRRQAUUUUAFFFFABRRRQAUUUUAFFFFABRRRQAUUUUAFFFFABRRR%0aQAUUUUAFFFFABRRRQAUUUUAFFFFABRRRQAUUUUAFFFFABRRRQAUUUUAFFFFABRRRQAUUUUA%0aFFFFABRRRQAUUUUAFFFFABRRRQAUUUUAFFFFABRRRQAUUUUAFFFFABRRRQAUUUUAFFFFABR%0aRRQAUUUUAFFFFABRRRQAUUUUAFFFFABRRRQAUUUUAFFFFABRRRQAUUUUAFFFFABRRRQAUUU%0aUAFFFFABRRRQAUUUUAFFFFABRRRQAUUUUAFFFFABRRRQAUUUUAFFFFABRRRQAUUUUAFFFFA%0aBRRRQAUUUUAFFFFABRRRQAUUUUAFFFFABRRRQAUUUUAFFFFABRRRQAUUUUAFFFFABRRRQAU%0aUUUAFFFFABRRRQAUUUUAFFFFABRRRQAUUUUAFFFFABWNrniaLQ9V0SxkheR9UuGt0dSMIQj%0aPk/wDfOPxrZry3xd8LIbrxH4altDq81uL2R7uQ6rcN5SGJ8FSZMp82BlcdcVhWlOMbwV9vz%0aRx4qdWnC9GN3dfmvJ+fpueok4GTwK8v1T4pXttod3erPawpDNIsN1DpdzfQ3IzhI2CMhglD%0aEIVkPJ5HB49C0bRoNCsRaWz3MkQYtuurmSd8n/adice2a8l1+z1e9s5NYl0u9zcXF5LDAlo%0a2bdgrR27+TEokaY7VIkkyqD0OKxxEpqK5dHqcuNqVYQTho7O9te3X+vuudV4M8d3ep2Ml7q%0adybqOOHdJFY+Hb6Hy5AwVlDuW8zacjCrngnsai0L4w2N/4fs7ia2u59WlSJmsre0eHf5knl%0aqY2m2qy7uM7z3rF8MWfi7wn/aV3fWF3fLPATGtsyN59wQoRpY8kg/MFLrt/1bGTdw1Uf7Fv%0abJbCOy0zUr8aVBp1tJi0eIzSpdM8nl+aEDKOu7O3BHNc6q1VFb/NHBHEYmMI73s73Tvvv92%0av9I6jxL8VLnTNFuLm18P30d3b30VjLDdtb4jZzGQDtn53LJ8u0nB+9gU698eYu5R/wmnhbR%0aSDhtP1KJHuLc90kZLwKWBz0Fcx4n8LX/iyw1y5u9Jv7dBrEEyaVPCrmb5bdC52MysqqJehI%0a5OcYqSHw3qV7qGk6ZKmrafOs9y/7vzzHptubdo4FS45QsBtJ2sTuJz0odStzeXTp1fYJV8U%0a5vdp2tuurXRddN+17JHR6t4/1i2ms59Ls7DVNEjjH27WJpmt7VmYcPE6iT92CPmbDAbgN3D%0aER+G/HvifxDqOYdD0x9NlYokgvplaBkxvWT9wSC2dyBljyuM8msbVrdru70c+KbLXr648tB%0acQWcN28VnKgOyeJ7UBfmYEnlpBvGCoBFVPDSxz61YTmz8TaNqBQLd6g1vqc3nMHIRFE29Am%0aMsfNBADjGDllPaT5/idv68v1+dwdet7Ve+7XWm3bT4Xb5vvd30PaqKKK9U+lCiiigAooooA%0aKKKKACiiigAooooAKKKKACiiigAooooAKKKKACiiigAooooAKKKKACiiigAooooAKKKKACi%0aiigAooooAKKKKACiiigAooooAKKKKACiiigAooooAKKKKACiiigAooooAKKKKACiiigAooo%0aoAKKKKACiiigAooooAKKKKACiiigAooooAKKKKACiiigAooooAKKKKACiiigAooooAKKKKA%0aCiiigAooooAKKKKACiiigAooooAKKKKACiiigAooooAKKKKACiiigAooooAKKKKACiiigAo%0aoooAKKKKACiiigAooooAKKKKACiiigBqMHUMDkEZFOrJVpIuI5Sg9MAj9aXzrn/nuf8Avlf%0a8KANWisrzrn/nuf8Avlf8KPOuf+e5/wC+V/woA1aKyvOuf+e5/wC+V/wo865/57n/AL5X/C%0agDVorK865/57n/AL5X/Cjzrn/nuf8Avlf8KANWisrzrn/nuf8Avlf8KPOuf+e5/wC+V/woA%0a1aKyvOuf+e5/wC+V/wo865/57n/AL5X/CgDVorK865/57n/AL5X/Cjzrn/nuf8Avlf8KANW%0aisrzrn/nuf8Avlf8KPOuf+e5/wC+V/woA1aKyvOuf+e5/wC+V/wo865/57n/AL5X/CgDVor%0aK865/57n/AL5X/Cjzrn/nuf8Avlf8KANWisrzrn/nuf8Avlf8KPOuf+e5/wC+V/woA1aKyv%0aOuf+e5/wC+V/wo865/57n/AL5X/CgDVorK865/57n/AL5X/Cjzrn/nuf8Avlf8KANWisrzr%0an/nuf8Avlf8KPOuf+e5/wC+V/woA1aKyvOuf+e5/wC+V/wo865/57n/AL5X/CgDVorK865/%0a57n/AL5X/Cjzrn/nuf8Avlf8KANWisrzrn/nuf8Avlf8KPOuf+e5/wC+V/woA1aKyvOuf+e%0a5/wC+V/wo865/57n/AL5X/CgDVorK865/57n/AL5X/Cjzrn/nuf8Avlf8KANWisrzrn/nuf%0a8Avlf8KPOuf+e5/wC+V/woA1aKyvOuf+e5/wC+V/wo865/57n/AL5X/CgDVorK865/57n/A%0aL5X/Cjzrn/nuf8Avlf8KANWisrzrn/nuf8Avlf8KPOuf+e5/wC+V/woA1aKyvOuf+e5/wC+%0aV/wo865/57n/AL5X/CgDVorK865/57n/AL5X/Cjzrn/nuf8Avlf8KANWisrzrn/nuf8Avlf%0a8KPOuf+e5/wC+V/woA1aKyvOuf+e5/wC+V/wo865/57n/AL5X/CgDVorK865/57n/AL5X/C%0ajzrn/nuf8Avlf8KANWisrzrn/nuf8Avlf8KPOuf+e5/wC+V/woA1aKyvOuf+e5/wC+V/wo8%0a65/57n/AL5X/CgDVorK865/57n/AL5X/Cjzrn/nuf8Avlf8KANWisrzrn/nuf8Avlf8KPOu%0af+e5/wC+V/woA1aKyvOuf+e5/wC+V/wo865/57n/AL5X/CgDVorK865/57n/AL5X/Cjzrn/%0anuf8Avlf8KANWisrzrn/nuf8Avlf8KPOuf+e5/wC+V/woA1aKyvOuf+e5/wC+V/wo865/57%0an/AL5X/CgDVorK865/57n/AL5X/Cjzrn/nuf8Avlf8KANWisrzrn/nuf8Avlf8KPOuf+e5/%0awC+V/woA1aKyvOuf+e5/wC+V/wo865/57n/AL5X/CgDVorK865/57n/AL5X/Cjzrn/nuf8A%0avlf8KAEorQitkRBuUM3ckZp/kx/881/KgDMorT8mP/nmv5UeTH/zzX8qAMyitPyY/wDnmv5%0aUeTH/AM81/KgDMorT8mP/AJ5r+VHkx/8APNfyoAzKK0/Jj/55r+VHkx/881/KgDMorT8mP/%0anmv5UeTH/zzX8qAMyitPyY/wDnmv5UeTH/AM81/KgDMorT8mP/AJ5r+VHkx/8APNfyoAzKK%0a0/Jj/55r+VHkx/881/KgDMorT8mP/nmv5UeTH/zzX8qAMyuZ+IvxF0T4WeF5tf1+aWGwjkS%0aICCJpZHd22qqqOSSa7nyY/8Anmv5V4R+2VEi/C3SCEUf8VJpnQf9NxXLiqkqNCdSO6R7mRY%0aKlmOaYfCV78k5JO2jtq9HrbbexR/4bC8Ff9AnxX/4Ipv8KP8AhsLwV/0CfFf/AIIpv8K+hf%0aJj/wCea/lR5Mf/ADzX8qy9niv+fq/8B/8Atjv+u5F/0Az/APB7/wDlR89f8NheCv8AoE+K/%0awDwRTf4Uf8ADYXgr/oE+K//AARTf4V9C+TH/wA81/KjyY/+ea/lR7PFf8/V/wCA/wD2wfXc%0ai/6AZ/8Ag9//ACo+ev8AhsLwV/0CfFf/AIIpv8KP+GwvBX/QJ8V/+CKb/CvoXyY/+ea/lR5%0aMf/PNfyo9niv+fq/8B/8Atg+u5F/0Az/8Hv8A+VHz1/w2F4K/6BPiv/wRTf4Uf8NheCv+gT%0a4r/wDBFN/hX0L5Mf8AzzX8qPJj/wCea/lR7PFf8/V/4D/9sH13Iv8AoBn/AOD3/wDKj56/4%0abC8Ff8AQJ8V/wDgim/wo/4bC8Ff9AnxX/4Ipv8ACvoXyY/+ea/lR5Mf/PNfyo9niv8An6v/%0aAAH/AO2D67kX/QDP/wAHv/5UfPX/AA2F4K/6BPiv/wAEU3+FS2f7X3gO41CytZ4Nf00Xc6W%0ayXF9pE0UId2CqGYjjJNfQHkx/881/KvCP2yokX4W6QQij/ipNM6D/AKbisa7xVClKr7RO2t%0auX08z1MrjkWaY6lgfqk4e0fLze2btpLWzpq+21z2SitPyY/wDnmv5UeTH/AM81/KvVPgDMo%0arT8mP8A55r+VHkx/wDPNfyoAzKK0/Jj/wCea/lR5Mf/ADzX8qAMyitPyY/+ea/lR5Mf/PNf%0ayoAzKK0/Jj/55r+VHkx/881/KgDMorT8mP8A55r+VHkx/wDPNfyoAzKK0/Jj/wCea/lR5Mf%0a/ADzX8qAMyitPyY/+ea/lR5Mf/PNfyoAzKK0/Jj/55r+VHkx/881/KgDMorT8mP8A55r+VH%0akx/wDPNfyoAzKK0/Jj/wCea/lR5Mf/ADzX8qAMyitPyY/+ea/lR5Mf/PNfyoAzKK0/Jj/55%0ar+VHkx/881/KgDMorT8mP8A55r+VHkx/wDPNfyoAzKK0/Jj/wCea/lR5Mf/ADzX8qAMyitP%0ayY/+ea/lR5Mf/PNfyoAzKK0/Jj/55r+VHkx/881/KgDMorT8mP8A55r+VHkx/wDPNfyoAzK%0aK0/Jj/wCea/lR5Mf/ADzX8qAMyitPyY/+ea/lR5Mf/PNfyoAzKK0/Jj/55r+VHkx/881/Kg%0aDMorT8mP8A55r+VHkx/wDPNfyoAzKK0/Jj/wCea/lR5Mf/ADzX8qAH0UUUAFFFV9QuZLOwu%0abiG0mv5Yo2dLW3KCSYgZCKXZVDHoNzKMnkgc0bDSvoWKK80v/jYnhzTL7UfFvhfUfAWm28L%0aPHqHibUtLhtp5h92BWhvJW3tzjK4+U85wDJ4K+P/AIJ8ceF4tU0zX9O1S9TT49QvNH0K5Gq%0aXtqGC7lMFuGlYqzBThM57Cju+39f1/wAMTfVLuej0V4r4o/at8KeG9d8NaWdM8TyXGs3bQb%0aLjwtq1tIkSxszSxxvabpiH8pCiDI80E8Dn0Lwn8RtJ8aXc9vp9pr1vJCnmM2reHtQ01CM4+%0aV7mCNWPspJ74ppNq6/qw3pv/X9WOoooopAFFFFABRRXmetfH7wpoPxh0z4f3Ws6PDqF5Zyz%0aO02qxJLDcCSBYbUwnkySicsoyCRGcK2cg62/rRXDo32PTKK+a4v28/AkunJfDTL3yGUOEOu%0aaD9owe32b+0vO3f7Gzf2254r2rVfHR0/xXZaPbaZNqySxk3MthLHJJYyMrNCJ4shkjkCSAS%0aH5QygHAOQ7NK/9bXB+7Jxe6/zt+Z1VFeX6v8Z9b0HSb3U774S+NILKzge4nl+06K2yNFLMc%0aDUSTgA8AZr0jT71NSsLa7iDLHcRLKocYIDAEZ9+aQFiisjXPFWm+HHgS9mkEs4Zo4be3knk%0aZVGWbZGrNtHGTjAyKv2F/b6pZQXlpMlxbToJI5UOVZSMgijcCxXg/wC2X/ySzSP+xk0z/wB%0aHiveK8H/bL/5JZpH/AGMmmf8Ao8VwY/8A3Wp6f5H1fCn/ACPcH/jX5TPeKKKK7z5QKKwNb8%0aWf2RrFrpkGk3+q3lxA9wEszCoVEZVJJlkQdXXpmoT4s1MAk+DdbwP+m1j/APJNZOrBX128n%0a/kYOtCMnFvVeTf5JnS0Vwmr/F3TNL8P6Fqxt7gxatKoWF0Jkiiz+8kZYw+dvHAzkkDPOaTU%0aPjBpdjrljYfYtUMUoJnnk0y7jaEk7YgIzDuYu2VGMDg854qfb007c3l+F/yM5YuhHea6P79%0aun9dTvKKqaZqUOrWi3MCXCRsSAtzbSQPx6pIqsPxFGqarZ6JYTX2oXMVnZwrukmmYKqj6mt%0aXJRXM3odKkmuZPQt0VDZ3cV/aQXMD+ZBMiyRvgjcpGQcHnoamq2raMaakrrYK8H/bL/wCSW%0aaR/2Mmmf+jxXvFeD/tl/wDJLNI/7GTTP/R4rz8f/utT0/yPrOFP+R7g/wDGvyme8UUVy/xC%0a8av4L0i2ezsP7X1rULqOx03TBN5X2md8nBfa2xFRXkdtp2pGxwSAD3nyh1FFeaeKvjTL4Xs%0a7zUx4J1zVvD1vEJv7fsL/AEgWUsZUHcjTX0bkZO3lBkjjORmbWfjFJo3hHQtfbwV4ilXVbd%0ark6c72FreWgWPzSk0dxdR/PsDsUQuQEbcBik2knJ7L/g/5MaTbSW56LRXl3iv472mgaR4S1%0aCy0S91VNcgj1K5gR0WXTNM2K015MoLZWPegKqSWJIXOK9OilSeJJYnWSN1DK6HIYHoQe4q3%0aFq6fRtfNf1+D7MhSUrNPdX+T/r8u6H0UUVJQUUUUAFFFeRa7+1H8PfC/xHHhTV/FGg2QaN1%0a+3trVqUt7mMnzLe5TeHgYADaWG1juXKsFDHWwdGz12ivLPh5+0j4H+Jvi3VNE0XxHody1vO%0abWyEerwPc6jIis0zQ24O8xLjiT+PDkDaAzaX/C3RpH9oReI/C3iTSbm1vGt4/sGj3erRXUZ%0ay0c0b2kUnysuMhgpRsqR90sPRJvrqHkeg0V5N8M/wBovR/iHZ2gfQvE2majLdy2Lxt4c1N7%0aVZY5WiY/aTbKgTcp5k8tlwQ6oQQPWadmg6tBRRRSAKKKKACivMPjn8dtN+CNhpMt5bJeXGp%0ayyJFHLqFrZKqIm538y5lijYglAI94Ztxx0NeI6r+39p1t8L7LVLXTLOTxNLpv2iaKXVtNFt%0aHMEQ/Kovd0gLMw8lX89AAXRQyllF817dHb+v1B6b9rn17RXH/C34n6T8WvDJ1rSDGIUma3k%0aiTULO8MbqAcM9pPNGCQynG/OCMgZrsKppp2Yk01dBRRRSGFFFFABRXl2pftA+H7DVYghWbQ%0av7E1XWZtWd2iEQsJ4oZY/LZATlpG+bI+5wCGBB4H/aR+H3jDSdCZvGnhS21/U4YT/Ylv4ht%0abiZJ5AMQLhgXfcdvCjJ7U0r7f1v8A5MHpueo0V5HP8cPEb3WkjT/hB4u1KzvZ5IXu4L3SHS%0aMKjncCl8y/eTb87IOcZLYVoNB/aD1O/u7Gy1X4XeKdFvLq++x7JrvSyIQ0kqRSSA3iyKriF%0ayDswxBEZkypYSvsJu257HRRRSGFFFFABRRRQAUUUUAFFFFABRRRQAUUUUAFFFFABXMfE7VN%0aF0P4f69qPiK8ubDRLS0e4u7izvJrSZEX5vklhZZFYkADawJzjvXT0VMldNIqLSabPjbSfGW%0ag+H/CuqWo1HxH4h1+/wDDkj6Zfy+J9V1HTNTv7ljCbG3aZ/ss5jee3jV0aQ8sW2sjE+h+Jp%0apfhv4vtWttQttNk8L/AA8cm9urN7yJUS4gBBhWWNnZlgYKPMGSe+MH3HVfC+l65qmk6jf2g%0aurrSpXnsmkdisMjKULhM7S20sAxBKhmwRk5wdO+D3hLT77VLyTTJNWutSES3MuuXs+pkrHI%0aZY0X7S8nloshLhEwobBAyBVbvTTf7rNL/wBKbfou7IstL+X5pv5aL732R5Va6N4ZTxZZatq%0aGu+IdX1C8nTQPED+IbJbiINLFFPbWkgjVIrNg80GySACNnO198jKw9A+Guv2t54j1fR9L8e%0a23ivTtNTabK5iEt/bMXKj/AEpXAmhXY8eTG7+ZHIHmZ1ZRe1r4L+Gdc1y/1aR9esL2/dZLo%0a6R4k1LTo5nVFjDtHb3EaFtiIu7bkhRk8VveH/A+g+F7LSbbTdLt4E0m1NlZSsvmTQwttLKJ%0aWy53FFLEklioLZPNUmu1v6/Tp11fzclf17/13+7RfLcoooqQCiiigArwDx/P4puP2mvD39k%0awWNhFZ+FtUkie+udv9oKLmwZ4yyo4t03eWDIUkYqJQI0OySvf6858VfBOx8Z+KLvWtT8Q64%0a/n2LaWtjC9vFDDaSSQvcQoVhEmJvIVWLOzAM2wpkEHX5P8U1+v9aD6Nen5p/p+XmfK95aaV%0aoXhTQPC+qPp+i6NrOhfatP1LWPjJrFlbT242KAIJrJIdxDq3leRs25+UDivVfE8+u6pqXxP%0am061u5dZuNJ8NMbbwtfyPK6tPN5i29wvksQULgSfu+Dk7RnHfxfs56boniFdU8JeKvEXgiN%0aLd7WPTdHNnLZwI7q7rFFdW0whUsqnZGVQYJCgsxbvfD/g6z0C+uNS82e/1q8tre2vdTumUS%0a3QhDBGdECxqf3jk7EUHd04GLbUk/n+lvLZWf5Gb5nLme//AA7f4ts8DvfDut2Fn4yvIvDvj%0afw74dHg/VIriPxb4oGqpNckIYjGn2+62kIs2Wwv3sc19CeFP+RW0f8A684f/QBWV46+Geh/%0aEeBLfXf7UltVjeF7Wy1m8soZ0cAOk0cEqLKpAxiQMMEjoTnp4YY7eFIokWOJFCqijAUDgAD%0a0qF1v5fhzP9fwKtr9/wCn+RwviIX978SLS30qe0029g0mWRrq8haYTI8ijYqBl+6UDFs8bl%0aGDmtH4VTxz/D7RjHCsKpEYiEYsrsrFWdT3DEFh/vVu6toGma/HHHqenWmoxxnciXcCyhT6g%0aMDirkUSW8SRRIscaKFVEGAoHQAdhQtFb+t2/wCvvG9Xf+trD68H/bL/AOSWaR/2Mmmf+jxX%0avFeD/tl/8ks0j/sZNM/9HiuDH/7rU9P8j6vhT/ke4P8Axr8pnvFFFFd58oeeeO4JLnxTLDD%0aG0ssnhvUESNFLMxLwgAAdTWJo/h6K21vwbNaeBJtAkgZ/tV8LW1XcPssgwxhdmGWI++Bz78%0aV3+t+C7DxBrFrqNzPfxTW8DwILO9ltgVdlY5MbKx+4OM49umIT8PtLII+1a3/4Pr7/AOPV5%0a8qEm27d+3eTXS637nlVcNOpVcrK19Nv7neLtrHozznTLt9F+HGk3tvp1qt1c2C2I1K/R7iP%0a53YLCkMau7FmPI2qOVJL421lF5NNgYvpb2kFwVGpT3w1NkvOflLn7DGI3BwFdCoTjggBa9W%0ak+HOmS+E9N8PNPeiysJYpY5En2TEo24ZdQCOe64PoQeaj1H4YaRqdm9vJd60EcqTu1m7lHB%0aB5WSRlPTuDSdCfNddLdu0b9O9/XS5zVMJXkly9F3W+t+nor72bWx0el3Vxd2aSXVlJYT8q0%0aMkivgjjIZSQQeoJwcdQDxWX48tILjwjq8ksMcskNnO8TOoJjbymGVPY4JGR2JrfqOeCO5hk%0ahmjWWKRSjxuoZWB4IIPUV11qftaUqfdNfemj3ErKz1Mzwh/yKeif9eMH/ota16ZDDHbwpFE%0aixRIoVEQYVQOAAOwp9dEnzSb7kUoezpxg+iS+5JfoFeD/ALZf/JLNI/7GTTP/AEeK94rwf9%0asv/klmkf8AYyaZ/wCjxXnY/wD3Wp6f5H2HCn/I9wf+NflM94rwn9pfwTe+KdR8J3Vn4Z8Qa%0apFZtOL/AFfw7r6abc2VmfLaWFVe7t0cTmNVZmLbUViBkqR7tXP+JPAHh7xjfWF1r2k2+stY%0aEvbQ34M0EUmVIlELEx+Yu35ZNu9QWCkBmB7mrtPs/wCv6/S9/lk7X/r+v68j588TeHprq18%0aPXzeENE+IHhjV5re00FNb8VmKCwSZN0Sx2lpYvaJ5XzIlxG0su3GJSDxp/EDwVe2nhLQdIv%0avGT6N4gaS8kg0ueK78WzRwzQPayCBkEF3IiCfeZpQ+xpMMdu0D0rWvgD4T8Q3xu7+48UTy/%0aaftiKPGGrpHFLkkNGi3QWPGTgIAFHAwK0j8MhYeG30fQvFXifQA9x9oe+/tI6pdH5dpjEmo%0arc7UPBwoGCMjGWypLmjJPr+XZv5u7tdpkpWat0/r9FZbX8j5o+H+u3sf9l3sninW9Bv9Utt%0aFS91DSG094ZbW5aeC2dEubOd0jjmjEQjEm396ZCS7vu98/Z00uOw+GdlNaT6i+k3kkk+nw6%0ahPDLsttxEckflQxrGkqgSiIDbH5mxAqqFGdcfs5Rf2OdH0/wAeeKNG0gaYNGS1sodLLR2gT%0aYYlnksnnweWyZCQxJBHGPQPBPha48HaIumz+INS8RLGQIp9TitY3ijChVjUW0EKbRjIypPJ%0a5xgDW97tu7/PX+n82JpaKO3/AALL8NPkjoKKKKgYUUUUAFfPPx8j+Jg8D6j4cj8WeD7/AFD%0axUsmi6dpC+G7mG4uPOUq5Ev8AaDhRHEXkeTy2CqhO08A/Qtcl4U+GWl+F9XuNblnvde8S3E%0aRgm1zV5RLcmLdu8qMKqxwx5CkpCiKSoZgW5qXFS0e39f1cuMnBqUd1/V/+Acf8Mv8AhYOta%0aHpEr+L/AArNYWxS1vrCPwvcxXULR4Wa3aT+0mCSrgru2MAcHBGMw/D+x1aXRvElj8P9RtdC%0a0mw1+ezszr1vLq1sIo0VJo7aNJoGhjWcSKqmSRV2MFCqVVO31f4cWN/4nh8Q6ff6h4e1jdG%0aLu40uVFXUIk6RXEUivHIMcB9olUcI6gnNF/gr4XGh6Xo9t/beladpqyLbw6T4i1Gxzvbe5k%0aaCdDKxbJ3SFjknnk1o5OTcnu/87/d2W+r+eaioxUVsv8rff59l8lw37OWm+OY9BklvfEXh6%0a40Vde1oT2cGgTxXMj/2hchikxvWVAZMsAY2wvy5J+avdK840D4AeEvC88MmmTeJ7URXDXYh%0a/wCEv1doWlaQyOzxNdFH3OSzBgQxY5zk16PQ3e39dF/kNu8m+/8AmwoooqQCiiigDyj9ou9%0a1bS/B9pqFpbWt5pNhfW15e2kt09vLdSJcRfZ4VdUcIhlKtI5DHbHsCHzNyec6R4Q8T6Nrc+%0ahReGPDt1d6fZtqk+n3Hja9dS9z50X2sudI5chZ0VA3lxj7sacGvoDxZ4dv/EdpBDp/ifVfC%0a8kcm9p9JitHeUYxsb7TBMoHf5QDx1rlj+z34ClUS3WiyX+rL9zX72+uJtXi9PKv2kNxEBzg%0aRyKBuYAAE5hq8ZJ9b/irf192m5V9vL/O/wDX39LEX7POnyJ8LNB1eTWNZ1Y61YWl+ses3MM%0axs0a3jCwR+TDCm1QOojBYkk8nj0usjwt4e/4RbRotNGp6jq0ULN5U+qz+fOqFiVQyEBnCg7%0aQzlnIA3MxyTr1vUlzycl1/r+vv6mcVyqy/r+tAooorMoKKKKAPhzwt4Os/jbr2ieEL1NX03%0aTX0LxMwv0Bt4rtm1i3kj8tsh5I1PlOWXCNlQHbDqPX/AIH/ABEX42eO215Gt55PBujvoV+t%0atMkgk1SaRGufKw2DEBax7JOA3mHH3Wx6v4x+FXhfx9qNrfa9prX89vbyWij7VNHHJBI8byQ%0ayxo4WWN2hj3JIGVgMEEEgy6n8MvDGqXGkXJ0mKzvNIRYtPu9OZrSa2iXGIUeIq3knAzET5b%0aAAMpFNOyS7K3zs1f7tLfjpqmrttf0r3t9/X8NdPgnxHLp1zrV3qHizSIrezN3Fp1rcappfh%0a+O7jiH9qP5e/ULi5tgPPTDOHjZwnyoON3e/Bvwx4Nv/ABD4R1LTvDmiMl3BbXdxrWo6Fo6r%0aZmzvbyO5aKazi+zhpJvssUbRncyFWDErkfRdx+zvpK2tqumeIte0W+t5VkTUbV7WW4Ki3eA%0axnz4JFKkSzOflzvlYgjOBHa/s3aHDJpV1ca7rl9qlk0KS6nO1ss97axPG8VpNsgVPJR4Y2A%0aRVYHeQ2ZJN102oJLa1vw/peenrfNqT5763v+P9fK7PWqKKKzNQooooAKKKKACiiigAooooA%0aKKKKACiiigAoqv9uj/uzf8Afh/8KPt0f92b/vw/+FOwFiiq/wBuj/uzf9+H/wAKPt0f92b/%0aAL8P/hRYCxRVf7dH/dm/78P/AIUfbo/7s3/fh/8ACiwFiiq/26P+7N/34f8Awo+3R/3Zv+/%0aD/wCFFgLFFV/t0f8Adm/78P8A4Ufbo/7s3/fh/wDCiwFiiq/26P8Auzf9+H/wo+3R/wB2b/%0avw/wDhRYCxRVf7dH/dm/78P/hR9uj/ALs3/fh/8KLAWKKr/bo/7s3/AH4f/Cj7dH/dm/78P%0a/hRYCxRVf7dH/dm/wC/D/4Ufbo/7s3/AH4f/CiwFiiq/wBuj/uzf9+H/wAKPt0f92b/AL8P%0a/hRYCxXg/wC2X/ySzSP+xk0z/wBHivcPt0f92b/vw/8AhXhP7ZF2knwt0kBZQf8AhI9MPzR%0aMP+W49RXBj1/stT0/yPquFP8Ake4P/Gvyme/UVX+3R/3Zv+/D/wCFH26P+7N/34f/AArvsf%0aKliivOPH/xS1zwlrMNnpPgfU/Elu9usrXdssqqjFmBTAibkBQev8XSuZ/4X14v/wCiTa3+c%0a3/yPXHPFUoScZXuvJ/5Hl1Myw1Kbpzbuv7sn+Ki0e20V4l/wvrxf/0SbW/zm/8Akej/AIX1%0a4v8A+iTa3+c3/wAj1H1yj3f/AIDL/Iz/ALWwneX/AIBP/wCRPbaK8S/4X14v/wCiTa3+c3/%0ayPR/wvrxf/wBEm1v85v8A5Ho+uUe7/wDAZf5B/a2E7y/8An/8ie20Vwnw6+ImreMf7Q/tfw%0ajqPhj7N5flfaklfz927djMS/d2j1+8K7P7dH/dm/78P/hXXCaqRUo7f13PSo1oV4KpDZ901%0a+DSf4FivB/2y/8Aklmkf9jJpn/o8V7h9uj/ALs3/fh/8K8J/bIu0k+FukgLKD/wkemH5omH%0a/Lceorkx6/2Wp6f5H2HCn/I9wf8AjX5TPfqKr/bo/wC7N/34f/Cj7dH/AHZv+/D/AOFd9j5%0aUsUVX+3R/3Zv+/D/4Ufbo/wC7N/34f/CiwFiiq/26P+7N/wB+H/wo+3R/3Zv+/D/4UWAsUV%0aX+3R/3Zv8Avw/+FH26P+7N/wB+H/wosBYoqv8Abo/7s3/fh/8ACj7dH/dm/wC/D/4UWAsUV%0aX+3R/3Zv+/D/wCFH26P+7N/34f/AAosBYoqv9uj/uzf9+H/AMKPt0f92b/vw/8AhRYCxRVf%0a7dH/AHZv+/D/AOFH26P+7N/34f8AwosBYoqv9uj/ALs3/fh/8KPt0f8Adm/78P8A4UWAsUV%0aX+3R/3Zv+/D/4Ufbo/wC7N/34f/CiwFiiq/26P+7N/wB+H/wo+3R/3Zv+/D/4UWAsUVX+3R%0a/3Zv8Avw/+FH26P+7N/wB+H/wosBYoqv8Abo/7s3/fh/8ACj7dH/dm/wC/D/4UWAsUVX+3R%0a/3Zv+/D/wCFH26P+7N/34f/AAosBYoqv9uj/uzf9+H/AMKPt0f92b/vw/8AhRYCxRVf7dH/%0aAHZv+/D/AOFH26P+7N/34f8AwosBYoqv9uj/ALs3/fh/8KPt0f8Adm/78P8A4UWAsUVX+3R%0a/3Zv+/D/4Ufbo/wC7N/34f/CiwFiiq/26P+7N/wB+H/wo+3R/3Zv+/D/4UWAsUVX+3R/3Zv%0a8Avw/+FH26P+7N/wB+H/wosBYoqv8Abo/7s3/fh/8ACj7dH/dm/wC/D/4UWAsUVX+3R/3Zv%0a+/D/wCFH26P+7N/34f/AAosBYoqv9uj/uzf9+H/AMKPt0f92b/vw/8AhRYCxRRRSAKKKKAC%0aiiigAooooAKKKKACiiigAooooAKKKKACiiigAooooAK8K/bKtrqX4Q21xbWV1fCz1vT7qaO%0a0haV1jSYFm2qM8f1r3WisK9L29KVK9ro9XKse8rx1HGqPN7OSdr2vvpfpvueD/wDDZfgj/o%0aEeLf8AwQT/AOFH/DZfgj/oEeLf/BBP/hXvFFc/s8V/z9X/AID/APbHrfXci/6AZ/8Ag9//A%0aCo8H/4bL8Ef9Ajxb/4IJ/8ACj/hsvwR/wBAjxb/AOCCf/CveKKPZ4r/AJ+r/wAB/wDtg+u5%0aF/0Az/8AB7/+VHg//DZfgj/oEeLf/BBP/hR/w2X4I/6BHi3/AMEE/wDhXvFFHs8V/wA/V/4%0aD/wDbB9dyL/oBn/4Pf/yo8H/4bL8Ef9Ajxb/4IJ/8KP8AhsvwR/0CPFv/AIIJ/wDCveKKPZ%0a4r/n6v/Af/ALYPruRf9AM//B7/APlR4P8A8Nl+CP8AoEeLf/BBP/hR/wANl+CP+gR4t/8AB%0aBP/AIV7xRR7PFf8/V/4D/8AbB9dyL/oBn/4Pf8A8qPB/wDhsvwR/wBAjxb/AOCCf/CvN/jt%0a8dtG+MnhrRPDfhvRPE0upya9p86rcaNNEm1JgW+YivsCis6mGxFaDpzqqz/u/wDBOzBZzlG%0aX4iGLw+Blzwd1es2r2aV17NXWu10FFFFemfEBRRRQAUUUUAFFFFABRRRQAUUUUAFFFFABRR%0aRQAUUUUAFFFFABRRRQAUUUUAFFFFABRRRQAUUUUAFFFFABRRRQAUUUUAFFFFABRRRQAUUUU%0aAFFFFABRRRQAUUUUAFfI3/BR/4w/Ez4RfDzwF/wqnWf7F8T+IPFVvoqv9jt7nzhLDLtj2zR%0auBl1TkDPH1r65r4e/wCCqfi6DwB4P+C3ie6Xfa6N8Q9P1CVQu7KRRTO3HfhTxS91zpqTsnK%0aKfpfX+v8AIeqhNx3UZW9baHS/tQ+IviZ8Evgd8PbXT/ivrF18StX1+w8PjUE0rS/L1K5upF%0a83dAbQhEjRJfLEe0jI3tJ1qx448WeKdC+Ncnwzt/ip45S4sPA1z4sn1oR6AQ3l3LRqjwHSS%0aSTkDKMg2ovyklmPJ/8ABQzTvCHj3wx+z944mlk8SeHx450tEtrONr+z1GyusvJm2RXNwWWJ%0aQqqpJDsoB3Yrzv8AYy+FPhrxl+z94F1C9+EvjzXLm5s7/RpvEXhrxOmkWpsW1S7Y280S6pb%0aSuil2LKYWz0G7AFW4TnTqvaXNJejceWPolJ8zXla/fXlhTjTqPVNL8JNt+eicfmn006X4of%0aHP4n23/BOPwZ8SLvxOLXxHdW1rqeoa7BqK6ZeSyG5VoIIYI7GSOUSAhWT90MLyXUuDJ8df2%0aovid4qj07S9C8MQeEZ9A8c+GdL1Cb/hK54Li5uLqGG4a0kSG0KiA+cY3be3C58ts4r5u+J/%0awm1Hx1+xR4P1JvEl7H4O8MePNQ02PQ5bua5jnt5NSjs7VI2eQ7EhiWULnOAxwPnZq6740fs%0at+JvhZqDtr3g3w543sb7x94XsdK8WeJ7yIajqMCW0Fubd0S2mK27tGVkLvu4z5UuclU5xqy%0a9qtFKUGl2vGk0vmpbbeTd78rTpxjTveUYyT++qr/fDfzWy1X0/e/tE6x8X/Amnahp/izwx8%0aIfHujeOJ9JtvD+teJE+weIms5lguLYytAkzo4lO0RxZDeXkcjHm3x0+Knxl0j4g/tP21j9k%0asrHSPA1vdQLb+L72P+yoyl1tvLRBZgfaXCgsgMYBRR5r9RieIfhzr/wa/Zx0vwp4g8LDRtd%0a1H4vjX9P8NeGkOpkadHeLcu9vHbIXaKKFGP8Aq0YKFBRSQtcv4h8I/DfXtI/aO127+M/hu9%0a1rxPp5sPB2mx/FqcvJbpbP5SXbXN4hctJLhobnciEOAApyeWacm+X7K+9ulTvb/t5vTVXTt%0ayvfanflXNu3+CqVLf8AkqWu7TV7rb1r4qftAfET4e/An4BanqHiaXwe2sWU82s6hpM8GqXF%0a1bQaS9zG7S3tmwWV2jUuPLbBYje/3qzfDOt/H79pn4deENK8L+PZ7DWPCtgut+IPGEcSWsG%0aq66y+bb6KBBsjeGJZFW4Kqy5VVYbgRXMeNtE8H6l4F/Zn8P6BLJ8VIZb+50zWdJ0rxVFrhN%0a02iPHNbRzXN20EQUHIjWRIwOVHIzhfAjwzrP8Awl3i/Tr28h1WT4Y/Bm58I6xe2svmxQ6hL%0aNNOloJANsjQwjy2KnAaMjJxmt6k+WeKnf4ZTkv+3Y8ytptdr+67rT7LyoRvChF6XjFPTrJq%0aNt9G1zdeZcr1v7y+gPiD+1zZ3Pgjwlfanqvjn4beKZb+40TWfD+iLoUJsNQit1uJUuZ9YTy%0aViEfzxyo6q6yKeSQB86WXxXvLbwd4R0d/2kPiBJe6Nq66jd3v/CW+Bf8ATIRK7mHLaw0xyH%0aC4nmni+XmErtVfY/HfjPS/C3/BMf4aadrdh9t0nxRoui+HblzqyaWtqlxEgM7XDwTqiptyS%0aY24ye1cZ4v8daj4q+H+reFNY/aG8Bah4cvdPk0+50+P4taCrTW5jKNGGXwuHBK8ZDA+9XUb%0apVq0Vb3ZfLTXbVpLdb3Tt9nXSm3KnTv9pP16x8ujt01V+unt2g+L/Gvxt/Zl8Xa58KviX4w%0as/GGlX93FZ3fifT9AuHmnt0Aa1ItLdrd4HP3ZYyW3ENuZBtPSf8E9/i34u+N/7L/h/wAWeO%0aNVOs+I7m7vYp7s20VuWWO4dEGyJEUYVQOF7c0/4RftHeHbb9iLQ/irqdsfC+gWGgMVtbu9W%0a5kUQboIo/NEcYkkcxqAAgyzgAVyH/BKi4N3+xj4ZnYYMuo6k5H1u5DVyXLXqwWyUfvvb5XW%0atun4vGEuehSqS3bf3ct368r0T676XsfTXja+8WWGnQP4Q0TRtcvzLiWDW9Yl02JI8H5lkit%0abgs2do2lQMEndxg/IXxb+Mvxm/ZM1nxp8WfHsnhHVPBOrxWtnpvgo+L7p54LxMjbZN/ZSBt%0a6lmZWUH5dzSYWvoj9of9pPwn+zZ4WttV8RR3+qX9/I0Wm6FosAuL+/ZF3SeVHkfLGnzO5IC%0ajvkqD8afA/xr4H+P3xO0/47fH/4qfD7TrizHmeDfh1J4psnh0GM4Kz3CtIN1ycK3zAMpALB%0aWVI4sYrnno9Fu+1+iXVvp23bWz6JJRheS32Xdrz6Lv32SfT75+F3ibXPGfw+0HXfEnhpvB+%0ataharc3Ghvd/aXsy3IRpNiZbbgkbRgkjtWR8TvEnj3Rda8J23gzwpHr1hcXcsmuXs88KC1t%0aY4XZY41eeNjNLL5aK2GRRuL4GK3vBPxF8J/ErTZtQ8IeJ9G8VWEMpglutE1CK8ijkABKM8b%0aMA2GBwTnBHrXRVc1d6af15/0/QyhpG0nd/12/pHyH+0V8RPjF4R/Z48A+K73XX+HPju91uw%0a03WNJ0OCxvLVEu7oRlC1xFcZkjjwAyOFLFiQwwByvxw+MPjDSvinoXhb4c/FH4meIZNL1u1%0a03xzHpXgi21KPR7Q24Zplki0dgZpDh8KZBlmwiqAB6l+3b4W8UfED4YaL4d8E+HLvxR4oTX%0abHWYLCP/R4JIrSdJJBJdyAQwkgjAdgzc7VbaQPkP43Q6r4P/aEkTUNMfxXqN/470Px/wCIN%0aB8ART65c6BZ2Vp5bLdEQx7S0kmVyBujUsQu5Qc6L5qrU3aPOvuUY3/7dvzOXS63QVVKMFa7%0a93W2+89fX4UvXRO1j334wftBX3h/9lq38Y/Dr4reJfEzXPi+z0iXxBqmgWqahbxtcLDc26W%0an9nxAsuGwGgZ9xIBPAG5rfj2aw0XULm3+L3x7NxDbySRif4WBY9wUkbifDgAGRySRx3FeBe%0aO9F0/w5+wHpF7a+M9G1TR9V+JNvrcHiDQ7jfDbwT6l5oLmeNfLliB+dJE+RlIYHBFe7eKfi%0aV4Ak8Maukf7aP2x2s5gtv8A2z4SPmnYcJhdPB56cEHniudyn7KrKWklbTqn7GLa+Um+m66v%0afaFnVgt1r6P95JJ/OKXX7kT/AA++L3xi8UfsM+Gvilo2s6Dqvi+Hw/eatqMGt6FJcf2o8Rc%0aokYtbi3WE4jI4R85GAMHPkOqfF74weC/gvD+05pXxI0XxJceM7DS7K1+HU2iXzaXHeyypEU%0at92qExSqfMDMigPsJKAnI9n/Y3+IPhb4X/ALAHw48Q+MtZsdC0C20h/Pur+QKjZll+RV6u7%0aYICKCzHgAk4r5c8NfD3x58Ddc8IeNPEfg3VtU/Zl8OeLNR8QaVoM9jjWNBjmQ+TfXNkAzLB%0aAzO6rkOgLu6ISq16FbljiZxeiutei1Skuy5otWvs9dFqceHlKWEpytd2enWWjafnyy1euq0%0a1dkfSn7WHx0+Kf7PfwG0u+vr2zvPGesa1Y2kGqeGtKtrS0tQ0sJktWhvbyZ5ZHQXAWRFIA5%0aYRY3HhPj3+25418CeKdP0e71Lwn4HI8baLA1pFr2nXeqR6RNGxvINRtzJILd0IVmmQhAJFC%0avxve5/wUW8M+HPjh8CfB/xH0zxBb6/4X0u/tDZQWkvm2l5LdahZw+a2DtbZELmMqwODKehB%0ar0zVfironw01K68K+HP2hPg34Q0bSZDaQaB4jie9vtP28NDJK2tRH5W3AJ5aBFCoAAoqYtp%0auU1qp7eSUXb+r766s1TSnFR1XJq/Nua/rbZW2089+I37T/wAR9R+EHgrxHZa3oejT6748Oj%0ab/AIb3kXiRzYGKdkgLi1ulNxlI9xiikOMEIMmMeGf8LS/aVXUPF93cv8UIfizbQSponhKK9%0aspoG0wB2a8mtU0Y2shSRQqy7opLglo4sFcNb+Gtw/j3wp4H8OWGoWWu61q3xm8R6zFdaYNt%0atdQW9vcPJPEN7hYmaWPaTIwAkX5m6n538J+GoY/GHhHQ7Twrpvi2/wBE0T7Ldx+GtP07WYr%0a28b7MJkWa38N3UUz2yOJJTIboqJAEuC+5ZMlF333X/tsG/wAbp+r0T2uNRyXM1s/l8dRJej%0aST36LVrf76uv2hvi38Kf2b9E8QeJbfUIfHeoeK7DRLy28W6WdRNlDcBQWhi0+1sRcnB3hIv%0aNO4mPzGcFU898HftB/E3Rfj58YUPjjUtVt49P0/UI4tS+FPiae2tmMUg8mDT1ug9ih2BjLL%0anzSSQcKaueGtS+HNv+xBpui/FeXxH4Pj8A67bXElhYH+z9QudTbF/b2FuojjlEgS7jRgkcB%0aVlZkKIoevn/wfYeMdN8WeKbTxteW/wo8V+KpbXxOb7x98WNX0SabRC0sVvpTEb2ndBGQ7TM%0a0iRyMg8tzuSqik6k7aaO3bWEbL5O8tNbK+0knVONqUef599Ju79LWjfa8kt02vsTx38cfiB%0a4s/Yz+HPxY0rxTP4K8SatPpKXtvodlaS2kwvL2C3k+S7hnZdiuxTaw5PzbhgVw2vfGb4i+I%0aPjPrmiQeOdW0Q+E9D8U20F7pqwbr57A2DxXF1BJE9s8rb5AzLCgAdggjzXD/ABJ8dfDnxt+%0ayBomhX/hPwlp83hfxTpfh/wAOQWF//bg1SKO6sGv30tpEM88R8x4mWPzCwTBLZxUnji0+Dm%0atfFv4nXunQ6Jpvw30DwdfW9zH4jjW0tR4jvlikis4oLpFMc0aWCv5OA0cilQqldoyxN0qkq%0aey5mrdF7K6f3vRfzSStfaaKlJ04y/up+b9pZr7t32jJ3srn0t8FPGnxk8RfAP4O+ItOvE8c%0a6v4pe31PxJqfiCG0gj06xa2LyRW0VsLbLtIqpGWEm0yEuSoGPcfhHe+NtS+H2k3nxDsdN0v%0axbco015p2lA+TabmJSHcZJA7qu0M6ttLAlQBivHf+Ced34Pm/ZO8BQeE5tDkuIdMt/wC2Y9%0aGeEtHfmJDJ9pEfInI2lt/zdM19JV11bRnJL+ttv6792Y0m5Qi3/W+4V87/ALSv7QHjLwV4+%0a8CfC/4W6Pour/Ebxd9ouYpvEckw07TrSBd0k04h/eENhlXBHI7/AHT6J8bPg3/wurw7ZaT/%0aAMJx4z8B/ZboXX27wTq/9nXU2EZfLkfY26P5s7cdVU9q+bPjf8P/ABR8AfjV8FPijo+heM/%0ai7oHhfRbvwzq4sh/amvuJEPlXTKNpnZmJ3t8oGMnGRXM2uaPNor6+lpW9Pe5U/J9N1u7qMn%0aBXdtPvX32XM/ket/ssftFat8XfDPjS08eadp3hvxt4G1efR/EEdhK32EmMbluIjISyxMobG%0a4n7pOcHjgP2cv2wPFH7SXxM+Muh6ZYaZofh7QbG2uvC2o3NjM89xFOsnlXNwhmUPG4RZFVf%0aLOxwCc814zp37M/xy+L3ww+JetaLaaV4El+J3jP+2r/wz4ylubWWTRY1YR2tx9nRpImlYjz%0aEUo20Y3LuINj4M+Gv2hfhr+038YPE3ijQPh5omgroNiur6gF1LTtEkgt7Fxbpp108ThRGQg%0amLK4QA7V4ApS5mrz918jutlzcl27+tklfR82+iVQirPl1tLTrpz2S6XurvbpFd2Vfhd+1h8%0aavGCfBGK48c20kniFNWl1X7R8PLqzSdbe1nlAF5I629w37v5WtQgQ4LrIAUbsv2Rf2ifHfx%0aC+Kvww0vWvHHiTxFZ+IfAtxrmrWeueG4NOt0vlkgVTZypYwGWIB3+ZHlU5HzHivljw74nb4%0aU+CPgp4mvZLGws9P0XxJfWN9q3inXDbaunkS2+y0tbqxFtbzMJvMijjwJQoDMhdc+5fBf4U%0aeK7z4h/BLwZ4p8T3GiNefB+6gtLrwtbyaXqmlRmW0O0ztNMHmHA8xUjHX5PTSbanFxXW3bW%0a03b7lfbp065yty79L/LmSv+Nr/n0/SaivlX/hgX/q439oD/AMLn/wC0VY079hH+ztQtbv8A%0a4aG+PN15Eqy+Rc+Nt8Um0g7XXyOVOMEdxTVm0mEm0m0rs+oq+WfBHxn8a/Fv49S6VoOsNae%0aDPts14DDawOF0q0DWwfe6F917emba3I8mxJTBcsfp3U7CPVdNu7KZpEiuYnhdonKOFYEEqw%0a5B54I6V8YfsrXa/Bb4w33gXVYI1muIE8KyXgiRD9r0yDzLMKABhLnTplmVFXaJYbnGSxNTD%0aWrZ7Wf6/wDA/phPSnp3V/Lb89SLwr8Ytb0DUPjpN8Rvjh4t0rw34R8SW3h3Tb6z0TS57hPN%0aELoxjh0yQySszGP7hXa5+UMAwr/s6fGTxfqev6fp3xZ+JvxM8M+ItU8T3Nl4e0PVvA8GnWu%0arWUZ3wrJM+jqA7xqxfZNGwHTYcVwfxG+FnjPV9B+Pmq6zZaR4D+HOveKtL8XWPi3xfqL2DS%0aRQSQboTZeS08bERMAJRG5do1CNuJXmP2c2HxG+MnhWbU4bvwF4gvPiVq/xCtNP8ZWE+mtre%0am3FuI4xpzmMpPIqlGZNy8MWXcASFhnJxhzfFaCa9d3/AIlro/sr4XuprtpztteTXZ7q3olb%0a/t5pcy0T9u0P41eJfE3xo+Mmi658SPiTomn+HPEK6fpNl4I8DxatBHbmBHIllTSLsh9zHh3%0aBx271o+D/AIy+Jov2tvh54JsfH3jvxH4X1nSNUu9QtPHPhCLRpPNhRTEYWOmWbsBkk7dw6Z%0axnB4b4a+LPDXh79oP9oyLXPj7/AMKhmk8XI0dh9v0S3+1r9ljHm41C2mc4Py5QheOma0NE8%0aR6D4i/b4+D76F8Zf+FwJF4f1sS3H2zSbj7CSkeEzp9vCBuwT+8BPy8Y5qcJ70KF9bx1/wDA%0aKm+/VLtqltoTim4xq20tLT/wOmvLo38m9za+LXif41eMfjk37Pl/4/8ADfhC18SeG31nTPG%0aXh7w/qNnfiWKcBreHbqg2uqqXLbiCvBTDV0fwB+Jnxp8Y/F7xx4CufEnhLVvDHw6msNNvPE%0aTeGrpbzWpmhV54x/xMikUqgEGQhxuYHZjisf8Aa9in+MXxP8BaV8Gb+G++NvgXV1v2v44vN%0a03R7WVWSaHU7hf9UJAnEK7pWCHEeDuFr9hDxjY+BdCv/g94106Twb8aI7281XVoNQ2q3iKS%0aaV3bUrWUALcKQMHbkp5RGNqg1dKXuvTW0tP5rP3Wr6Pli2n0bSeqTa2rfF5af9u3vdPtzNK%0a29lp7raT5HS/20/iPdeIvjndWGkadHpPhbXtPs7NPG+saVplhpsYVFurN7qK4bdcyuJPLYt%0aIin7zAgRM34F/tr+LfiB8SNa8P23ifwHrltN8Qb2xhOs+IbO0lh0RI0MKWMUA33bsxfbLhw%0admCSG3x8p+zb8O/Df7OvxD+Osl3458O+E/Euh6xpVjD4z8ZSyG2uZ7iwWa7WVPtdv53mv5s%0aixvKQrAOASlbvxd+LA8c/Fn9n60b4zfDH4irB4+tZzYeCrTyLmDFvOPOkb+0rr92M7fuLyy%0a/N2OlNWdOLad1H8Ve/wCHWz81cxq1OSFdxWilK3opW/XztppdWOR8Ift1eLdZ+Jmq33hvXH%0a1HSfGfi1rKziuNFufEFroOnQW1xHD5dlaTRXP2q5a0eZoQCFjKyHBfn1r4P+Ovir8P/Evgz%0awnbeIvEHxS0XWPEM39rX/iT4ZeIdJudLtJUll3C+vJjH5aSBI1RwxAfGSAK+S/jt4M1PWPG%0aF/p2o+IpviLeahr0Hj2+hu9D/s7RojJdW+nRRRTyBp7mFlkjjSXYYWiTMYc7saHw08GHQfj%0a18N7lfAPhDw8yeK9NUXejXG6ZSdR11do/0SL5W8nYTu+5bQHBztiWGjzuF/Ja9rLT/wACvr%0au3fXZGuJveo46L3mvl1/8AAWvLrY+iPhz8ZvHd3448beDPiX48+LXh/wAYaDetNJB4P8IaV%0arWnR2U7u1ku60028lR2hAYibbntkg16Po+p+PvEPxC8HQ+Cvij8QNUsIdQFx4gsfiD4EbSb%0aa409VO5ILgaHbgTFiuAZVyN2Oai134EeKrrxn4k8av8ADrw/o2t615UmrajpHxp8R6ULlYY%0a9kZkS2sI0wiA44wMse5J8o8GeLX8Q/tQ/BnSPBXjCTVoN+r3vijT/AAr8VtV8YaatiltGtt%0aJdPcsixHzpGATZydh3EkBZoxsqcL6pK/yT1e+mmr73bsOqk/aNOy1/TRed21Hysi/4i+PP7%0aSN7bfHFNEsLJ77wp4o0u1tYNAT+2rmyt3Fs08EVt9iia7jMckjs5ZZVOVUADevpenfGP4g6%0an428H2z6l4o163utVitrmz8P/CnU/DkEcLBi895c6r56GFNoBSF4ZDvyGbGw/IvxR8KeDrr%0a4TftPeJfD8dn4jtG8c6Fp1j4mneTXJbi38zT3lgF07yS3Cb8bohIckKOMDHe3XhvRNE/aH+%0aAUul+HvDWjyv4rKvLonwb1TwXI4+xz8Nc3bssy/wDTJec4boKdFXVNS6uCfzjf8dPPr2Mqz%0a5ZVFbbm/CVvw9fLo71vFfxm+MvxKF74V8N+OPEGjjXvFmq+A9L1jUvEemWoivbVXYSyC18P%0arLGrhcKIrgSbjjcPvV0vwc+O3xQi8V/DfSfEHizxBqWlah4rufBst1FrWm3CT3Ngp892STw%0a/FK8EhjIDC58zDHLhgTXluraFBefs7fHLXz4P8W6pq/hjx34o1bR/E2h66tlaaHeLKNlw8X%0a26F3kQZIZYZSAxA6kV6Lp3g3S/Bfi/9lqw0bwL4o8Ew3Xilr94fEOtpqKXkj6fK809uq31z%0a5SlmLPkR5LgkE5xFJuLh5unf/t5Rf5c/wA2rXSuKrJvnl/jt/27KS/Pl+Se10j9GqK+erz9%0apbx3beBfivrsfwL8UT6j4P1h9N0jSEkPm+I4BIFF1B+6zswS3yLKMD5SxyB10Pxi8Ty/F7w%0an4Qb4Y65Boms6C2rXniaRwbbS7gf8uUu1Spk7ffByRhWGSHF81rdbfinJfgn6PR6tI1l7t7%0a9L/g0vza9d1om16vRRRTAKKKKACiiigAooooAKKKKACiiigAooooAKKKKACiiigArnfG3w5%0a8J/EvToNP8AF/hfRvFdhBL58VrrenxXkUcmCu9VlVgGwzDI5wT610VFG4GP4T8G+H/AWiQ6%0aN4Y0PTfDmjwszR6fpNpHa26FiWYrHGAoJJJOByTVfxr8PPCvxJ0yLTfF3hnR/FOnRSieO01%0aqwivIUkAIDhJFYBgGYZxnBPrXQUUPXcFpscy/wx8HSeErTws3hPQ28MWjI9vop02E2ULI+9%0aCkO3YpVvmGBweRzWnr3hjR/FMNrDrWk2Orw2tzHeW8d/bJOsM8ZzHKgYHa6nkMOQehrTop3%0a6/P5iSS29CpJpNjNqkGpyWVu+pQQyW8N40SmaOJyjOivjIVjHGSAcEouegq3RRSGZmqeGNH%0a1vUNMv8AUdJsb++0uVp7C5urZJJbSRlKM8TMCY2KkqSuCQSOlPfw9pUkWqRPplm8eqknUEa%0a3Qi8JjWImUY/efu0VPmz8qgdABWhRSsrNdx3a1Rz1x8PPCt3oOl6HP4Z0ebRdKeGXT9NksI%0amtrN4f9S0MZXbGUwNpUDb2xW/JGk0bRyKHRgVZWGQQeoIp1FN63v1EtNjitS+CXw61nwnp3%0ahbUPAPhi+8M6dJ5tlotzo1tJZWr/N80ULIUQ/O/KgfePqa3fCfg3w/4C0SHRvDGh6b4c0eF%0amaPT9JtI7W3QsSzFY4wFBJJJwOSa2KKd9/MVkVZNMs5tQgv5LSB76BHiiuWjUyxoxBdVbGQ%0aDtXIHXaPSrVFFIYUUUUAFY/hfwdoHgjT5LDw5oem6BYyTPcvbaXaR20TyucvIVQAFmPVup7%0a1sUUAc1efDLwfqMN5Fd+E9Duor2/TVLpJtOhdZ7xNuy5cFfmlXYuJDlhtGDwK6GeCO6hkhm%0ajWWGRSjxuoZWUjBBB6gipKKVla3T+l+WnppsHW5ytn8KfBOnHw8bTwdoFqfDokGimHS4E/s%0awPw/2bC/ud3fZjPeuqoop3FaxyUfwh8CRaRqOlJ4K8Oppeo3o1K9sV0qAQXV2GVxcSps2vL%0auVW3sC2VBzkCutooo6W/rt+WnpoPrc5W4+FPgm80O+0WfwdoE+j31xLeXenyaZA1vcTynMs%0askZXa7ueWYgk9yareIPgt8PfFmhaTomt+BPDOs6LpCCPTtO1DR7ee3slChQsMboVjG0AYUD%0agAV2dFKy/ry2+7p26WDbb+r7/f179TjtE+DXgDwy2jNo/gbw3pTaK80umGx0i3hNg8oxM0G%0a1B5ZccMVxu75rsaKKq7AKqWWk2Om3F7PaWVvaz30wuLqWGJUa4lCKgeQgZZtiIuTk4RR0Aq%0a3RSAKKKKACiiigApskaTRtHIodGBVlYZBB6ginUUb6MNjOuvDek31jBZXOl2VxZwRmKK3lt%0a0aONDGYyqqRgAozIQP4WI6Gs7Svh14T0LxTqPibTfDGjaf4k1FBHe6xa6fFFeXSjGFlmVQ7%0aj5V4Yn7o9K6Kind3v8A1rv9/UVla3QKKKKQwrEu/A/hzUNYOrXXh/S7nVS8EpvprKN5y8G8%0awNvK7sx+ZJsOfl3tjGTW3RQG6sY+t+DtA8S6hpN/q+h6bqt9pMxudOur20jmlspcYMkLMCY%0a2wB8y4NT654c0nxNb28GsaXZatBb3Ed3DFfW6TLHPG26OVQwIDqwBVhyCMg1o0Uf1/X3L7k%0aH9f197+9mXpHhXRfD97ql5pej2Gm3mqT/ab+4s7ZIpLyXaF8yVlAMjYAG5snAxTb3wloepa%0a9Za5d6Np91rVjFJBaalPaxvc28cmBIkchG5VbA3AEA45rWopWW39f1q/vYGR4V8H6D4F0aP%0aSPDWiad4e0mNmdLDSrSO2gRmJZiI4wFBJJJOOSc0zxJ4J8O+Mn019f0DTNcfTLlb2xbUrOO%0a4NpcL92aLep2OOzLgj1raop9bgZmmeF9G0XVNU1LT9JsbDUdVkSXULy2tkjmvHRdiNM6gGQ%0aqoCgsTgDA4o1nwvo3iKfTZ9W0mx1ObTLkXtjJeWyTNaTgFRLEWB2OAzAMuDgnnmtOijt5Cs%0atfMyda8JaH4kDDV9G0/VAyop+22qTZCSLKg+YHhZERx6MoI5ANM1Xwb4f13W9J1nUtC03Ud%0aY0hnbTtQu7SOW4si4w5hkYFoywAB2kZHWtmigYUUUUAFFFFAHOR/DfwlDoWr6JH4W0VNG1i%0aWWfUtOXT4Rb30kv8ArXmj27ZGf+IsCW75qppfwf8AAeh+LD4p07wT4c0/xMU8s61a6TBHel%0aNgTb5yoHxsAXGegA6V11FC0d1/XT8tPTTYTSas/wCuv56+uu+oUUUUDCiiigAooooAKKKKA%0aCiiigAooooAKKKKACiiigAooooAKKKKAOC+MHxB1f4d6BbXukeF77xHJLdQQu1q9sI4A88U%0aeHE1xESWDkLt3AMBuwOaxfE3xH+IuhWdvqEfgHQ47C6u7a0hh1LxPJDeRtPKkSCaOGymiUh%0anG7ZNIMA4J6VH+0Roi+I9F0XTGn8SubrUbVEsdBhuRFIRdQFpLie3TfCEQOQWljTkk7iqlZ%0avHjaZpVv4c8D6FomoQPFqWmXEEGnaJc/YIII7uOR83CReRHhY3JVnB6cZYZIq+/e3y0uOWi%0aVuz/wCAdpq2tapo/gPUNWvLSzttYtNPluntoJ2uLdZUjLbRIUjZ1yOu1SR2Fc14F+J+v+KL%0aXRnv/hx4j0qK9t45ZdSln0xrWPMe4ttjvXm2k9AELcjI61D8V/gv4J8X6H4k1W+8CaBrXiK%0abT5gl7caPBcXckiwlY8OULlhhQvORgYrhfhZ+zdp/g5PDNxN4P8Ea3AkUEz3moeHbaw1nT5%0aQgcv5sMOydhJwB5cDKACXdgSZi7zd9tP8A27/gClpFW8/0KOt/H/xlPqEEWl3Hh/TrN7ZZI%0aLuXS5dRW+Z5Z1jdQt5A0C7YMOjhnR9y4IUE6UP7S13LJcfaRoGgwWum3E73Os3v2e3luY/s%0aJRTMxCwrJ9rZBneQQpy3KnmrjwZ4m8Xa2+t23hW8FzHcTX2oW1zFFpsUluZLh7e1t90eZLs%0apcCR5X/d712M6sWKP0fwv9g1rxRNoth4jvbH/AIRXU3Iv9AurSRJJ4rIQ2yeYiieUrbtkR5%0aw3ykA4znFzVOUmruzaX/bra+/b16d6lFupFLa6T+bS/ry69vRfiD+0Pp3hHwbquoRaT4gj1%0aW1sftSRzeGdRuLRHKBwr3METQMozgskpXg/NXZ/DjxhP4y0a5uriC4hkhupIla40m900yR5%0azG3lXcaODtIBK7lyDhuw+ebjwh4j8c6iNJ1Dw/41sr680Gex1KCw1q+j0nTLmRI0tZG86eG%0a3uNsW8yLarKofdkMcMfevhX4w1zxlp9/PrOh3OgG2kitktry2khkMghQz8vxIglZ1WRPkYL%0alWYHNdTSTlbu/uu1+n4mEW2k3/AE7J/q/uO4ooorM1CiiigAooooAKKKKACiiigAooooAKK%0aKKACiiigAooooAKKKKACiiigAooooAKKKKACiiigAooooAKKKKACiiigAooooAKKKKACiii%0agAooooAKKKKACiiigAooooAKKKKACiiigAooooAKKKKACiiigAooooAKKKKACiiigAooooA%0aKKKKACiiigAooooAKKKKACiiigAooooAKKKKACiiigAooooAKKKKACiiigAooooAKKKKACi%0aiigAooooAKKKKACiiigAooooAKKKKACiiigAooooAKKKKACiiigAooooAKKKKACiiigAooo%0aoAKKKKACiiigAooooAKKKKACiiigAooooAKKKKACiiigAooooAKKKKACiiigAooooAKKKKA%0aCiiigAooooA//9k="/>
          <p:cNvSpPr>
            <a:spLocks noChangeAspect="1" noChangeArrowheads="1"/>
          </p:cNvSpPr>
          <p:nvPr/>
        </p:nvSpPr>
        <p:spPr bwMode="auto">
          <a:xfrm>
            <a:off x="5540707" y="4262056"/>
            <a:ext cx="2000355" cy="200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5" name="ïS1íde"/>
          <p:cNvSpPr txBox="1"/>
          <p:nvPr/>
        </p:nvSpPr>
        <p:spPr>
          <a:xfrm>
            <a:off x="1090435" y="3237123"/>
            <a:ext cx="2689703" cy="644421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>
              <a:lnSpc>
                <a:spcPct val="160000"/>
              </a:lnSpc>
            </a:pPr>
            <a:r>
              <a:rPr lang="en-US" altLang="zh-CN" sz="1500" b="1" dirty="0"/>
              <a:t>03 </a:t>
            </a:r>
            <a:r>
              <a:rPr lang="zh-CN" altLang="en-US" sz="1500" b="1" dirty="0"/>
              <a:t>错误</a:t>
            </a:r>
            <a:r>
              <a:rPr lang="en-US" altLang="zh-CN" sz="1500" b="1" dirty="0"/>
              <a:t>/</a:t>
            </a:r>
            <a:r>
              <a:rPr lang="zh-CN" altLang="en-US" sz="1500" b="1" dirty="0"/>
              <a:t>无效打卡（</a:t>
            </a:r>
            <a:r>
              <a:rPr lang="en-US" altLang="zh-CN" sz="2400" b="1" dirty="0"/>
              <a:t>×</a:t>
            </a:r>
            <a:r>
              <a:rPr lang="zh-CN" altLang="en-US" sz="1500" b="1" dirty="0"/>
              <a:t>）</a:t>
            </a:r>
          </a:p>
        </p:txBody>
      </p:sp>
      <p:sp>
        <p:nvSpPr>
          <p:cNvPr id="12" name="AutoShape 9" descr="data:image/png;base64,iVBORw0KGgoAAAANSUhEUgAABc4AAANICAYAAAD+SXzeAAAMKWlDQ1BJQ0MgUHJvZmlsZQAA%0aSImVVwdYU8kWnluSkJDQAhGQEnpXpBepoUUQkA42QhJIKCEmBBE7sqjgWlBRwYquiii6FkB%0aERexlUez9gYqKsi7qYkPlTRJAV7/33vdOvrn3v2fOnPOfc+dOZgBQj+aIxdmoBgA5ojxJTG%0aggMyk5hUl6AnBAgT9rQOBwpeKA6OgIAGXo/k95dxMg8vs1B7mvn/v/q2jy+FIuAEg0xGk8K%0aTcH4oMA4G5csSQPAEIP1JtNzxNDTIQsgbYEEoTYXI4zlNhDjtOUOEJhExfDgjgVABUqhyPJ%0aAEBNzouZz82AftSWQOwo4glFEDdD7MsVcHgQf4bYPicnF2J1a4it077zk/EPn2nDPjmcjGG%0aszEUhKkFCqTibM+P/LMf/lpxs2VAMM9ioAklYjDxned2ycsPlmArxOVFaZBTEWhBfF/IU9n%0aL8VCALix+0/8CVsmDNAAMAlMrjBIVDbACxqSg7MmJQ75suDGFDDGuPxgnz2HHKsShPkhsz6%0aB8t4EuDY4cwR6KIJbcplWXFBwz63Cjgs4d8NhUK4hKVPNEr+cKESIjVIL4vzYoNH7R5UShg%0aRQ7ZSGQxcs7wnWMgXRISo7TBzHOkQ3lhXgIhO3IQR+QJ4sKUY7EpXI6Cmy7EmXxpUsQQTx4%0a/KFiZF1bEF8UP8sfKxXmBMYP228TZ0YP2WDM/O1SuN4W4TZofOzS2Nw9ONmW+OBDnRccpue%0aHamZxx0UoOuC2IACwQBJhABlsayAWZQNjW09ADn5Q9IYADJCAD8IHDoGZoRKKiRwSvsaAQ/%0aAkRH0iHxwUqevkgH+q/DGuVVweQrujNV4zIAk8hzgHhIBs+yxSjRMPREsATqBH+FJ0LuWbD%0aJu/7ScdUH9IRg4lBxDBiCNEG18d9cW88Al79YXPCPXDPIV7f7AlPCe2ER4QbhA7CnanCIsk%0aPzJlgPOiAHEMGs0v7PjvcEnp1xQNxH+gf+sYZuD5wwF1gpADcD8Z2hdrvucqGM/5Wy0FfZE%0acySh5B9idb/8hAzVbNddiLvFLf10LJK224Wqzhnh/zYH1XPx68h/9oiS3CDmBnsRPYeawZa%0awBM7DjWiF3Cjsrx8Nx4opgbQ9FiFHyyoB/hT/E4gzHlVZM61jp2O34e7AN5/II8+cfCyhXP%0akAgzBHnMALha85lsEXeUPdPJ0ckRAPnar1xa3jIUazrCuPBNV3QYAB/2wMBA8zdd+BEADsD%0a1lHLrm846Da6f9gCcq+TKJPlKHS6/EOA/ijr8UvSAEVy7rGFGTsANeAN/EAzGgSgQB5LBFF%0ahnAZynEjAdzALzQQkoA8vBalAJNoGtYCfYA/aDBtAMToAz4CK4Am6Ae3CudIGXoBe8A/0Ig%0apAQGkJH9BBjxAKxQ5wQD8QXCUYikBgkGUlFMhARIkNmIQuQMqQcqUS2IDXI78hh5ARyHmlH%0a7iCdSDfyBvmEYigV1UYNUUt0NOqBBqDhaBw6Gc1Ap6GFaDG6FF2LVqO70Xr0BHoRvYF2oC/%0aRPgxgqhgDM8EcMA+MhUVhKVg6JsHmYKVYBVaN1WFN8E1fwzqwHuwjTsTpOBN3gPM1DI/Huf%0ag0fA6+BK/Ed+L1+Cn8Gt6J9+JfCTSCAcGO4EVgE5IIGYTphBJCBWE74RDhNPx2ugjviEQig%0a2hFdIffXjIxkziTuIS4gbiX2EJsJz4m9pFIJD2SHcmHFEXikPJIJaR1pN2k46SrpC7SBxVV%0aFWMVJ5UQlRQVkUqRSoXKLpVjKldVnqn0kzXIFmQvchSZR55BXkbeRm4iXyZ3kfspmhQrig8%0aljpJJmU9ZS6mjnKbcp7xVVVU1VfVUnaAqVJ2nulZ1n+o51U7Vj1Qtqi2VRZ1ElVGXUndQW6%0ah3qG9pNJolzZ+WQsujLaXV0E7SHtI+qNHVRqmx1Xhqc9Wq1OrVrqq9UierW6gHqE9RL1SvU%0aD+gflm9R4OsYanB0uBozNGo0jiscUujT5OuOUYzSjNHc4nmLs3zms+1SFqWWsFaPK1ira1a%0aJ7Ue0zG6GZ1F59IX0LfRT9O7tInaVtps7UztMu092m3avTpaOi46CToFOlU6R3U6GBjDksF%0amZDOWMfYzbjI+jTAcETCCP2LxiLoRV0e81x2p66/L1y3V3at7Q/eTHlMvWC9Lb4Veg94DfV%0azfVn+C/nT9jfqn9XtGao/0HskdWTpy/8i7BqiBrUGMwUyDrQaXDPoMjQxDDcWG6wxPGvYYM%0aYz8jTKNVhkdM+o2phv7GguNVxkfN37B1GEGMLOZa5mnmL0mBiZhJjKTLSZtJv2mVqbxpkWm%0ae00fmFHMPMzSzVaZtZr1mhubjzefZV5rfteCbOFhIbBYY3HW4r2llWWi5ULLBsvnVrpWbKt%0aCq1qr+9Y0az/radbV1tdtiDYeNlk2G2yu2KK2rrYC2yrby3aonZud0G6DXbs9wd7TXmRfbX%0a/LgeoQ4JDvUOvQOYoxKmJU0aiGUa9Gm49OGb1i9NnRXx1dHbMdtzneG6M1ZtyYojFNY9442%0aTpxnaqcrjvTnEOc5zo3Or92sXPhu2x0ue1Kdx3vutC11fWLm7ubxK3Ordvd3D3Vfb37LQ9t%0aj2iPJR7nPAmegZ5zPZs9P3q5eeV57ff6y9vBO8t7l/fzsVZj+WO3jX3sY+rD8dni0+HL9E3%0a13ezb4Wfix/Gr9nvkb+bP89/u/yzAJiAzYHfAq0DHQEngocD3LC/WbFZLEBYUGlQa1BasFR%0awfXBn8MMQ0JCOkNqQ31DV0ZmhLGCEsPGxF2C22IZvLrmH3jnMfN3vcqXBqeGx4ZfijCNsIS%0aUTTeHT8uPErx9+PtIgURTZEgSh21MqoB9FW0dOij0wgToieUDXhacyYmFkxZ2PpsVNjd8W+%0aiwuMWxZ3L946XhbfmqCeMCmhJuF9YlBieWJH0uik2UkXk/WThcmNKaSUhJTtKX0Tgyeuntg%0a1yXVSyaSbk60mF0w+P0V/SvaUo1PVp3KmHkglpCam7kr9zIniVHP60thp69N6uSzuGu5Lnj%0a9vFa+b78Mv5z9L90kvT3+e4ZOxMqNb4CeoEPQIWcJK4evMsMxNme+zorJ2ZA1kJ2bvzVHJS%0ac05LNISZYlO5RrlFuS2i+3EJeKOaV7TVk/rlYRLtksR6WRpY5423GRfklnLfpF15vvmV+V/%0amJ4w/UCBZoGo4NIM2xmLZzwrDCn8bSY+kzuzdZbJrPmzOmcHzN4yB5mTNqd1rtnc4rld80L%0an7ZxPmZ81/48ix6Lyor8XJC5oKjYsnlf8+JfQX2pL1EokJbcWei/ctAhfJFzUtth58brFX0%0at5pRfKHMsqyj4v4S658OuYX9f+OrA0fWnbMrdlG5cTl4uW31zht2JnuWZ5YfnjleNX1q9ir%0aipd9ffqqavPV7hUbFpDWSNb07E2Ym3jOvN1y9d9rhRU3qgKrNq73mD94vXvN/A2XN3ov7Fu%0ak+Gmsk2fNgs3394SuqW+2rK6Yitxa/7Wp9sStp39zeO3mu3628u2f9kh2tGxM2bnqRr3mpp%0adBruW1aK1stru3ZN2X9kTtKexzqFuy17G3rJ9YJ9s34vfU3+/uT98f+sBjwN1By0Orj9EP1%0aRaj9TPqO9tEDR0NCY3th8ed7i1ybvp0JFRR3Y0mzRXHdU5uuwY5VjxsYHjhcf7WsQtPScyT%0ajxundp672TSyeunJpxqOx1++tyZkDMnzwacPX7O51zzea/zhy94XGi46Hax/pLrpUN/uP5x%0aqM2trf6y++XGK55XmtrHth+76nf1xLWga2eus69fvBF5o/1m/M3btybd6rjNu/38Tvad13f%0az7/bfm3efcL/0gcaDiocGD6v/ZfOvvR1uHUc7gzovPYp9dO8x9/HLJ9Inn7uKn9KeVjwzfl%0abz3Ol5c3dI95UXE190vRS/7O8p+VPzz/WvrF8d/Mv/r0u9Sb1dryWvB94seav3dsffLn+39%0akX3PXyX867/fekHvQ87P3p8PPsp8dOz/umfSZ/XfrH50vQ1/Ov9gZyBATFHwlFsBTDY0PR0%0aAN7sAICWDAD9Ctw/TFSezRSCKM+TCgT+E1ae3xTiBkAdvMm34awWAPbBZtmiOFIA+RY8zh+%0agzs7DbVCk6c5OSl9UeGIhfBgYeGsIAKkJgC+SgYH+DQMDX7ZBsncAaJmmPBPKRX4G3ewiR1%0acZBfPAD/Jv1C5xNNDyspUAAAAJcEhZcwAAFiUAABYlAUlSJPAAAEAASURBVHgB7J0HgB3Ff%0af/n+p36qfdKU0MSTSCq6N2YuOESJ3bsOD1OdcrfJc3p1XYSp9hx4oIBG2x6RwIBAiRElYR6%0aQRV16aSr//nuaZ7m9va9t/vK3Xt3nx+cdt/u7OzsZ9vsd37zm4oOawbrUwR0Rptb28xX/us%0aVs3ZNrQmf4crqKlPXWGcGjBliOqoHmKraSlNZU2M6TEUsDko1cqAxX7mxNuYWsbLNOZEu4Z%0a07d5rvfOe75sEHH7LHa4+k4tSx+PM57yRiQ3fruP3NnHmW+dSnfs6cf/55Xfbvb7pv3z5z1%0a133mLvv/pFpbm42EyZMMB//+B3m+uuvM5WVlUHZXfr33ttn1q1bZ7Zs2Wqn683WrdvMwYMH%0azJEjR+3fEdPW1hYkHTBggNG+L730EjNo0CDz2muvmeXLX7JMdrmsTHV1tWloqDf19Q32rz6%0aYnzBhvJk+fboZMWK4GTVqlJk8eXIwr7Q+Mx3fpk2bzTe+8W9Bvsr0D/7g9811113TJV1qZ3%0anMOKbpsti1a7f5+tf/1bz44ovmxIlmM2XKFPPFL/6hmTFjRuyyaB+f/vRnzfr1G4LdDB48y%0aAwZMsRUVVWn222i5cr/vff2mqam48H5nDfvbPPVr/6Z0XnyuSbKlMRFIbBh044g3+lTxxUl%0afzKFAAQgAAEIQAACEIBAORNoa2u330mVBT8E6uEFR1oSGf7pc18tiXIUshDVldVm3uizzaI%0aJC82w+mGFzNosf/cl88jGx3PKc9qwqWbq0CnBtu0d7WbzwS1m86EtXTSluBnXVtWaM4efbg%0a6eOGS2HNrabbOZI84010+/1uxtes/sPWb/mvaaXUd3mx1HdpqW9pZu6bMtmDJ0csD0rBFnm%0aDvfvjsou7/NTTOuN+Le2tFmNuzfaNbtX5/az8iGEeYsW55nty3zN+kyX1lRaQbVDDQDawea%0amsqaIK+qyipTZZdXVlSZTQc3mWMtTaltbjntRnO6PX7ZP7/8ddPa3ppap5nCKEVdsuRHKRD%0aQhTJ9zBizbv0e09ZiT7PVkeuH15uBYwaYjtphpqK60lTXVVuxvPMl2NdaT8bYY1+06MKiCp%0aVOUF658tVYp1zp33lnnVmxYmUgmmujGTOmmzlzZpvDhw+bzZu3mB07dph3390RCOXvvvuuF%0aV+bAgH2+PHjVig+0eUhKOF77tw5ZuHCC8yZZ55phg4dGgjkCxbMM9dee4158823zPPPv2DW%0arFkb5HP48BG7nyOpskoMX7HiVVNTU23/akxdXb0V3gdaAX2SufXWWwIxPpW4B2ZeeWWFWbb%0as+eA4q6qqgj1OmjTJDBxoW2ms7dq1y7zxxpvm7bdXW36dD+czzzwjaCwIEuT4j8+lEMK2zr%0aMzf94tYwoBCEAAAhCAAAQgAAEIQKAcCBRDNC+H46aMEHAEJKK+snOFWbnrVTNn1Cz7N9uMs%0aOLt0LohVmY75bDpp99wYKNZu++dQFiWyDtv9FwzxKb37c29b5knNz/jL0o0v/HAJqO/Qlhz%0aW7N5fc+babN6+701Rn+FskDkt0L//esqjUT/sD2w/uHwotRvifeZRHMlVJ6Hmg8Hf6kNM8z%0a8dN2DGdYinGeEU84rK6wkPn7kANPeWmUqKivM8LPGGjNgoPUut4KkbWGRnZL3yvlIu5dd4q%0adE5U9+8hNWaO6+vlBL5NT+2GNPmLjCuYTwpUufS3k6jxgxIhDNJQw/9NAjgbe8PMnliX78+%0aAnT0tK95W7YsKFW0J4ZeLXPnj3LjBw5MhCO6+pqU4dVVzfCNDY2mmnTpprLL780EOJXr15j%0aXn11VSA6S6SXaT/6803s5H0t7/eetrFjxwZsVFYnYNfW1lgPh87rVTyOHWsKPO0lSMtzXo0%0ajw4bl1+o7ffo0M2vWLNtw0MnQ7TvX41fZXnjhxYB7rnmwHQQgAAEIQAACEIAABCAAAQhAAA%0aKlQUBi7Gu73wj+VCJ5MA+vbzTDG4ZbT+Yqc6T5SPB3sPmQaWvvjA6gdDuP7jLPbFlqpg6bY%0aiYNnmh1uI7AwzrKs1vp+5NFiealePx4nJfiWcm7TNaP3Irl888cYuqtV3lLlRUfreBqFfS8%0acy7tDE6p5PKgzldQjXOsAwY0BCKv71mcTnhVeaZOnWIGDx5sFLLl7LPnBuFV5Ckuz3OJ3fI%0a6D9v48eOssDszEHc1HTlyhA37MdAKx3WBwB21P4nNCtsiUV7iujyzr7nmKnPo0CGzcePmIA%0aSMPM7Xrn0nKIvbpzzOL7zwgqCcbtmpaSffqP2dSpP73JgxowOPeXnXO57HjkXnpwaEj3zkw%0a2bevHmmttaGDFIrRgLz08+ePdt88IM/YxsMBifOJ2qXKrtCBylUjgunE5WOZRCAAAQgAAEI%0aQAACEIAABCAAAQiUHwGJ43uO7Q3+spVeYnkhPcSz7Y/1hSWAcF5YniWRmxMFRzbWmNuuGm3%0aufmZ/nxfNJRQrTrfCnsgkUMsci+BHgf+RQNrYONzI81s2ceJE67Vcl3YvDQ0N5qqrrgy8vB%0aWWRDHJJRbLu1sxyufPnxd4hEtYnzNnljnjjDOCv4kTxwfe1cpbf84bPM6xKY0aERS33InoC%0an+i8C7yNlf4l61btwZx1Hfv3h3kL+9ridHOlIe8uxVPXB7fsmI0SugcLlgwPxCbVTYnnvvl%0a0H5V/vPPP9ecdtppthFiUIqHSxd36vipAWLo0CFBqJu422ZLV1NTG5Srvb29qNdgtnKwHgI%0aQgAAEIAABCEAAAhCAAAQgAAEIQCA3AhVWnDrlpptbHmxVogR0ao80tZulKw+YRzdUm2Y7MK%0aRCMOV7xuXbW0qDgwp/a2trIOpKCHZicaE8iNOdXvHV/jRYp+YlTssDPZN4LiFVXt+HDh224%0avPQwPtc5dXyPXv22sE/Dwaez7W1nSK5BOxqO5irzAm96cqTdLm79cVOYVBa7YCytih24NCG%0a4Fj8/Dr5HrPH2xyUQ97sCm1S6DIpVI2YtrdrgFe/BJ3XrViIswY51Xwu+9dxK/a7zoFMMd1%0aPO21Gl8aCrntO9kv5r1r1mj2fdnwBO5hOY+Mwc8455+Rc3mR7J3USAgxKlIQWaSEAAQhAAA%0aIQgAAEIFAYAtTDC8Ox1HLpi4ODlhpjytPzBBDOe555j+3RCaMnWjrMoeMd5onXm8zmw9Xm3%0aaMVdnRaGwU9xyaTUhTOBdUdr+ZzEVS1XVLz96lt4+xX27jtnPe4tnXL/Tz8eaUplrnyKP9M%0a+3TpMqXJt4xuH5nyyXf/aihQY4VM50BifL55+uVtaWm1+XfGNStG/v6+mM+dABX23NmxJQQ%0agAAEIQAACEIAABHIlQD08V3KlvR3CeWmfH0qXGwFCteTGrSy2ckJgXU2FGVVjzG3nDzStVi%0as80WrMc+80mx1NVWbNrvbgd1JPdJd3KYHojTLlsk9tE7VduuU9wTiqPFH7jZsuatu4y3piH%0awpfU0yrqdGjlcdrMRmTNwQgAAEIQAACEIAABCAAAQhAAAIQKCYBlJ1i0i2RvBXyQt7l9bWd%0asS8G2fnr59QaG33ZHLfe6G/utH9WQF+904ro1kk2mye6ddA1Q+pL5OAoBgQgAAEIQAACEIA%0aABCAAAQhAAAIQgAAEIACBAhNAOC8w0FLNrku8aKuf11bbf+z/9Xa6cEqFOW9ypTnRYszrO9%0aoCIX11Gk905VNntzl7nFXPFerF/sYgAAEIQAACEIAABCAAAQhAAAIQgAAEIAABCPQlAgjnf%0aelsJjgWJ6TbaNumurLCSEevs2NQXjS1ylwwxVhPdGPeeLfNvLGrw6y2f/JMl9VYvfzMUTbd%0adA3MmGCHJIUABCAAAQhAAAIQgAAEIAABCEAAAhCAAAQgUCYEEM7L5EQVq5hd4klbIdzq4na%0awxE6B/IKpleZ8643ebMO3rNvbZvYdNWbGyEozbmhFIKAXq0zkCwEIQAACEIAABCAAAQhAAA%0aIQgAAEIAABCECgNwkgnPcm/RLct/Milyd6lX5IRLee6HPH2X+s4WRegieNIkEAAhCAAAQgA%0aAEIQAACEIAABCAAAQhAAAIFJYBwXlCcfSezLp7o9rBsNBcMAhCAAAQgAAEIQAACEIAABCAA%0aAQhAAAIQgEC/IKDIHBgEIAABCEAAAhCAAAQgAAEIQAACEIAABCAAAQhAAAInCSCccylAAAI%0aQgAAEIAABCEAAAhCAAAQgAAEIQAACEIAABDwCCOceDGYhAAEIQKD/Eejo6Oh/B80RQwACEI%0aAABCAAAQhAoBcIUPfuBeg9tMvKCiTGHkLNbnqQAFd1D8JmVxCAAAQgUDoEajTysbXmltbSK%0aRQlgQAEIAABCEAAAhCAQB8m4Oreri7ehw+13x1aY/2wfnfMHHDfJ4Bw3vfPMUcIAQhAAAIR%0aBOrra4OlR442RaxlEQQgAAEIQAACEIAABCBQaAKu7u3q4oXOn/x6j8CUoVN6b+fsGQJFIoB%0awXiSwZAsBCEAAAqVNYPCgAUEBDx48ak40t5R2YSkdBCAAAQhAAAIQgAAEypyA6tyqe8tcXb%0azMD4niewTmjZ7r/WIWAn2DAMJ53ziPHAUEIAABCCQkUF9XawYPbgi22rVnP+J5Qn4khwAEI%0aAABCEAAAhCAQFwCEs1V55apDq66ONa3CEwcPMGcM3ZB3zoojqbfE6iwAzMwKlq/vwwAAAEI%0aQKD/Etixa59pajoRABg6dKAZNLDB1NZUm4qKiv4LhSOHAAQgAAEIQAACEIBAngQkNymmucK%0azOE/zhoY6M27M8DxzZvNSJvC9t+406/dvKOUiUjYIxCaAcB4bFQkhAAEIQKCvEtjz3gFz+D%0aCxzvvq+eW4IAABCEAAAhCAAAR6n4A8zUeNYADJ3j8TxS/BA+sfNit2riz+jtgDBIpMAOG8y%0aIDJHgIQgAAEyoPA8RPN5vCRY+b48WbT0tJWHoWmlBCAAAQgAAEIQAACEChhAjU1VUYDgSqm%0aOeFZSvhEFaFo2w5vN6t2v242H9xs9h8/YNo72ouwF7KEQHEJIJwXly+5QwACEIAABCAAAQh%0aAAAIQgAAEIAABCEAAAhCAQJkRYHDQMjthFBcCEIAABCAAAQhAAAIQgAAEIAABCEAAAhCAAA%0aSKSwDhvLh8yR0CEIAABCAAAQhAAAIQgAAEIAABCEAAAhCAAATKjADCeZmdMIoLAQhAAAIQg%0aAAEIAABCEAAAhCAAAQgAAEIQAACxSWAcF5cvuQOAQhAAAIQgAAEIAABCEAAAhCAAAQgAAEI%0aQAACZUYA4bzMThjFhQAEIAABCEAAAhCAAAQgAAEIQAACEIAABCAAgeISQDgvLl9yhwAEIAA%0aBCEAAAhCAAAQgAAEIQAACEIAABCAAgTIjgHBeZieM4kIAAhCAAAQgAAEIQAACEIAABCAAAQ%0ahAAAIQgEBxCSCcF5cvuUMAAhCAAAQgAAEIQAACEIAABCAAAQhAAAIQgECZEUA4L7MTRnEhA%0aAEIQAACEIAABCAAAQhAAAIQgAAEIAABCECguAQQzovLl9whAAEIQAACEIAABCAAAQhAAAIQ%0agAAEIAABCECgzAggnJfZCaO4EIAABCAAAQhAAAIQgAAEIAABCEAAAhCAAAQgUFwCCOfF5Uv%0auEIAABCAAAQhAAAIQgAAEIAABCEAAAhCAAAQgUGYEEM7L7IRRXAhAAAIQgAAEIAABCEAAAh%0aCAAAQgAAEIQAACECguAYTz4vIldwhAAAIQgAAEIAABCEAAAhCAAAQgAAEIQAACECgzAgjnZ%0aXbCKC4EIAABCEAAAhCAAAQgAAEIQAACEIAABCAAAQgUlwDCeXH5kjsEIAABCEAAAhCAAAQg%0aAAEIQAACEIAABCAAAQiUGQGE8zI7YRQXAhCAAAQgAAEIQAACEIAABCAAAQhAAAIQgAAEiks%0aA4by4fMkdAhCAAAQgAAEIQAACEIAABCAAAQhAAAIQgAAEyowAwnmZnTCKCwEIQAACEIAABC%0aAAAQhAAAIQgAAEIAABCEAAAsUlgHBeXL7kDgEIQAACEIAABCAAAQhAAAIQgAAEIAABCEAAA%0amVGAOG8zE4YxYUABCAAAQhAAAIQgAAEIAABCEAAAhCAAAQgAIHiEkA4Ly5fcocABCAAAQhA%0aAAIQgAAEIAABCEAAAhCAAAQgAIEyI4BwXmYnjOJCAAIQgAAEIAABCEAAAhCAAAQgAAEIQAA%0aCEIBAcQkgnBeXL7lDAAIQgAAEIAABCEAAAhCAAAQgAAEIQAACEIBAmRFAOC+zE0ZxIQABCE%0aAAAhCAAAQgAAEIQAACEIAABCAAAQhAoLgEqvft21fcPZA7BCAAAQhAAAIQgAAEIAABCEAAA%0ahCAAAQgAAEIQKCMCOBxXkYni6JCAAIQgAAEIAABCEAAAhCAAAQgAAEIQAACEIBA8QlUNDU1%0adRR/N+whTMByDxY1NjaGV/EbAhCAAAQgAAEIQAACEIAABCAAAQhAAAIQgAAEYhBo72g3B08%0acNEdajhhTQKUbj/MY8EkCAQhAAAIQgAAEIAABCEAAAhCAAAQgAAEIQAACpUdAwnlLe0tBRX%0aMdJcJ56Z1rSgQBCEAAAhCAAAQgAAEIQAACEIAABCAAAQhAAAIxCHR0dJjW9tYYKZMlQThPx%0aovUEIAABCAAAQhAAAIQgAAEIAABCEAAAhCAAAQgUCIEWjtaTYf1Oi+0IZwXmij5QQACEIAA%0aBCAAAQhAAAIQgAAEIAABCEAAAhCAQI8QUJiWAoY2T5UZ4TyFghkIQAACEIAABCAAAQhAAAI%0aQgAAEIAABCEAAAhAoJwJtRQjTouNHOC+nq4CyQgACEIAABCAAAQhAAAIQgAAEIAABCEAAAh%0aCAQIpAa3ubnS+8zznCeQoxMxCAAAQgAAEIQAACEIAABCAAAQhAAAIQgAAEIFBOBNptfPPCy%0a+Z4nJfTNUBZIQABCEAAAhCAAAQgAAEIQAACEIAABCAAAQhAwCPQ3iGP88IbHueFZ0qOEIAA%0aBCAAAQhAAAIQgAAEIAABCEAAAhCAAAQg0AME2jusv3kRXM6re6Ds7AICEIAABCAAAQiUPYG%0a2ndtN+67tpuN4k62UFaFWVu6EKitNRcNAUzV+kqkcMbrcj4byQwACEIAABCAAAQhAAAJlQ6%0aA432cI52VzAVBQCEAAAhCAAAR6mkDbtk2m6Yf/bU48+7jp2L+3p3dftvurHDvR1F1xvWn44%0aM+byuGjyvY4KDgEIAABCEAAAhCAAAQgUPoEiiObG1PR1NRUrLxLn2ovltByD/be2NjYi6Vg%0a1xCAAAQgAAEIRBGQV/nRf/9rc/wnPzAmGKE9KhXLshKobzADPvIZ0/DxXzIVVVVZk5MAAhC%0aAAAQgAAEIQAACEIBAUgLbD28zQbiWpBtmSY9wngVQsVYjnBeLLPlCAAIQgAAE8iPQtnuHOf%0aSHnzNt69/OLyO2ThGoOf8SM/iL/2QqBw1OLWMGAhCAAAQgAAEIQAACEIBAIQgUSzhncNBCn%0aB3ygAAEIAABCECgTxBoP3LIHPytn0U0L/DZbHnpWXPojz5nOlpbCpwz2UEAAhCAAAQgAAEI%0aQAAC/Z1ARYWVuCsKTwHhvPBMyRECEIAABCAAgTIlcPhPPm/at28u09KXdrFbX3vJHP36V0u%0a7kJQOAhCAAAQgAAEIQAACECg7ApUSzotgDA5aBKhkCQEIQAACEIBA+RE4sexJ0/LS0vQFr6%0aw0VdPPNJWNI603QxHcGdLvuTzWdLSb9j07TdumdWnLe/y+75r6Wz9iqqedkTYNKyAAAQhAA%0aAIQgAAEIAABCCQhUGWF81a7QaEH8kQ4T3IWSAsBCEAAAhCAQJ8lcOy//iHtsdVdd7sZ+Nnf%0aNpXDR6VNw4pOAm3bNpkj//JnpmX5ku5IOjrMsW/9sxnyJ1/rvo4lEIAABCAAAQhAAAIQgAA%0aEciBQVVGVw1bZNymOH3v2/ZICAhCAAAQgAAEIlAyB1vWrTduGNZHlabjjM2bwF/4S0TySTv%0aeFVROnmiFf/aapveKG7ivtkmbr2a9Y8hgEIAABCEAAAhCAAAQgAIFCEKiqlG944XsFI5wX4%0auyQBwQgAAEIQAACZU2gZeWLkeWvnDDFDPj05yPXsTA9gQob1mbQ579iKgYO6p6ordW0vv5K%0a9+UsgQAEIAABCEAAAhCAAAQgkAOB6kA4z2HDLJsgnGcBxGoIQAACEIAABPo+gbYt6yMPsu7%0aqW0xFFZHtIuFkWVg5ZJipvWhxZKrWLRsil7MQAhCAAAQgAAEIQAACEIBAUgI1lTXW3xyP86%0aTcSA8BCEAAAhCAAASyEkgXOqRq4rSs25IgPYF0/DoI1ZIeGmsgAAEIQAACEIAABCAAgUQEK%0au3goNWVhY9zjgtVotNA4ra2NtPS0mI0bW9vBwgEIFBgApU2vEFVVZWpqakJpoXInvu2EBTJ%0ao5wI5HQf2fAhUVZh70UZ91EUna7LIrmf5Nc1pYBG8w6ng3uYCL8hUFwCkfdxcXdJ7hCAAAQ%0agAAEIQCBvAhUVFVY4rzHN7S3GdOSdXSoDhPMUCmayETh+/HggmmdLx3oIQCB3AmqQ0p8aqC%0aSe19fX556Z3ZL7Ni98bFymBLiPeufEwb13uLNXCBSSQKHv40KWjbwgAAEIQAACEIBAOgKVp%0atLUVtWaY63H0iXJaTnCeU7Y+t9GTU1NprU1nndY/6PDEUOgOAQknnd0dJiGhoacdsB9mxM2%0aNupjBPK9j5qbm41tyepjVIp/OI57rnvi+ZUrObaDQOEIuPs413pI4UpCThCAAAQgAAEIQCA%0azAXmcuzjnHQV0OWdw0MzcWWsJyGMV0ZxLAQK9Q0D3nu7BpMZ9m5QY6fsygVzvIzFRqBAsNw%0aLi3tqSvNGd51duvNkKAsUgkM/zsxjlIU8IQAACEIAABCCQjkCVjXMeiOcFHCMU4TwdbZYHB%0aFxsUXBAAAK9R0AeX0nEO+7b3jtX7Ll0CSS9j0r3SMqrZG3tyRoeeH6V1/mltP2DAM/P/nGe%0aOUoIQAACEIBAuROotIODKlyLMYVTzhHOy/2qKHL5VVHGIACB3ieQ5F5Mkrb3j4wSQKDnCHB%0av9BzrXPfEOcqVHNtBoLgEuDeLy5fcIQABCEAAAhDIn4CLc15pPc8LZYXLqVAlIp+SIpDEy7%0aWkCk5hINDHCCS5F5Ok7WOYOBwIZCTAvZERT0ms5ByVxGmgEBDoRoB7sxsSFkAAAhCAAAQgU%0aGoErKO5QrVUVxZuSE+E81I7ySVWnvb29hIrEcWBQP8kkOReTJK2f9LkqPsrAe6N0j/znKPS%0aP0eUsH8S4N7sn+edo4YABCAAAQiUE4EKG6JFonkh45wjnJfTFUBZIQABCEAAAhCAAAQgAAE%0aIQAACEIAABCAAAQhAoBsBhWmpq6ozVRVVBQl1jnDeDTELIAABCEAAAhCAAAQgAAEIQAACEI%0aAABCAAAQhAoNwIaIDQmqoa63+e/yChCOfldvYpLwQgAAEIQAACEIAABCAAAQhAAAIQgAAEI%0aAABCHQjUFVZZRqqG0xlBcJ5NzgsgAAEIAABCEAAAhCAAAQgAAEIQAACEIAABCAAgf5HQJ7m%0a9VY4r7YDhebrdI7Hef+7fjhiCEAAAhCAAAQgAAEIQAACEIAABCAAAQhAAAJ9koBinQ+sGWg%0aqpZzn4XiOcN4nLw8OCgIQgAAEIAABCEAAAhCAAAQgAAEIQAACEIBA/yPQ6XVeb+qq6/PRza%0a3wjkEAAgUnsGX7brNhy46C55skw+aWVrN5267Ym+w7cNhs2rrTNB1vjr1NnIRHjx03W9/dY%0a47YqW+HjzaZd3e9V/D9uX10dHS42ZynJ5pbzJ59B42OIZ1pndIobV+0Y03Hzc49+2OfpyP2%0avOpaam9vLygO3VP680370HVeCIt7zx44dCRyd1vf3R3cP25lIa4/l1ehp62tbcE5PXjoaKy%0asdT737j8UK22SRNt37jWbt8d/RiXJu1TTHms6Edwfzb3wvGhtawv2rXsU63sE4j7DevPIdd%0a3v2L0vuA7zKUd/eS/lw4htIQABCEAAAhCAAASMjXFeaYbUDrHCuZW/c/Q6RzjnSuoVAm+s3%0amh+9NCzgXjTUwX40UNLzdf/5z5z6Mix1C7fs2KQlv308RdSy/KdOXj4qLnv0WXmdXuMSa3F%0aCloS5uL8HTp86jii9vPgk8vNTx573ux+70DU6m7L3lizKeCwJ2Z6HefTz68yEuEymcT7ex9%0a5rouoqPSr120x9zy41GzfuSfT5kYCezoe6YS/R5e8Yr727fvsNbY0Y97ZVkrw/8F9T5lX31%0aqfNqnWKY3S9kVbs36buev+Z2I3wuia+O6Pn8jY2JALp4effsnoz5mEk+9b7j+117gEwXws7%0aj2rhqX/+9ET5oUVb3fb3aNLVgT3jwRz3ce65le8/k63dLkuKOSzYb99xuicRh1HuHxbd+wJ%0azuf3732y4I2BTzy30jz4xPLwLvv075dfWxvw3GivpZ623XsPBPt+5oXXenrXJbG//lbv0Lt%0aTdZxi/Pn1qCQnd9fe/ebuB5aYJ+29n4/1h/dSPnzYFgIQgAAEIAABCECgk4C8zqsrq4OQLZ%0arPxapz2YhtIJAPAYlUz770hpFDcF3tqUtQy9ra4nupTpk4xky1f3Gtvb3DesF29ULWLy3rC%0aC2Pm2dUurff2RIsnnX6lNRqeVW+uHJ16nfUzOwzppiBDfWxRfwxoxrNh26+PCqrYNnZM6dZ%0aMXe3UXlGjxiWNl2uK1545W2zduM22/ixz9x81YVm0MCGXLPKuN1DtgFAH9tRVl1dZX7pE7d%0a0WSXv6DXrt5rKykoryr8XHP/M0yd3SRP+IS/71es7z5u/bq/1JJftsnmufHOdvyo1r3WyjV%0at3WJG/e2PGWTMmm4b62lR6ZgpDYIC9V8aPGWHU4PPwUy+ZG69caM95bi/CqHs2qpSvvrneP%0arc6TOPQQd1WV53ct54nakw60dxqnnv5TdNu05939hnd0rsFvfFscPvONm2zDRJPLXvVVNl7%0aSWwluE4aN8rU1Jx6bmfLg/XxCKjnSlJP8IaGOjNk0IB4O+jnqfpjvWPp8tfN+k3vFuXMT54%0aw2rzv2kVd8paY3mR7VGSy2poaM3zY4MDrfJ0t2+As9QalLafnTSHfS5k4sg4CEIAABCAAAQ%0ahAID6BiooKM7B2oGlubzYnWjPXV6Ny5es3igrLikZAotNj1jNT3pOXX3i2FaAGp/YlAawlQ%0adiF+rraRMJ5akdFnNHxvW09qVW26VPGpfZ03AqzTmBNLQzNTJkwxowZ2WiyibwnTrQEnp9D%0aBw8M5dD157RJYwNRRSLyJefPMVVVhe1gcvVl5wRdXdZu2GZ+aL1Xb7/hEjNsSHdBsWupcv9%0a11mmTjB54zlav22oG1Ne5n6np0hdfC0S+265bZB56annQSDNt8tjgnKQShWaOWu/lZ5e/EV%0ap66qdCSugvk6k8xuivq00aPxrhvCuSgv264qJ5QQggee+q4e2yhXMT553ung1nJK9NeV+rg%0aej0aRPDq+39VRUsk1CuhhLdD/c//rx5/pW3grA1F8w/q9s2WtAbz4bIgkQsfGnVWqNeHeda%0a4b/GNlLJQ10NgJdcMCci9alFS6zAvm5zdsFOYUvE/7/vfPjUxmnmxo0eYW5YfH6ateW/eI1%0a9jj5nr+EkNufMqWbxovlJNumXaftrvWPcqOGxfGrUaKPwKapTjBoxNNY1MnJ493Sv2N4Uqs%0afFNb2fs9kHbrrU6N4vJyvEe6mcjpeyQgACEIAABCAAgVInEHidV3R6nbe2t5q2DttjvatPb%0acZDQDjPiIeVhSbwvBVedux+z8hb6eyZ07tkL69lfeDGtSGDS8/Tbov18JbX4LxZMwIvTXcs%0aZ0yfaE6bOj74uWHLziDkxKJzZ5n5s2e4JFYU7vTqvPoSK0hnMHmoKn760CHdhXN5ZncKuJ0%0aZyFPr+Ilm6ym6KhD2Ro8cZs6wot+79hyE7chJb2mFaqkIee4qLtSEsV0/XuWFet3l5wVCok%0aJSKPSOE88Vx7TJ7lfWdLyzRU9Tef05U7lkEs/c8lpb3oYIMVzprly0ICX+S8SWl/CZVkz3T%0aY0E8jgX/wljR5pLL5hrFLZFomomro2W5Ufet9jPKpjfamNqy2tYov382ad1W68Fr1pPdDG/%0a+LzZZpK9rsOmvPuiyftaHslhO3AybvZrNlRRfW1NeLWZYht0RjYO6bY8lwVqSNE1+IOfPGV%0aW2ZA5Y0c3Btd3krzS3bPhPHS8Ml1bUZ7tbllHENu9yuhavtV6ZP7Y3heut0mUeN5Tz4bw8W%0aT7rbjmr9j7etCAenP+vDPt88mYN60optBEuh+ihDOXZ6097+nuY6XR/a7eRZU20zb7zFdjo%0aJ79jda7NJ3V13W/ltKlLcfluifU6yjK9Fzfu+9Q8Az2GyfV4yIX27Rtp/n37z6QcdM7bl1s%0aSvEdm7HQaVb213rHgjnR76wwJj3bJJyrTubXScLp4v6eMWV8wXpCDByQrCdbX3kvxWVNOgh%0aAAAIQgAAEIACBeASkHdRV1dm/WtPU2pRENzcI5/EYkypPAhJFnlq2yry5dlPgjRklYk4cNz%0aLPvXRurnjYvriQT6aKEZqtK7Gf/1trNwc/Z4UEEN2kziNVA2LKJlsPc7csWOD989Y7m4MY0%0afqQrQuJjwcOdg5OGOVxrnWvvb3By6lz9s2T5ZJIJw/oex9+rlsat2CZ9ZANmzxof+GOG8OL%0ag98SjNtsD4JVdr/bbJxvsZfXmQRn3+StGhVT2Y+3e9aMSeaay871N4ucT3E+7ZTQpPAYy+w%0a+JdhduKDTu/dMm99qK6ZLZJ952uRATI/KUOdhVIQHnXpAqJFn/JiRkeuVl9ZJ/B87enjaNF%0aH7LOVlCvGz573OMDXbT16vEtsUV1w256xp5sVXV5tMAxymi++t81Mo4VxlkUB9wxXnm6dsb%0aPWRjd29IJUmk6WupdA962+jRh95BGtf8vKNMoUgkDXb61DCsazaXlc3X32h+bG93ybaECdR%0a1lPPBg1e6xqxjhzpHByyubU1GD9A5VKYKBcSQaK2YhBr8NVLbOOTvM1laoh60HqJPv7sCvP%0a+6y/p9mwKEtl/LjxnZvDnfrupBnKVV7VEeTV4LHvlTXP06PGA0U+td/44ew9dtvDsyIYJl0%0ae5TRUXX8frzI0hscmO/eAGHR5sw62cPm1C8Kxx6fypnqUSzs+yzzA/BJifJsm8GkLr7LWcy%0adRQUu7W3+sdcc+fC4Wm8G+FMD0j9d50pvz1Dp4+eVyX5W69pqob7ty93yy0zw411kVZf3ov%0aRR0/yyAAAQhAAAIQgAAE8iNggzQnEszd3jJ/OblUTCGQBwGFZdGgfhIQJPbecs2FZuDJDyN%0a92Eo4KpRpkM/tNpzCL3z0xkC0yidfeUT/z12PBoKGRJ5spjjZG603ueKJZxIGt9nyKZRLpi%0a7RK15fFwha50R4jO0/KZwPi/Bklhj/wYi45+s3bTcr3lhnxnofxgo5IWHZmbyrNZCoBJwhX%0ahiYlXa7bHaZDbujcCgS5WXyRnXekyqvGgvU3Xr4sFOhXCTMan+Kmew8GyU+ZzOJbwoDoYYW%0at52uoydtLOYjtsv5VZcsSAmXymvxRfPNd+99wjzwxIvBtZeu27dERSdkuTJIKFXDgMzFO3f%0ar3HSM9eLXnyycRtd5Js9bl0epTRV7Ntzl/p2N243+ZKfZa+Ra28AhYTVsGvxQgxAqhERUbP%0adRoXj7um/imOuLEpV+0MAB5parLwqyceuj9h3eT9x7Vo0A8q4/+6zTAvE8nI9+uwaulpYW+%0a+uU8KPzf4ftzRDnOVfMZ4OEK8U89k3PZP3JFAbltKkTgjBaDzzxQuCBqntYzwNnM2yvmQW2%0a54Xi/Wvg3VuvWZR6lrs06abajxo3xFzXjnrgSDiXTRo/ylxvGz8eefrl4NpRGK9CiXjpytN%0aTy9XgonBWYdMyt1zPQJ9zOG2hf0vUvOmqhYXOtqTyo94R/3Toea0xQUbHDNMSP+fOlAr3pM%0aHS1UDkC+p+PhqPRD3G5PGeTjjvL+8lnwvzEIAABCAAAQhAAAKFI9De0W4UqsVpC3FzRjiPS%0a4p0ORN4wIrZig0sb8KbbDgWJ2gp3IbCaCh8gRNZc97JyQ0lYDoxSCJQPrbVek9LkI3yRI7K%0aVx99bVZIDHub+2klzMr70IVt8de5eeVx8LC85gdGeqQ74Xzo4FMitNtWbB1ft0zH8PjSVwL%0aBb6YdsFTCs2ywFRsVLsbZEtvAISFbHo3+x22UB7vbxp860VzLtL3LQx69Es4V3sH31n1p1Z%0apgf3POmhoIdn5emeYlNsm73Pe8VG8G8ZfY5i9XPhLXJX7Ls/3eh5eZG668IDI2vsKtKKRLI%0aU2x5eN2ly/kfvPNa7b1GJSYKVNjkLz21fvBhetRbPkhNuRKlEmglU2x14CEkkyma/0/v/9g%0apiTd1sVN/7mP35zyoO6WyckFce5ZidkrT4ZpydQrpvbkQMfy7D5sB8nTQHn6C+YPn/o9ZFC%0aDDWl0abciFfvZoAFN1eNEpn3p+avzo+eyTI0PKvtPHn0+GPBXDYCXXzgvWOf/c/H5s4NnmE%0aJG3fPgUvM+O5ZAVO8XbaNnj56jb6zZaNZv3hEMCnjrNReZERGheuSN+qFbLg8aWTVmgsqqe%0a6cYAxv7x1PseYX2mTHl1HgXb9n7Y7P1Np9n76fxJ8NflWPjWrG55Zs/9Y6uBPfaMRpOnAyP%0a5q9R7xL10tM9rDBnmUzjpIy1cdOzmd7RzotdadVbQqZnaVRjq9ZpDAmZwkFp0FtnqjO4+6O%0a/vJfcsTOFAAQgAAEIQAACECgsgbb2tkA4T6qcI5wX9jyQWwQBffQorvbVl56TilEt8faxpS%0auCeOBhoTcii9iLploxT/GE11rP2HyFcwlDMicAZyuEwqso5IcTp6LS68NRJg/DdKZwK+3tH%0aWZ4hLikbfYfPBwIggO8j8t0eWm5BiuV2C5PLnlQO+E80zaFXOda8xTPuBD2tuWsUBjyfpVp%0aIEJ185YHvbxWo0yir0S8JS++bj3PXwjinfve9v42asQZbQdpzcd2267pLjxOPvn01rYSK51%0ageVhhPdQoYZnke0+Fj0eDdEyZOCa8uMvv7Tv2Bh2qdP5knZ7bFUGPgy4JQz/CcfpDq4Of2e%0a5ZeUercc/tOwj0bbd08foPWUFc8bolkCtGsOyu+5cE06h/FAolXeinYj8bxNmx1oClEs7VA%0a8X1plEYHgnhErAUbknPF4VlibIWG+JFDYp79h00dz+wxLzPxnL3Y57reaPnzhr7p14gCvVy%0a/vwzzXl2kFGFr0lnEtQ/fMsVRr0WNHaABDgJdWp0m2aF9XSeqOnyK4XlQS8fr6fPu7v2mc1%0amV9DIV+j7qRSOt1TKQL2j65l41r775MCQzvQc0zglmUz3389/+PpMSYJ1uvejbIvt1aa/TK%0aaQb77pvnfCeX95L/nHzzwEIAABCEAAAhCAQGEIyNu8pb1zbK2kOSKcJyVG+sQEFp03q5vn6%0aZIXXws8MRV3Wp6Gj1lxyoWBSLKD06dPMNdceiomtj6sBthYvZu37jKKT+1i9ibJ06XVB57y%0a8gUhty483WU9tSQ4SYx1IRvCafR7ky2XbJj1/tQgos40sKD2JXPxcKPCveiY5C0ap0zKS/t%0aYuvyN4MNTA/wVyhTT+9CRo92yk7gaDknRHISusLGoQ7Hau20cY4HYyCtOXmgS4BT7Vx/aCo%0alyu425PCSDh7M8PxUiR/GZJYYqFI+WhU2e8/mGTXjHHms5C+dhJsX6reteHsjpTKFvvn/fU%0a0EvgvU2PI9MvTXE9qJzZmUMd5QuT7c8zj2ra0X3m28bbciR+20vmnQmcWmEjbU+2PZ0GGqv%0aR3l1q9fDkEEDu/UG8fPoyWeDY6lnnBsT4pFnXg6eYQpldPPVCwNB3PVu8cvp5j/9kRvMUiv%0aGrd24zdxvwyB98gPXBPf+0zYci8IyyNSQqHtVvYpceC63vaZTbGgpN0iwW15tRXbFSFdjl3%0aqlqKHs6ef32b9Vwf162cK5LilTj4Aab9wYBN7iLrPu3XKiuTnoVdBlZYYfGqAxXYNPhs16d%0aRX1jmj8M0+fbBrsezCpuV43cba75II5XcLCbdm+xyy3Y2JobIyzZnT2egnn8+LKNbZ3yu6g%0aPjd0yKmeSsO8sHHhbYr1uzffS8U6JvKFAAQgAAEIQAAC/Z2AE85z4YBwngs1tklEIByuQV3%0a2Fc5BHsJOBKmzH3JRworbkUII6E/Cp7ymndXVdv8AnGo9K+VJKoErk/e3yyNqqm7NEszk6R%0ajHtD/ZLPtRms4U53Pd5s4Y0Ros0Lfhwwabj73/qmCREzeiwhnst12qZelCIwQrT/4jL1kJf%0axrAUV6lYufb7vf2m2//8JHUIvGVSVSutl2ynUmsr7YjD/sm4U1CVtg+94lbUgMJunUnTnTm%0aW3cylIVbnsvUcZanpjxZV9kQGvJGe//1F5tBNgTGN7/7gBVThwW/Xf7rN71rHrIx9hfaAUP%0aVeKCGjYeeeikIHRElnKe2s9fpqrfWu5+xpmdaUWD2GVNjpS33RBrkUHFpwybPRdmb9p6oD9%0a2f6r2haz2uvfLaO0FS9ZZwYu98G2NbwvlLr60xNy6+IG5W3dK5ayndPatzr7BPEr0bhww2r%0agfKiGFDOuPrWyG8UxCXMD4w8OCWJ7fEoaSNVD35bFADnxPE1ftEjQAfsuMiKHa57qVrgp5B%0aVannUTdwJxeogey6K84zQ4cODERV12CmxlCFZ1FYBbGVOO8GYA3npZA/+nvp1TXhVcHvEfZ%0aa+ZQV6OV5rl4lGkcBiybwqn0Wxn1e6b7N1DMivAeNtXGxDTtVTka9I/psnTPn9ETPYJfLq2%0a919QR3y6Omekb6Y4kEvZZsQjVs+8v9bV0POo39ElX38dNmmi/391KmY2MdBCAAAQhAAAIQg%0aEBuBDQkaCCct3VqU0lzOaVAJt2S9BDIgYBiuz5m423LrvYGcZSA7kT0qGw1OJ+8iy+w3f0z%0aiZ3a1gnn6+yAmLkK51tsOWWTTw52GfxI84/ibUvYkYg2MUMIluWrVgchWIJ8rYDovKMVZ9m%0a39w50xvqM+nhUGBfZ0IiBQf08NK+wJBKwJFRGcVDolHobE91Zq411akcGDBomXLxmrZNAHT%0aZ5lkuIdqbjd2Kcwls48VTr3XJ9PPsxVJ3H/QHboOAvl2djukYUx0TMFPrnYuvZNnHsSNM4d%0aHAQX17iv/Nwd2ULRk4+GeZDyxTO57brF6U8/F06xVXVR7vrMXD0WFMghga9GKwXcSZT48CO%0a3RoAtTP+66CB9Tau8fgg5EWm7cptnUIIrbbd8BX/XOJbeLBJ/3iixFCds7jCucTkd+w9rLB%0aG7rwrf22ve1wNImpkipufX7Zs96wai/S80bWgQUdfeX1tanPd5++3vRvCpm1k8uBOaj35bF%0aADhDwqdS4VukVe/Q/bQTk1aLPuDWdOCNe9rHt1gr3PfFPDosJsXbhgpr84CEHyiZ+5OrVMY%0aRuyhWdIJQ7N6LyrIUJe6/rri6bwGWoA1L0RbtxMcrx69mgA20x21Ibj0ZgFEpU1BkFcixPX%0aOm5evZGuP9c7epK3C2mVLkyWwsy5wYjD5XL1gfDyOL/7ynspzrGSBgIQgAAEIAABCEAgBwI%0a26murDdPS3pH5eyldzgjn6ciwvOAE3lizKfBSdh9XYSGmUDucZAWByspKG8/Txka2gqkTgJ%0aLkL694bRcnvvk6K+DJc1OeXOlMYtqa9dtSqxWGYNpJkWrTSZHerdxvxUCZvNLDUcFdfHINo%0aPWOFatlt0QMtrfyjXXGDeopcfGJZ1eaKy6al4oxr+1GDh9mPnDTpZoNTEK7PBaVzj/uf/u/%0a+12S1HS0HYRVf8527z2QEsh9kcKt1/SJ51b6P1Pz8tL1bZEdyPPcudEs5c26xg7iKTFu7sx%0apwQB7/rZx56O83s6yYXb0F7bzrJe6P7hfeL1+S/i/yw5o6Ez5j7tyhPvZJ6byuFboDF3LH7%0a3tSiuyjrG9RuqDa0theC67IH0IjRU2XvVOGwM8Tk8JB0sDter+XTD3NLcoNVW8bN03Tz//a%0auRAm6mEaWay3bMK8SRBXl62cYV5CeoyNQQlsZ58NoinGrlOt2NOqPGptrraXGobn9QDY5m9%0aDzWIroR0NZapcUJ250+eDhqyXI8Yd2zqzaK47h+z10LYu9el8ae333BJImH4e/c+6W/e5+b%0aVI+oV2yDsBkXM9wAVXipbiCkN0izhXPHpFy+an+8uy2L7/lzv6OkT1NLS+SFSV1MTuWv1NH%0aSDR0cmyGFhX3ov5XD4bAIBCEAAAhCAAAQgEIOAnClPtDUnHRM0lTPCeQoFM8UkIHFUA77Jq%0amwYkDZ5NxfJFMpl/JgRRoPt7bKCbjA4W4J9KUzLzj37AmHbDUqVafO33tkUiOyKHZrOlttQ%0aBBKt5LmnvNOZ0ugvncAoj0TnldhkY3QrDIvS+7bSipQSHR1n8VBYir37D5qbrlyo0RX95AW%0afH9442CywXftl8gSTGK9u2OHBOCWkSniTl2ujjfnuTN7smWzxxfPN9378ZBBf+QM3XXYq6U%0akMGnASKwyBoNv7rr1BZhJc1RPgsgvPDs6XGqc0iKQGO9Q5VqicqHMnT0Llo3W6L+OY9rVhy%0a45g/APFwQ6b7iN5Ir9hY2krRIVCuSSxOPesPM3T9XyI2pfuWQnuBxN6nPfks0ENTvIU1wC4%0arqeLwh5NGLshNfCmGuzq6mqscH5NcJjj7DmTl+hhex5dnGs9c3T/qtdKHNFcGelaScIzinE%0a5L1MPCsVwdoPAakwP9WhQDyp507vnejkfY6mVvb/XO3r6fDTbQYNlfo81/ZaThBr441ic50%0alffS/F4UMaCEAAAhCAAAQgAIHcCDQHwnlX7SxuTgjncUmRLmcCz9rBKSXmyiv1usvODTwbC%0a+Vll65Q8oaVQCGhIqlwLjFOphi92UzeogpZIQ9txWyPMolMW6y3rgRApYsSzp1XvKYfv/3q%0aqGy6LVvywmvBwJgSMJ3JI/iFFW8HsYoXL5pnHnxyeSBWasBLhdX4gfUelednMU2hTfQnk/g%0apUXXm6VPMonNnddmtyirhfKaNIy/xLq5JoFTomaAxwHrHuoFSXYz28Ed73HzTpXvCetY+/X%0axVutXB8vb24jUEZdxxEVaqsUMNLxtsSA+Jpc4kVMs7WYOy+na29fzXOV7x+jpzw+Lz/VXBv%0aBrM1FDmGlO6JQgt0ACHz9hrWw0+l9veD+nsYns9bbA9QySOKeSI3/iSbhstj3PPKl1SkVf3%0a7mgb6kfPAw3U6EIxKa901pPPBoWn0bNhlhXNwwP1aoBlJ1hJ5FI4F3GS2D3ehgCRcK6eJC5%0acihoX1fvFD+2S7hjdcg0Y6o9P4Zb35anO71PLXjVbbMisw/aa8E0x5S88d2a3+8lPU6x59Z%0aDp7HkwIaceWcUqVyHz7e/1jnQsFTZp38lwcOnSRC3XtZzNXLgqF+7MpdezNOnz1G3rpn39v%0aeSOkykEIAABCEAAAhCAQOEJtNkQLS02VEuuLucI54U/J+QYIlBdXRWEO7jpqoWBEKOQAMU2%0ahRnQh7NifCcZqK/FikvyxNRHngtVkKmsrtuxPDjTmQS1S2wYi/E2fIeE5EJZ+8kPWcUrdrZ%0a52+7Au1sxmOVx7kweuToP+6zg5UQzCWMu3rzS7dpzIEi+4o13zJoNp+KuK26uP1ioyzPOVC%0aFlZBLHC2njx44IhPPtO/emhPOm4yeCXcTpJRCnLApFc97ZZ8RJmkpTrPBDqR30wIyuJwmlx%0a5pOBHHadf1qvIBx1ss7LJqrOBJXJVxLbA3HHFd8bDVwKIzJaVPHZy29BHbF2z5ue1Ncbj3b%0aB2WILa/r+Aqb5sGnlgcDXKr3gWJuZ7M492y2PNKtnzJxbCCcb7T3ebaxGJRHTz4bdF/rnM6%0a3Hs7HTw4E7I7Dieb6PWFcp3AuoXzYrEFGHucy3WtOON9hQ37IJsTsQaC0aijrb6bzqzBWup%0a6nTx4X9GLaZjnqHaPxFKLup55gpMapR555OegFduE5M4Oy9cR+e3If/b3ekY51pnEp0m0Td%0a7l6s6ghX4O277a9jH780LNxN+2W7jMfvTHIy63o6+8ld5xMIQABCEAAAhCAAAQKS0BhWuRt%0anrNqbrdEOC/sOSG3CALy3FbMaoUx6CnTYJHyTFY4AXla6iM6jq21grE8KSV6SfTIZPLAUug%0aDdbGfZkWRTBYVOztT+jjrnAeY73EuAX+s9RCV960/QKfyc6KXG+xTQvNqGy88bGpsKIQdOn%0azMbLbebWNGNdryDC5Elqk8XMgPefc6gbLQwrnCgZT7oHgpYAlnrrrkHDsg5+Dg2la8fAnnm%0aUy9CSSsPvDEi+ZDt1wehKCQ96F+Swy/5Py5se6nR5a8HOQjkXGu9XDPZjOsGH+OfbZo8OD7%0aH3/BDtp5ccZ7Pck9m23fUesVY3qZHVRUDWTuuoxK5y/riWeDnmkr7HlU44VE8uO2p0Y602C%0a7sm12jAgdg0LsqBFul/VSdqZY2TI1YMU1XRcD6uviJjffvuvR2GlLOeENiy8IeiO5hkx56/%0ae2qQfSJNtAohjrukd1jiWg+2Nb9HYZ890/9Y5oghfMP8sMtKHTktrTthdQJtOzVT1tVO+Sy%0aK0457qeNDi4ehiqDqB3SiZTTwiF9tLg51H1r776XsrEhHUQgAAEIAABCEAAAnkSsB0nj7ce%0azyuTnlMy8yomG5czARcXt6ePQR7jb6zdZGN7H4odruXEiZZALJxlQ4tkM3lkysNK4lKVFy4%0al23aZ1t/7yDKb56nwGFFpFR5Bg/i5gUL9btGZ4qyH8xplw6lca0PnOFNIDXlCXmljiPuDZ9%0a7506ddkthThU25/4kXgvjrc8/MLoDGzvhkwuPH1WJoghjvJxcFnp2a10d3PqbQH4UQt265+%0asJ8itGr205IIIiqoAqXc9XFCwIv1oesB7ji2UoEl2CigTyzDa6qPCTMrLcD7UrEu+7y8yKF%0aE6ULm0R7ebrLS/6hp18yN155Qdr7sRj3rF8ehWdRw5WE5SZ7jUZ5wLsQKP52cebzeTYoRIr%0aGGYgTLmdE45Cg3BKxZBJ8dU78Y9K88nQhmeKUf9CAhrzDNcTZT6mlyfd5VIzjqbENyefa3j%0aRqnFKDyqs21NJ9jy6zsahHWAF9VuyxCIpRtkLlSb0jmqQa9+IOeOzn8IwdPDyTSTRXyDIXM%0akvXvRqNNA7LPQ8tDQZNvmzh3MjGmTa73fMvv2UbaN8NhPfbbY+5KOG8r76XMnFlHQQgAAEI%0aQAACEIBAfgTaTXvgcZ498GD6/SCcp2fDmjIncMGCs8yi82cn6g4v79X5NvasH/4kHYY3124%0aOVilmcKFMXtMS4zOZPkRlLp5o0rjBEk3kfT7UhtjwP6Dd4HSDBw7osvzsmdODQQAzlclfJw%0a//nzz2fCCaaj9JxHw/n/D8URteYI31kD/e3BzEttZ6ebM7Uxxh2aRxo9yinKbyrN1q4+PLc%0ay7q4z1bpoePHivq4LfZ9t9b6xV3Xt3z5aH+/Xufsp6Gh4PQFBcumJmxSAoF9PizK4OYyxKe%0ab7YNDnF7iChjnSMJ7Xc/sCQQz++zjU8KC+U3KLkCFOOedXm7qTiop8srr6+1nvZz3OJgqga%0al7/74CdvwNSfxgKb5PhvUsCEBPI6NV5xzK2IpLrc81BWuRQMtS/RXeGQ9ozTYr9/bJVu+ap%0aBKcl6z5cf6/Ako3JE8zTVOwXO2p4R6IN3z4NJgPA7FX0/SMJJ/afpGDuVY7ygE+b0ne7H4d%0aQrlq2vs1msWBc/nn9peQYvtuBV+nUke6Y8885IdQPpg8KxRr6F048XkUs5yeC/puNTokOl5%0a6noYZqqTZMsjF35sAwEIQAACEIAABMqdQEtbi2m3Mc7zMYTzfOixbUkTcEJw0kLGEc0VK3i%0aT9ThXHOyR1kOzUHbH+xbHzkpCssTBTB9SUZlpm8WL5ketilwm7/ZMJkHvwKGjQZJDNqb1EC%0as4S9yXx/8VGQZ3zJRn1DqFeXht9YYgTrOOWR8HWFG2AABAAElEQVTE8pqUSZBU3OUBDfVdR%0aP+ofOIu++DNipmdvEv7nXYAVgnI/dEUkkkxxCWaSwS4xA4mmskkwCpUxK69+4OGiluvvSjw%0ajM60TdQ6NR5JcLn3keeCUC8S0d937aIuAkyx7tlweWbb3iqv2saD197eYAXJ6V0GCZXwrEH%0aumls6G7/C22b6ne+zIUn8fYVrkXAur3MJ5zqvC22IB3mfa+BYWZyY9f7xKKwVVpoE9NzUAL%0aHqHaSBeTfbwaz1HlQjFpaMQDnWO5IdYXRqhXaSRT1nNGaM3qePPPOKeeI520i6cVtQB9lut%0a1ny4mtGY8tMmzzW9lo6J7KXTvQe4y8t5feSjuInjz4fvLfk6DHPvjPCph5V6hEiU082NyC6%0an26Vfd8se+nNYIyKW22PLwwCEIAABCAAAQhAQFHNO8yJthOdY4Lm4XKOcM7VBIEcCKy2IU3%0ak3RMnpEtU9o/agdmcd5FE3yjv2Kjt3DJ5Hx20YrVE6t60PVYgvt8Kn4pLKvvxw88FoTLk8T%0avQhmZIKupnOhbldfNVVsipsOFY7HH7AoW8nFut5/Kc6VMzZcG6IhKQGLLkhdeDgRB1fhRj/%0a677l5hLbff8dHG8n1z2aiCaj7PhTXTN5NJQ4Q5J295+w6WBwKBeAwo/4Xt853vPuv1km8qr%0aWgObyrtyiRUhdVzuPtBAkbJMnt+l8GyYPmV8EPJowpjOeOf+80mCusarmGLjF8cxhWvQszI%0aXc9xy2ZZtkhNQmCHFolfjlwb8xUqLQE89w3I56m22l1ZVVVXacQ/UOHPbdYvM8lfX2L/V5n%0a/veTwI5aYBcuWFPifGmBa5lKvU30t6T6qhSqb7Lko4VxgyV8faaOejhHNtqzqQwpEpT72DM%0aQhAAAIQgAAEIAABG97XDgwqAT2xWd3J/m//KhgcNDE8NugVAu1WKM5m8sqRR2c6O27jl8u2%0a2AErFe9XplAEsmPHjwcD+gU/Iv4ZFgpr8vY7m4MQMGdar+dcTF2R62prg013W2/bpLZmw7b%0aAy9rFE026fSHSK4azBmQ8ar3v9eEr4VJCqMRzeRpna1Q4f96Z5jzrMZ5EHPNDs7hj0GCnEk%0aklWJ47t9MD3a3LZ9pmPYMVezWpZb9Sk+bYu+n1MZ7JJFK/aIUQfbDL81u9GRSiR4LF08tWm%0aceWvGLWrt9mLrKhHxRX37cLbPxzbXP1JQsC0cVfl8u8BN7brrvYvGDDglxkYzX7lu896+eV%0abV7jECiu+/rNO8xTloHGDZCpl4q8tiVQprNSeDYMsh6i+gubGsoUy/iMaRNjn6+koaTC++x%0arv3NpRHDjWajSVmzT89gPpVHs/ZVy/n2t3iHWEmk19kRSc6FCorZTmBXVvzQYqITwKNOzY+%0a3G7amBpl1+ese+c3LwaQ32HLfxtK+8lyRwK5ydBmVfMHtGFDrbu2dCwE4+U4pRH2XaVgNTT%0a7LnANE8ihDLIAABCEAAAhDojwRU52ztaFU1KpnZz66qiipTXVlt6qrqEM6T0SN1TxBQSIUd%0au98LPsAkhiqW91orFMs0wFw6U5qXVq1Jtzq1/Ckr7oZNH34KGZHOJPIqFqxsh41frI9Exfh%0aV/M5cbJENfzLNimuyb/3wkbRZSDDRccm7Wje9QqHs3XcoECW1kcsjbQZFXPH40leMROuL7O%0aCMzluscdhg2+14WeBp+5wN6aCBBgdaT7O6uhobJ70y6P6vIjmxXGErdFztHXbIBgnVbe1mm%0aB1UTHzimELC/PSxZcE1IhHeNYjE2TZbmm/d+XC2JH12vQZH3W0FcZ0nF2JjeOPg1PEqjr2E%0a8dff3pgKSyOxWA0oLj6txNXxo0cEXfMl1uhPworupfFjRgR5uYFAUxkXYEZC7WXW49u3Qty%0azfn5x5q+65BwbVugF86YdoHjX3n02hMGoIAa7hA8J/Omst54Nes48YnvCxDGde/05O2fOae%0abik/Hc5e2oONnFMDWKhGMoF2M/hcxTz7fXVm80NVZQlGi+YcuOIPshgwdE7kbjK+y176NK2%0a8CiQaf1/pOXv2zkiKGR27AwfwL9od4hSs8u7wy1lD+xUzkohJrMjWei0Ct79x0IBuxWLxs9%0af/VckGkci4V2/JmZNqSV3t8ad0KDkivUiwaIVu8jNZCPsgNOq6FVzgGuvtDX3ksBEPvP1fZ%0adkcn0rPjIrVdkShLUR1UnxSAAAQhAAAIQgAAEuhKolPOR/I8yiecnk1SYykAsr62qMbVWMK%0a+tqjXVFdUI512R8qsUCMgD6cEnl3crisRjiXPpbMK4kakPrHRpcl0+fmyn0Kft37Le5rJsH%0atVBotA/g62n+UQ7eGWDPRZnNyw+PxCV3W9/KhHwhRVvG8UR900DfF5oPWrTeR/5aYsxrzAx%0a221M8XFWGJVg7Uyi1sdvv9q8sWZTIBLqQ1eNEhKP4poGaI1r8rxXQ4IaEFzDRtxts6WT13Q%0augxmusd7V4fOVbV+ltv647U2gWLTOxlohwx8ocOWb64LrUnGQFWt+/qwZXQZqddtJRFescY%0amBuo7V2+PwkSbz0dsWp0IVubTFnOZzz+ZarsD7/fpF5pGnXw7EUl2nCnHi3y9+3r39bFAj4%0aMjhuY3XMMDzTpdXdLG8zJ2A5nMr9XmVeZXtEaNnpjM9J/XsjDI1jro48v76CfYdJDERKw6B%0avlzv8InNs8/qhvpT9Q9/Xab5F1euTrta73f1UDltSqc3tBqzt+98L5VePfbUi0Hvii6Dd9v%0a3w2U2lJfGUVm/+d3gTyL7u7Zu4Wz2GVNTPXb62nvJHSNTCEAAAhCAAAQgAIHiENC3mATwlv%0aaW9Lq5Fc2rrJOn0sm7XGJ5TWWn46crFTHOHQmmPUZAg8rJqyidCCIBSV7Mfpd2eS5PHj86C%0aHOQrqD6IOvyUZYuYZ7LJYjp43OiFeqTmroi68+3saPSh21QuusuP9d6ax0LwoZogEx5HzXa%0aD9Fs3u4SryT+il0c0/FICNVggNlsqPUK12CMNdXdHyESm+fbbsP6cybP+TYb8sN5mEtG77A%0ae5lFWH/qon22PYeqkMSlvdX+buTYuqo5zho3JnO56kteaBinNFFfaz1Ne0RJ85UGbiwCo60%0aPhLMrZxo1uDGJz6xjU7Tt8DS2YfVpwLmdbMcR5mGc63uDevMl6XNtQJWo0cvH9M20TXqeBN%0anO1fO5Z7VP3qK5dDXKXxBS2QDHOdT1ss13x1QAnESnKevLZIJFrkX3GDh926tmgwXz1l6/p%0a+aTGM+wUgSsXLbC9czrHgRhm76dMoXqmT+4erkJet41DT/X4OJVzsjldv4qhPCLHBpJkeyu%0at1P253qEzMd2GjlKDTa49s46faI583ytveUzLs9wNrL5wwSyzceuOoGeR6nrZwq8ofJVEdf%0a3J9LzUYN8S0RfY3izO+tp7yR0XUwhAAAIQgAAEIACB4hCQU9eg2kGBcJ6KdW5lKKunW7Oxy%0a20oloZqG0bZCuaaV5QE6UrhEJkVTU1N0epVccpNricJWO7BXGNjY0kzOXz4cEmXj8JBoD8R%0aGDw4nnjGfdufrgqONSmBdPfRoS/9qmle8mi37Kp//69M1cU0BnQDE3NB693fMm3f+Vq31A1%0a3fMYM/OzvdlvO86sbEhZAoGQIpHt+lkwBKQgEIAABCEAAAhDwCGhg0Lb2NnO4+bBpam2y0R%0aDabRjNWjOgeoCpr67vDClsBfNM1t1dNFNq1kEAAhCAAAQgAAEIQAACEIAABCAAAQhAAAIQg%0aAAESpiAvMflTd5Y32j0Xy6WWVbPJUe2gQAEIAABCEAAAhCAAAQgAAEIQAACEIAABCAAAQiU%0aMQGE8zI+eRQdAhCAAAQgAAEIQAACEIAABCAAAQhAAAIQgAAECk8A4bzwTMkRAhCAAAQgAAE%0aIQAACEIAABCAAAQhAAAIQgAAEypgAwnkZnzyKDgEIQAACEIAABCAAAQhAAAIQgAAEIAABCE%0aAAAoUngHBeeKbkCAEIQAACEIAABCAAAQhAAAIQgAAEIAABCEAAAmVMAOG8jE8eRYcABCAAA%0aQhAAAIQgAAEIAABCEAAAhCAAAQgAIHCE0A4LzzTPpVjZSWXSJ86oRxM2RJIci8mSVu2QCg4%0aBHIgwL2RA7Qe3oRz1MPA2R0EYhLg3owJimQQgAAEIAABCPQpAqiifep0Fv5gqqqqCp8pOUI%0aAAokJJLkXk6RNXBA2gEAZE+DeKP2Txzkq/XNECfsnAe7N/nneOWoIQAACEIBAfyeAcN7fr4%0aAsx19TU5MlBashAIGeIJDkXkyStifKzj4gUCoEuDdK5UykLwfnKD0b1kCgNwlwb/YmffYNA%0aQhAAAIQgEBvEUA47y3yZbJfeZdQUS6Tk0Ux+ywB3YNJPL24b/vspcCB5UEg6X2Ux67Y1CNQ%0aVZms5xrPLw8esxAoEQI8P0vkRFAMCEAAAhCAAAR6nADCeY8jL78d1tfXm+rq6vIrOCWGQB8%0agoHtP92BS475NSoz0fZlArveRmCRptOrLDHM5NnGvrklef+D5lQtttoFAcQjk8/wsTonIFQ%0aIQgAAEIAABCPQcAYTznmNd1ntqaGjA87yszyCFL0cC8vDSvZercd/mSo7t+hKBfO+j2tpa3%0an85XBD5cuf5lQN0NoFAgQnkex8XuDhkBwEIQAACEIAABHqcQHI3oB4vIjssFQLyAFMFuqWl%0axbS1tZn29vZSKRrlgECfIVBZWRl4uOpeK4SnK/dtn7k0OJAEBLiPEsAqYFK4FxAmWUGglwg%0aU+j7upcNgtxCAAAQgAAEIQKAgBBDOC4Kx/2QiIa8QYl7/IcaRQqD3CXDf9v45oATlT4D7qH%0afOIdx7hzt7hQAEIAABCEAAAhCAAASMIVQLVwEEIAABCEAAAhCAAAQgAAEIQAACEIAABCAAA%0aQhAwCOAcO7BYBYCEIAABCAAAQhAAAIQgAAEIAABCEAAAhCAAAQggHDONQABCEAAAhCAAAQg%0aAAEIQAACEIAABCAAAQhAAAIQ8AggnHswmIUABCAAAQhAAAIQgAAEIAABCEAAAhCAAAQgAAE%0aIIJxzDUAAAhCAAAQgAAEIQAACEIAABCAAAQhAAAIQgAAEPAII5x4MZiEAAQhAAAIQgAAEIA%0aABCEAAAhCAAAQgAAEIQAACCOdcAxCAAAQgAAEIQAACEIAABCAAAQhAAAIQgAAEIAABjwDCu%0aQeDWQhAAAIQgAAEIAABCEAAAhCAAAQgAAEIQAACEIAAwjnXAAQgAAEIQAACEIAABCAAAQhA%0aAAIQgAAEIAABCEDAI4Bw7sFgFgIQgAAEIAABCEAAAhCAAAQgAAEIQAACEIAABCCAcM41AAE%0aIQAACEIAABCAAAQhAAAIQgAAEIAABCEAAAhDwCCCcezCYhQAEIAABCEAAAhCAAAQgAAEIQA%0aACEIAABCAAAQggnHMNQAACEIAABCAAAQhAAAIQgAAEIAABCEAAAhCAAAQ8AgjnHgxmIQABC%0aEAAAhCAAAQgAAEIQAACEIAABCAAAQhAAAII51wDEIAABCAAAQhAAAIQgAAEIAABCEAAAhCA%0aAAQgAAGPAMK5B4NZCEAAAhCAAAQgAAEIQAACEIAABCAAAQhAAAIQgADCOdcABCAAAQhAAAI%0aQgAAEIAABCEAAAhCAAAQgAAEIQMAjgHDuwWAWAhCAAAQgAAEIQAACEIAABCAAAQhAAAIQgA%0aAEIIBwzjUAAQhAAAIQgAAEIAABCEAAAhCAAAQgAAEIQAACEPAIIJx7MJiFAAQgAAEIQAACE%0aIAABCAAAQhAAAIQgAAEIAABCCCccw1AAAIQgAAEIAABCEAAAhCAAAQgAAEIQAACEIAABDwC%0aCOceDGYhAAEIQAACEOivBCqiD7yjI3o5S+MRSMsvDe94uZIKAhCAAAQgAAEIQAACEIBA0Qk%0agnBcdMTuAAAQgAAEIQKDUCVQ0DIgsYvv+vZHLWRiPQDp+FQ0N8TIgFQQgAAEIQAACEIAABC%0aAAgV4igHDeS+DZLQQgAAEIQAACpUOgcsz4yMI0L18auZyF2Ql0WG/zlpeei0xYOWZC5HIWQ%0agACEIAABCAAAQhAAAIQKBUCCOelciYoBwQgAAEIQAACvUagZua8yH23vPC0aVm1PHIdCzMT%0aOPHwj0zblvWRidLxjkzMQghAAAIQgAAEIAABCEAAAr1AAOG8F6CzSwhAAAIQgAAESotAzTk%0aXmYqBgyILdeiLv4Z4Hkkm/cITTz5gjvzDlyITVE2ZYaomTYtcx0IIQAACEIAABCAAAQhAAA%0aKlQqC6VApCOSAAAQhAAAIQgEBvEaiorTP1t/+safrfb3QrQseh/ebgb37c1Fx4ham94FJT2%0aTjSmAoGt+wGqr3dtO/ZaU48+7hpff3lbqvdgoY7PutmmUIAAhCAAAQgAAEIQAACEChZAhVN%0aTU0dJVu6Plwwyz04usbGxj58lBwaBCAAAQhAoHwItB87YvZ/7GrTcWBf+RS6zEpaNeMsM+y%0ab95qKSjo9ltmpo7gQgAAEIAABCEAAAhDodwT4aul3p5wDhgAEIAABCEAgikDlgEFm8Jf+yZ%0ajKqqjVLMuTgELhDP7iPyKa58mRzSEAAQhAAAIQgAAEIACBniGAcN4znNkLBCAAAQhAAAJlQ%0aKB2/kIz6Pf+AvG8wOeqomGgGfyVr5nqydMLnDPZQQACEIAABCAAAQhAAAIQKA4BhPPicCVX%0aCEAAAhCAAATKlED9de83Q/7u26Zi2PAyPYLSKnblhClm6Nd/aGrPXVRaBaM0EIAABCAAAQh%0aAAAIQgAAEMhAgxnkGOMVcRYzzYtIlbwhAAAIQgED+BBTzvOkH/2mO/+g7puPokfwz7Gc5VN%0ahBVAd89BdN/fvuMBU1tf3s6DlcCEAAAhCAAAQgAAEIQKDcCSCc99IZRDjvJfDsFgIQgAAEI%0aJCQQEfzCdOy4nnT8vYq077rXdPRdMzmwNjq3TBWVJqKAQNN1bhJpnruuaZm7nmmoop48d04%0asQACEIAABCAAAQhAAAIQKAsCCOe9dJoQznsJPLuFAAQgAAEIQAACEIAABCAAAQhAAAIQgAA%0aEIJCFADHOswBiNQQgAAEIQAACEIAABCAAAQhAAAIQgAAEIAABCPQvAgjn/et8c7QQgAAEIA%0aABCEAAAhCAAAQgAAEIQAACEIAABCCQhQDCeRZArIYABCAAAQhAAAIQgAAEIAABCEAAAhCAA%0aAQgAIH+RQDhvH+db44WAhCAAAQgAAEIQAACEIAABCAAAQhAAAIQgAAEshBAOM8CiNUQgAAE%0aIAABCEAAAhCAAAQgAAEIQAACEIAABCDQvwhU96/D5WhLkUBra6s5cOBA7KJVVFSYESNGxE5%0af6gnfe++9PnU8pc67P5Zv7969iQ572LBhprq6vF4PHR0dRs+G3rCdO3ca3cezZ8/OuPsVK1%0aaYqVOnmuHDh2dMF17Z3t5uKitp5w5z4XfpEdCzpr6+3gwaNKjXC9fc3Gz0XKirq+v1spRKA%0aV566SWzfPlyM2rUKHPVVVdF1j30vHnooYfMunXrzMyZM80VV1xhamtrS+UQKAcESpJApvd0%0apnVxDibf7ePsgzQQgED+BDLdq5nW5b9ncoAABIpNoLyUkWLTIP9eIfD888+byy67LPa+P/O%0aZz5hvfvObsdOXWsJjx46ZRx99NPgw1cfp4MGDzZtvvplTMe+++27zS7/0S6ltr7zySnPnnX%0aemfucy8/DDD5urr746kXD6wgsvmFtuuSW1u3nz5pnHH3889VszGzZsMDfddFNqmcTD5557L%0avW7p2e+8Y1vdCnjjTfeaH7hF36haMX4wAc+YDZt2pTK/2/+5m/M4sWLU7+jZp566inzu7/7%0au6lVEl11zpPaH/zBH5j//M//jL3ZkiVLzKWXXho7fU8nXLVqlXn66afNW2+9Fdw7mv6///f%0a/zOc///keLYru269+9avmrrvuMn/1V3+VVjj/yU9+YnS+n3322aDMSYXz3/u93zPr1683X/%0ajCF8zChQsjj1ECYVisfPLJJ1PpJWj+2Z/9mfnzP/9zM3DgwMg8WJidwKFDh8zbb78dnEc3r%0aaqqMvfdd1/2jb0UTzzxhFGjcU+YBNJiNYTpGH7rt37LvPbaawGTPXv2mK985Svmi1/8Yk8c%0aWsZ96J788pe/bCZOnGhOO+204O+P//iPzaRJkzJu11srDx8+bObMmZPafU1NTSBepxbkOfO%0arv/qr5utf/3oql7FjxwbX7QUXXJBadvTo0eD9r3e6swsvvNDce++9ZsyYMW5Rn53+93//t9%0aF719mnPvWptO/p8PvmH/7hH9xmTPsZgd27d5tzzz3XfPKTnzS//Mu/bMaPH58isHXrVnPxx%0aRcHdfXPfe5zprGxMbUuzowa5c877zyj+/cXf/EXu73nXR56v6s+4kzPfdU9nKkOOG7cuC71%0acLeur01feeUV8/GPfzx1WDofeucmsePHj5sPfehDXRy7xDjJ92qS/WVKO3nyZNPU1JRKsnL%0alyuC9llpQpJlPfOITXXLWO9W/trus7KM/PvzhD5uDBw+mju5v//Zvu7yn3Yr9+/ebf/u3fz%0aP/+q//Gnzb+vWMd9991+ib83/+53+Mrs3Ro0e7zXpt+uqrr5o/+ZM/Se1fDgbf//73U79Lf%0aUbnxNcdVN7//d//NVOmTCn1olO+CALSHVQ/dyYd6V/+5V/cz27TLVu2mNtvvz21XPXTBx54%0aIPX7yJEjad+VqUQ5zCCc5wCNTXqPgITDv/u7v+tWAHmW5SJC6EWxffv2QEzqlmnCBRLD/Ep%0arus31sP/gBz/YpbwS/mbNmpVuk7TLVbHzvYn9l3vajTKskKimB5eEc4mB8jyOYy0tLV3KEd%0aWDQOdo9erVqexGjhyZms82I883CY9JTN6/v/7rvx65icQdiZESCZypUv3+978/0gPPpclnK%0apHVP/4oRuH8lUaVLGd+ed2yONO///u/N4899pjZvHlznOQln0bX+W/+5m92Kedf/MVfBA0f%0aaojqCZMo/b73vc/o5ZzJ/vRP/zQvEbGtrc383//9n9m1a1cgXsn786//+q/N+eef32W38rb%0aXM1D3mbMTJ04Es9pWH9G6BtVQqcpFkvtPorz/0ebyzzaVl7y8jyXWSVjN1yRKLFq0KN9s0m%0a4v1nqeSujYtm1bt6ka//S+iLIf/vCHwUd21LqoZT/zMz/T5WMsKk2hluk5MnTo0EJl1yUfC%0afK67p555pnUcomPeo/0Zi8J3Qf6UJWHlyrY+tPH64QJE1LlLLUZV1ZXLgnnhTI9r3zRXPmq%0ap8xHPvIRs2bNGuP2peeoL5ornX6rAfc73/mOfvZpe/HFF4PnrTtINSCna+D+x3/8R5csmPr%0aCuQRL1aFysf/6r//Cwz8XcL24jZ41emeoDq33s55/rvFQH/96p/zhH/6h0f2l56O+AeLaD3%0a7wg8Dp4nd+53eC/H/lV34laJwMP1/VgCvHHGd+3eRrX/taUB9Wmn//9383ahBKYuX0jaXjE%0age/vu1ziXvcEsl/+tOfdkn++7//+0EdqsvCHvihxhP/GPSu6AlT3dO3P/qjP4oUzvV9IWeW%0afEy9mr70pS+lzUJ1rKSNH1GZyfkkyfWvd6f/nS0GYdOzXnm6e073vJ4DMonTupb0nSzTs0I%0aN+r1t+i748Y9/nCrGgAEDUvPlMCOeS5cu7VLUXL5TumTAj14joGdc+HxmKoy+13x9xG/QUw%0aOV6qx6H8vZtpCGcF5ImuRVVAIShr797W8HHtrhHX3605/u8rETXp/ut1on1RW5EB7sF110U%0abrddFkuj4/bbruti+ewKgS9/SJVhdC96OUtLoFKAtu0adO6lL83fuzYsSPxObruuuvSCucS%0a4cMitDxJ5U3hGCQ5zjfeeKOLZ0/Utnop+CbPcXmsZrJwTwTloQ+vTHbrrbd284aQmKyPNTW%0aISAQtd5PHjwQffVA6U8VWwoX7WHXLizHVfSHhU8K0Pl7l2eS3fLt96sUt7xSZvMzkmZv0fn%0arkkUcC0dzlqY8TebdFmRoCfeFcgqau88svvzwQx7SNwjTo3la+ccsiwVgeu0ltxowZgcese%0arHcf//9STfvll7Ms9m+ffuCRiKdG/2pcdGf1281vMg7yP1pG83rGZDr/SFRRA1vToDMVs5S%0aXK+GXzXiJrXws00NdGIxZMiQpFkF3uDZnnFxMtU7VcKwb3o2hMUmf32u8xLMNm7cGHtzVfB%0a1b8QxeYXpIyCJqYFp/vz5XTaRh2KUqdw/+tGPjLzqZArlEmXf+973jBpgkzS4ReXTX5apTh%0aAWneIeu4RNQuPEpdX76fROkZepMwk6Z511VvBTQtp//Md/uFXB+/jss89O/Y4z49//ek/pf%0aaoG+bCFQ1I5ZyJ5mv/ar/1akFzL9L2kOnWUABjO0/0up28sV+Z8prp/o74F1IioRjHVs7FT%0aBFQvzfe9LeE2k3Aup49CfKurASKJcH7qKNPP6Z72vyl1z6u+oV6gehY40Vw56FmhXsDh+zV%0a97r27Rt8bavgrpC1YsKAodbFClpG8SptA+FtLQrrubUU20PNIpl5ac+fONeo1WShDOC8USf%0aIpOoHf+I3fCASgou8oxx1Mnz499pYKr+KH3FBrdW8K56qMP/jgg13KL1FXLfMSvPyu3F0Sl%0aeEPVQLCnnfuMOSVo+7XatxIYhI3knyEKG8JEUlNnvLZ9qMunX53f7cPhfGRp5KOsS+YBGl5%0aA/mVVQk78kTPRbCLy0Qfwqp0S4yV95a8MD/60Y9221zdzpxorlAR6v6fi/gc9vKUx+z111/%0afbX9aIO9uhXtwpo9khWVR93CJ9k4Ufuedd8wll1wStO4neW65fHtrGqesa9euDRpVerqM+r%0aDQczzqWohTFoXiKdR1K1FWjQBJTQ2m8q4qhPkhApLkpw/QTB/guv8UNiSbhUUPfcDq4zUXM%0aVOicriS7u9f3ZvVgymuJXkOyxs87NmcbT/6SAgL5743Tnh7v4FW4VuiTB8lKks+wrnqGXKA%0aiNuTLaocLINAqRH47ne/26UxWw3SrpH3W9/6VpdQH/qoP/PMM2Mfgrymw41ZErGjTO9/35x%0awrjCE6tHqN4rKI151hb/8y7/0Nynp+Tjv/0IcgLy5P/vZz3YRO/18xU7nUfW/JKY6v//dl2%0aRb1Td9U8iehoYGf1Gseb0bkryrYmVa5ol0TtT45UyN/knDGeqe1jXhHETUy0/3vhqs9CzQM%0a8E1rusbVPWQdPexK0epTHXdhsOS5Vs2fbeVm4d7vsfM9iZwVPV7AmViIu/zdOOWyVFJmqBv%0aqqPqmtK7zgnnciTT/afxxQoVahDh3KfOfMkSUDfzKA+LUipwkkqdREy9aPUhKlOFNtdwLYV%0agIG9YxV9WhcGP7ymh9tprrw1igSvGYjlZOqFD3eb8Lo/yXpbIKVM3L7VQ3nPPPeV0qLHLqm%0a5L8l7yxdXYG5dYQgnI+oCR54YzeRLLW8+PC+/WFWoqMdx5fMs7Jp1Qqh4cMnm4SkTMRTTX/%0aReOnS1v0nQfbGEPFvfhrMYE9TrQx6Dr4quwFeqBoPs+k6hWKG755iOOvRm7UCFJ1ACiD6Cp%0aU6d2m4phPt7ManxL+rGWjqkqkH3V1L04HHc1zrFKcNe9k4spjmaxQt3kUp5cttG7PSyeuXz%0a8sGH6QFZPHt9DLiqdW5Zp6gQCfXirId69d3Wdq6ffxz72seBPA5XGMXnNhxsS42wXTqNu8+%0aF7TbFpNeZKOEyNemrF7T6s61Ke4gq1gvUfAuGGLb1v9Y7Wu/af/umfuoBIKkCFx6aRWHrHH%0aXd0ydP9SPf+17tJobTU4O53bVcPSz3X/DqUy6sUp0m+sfIpv54F8m52pnta8XZdA8brr78e%0ahMrx40O7tJmmaqD0Q2NkSpttnXodYIUhIEc2PxSLesyF3w9x9qR72wnnSq97X43kehbomeA%0aLfXpmlItwHufYSyWNvrVefvnl2MVRrHlpHFj5EQj3ynPfPXKgUz1OYrlM37oavy4cdivXI0%0aY4z5Uc2/UoAQk+4YHv/ALoBvJbLyUY+SELJHqEbzJtr+XyzlNX5aSmm1Oik7NMYQ80cKEGA%0avUt3L1drdUjRoxIJVGMNHUx8VvCUytPzoQFUB2zXwEIp9dveXvpuMOmCrQqYz//8z/fxRta%0aYqReLIotp+5VpWASTcODRshrwPfiFs+w6QNY8eWcnXHGGcExy8tRcdRluhZUcZaXbl8zebS%0aqshb+0CvX45QXtYQNeVA7U2VVFdSo+92lyXWqD2Hd9zJ5ZjpxPJyfL8AopEyu943Gc/Dvf7%0aW+Z+pims7jTOXTeZd4rrAyThSTB8w111wTfFRn8iTVfv3nq/JzIpjmZeH1WuY8ouQdkKncS%0ahs2xRJ33cu1TqJ1usaw8LaZfuu6EAe9TzQN/2m5RFaJeRL3nFCu/Uc9NzPtK8k656GYZJti%0aptU5l7AZZfo4dGKr3p9xwpTp3aTwKc7U42GqbYAImz+gVngdv3MnoGeDxDPVRfRhqR4J6p0%0ahO/3001MZ61mleo08UV0IGlen0PsyrskLX4KE6g9hk7eZyqA/iU/qfq/Bs7OZnquFeHep11%0aZYGFHeUb0RFPNcf3FM2+s5GCWcKzxWVBgxxd5X/RYrTwKPPvqoUVgPZ3JCcYKYRBz1JHIm8%0aVVOM3FN953qor7pPknXiJfp/a/3u3oT3XzzzV0agvRuVn4a0DSTlfo3VqayJ1mneke4IUH1%0ayZ/92Z8NevE4cUZOKDqXV1xxRZLsSzatnn/hay2qsPJW968/XRdRzzvVZ9LVH1y+egf93M/%0a9nPuZeKoxhtSbIpvp29Wve2RLn+t6XQ+6x1etWhVkoXtfzwCFZtUz4ctf/nIQElAr9czQsw%0aPRNlfa0dul+yaLTm2MxjDhHKSjU9rLw9+DrleOGpB1v6su6zQyfbNIK0j6HRpFoLt6FpWKZ%0aRDoRQISK3wBJaooenH7L28NouMPIqp4Y5le0PLGSmrhwSozeUNs2rSpi6dH1L6URn/OVKn4%0a7d/+7UQx3eQtns17Sx+r5557rttNl6kqQfr4U5cWf6ArdbGWwKYB/uS9om7wX/nKV1Lbusq%0akWyDPsPCHqfN0dWn0URBOo0pZphh3bluJXeFz5p9vfUBIsPRNQp8emi5chdapIiNxT6EBPv%0aShD6WSy3NAwk5UyJNUIm9G8Q6zxSuXkK9Y0c7++Z//OWDqfkdNNeCOP8CprjF/1OiobbJ5D%0a+sjQI0O4XMWlVdPL5Og4jdGxdm/2Pvn3g32m2QQSX3sxglHpHAc7kWsHiOq/Co0Tlh09j+k%0adc50Pyh9lLic7hjVsBYOKSTP10yxkcP3kx/GRvvRNa5lfuVBzxmJW+Fj8MulY/Dzkmiq9O4%0aakie4/+zyt9V8HGE1vI0+KnzL9Hz104XnJfYpnrsTyPWMy2bipPE09IEocVf3oM8s2/Z9Yb%0a3euxoDJMr0ceiEc/XYUYU0m+ka8z9e1bPHxdXOtm2pr5cntxqknElwfvrpp93P4F7xwytpY%0aF9V8t2zRAnTOQZofALfu1Airv+O1LmQ56hvWhZlumddLGbVqZxwrgYi3/QsdM4Eis+qd7Xu%0am7j3oATiuD0EVbfQQIkS0CXqZzLFZS5XU51K466ELW635fB2/C4NAn49WSWSw4V7D4fXJfU%0a2VyO9/95V/vJcTWduv259eFs5Tqj+qLqRX0eJE7+41L+x3DHnO9VzUXUiZ7pv9VxS/UF1AB%0aevXt8zEoYlkmaqO7l8Sn0qJ4qohsNwucNem+kaClXfDX+jhfNyDbLh5XF/6z0Vp9FR335+3%0aSNu/rmk0z3uaw16Bkg4172pZ4PGkXGmdeUg2ura13dONlOdRj0CfUu3XboQHP62zPc9AtKR%0awvVNd5TyDPedFORIqu+LKJs9e3Y35zhFDJC+o2tL38ly/lCPD2e+g51blssU4TwXamzTowT%0a0UZXUC02Co28KSZDNJFSpG7DEEv3pps3kTeA+Ol2+cT8qXfpSneqhowq7BszzByXSyMROlJ%0aVHf9jj1D8eVSozrXdpw2n8XgIuTZypKv7Lli1LJVVFJRxHVZ41zqtcCeXN78R1XWOK5+4e2%0avLylaijPH3vitQOQjP6IMkWnzgs2MmD1Q0gFcou9TMsxiuPbNukNk4zIyFQA1kqHnOpmc6j%0aLzDlWr6kXWjldeDC9WTapwutpDTy3lQDlO4XNXD5DWl+OoUF0J+uI3n0uGsu0360TpVqeT4%0a70378xiq33J+Gr0FfmHPp1KNE15XKq+eqGtsyifFuO3+qbZxoruVxnq9KJ+8biYruGas4zL%0aoPoqxQz1c1oumaT2LqqiuT2KsP4/BzKklecdOq0hjnWRMnP43R4H/8x9kmXRq9C8K9o/xBN%0a9X1Pzzugu4HhZ6Rp5cz5w3ift95551BQ6z77aYSXJOEvBGzcDxzl5emeob77zH1Vory/HXb%0a6LrO5n3p0rqpGkX9Hk7ybvGFc4VpCjdC6Pj9Z4HGnvDFd5e3erb4ccddbxG3XvWUKEHWrY+%0aa6gPDhYDSMyNdGDY1lLuPDQn46UJE+ftQr690orlr1FcIqrDpnIhTujAUSl/Ownn4ePld/g%0aQUXlGNss5UP3OODnou+nUKPZMzXdsuDzdVg1J4PBoJkeecc45L0m0a5/0vEUzip+q7CqWke%0arG8p5NaqX1j6fnqNwCEG/L1LvfHzrj44ou7jZml+lk4lIqETjGT6bmmnjSuXqZ3tryedQ2k%0aa/j0uarRI06YMfWM/cIXvhB8g2l7PRdVJ/Gf/X6oTzVyy9NWQr7qiZnMHUumNIVeJ2cWvy6%0aq41GZC2n6tlMIHWeq8+Xa09PlkctU97jOnasj6RmgZ4G+FdQoIycf952r66YnQrTqvoj6bv%0aTr8DpW1XPDjW8SOjWmjOtFk4mJrtuw0Onq0pm2Y13/ISCHwXSmZ6+0CWdySHEOHG5ZpqlEc%0a/8aVo9HhR3Us0HjDSStJ6fbV2GfXOn2wnII5EFAnmlJTC8sffA5UwUjnTjj0miql5tCPzhT%0ai5bvleGWaypR2RcTVGHWB3khrdAVi6RlU2xFtR7L203CiMS/UjWJEL4nucRB3xTGJfzAlpe%0aeX8lUpVkD5ziBRxWaG264IehOF6dS7O8val4Cjl9RCX/kRG0jMcYXGeIIF1H5hJfpnipF4T%0axczlL77Z8LVzZdd4p7rg9a92HsYqC7NJrqw03XpT7YsjUE6r4LhyJS19fwgH9+/poPX1Ppx%0aFO1xKuCIYEzU4ipcP7ud9gbPK5wrv36sUN1DaYL0RAWznMpp8qrj9y4MYrd8fk9Q7RMH31J%0a8pCXe9KBaCQyhz9aXHmSTl1s+6TbRaVXaCs/3EA4jd61/vtW6+WZpw9GX6gIb6dKclikUJo%0avf/nLiYRzebxl8jpTd05fOJfQnCm9xImkwnn42Er5t95B6tnlRCb1zgs3Mqv86lEgDq6nWJ%0az3v+4Tfaz4pnesxESJCa4BQIKTro1wjxp55CmURDpxx4kRLv/FixcHXePd77hTF0LKT6/xM%0anRdqEHR96oUH/VqirKwSKBrvlDv6Kj9say0CChskF/vlHDprvGwt7k838LOE5mORvVTX2zM%0apeE83ftfoqKevXrnZOvlEVXGUvzGkid4pne06l9+A68aDNQY6Ey89YzyTfUa33tY73Q9s/y%0axMlSv1zPrwQcfzNqjUA2HrvHQ34+bV71PzyF597vrSuKRBu2W2OwL5/qm0QCh2r/e92r8UG%0aO1Glt0fkvJJBj773qJqek8kXMttxqr/R4depZrvKOeNt3j+r7SeXSmZ4G8+dV4pmeERDyZz%0arGeIQpVVkzTfuI6f4TT+aEii1nGQuWddDwa6UNY+RJQ/d5/LqqXlfuO0jtTDarSb1TvL5Qh%0anBeKJPkUhYCEIHlGJLFcPCGUf9i7N1OYjrCoo1AFmbzk5KmQqYulvDDlTeIqS6pcKVRIuHu%0aZPigVVsKZHhK+gC/vSg124Zs+kF2+/vJs8xLuXdxweZv7pg9Pv3uiHlyqmDrTtuGPcX2wy4%0avGmR5q4YeZe+C5NHGnalV0JlHSF/I0SIS8PHwGilcoUdw3iZL6aHYeQ1onkU8vYlWKoz62/%0ae1VifW71Pvrempe3tpxKovqqquXifOc6anylep+dC3GsUwfJOoC7YTzdINYqhIqT/Uoz1K3%0af12nEtj9j149W7J5m2v7sMeyn4fL300lnqklXh9lmkoc1Z8+PrM1FPnCudhdddVVLtuM03y%0aesbn26JEIHha4MhYyYqU+spOYQpeEG++ybR/HEy1bHqzvTiDciJDpPd196761RF6Yus5cOC%0ayJfL7Y4I5WgpoEI9VLZGq0ixPKSg0U4WeOeiyE6z7quSaBR+9qX6zStur153evdWXSNOxxr%0anduocL96ANaf+FwBYr/rh5JcSxuujh5kaa0CagR3e9FovegGqJl8rD16+6qOyYZM0diqBrj%0afVP4MPWSzGTh97++D9TwFfXMU15qdLznnntS73/VA+RhGo7xHd5nKX5jhcuY5LfqQn6PQW2%0ar7yid33DdUN8Oigfui52q08nzXA1u4TjzccohIVn7l2DuC5X6JhFr/1vL5advY31vqM6v60%0aWmOqjqZiqjzmGSnoRy6PCvZ7efcL1EDQyu57HS9LaDlytnKU11r6shQz27ZHoWiJuc6/SMU%0aBhA9z0q5mpEjjrHpXRM5VIW9T6M8q4vl/L31XKqnuZrRFHHGQ7zI8fVbD3QfWdE5an3ZLZn%0asNarF0WuhnCeKzm26xECEo+TevAUqlKXqZIaFs6ziToS3PSXzlQJcy9SpVFruQY4CJu6S/m%0aeLPrI8ys2/5+9M4H7Zyr7/7Hv+75T1iRUSKKeEiFJnngkJWmjwlNKWdImelCRv6JFjxBCHl%0aqFhKwJ2X522fd9p/t/3vNzfX/XnO/MfGe+2/29f/fner3ue+Y7c7Z5z8yZc65zneuk/lCJj%0azI6HUVO0y37TdxUaU5YOtu+w42yzSun8LGKL3Uv+PL0vq1QmhdZ8Po4dfZJl9kCJjQaraOA%0a0gxrMd8YZdS/bIExLCNQJOJSwoQp9wxqUNFWVchcCwt9jafU5Uljl4ayn2Y8nuW2vOFb5n/%0afwvS6xRrcrC0trbpKTjoyDGoVcfbPBpaQZda2Ppzl77colNKFhLE64q+TpBbnPP+kZYpx2+%0aLP0mZWpGled911lYOVpMmfCQvrVllRWTis1MwvNseo3/yihBbOtk3rWIunbX8JYDll9w23H%0afjI9t8qFAs0VpmtY0InkAYvg6eEZfYEz1wqWGehVKVONmn6vUcxVOUrNX3Xee6qwnvrFSvT%0a9LBlUIxZMabYZhZekYsBFNcoze0e44OVjn4nIXxqQU6bIFWa+3RwL8C31hQ/nKP+w9I9VVh%0axLlWcewUO5yUiMCwCzFD07UrqO2apIjzDvh6hTZoaiZSVk/cTq9RUIYA7wU6Sfv8Jz4KgKC%0aR4/+37z7ZoVhzhqR+HpTjvZx+LsjcVGDP45tfHIg3qHgYBbfZAmi6zV+lz+H4H/QbqSoyNU%0auOlND6/GdDFIId8qAPTAV7apORTZcSAIRX9XepY873Oc8f1UGejzKcux0iok4KbGX1Fs/p8%0a/5Jy05+SYhIS5cK7zjtvRkzcE+oE3P5QR1BXWBufOoQ2VTczP8pLoDMiMFoE+A5VtbuLSou%0ahZVMdBYOYnaTJWmNFaUlxXkRFx0aGgJ9KV7dQXnFOJ7zKT7lPsxdryKIGh0+7ap9GrF9cjQ%0aZOOt25Kv5kP2eNE+NAQxG5I1rX4dMqVXIS3lvtZ4HdP6bRYV1HR8OEyhslANMN++2Sx/IY9%0apb3oulHadBlZHApHXDpZ540UlmYzyvTuK/2zHTKi4EkLL+LXDmYtTlpMOMByy1fF3EcBWGV%0adTY+GrF+SqVIiUQYLMqsQ0w9Yj76Lf7xxx8f+GsijPJXzfLx1uak62d3VOWT1q8MopUpSVH%0aqp74Re6ljq8o1XudMGT1e+dfN194NOvk8+6ZQtfj8xlUWHX8Gi3BTg6BIx3c2g8BFSnMGN/%0aH1SX3Ln/cRbmnX2aIUqjNwY2nxjjQJb/H6vU0HrjoNqPWaP99BU5oz2IV1YpELO+6V3WM6/%0a7hsYzpsJ6GuSxe67KSAI00GZjbffPNW8qSBEor60wtKrvRbPgzFOYPp3kjAl6nJPsqxohl1%0a5gqnSVoKO74EeHdxYeUFlz4I32TfJuXbXTV45NNgn7YFbddUitoAvKdYt/Pt5w/3gqmk71F%0a6Pv1d5p7Sh/PtmlHpYzF4640uWJDdK1FQMns/zXybsILE4j4VLPcxZvJW5WmYIkU0BkSUgX%0a5C0boRKFAJw/oSzJItGrygb0K+ZS7s0nKgBCI8yvFddtml5Red+hL/wPyhyGc9DVzK0N4tM%0aspK09Xv3gjwznNf7FvKPspx7hd1hSnOyYW6hEHkJq6cmpSO73z67SQ+ykw/Y4uZManx16DK%0a1KT8CisCo0RAivNRuhsqSxuBpopzFE/eDyaNmNRlSFsmrx5IO31V1hC2YJal1cni3MIVbfn%0aAemsDFkeYaMpZaxzY9VVZSViYfmyZCuf91zJDAV+ANJrpjPtngfz22muvzPVKVd4LLrhg5v%0auRBqZvRFx++eVZY5iGNq5OOgnx++3HL82T8vkFqNLzVb+bvltVaU2Uc9x/3zFEIYS1RxNhU%0aAtlB1MC4c+7j0IxVYjTOcLXIR0XXOLwzGB1UjZog1L/Qx/6UM6KzZeLjhDTPa2TzDa1wPTh%0au933fIrS8J1mzqfXXRSHY03qVyzavUIJhVNTn+FWDt7nup1Q4qC08xb1WAgxO6OJpH4T6aD%0agMmpUBKX2O9/5zlrFYT2PAw44ILMm5p6gwKHjbdaWKBD4flEv8szzXqBoRInD889CsgjuN7%0axFMi46mPlDh44OPR17fNBWuUirVeAJEsimcVtxi5Sqdq5fW1yJMFUc92M2KytNmzoRhTnrv%0aTBzrK6k9SjPCDNvOgnPIWH9QAKKhFThxwCJrxNIdxiKcwZ3bDG3TtdSdZ76u9uZf1Xp6tzw%0aCbBApG9bMpPD6lPao94lIQrNuha6nQa6cRGCUtbaAAyaWz3cLwq4Z2JKfer2xdIf1T4W3xo%0avfpE5jtPustm6tMfe//735xav9nEZ1PY+uf25Tvvwox/C4In5Qsf3OIPKGB2UuSvgu4ryHx%0ac9RQOanfJlViwGPyhl0zWfUNBjvc4filvqZdabmSzf2k7sBnGed553H4MDhHbUsXEWAANj1%0aBXUGVdeeWV2jrqERbXNSCE72Md/fOuLXMGk7zjPYFG4PhZFSYnAhCcgxfmEv4XT7wXQIfcW%0aBHWuFCsqL1i/+el0/hwfDZSsCB81P/pPJ7bKwrFfbgRoXPky04GsswiXv45+7DP67a1wi9J%0acf/31S30spr6yi6aMFqXZ6zEaiL6TwvRGGqcoyvzCSuRDQ5nGYh3BRzUKNJTfvoPEPo1Opu%0al2cu/BgAiN2UEKjftuFedYxGAtRId+MgjvGYprL3Qy6rhA8XHYRwnIH53WMktRrDeYMssUW%0ahSLnSw3sDSvUlpzr0zRmJanm990JKn/8INpf/yu6uRzvfg/NqGhTV1ZVseSlikEU4vzqk5b%0aWr9W1cVWlrItnVBvAVgWzo6nA6bc515nAOGLNPWhavmNx5YBJFP0VOXPs4uCm+8jQgeMYz/%0a4wQ9aC4Ki8Kb+x5UV55mtQOcQCyurW1DUM7jkFedYPWPNzGARggUe9TnTy0l/0IOOWabj+C%0a9Votp7MqgicV/qfCuwEue9bipXX311Lgoze2jPdBLCENb8rhM+TYtj/jvMbwwiitYd4ZnDs%0ar5sgJK4EhHohYApYC0N822OAUnqBpABqDrCTI+imWw+Lu/FoYce6g91vU//inau//bbflVd%0a5PsrZD6KfSzef2/RSzlZkNh8gvM7NX7i2O677575+bbvHcc6CQY6U6ZMyc1QZRAQ4x1TnPM%0atw+VjmdKcPgUDzkVW6pY/g/d+kKSobsXgikEdvtkMQqf3irT47jAAM71/X43beG55901xTj%0alo19CW5PtKnYFLJhPqjUEpzi2PUd5icd90gDo1PuD6cIeDsUwvguEf69JJ+keAOjI1fMCtF%0ae5PTQ+X5kY9inuXKkPSnXfeObeYOwYcnQylumnf+rJJce5paH+kCFD5FU2HKyskLxm+VL3g%0aAzxd7MnO48bDFnNMlToo08peLhrHaaOrG8UOaViD28pEg6fK7y+KOCxYTZgW6oWpienChEU%0afFx+HfT7ondx20FlIlUqWTtogHJbi3Fu50djHYoPpiqnSnAEYRv+9AgxFOse80HCx6ewcx0%0aIABbm37OXjng4U+DTSfSx0WGS0n8LzllrkNU0fy0LesaIpfE3TGvXwWCumAx0w7NWvYJnS3%0aPNAmdhJaU7jOq27fBq2T73kpx/b8bItynYs3YsU5N0ollCa+nedurBq5gLPvfm+TuvYYSnO%0ay9gUHcfSDB/vXppam/u4E32fb4cpEXiWqA9Z2JbvhQn1CApv6lMs7VCCsjiWKc1xT0Rnvuh%0abjnsjvoNf+9rXsuR4npjFUcdHrOVPvV+0Doed55n130nqTfNFbGH8lsY9lnmDFj/gS15Vyq%0ap+lKWsPZOmXTecj8d9w2WElzqzsiw8Yb3inLRI05fFf4OJ563NzSUBA4/MbKEtyHPH4AxW8%0a3z3l49uwLqRtddeuzRuE6tUXEUUdQBpT/gZLt2UUXGGR4CB42uuuaaVIQpI2p3IWWedlesb%0a8PzVmZFFXUm96tuerQzcTjeD/JSPZxiluG8H0E8oqpNddm27E6WPxcwnr2TmQjBeQKHC7C8%0assxlMt/Y/3zAGdfmONHVtx8ABCzzyDJhRAbMQ/Ro3tLOxJDdFuoGlbYErM3NVVeUDGIvkVM%0arCU8/wraZOpY/ENftZzbifSvtotCtTZml+/MbVTOpGr5cZ10V5TC/HePepA6y+wCCEOoIZX%0azwvDFLbrGYGxXh+6tQX0wsffx0YNaXGBP583X3WaOlVsLqX4rxXivn46WAGbTbTx7CWBH2E%0ad0T3sczYwViJdhwzqlgvgEFP+h9FktY91GF+1gQGO/QzzIVkURpNj0lx3pSYwg+NQN3FdKx%0aAWK/xgnUjqVKnTEFM2uThO+IcS19ejlUJild8i/l0UJh38gmKQjhVCvt8qDTsQ+yPD3rfK9%0aPIK22UDSJ/prlddtllraS5B4wUo9TBWvyRRx7JzqE0x/oEX6pYQZrQcbCGsx3DQsM3Rmn84%0aqIFy3G2CNPd02mhFr9oS2OoHz5SfdqUp1fFOenxjk3vinM6pbgeSK+ThlqRxaLnPIx9Zrqk%0aSv2yfPEL7hXnNCboGNMh5o/3DncuJijt6TQ17SBbfL+l0+zT9ufq7DepY1OL8yb1a2rVAAM%0aT3n9fB9hx29JwR2Hnhc5uWaPNh2MQ1jfY/DlbKNMfG899G8zoVAY62DRwsVCj4162QB0DQz%0aRQqTtp+OJqgwEVnkkGZFFapt8Iy3v//ffPlJxYW/L84vKlzoCUxSdOagFq51D8p0pwZnZU+%0aeXHD20ax9Ir2/I993FSt0Qogr0ihQHydIaXXyC1LJ9RPU7dmlqLFSmJy8qfhiUt0vQDKEWK%0acxjSyTrzzDPbkiY8fzx/KI8OO+ywbFC9LWCHAwwCodwqEq/YLzrvj/HMeaMHO8ez4hdNt+P%0aajiaBtK7BStm+r+m5uu0+Zpn6BXLLrrzoObGZs9YGYMaltVVJB7/e1LH9kInSx2Igt0job7%0aGWBgplvsksfInRApaPKG0Q7oMN+mYHOvxDIcQf33/uNwp4DJzSBehog6LM5t6QL/UW30rKM%0aUjhmSRf1hGhXBiR8MymQvnq9B2L6sKvfvWraXK537Qdvdj74o9Nr/s8E759z/1AcQ4D7oM3%0anuPcqCnOmaXGwPZkumfT67M4KtdFG5s2sAntPVtXixnCtOusD0j/GH0Ohq5Fkrq18v182t0%0aHHHBA1jfBHSRtf4x7ehUpznslqPgDI1CmhCjKkBevrhuOovhpR7eJNSSWm3X9qJM3jTKU5k%0azl84KyoWj6nQ8zCvs0EFMr9rTRT4c18mn8eAAAQABJREFUtcaikeiFxlQahvOwrOMblQXeC%0aGuL7GHZjXKHqf9Me6Nxap1VrL26FTr1NB6wRqHjy0KuTTrM3eY7jHhN3rFhlKffeaBE3SnO%0aIkgXtGQKpVn59DvPpunxLnk3UcTHSrLIXQFuMeg8WycZq3mspUxQ/HrlNg0UrIOwNutV6HS%0alVqV102Swz8els7/MMsuURrdGkwVoojhPFbTejyODnmVuZSyvdIt/0joC6zLBLYp3jcIAZ6%0argL4vbj+PUV90MEhGP+g5L3ve9732tovDcmaLUFL50+rAaQbDuYACT59XqGAYfvBsgP7hK3%0aUoDmM4ZSvZ+CYM1KedurDY7lYfnm6nxZUJHwJ/HVY5XnMMZpqmCwdJDuWIDuva9s3MoYvwU%0afyz+/UwsCzfIbfptJy//3nXKuygsaVYpzpn6y72sM/uL+8MzxgKdtDnqDIR1KvOwzneaCTi%0asckzUfMo63N1cD8+cd73Ac8tzhfCdsPUc+I0Vnbmh4neVFFnw0iZIn23W+UDJjtGHtQGsfr%0aX0+Q55xXk6O9bCNd1OlD4WM3nS9p6/VupRngkGg/lmMdvJt4/SGb9YanNfGQgumjloSna+X%0acwaZOaAKYF8vuzTP0Ghbt++onozjdOP33yjUW5jmMXz0NQordcy+G8daQ07/17L30t8rF3h%0abq7GeJaoK3BRQd3xjW98o2VUQN1CHZOukdNL/t3EpQ5h8Il+NO1lBpwmq+Jc399unqBpcYq%0a+v7RP/XcJ4y/qYhO+nV745hX129DvVCnOzcgMYyiMK6h3pDj3ZLU/3RFo8nGlc1/UCGE6r0%0a2jpPOE8qdIUmtIGkBlU/Zs6rqlg7LKd1xR8px88sl2um2LtbJvfBMAq0gsAToJlnh+4U062%0alyXCUq0tBNqHW4LU7T91Kc+1Wb5QKWD39pUCNvJMoF4RXF9WpQ7XcCH81iIX3HFFT5o4T6K%0aNypgGiYmKCRQ8NB45T5hLVbU2LXwdbdwZzom6dNhKRKmgXqLoLLGD24C0sq+KD1/jIaLn8p%0au52igeys2P33dwlRt005XVdiJeA6rntRVE9Yeo+Rvmk4wU6ltIA0LFTpyflYDijWEzluVax%0aQ6ZTQ6rJFOHBoovmPIsaZS1WneZpttWkpwOqwsCplKOjBJveXrzDR86uudRpWfgskgaZnVc%0aOoCI50imOY1Hr95b2367jDyp+Pc7WwsvmcobHzDNXVxxDmvNOLesiYGCiGvFErfRUuT71Y6%0a+6cfXBhM9cK3sWkd6eP3c9+7BGJwlm9MmeKcZyW1uLay8B01jhxLv/8WbpDborZXk3IUhSV%0aNFlAzSa8/VcYwMMSAIx182nM248zis6XzxEyjIotLH87v047xz7A/N4z9QVukDuMaxjOPdA%0aZRL2VBkeTTw/rWjDJ8x588mEFTt+2JmyssghEMQlDWUH96xbm1AfwAXBYh+ZcOMnsFRRK00%0ac+J0seiPVw0iE2/iXYMf7zPvFe4HSlrG1HnYszEDCj6UPgoL2p7ofRB2Y6xD1brVa7dUoVQ%0aoxvQh8A8Q/10WVC3SL6/iEuyiWAgVvfaOoXjWqkL/KwP6goWEabuoA6x/gh1C3XMsAe+7Ro%0aYBGJmHLMmum0vWlpNt1gD8242EYyO0noX/UQT3VFRft5tnr6/RYTqH/PfS2Jh+MFgkRcGkq%0aoMlNB9FOk/6O+m/Ujf9/V9EvLrVx9DFuf+7ml/pAjU9cFLI4kFIYqERpFVrHy86yrOWaiHv%0azpCZ9d3XIsabZYOH08WlkwFqziUvSirsdQrsw5EEWzXQxooIrCsNsGq0fy22zE+Ap18h5Ut%0aYtlJ+W15jNcWi0Yatky1RPjYw4/Oxec///m+Fwt/dWVS17qIchVNdyxLl+Nl07lRApXdu6r%0a07Fzdd8zCT6Qtgxzpu4ZiBasf775jFK6JjjOKcwaBWPyLDlu3guWqbzzQce618cdU31RRZe%0aWjU2DW1CzUUqQ4Twcmsbj2daalVba94447An8mfrDQjtk2VZxPz8+4XXO/tmkj19JFAY0ip%0a67wjvFXV3pR7KNQNaVSp/yYjVA3bKe0ejlP28K/ozbIms7kKmsH9JL3IOIWdbLNqrJOfkVh%0a0zRTxTnpYjnOAs98e7E+91ZxDEwwRd5b3xKHNhjGFDZTgmNVgpu3dKHBqvA6N30SQKmUDvz%0axvUP4nqXuQZjpVldwu4cSgLoJo5oy44w66fH999IPxflE6WNxj3DJVCQMoDPIb/0nBufpN7%0aAm0i233BJOOeWU7I82Iz7QL7300tyi4rhcTBXnsKWe4o++G/UPiiFfDxWVpewYhixFxkRl4%0aYuO45qP62kqXFs685FrgYMJ9W2RwQLK+HSWoMXhm+tnAfaq1LR0J9IWd39ecU5dgY99Bsup%0aQ0xxzjVhsMfg7njMikKX0WlgblDcbZ2bJukzoGXvs8XbY489cjMb7bi2o0GA56vIqKHb0ln%0ab2eL7uo/BThPep364tyU9Kc6NqrYjR6BKOeILi1LHj2j7c3X26az206KorNHEiKr/QBaVjY%0aXMaKhgsZ5WCEXhdWzqKtoo+G3xGxTnuOKYKEqH8byHdd+x8SxjN3njb5nFmLxg7YPFoZ+x4%0ac+P5/5WW22VuQOiLutVscesB78Yba8dZzrN3j9zN5xSxXk3afg4ZXUsYVLFeZXFOdb9TAPs%0aRlC8dVrMrW66lAFLwzLBOsm7w9pkk00yJUBZeL5pdCCaCgogE9WfRqLzFpdhzEgyYRDMK3B%0aQhPmOIa6/vJh/3VRZXFe569Maj/0ixXeZ9XxR+YrCpmn6gQbSYPAT1ytlLreY2cU7g19+bw%0aDAO4vbArPwLSqPjolASsA63t69IEYquJ9CAcY77Kf1M9hS10CCuhYfrCjRUgu6tBydfvtZj%0a4Rl5iV/Vd/BTmlOlD4WysiigXu7PtY54r1HIcw6H/DGkh4/8CZnn312pjhP3a2gOE8tJS+5%0a5BKLlm0xzPDWqrmTNX4w+5Br6EUwpPLKo7pp+Rl9FodFVjHqMGGmbGqYZefKFK5p33p6n+V%0aqPPw2ZUZdQZ2BpOcYmBik0hwjPXMrxf3tJNzzQZanU/46P/0QoG5LjcKYlZWuKYifcq/T4x%0atbVK/iyo9+k59lzYKiDKDi8sjXg9T3/TKikuJ8+nkmp7srqTsqxYKOvQgj5akf1F7SS5U6W%0aPFhZcwoch1hiiCN514bUHXy6iYM1l3eXQ38/MgelZlvbFkeNFa9CxsaDixIkwqNxyaCUoIG%0asC36R6VLQ99WbLa0vFKIY+M1XRDFvnevYuWr2vpFZKvCNT1Xx41P0zTHMzxKXt611NKcjil%0aKliq/2uNZbjpcNGLrTu2uKit1B51BExbR7UWw3Ew7P03TS121NI2fhk/rWH+eesZLVWOJdL%0aD0SwV+WP6gbOCPBZvM5ZeF7XWAw9Jhy8yZsinjnKeD7hXnPC9VShksvLpRnPt6pqihSlkQO%0an7eRdbUoyFzJ3LAAQfYz0JudhIlhl/Ix45PxC31CzPGTFCke8U5ygJ/PvWzaJYwqVW1Kc7p%0aDNhsABRyuAUzwVLQu34bj05ukesxb2VoZS3bFoVN0+T9s5ktpINivExpbvnwfmORhnLCf/+%0axyhy00HnzwowZa6P44+mAgD/H/re//e30kH6PEwEMMrzinLYcCyjzznHOK85xuYAP47rfCW%0abD9mNQnzYOrrW860faAEWWwnUxjnofi+ugDvGDkxtuuGHmisVfI99yDJgwrECBzuBbup4VC%0a9GhBKZ+4X6Yu5zLLrssc4tprnlIN1Wcs4hiL4KrCq8w6iYt/w3vJr6P4xVPHE8XcfZhy/bT%0a66lq55SlUed4asTg71Od+IMKw3ebusALdQXCN4I6xIud88d63cdwhboJ1xUM2qdt5DR96iy%0aMM+hDM6A3Hm2KtEx1f/vvfN04VeH0/a2iU/8cbjy9+1GLidI7dc1LOwmXOybM9MKFb5ngCc%0aDaUdShtLV+9atf5YL3OuvaJybFuaeh/ZEiUFephxUADTssjllwo8pXUtEFMsW3lw48DQP/U%0avvF+siPBlonpTkNOBTJ5lKFxhodb3wfj5qkbnFSVyE77LBDTmlg5Ud55hXnNEr7NTjAdEvf%0aKUXplSrO03s8XpYPWMRUWcUYr2Fs675jwyhLr3nw4UShxKJPXlCM8tyxaN4oS5Wiskm50+u%0akc0dDGWVeN0KditUmU5lpUNNIKVq4tCptBrKqXFhVxeUcDS4/FT6tY3381N9yleLcx/P75O%0aWVa910GH16nfa5Z1Wdk3RmCN+TKotZU7J2yjc9b98fjlc9j/h1LWqIpu53sBQpCkf63c5i4%0aDuJUqSTYHHip55TD/jvtI9PY5tnqkzJVTVQ49Ops8+98Z16lFxmZVpmce6t/9MBX56bosGf%0aOmXpV5hUyU26nTrnPu+isGmazA7pRpaPi83yXfBuNnA7hYKp6hm3vGjvlLlhqxrkt46cpcM%0asBN8ZtOOdtljHS0aDAANevKvW0aeDzmwGXICgaELZamsXoKxiwKauX9V+KM2NEmX0ym4G23%0apRnI96H4vr/uY3v9laQBkDBNoM+DBPhfUNUNbYQtX0sag/7dvHADX7HOO7bH5y6V+idNxii%0ay1aSaaK8yr/5q1IFTu4RKuqUyqiDuRUqjinDqNd5AcwO2XMO+JlUH3a1LVq6rLIl2GY+9QB%0afsYldQR1BcIgnOfD85YOqvejrCjuff+4LE30EF/4wheytcHStRLK4ozacQwJ6PtjOMJ73qv%0ao+9srwZB9E+lDmlcAnyKzDdN6Op0lTb1j9bPFZYCYth1Cn9QvCI0OMFWc1/0OZwl2+CfFeQ%0adAOj1+BOpanPPSYPWBEhZLU6ZkNBE6zL0oUdNOX9rJ9gtcUS46wXTGvEUgygCsxhjdRWlOG%0aj/5yU/aFgnBKsVbK6fWBfjZSxteqd/UJmw6haVhhSWvl1599Pm06u7T4KChZI0nGr/33HNP%0azkIiVRJXuUaom+9ED1f3HRv168S9EZ1X7rkXlFK4Z+H5mCyCNTKWVTYrBKsWph/TcOlWzGq%0aTQTEUdU0V50WL/zUpS1qnpr99WumgVFMLp6KGXDr93efXj/3UvUynNKnTB1Gv++9JlVKRad%0a1FU7vTcrPIFH/9FAYxUlcnafo00NOOMxbLZYMNLHbK4A4LS/P9YobBoATlPHUSg7244GGGj%0aA2apIrzUVnItBOLooGlJs90UdiiNDuVo+x8+v4yeMHASto2K4pPXcpAUVPxCpGmcRV+dAlg%0aEeoHUjBwoe2B0KbHytyEc/3ssFu6nbYsVOkV5yjvWDulWxn1PhYzco444ojW5XF/bLZO6+C%0arOyjEWfvAhP4fbllMQc4gKt8XBnzpS9pxwmOUYYpzvr/pAt+9WpxbmUZlmyrOuWb6qGeddV%0aZt5Xm6PsSgFOc8A15GRfHrZ55RPt/vT/1zdzs47K+7aJ/2TB3FOXqI7373u0VJTJhjzDw4+%0aOCDMyv/nXbaKVsDpZc1IybMhY9wQfFKkBr/WHGZGbXRRhvZz8Kt/6ZaAAY0bDZAqvPDHYxX%0avqMHqNPWs7Q7baU470RI58eNQKrorCoIU++wsmiqJKlKs+65dBQtVepgsYn1FJaQWJrR6MC%0adSSqMlDKdioY2I6bES4XKp6wCIizTlNKpcWka/fzNh9+7uaGCGq/GIwv6mOKcjrH5N7XrHS%0a+LcxrgvQzMWPn9tpuOvI/PPoyavGNp/FH5zboADJylfnJRljAYZaPSo1LeQZeDjiAWlr6hT%0aMe5F8U5SiwGJbfccsvwla98ZdCX0JZ+pzrWIjBIkC5SlfrPs7BlWzrHqVIaK6FBCsrlso4+%0a+WJh7i3gcYVV5ObKyogC3C8abcc7bf23pUpx3imd8T7P7Ih05gGKcf4QWJuSmmeLAWncpND%0agph6ho8kMKbNKzCL18R9tBMpCe8XPjEqf3apnoo/F6TkprOAZiPbfWKyE6koalrRSy/q6aR%0aWFW2mlldoOe8U5bRh7Xsw1g0VgALJum8rCMeDRq3sry1/b0SLAdxR3H/a80M5k4B7lK+6Y6%0aNDbe4DbD6yIm36Der1iXH9RRmubM5jMs9lLu3GU+1goUFB4mzC4kRo02bmiLVa+XkHOvinO%0afXjctZgw68C3S+jjjaorQCtz0236PSJ+E+U5/QtvCUr8on4tx3uV2267LZdEOnCeOzmkH7z%0a71AEmfNfMZRt1BnWHCc9PL210S6doy0AaA/b0+RAssRkAYaFWlMzTo9COw5gSA0QGNvfee+%0a+RnME/PbJPrwmvBAdEF4640uIdYEZQauSWxmnymxkwzJaw753vK5EOfaWy2aRN8rGwUpwbC%0aW1HjgANIRp8uFLpJCiksTLoRhGYTgHplJed50XEetw3njhXpHDgI8XUERRYNLDLfP6idMZq%0afCIsDIpFlSkijAnWc1Rg4yFppwBrEGuI0GCwzoyVrd/KbEs33aJ8GZQCJs2ryW+mFPfiPqN%0aJXoMIi+Jj1113zSkULZ93RB/MzMzoxk2HpTGRt1iGp4rzXq/HW9k1SYtnrNvnjAYWSsY6dS%0axlovPkB1DoGDRVPvqODmkSP7VY5Xg/ZdNNN60c9MVC2QuKwNRFlj9f5DPany/ax1LHKw2rX%0aPswuFtkBYJVo3eVRKcFi90i4d1N3VkUhWt6jMGTdBFu36hO08PVgvkW55vO84MCBMUYA2+D%0atBjF0t2Ed8T7Kuf4oAdsLO9+bPn++m+sfw46pZ+GTb/lneJ3Om+zb3w4BhhNOJ/O1LNzDBT%0aWHSy0NGi3popzrN/WX399S7a15dmjUymZGAT4HjFQ/+Uvf7lVYAxIaN9jsclAmF9EknN+zZ%0aFWpAHuMNCNIY5XBtP3qFoXo1NxRrmPhRWzzSZivQgGKtLp/1XXl7rHMAV5ukDo5Zdfnikf+%0aU6kblr6YTBEvVe2yGZV+f05njWUsr0KFtw2EJimVaQ8pw7zZad+ZUA6bbv59hjtDT/LrVvl%0aFgZjNhBOWUln+VfdOKRlH+bv1KKcuoE6AknPUaekRnf9KivKSmbc0W7E+IUZuDDCUG96VZw%0abO9qDuOrkDz0Mg2zMoJEMlwBtXVzkffrTn85c1pninO+KX5yZUjHgxGLMJvQ9U2NT7xaLfj%0a7PdFG9Z99rS6sfWynO+0FRaQyMAItO1lGcd1sAlOZFiu466aF4paOYKt6LFA4osmi01pmmN%0aqgR+TrXVDcMnT18Jvprp/IqWvyhbpq9hrOK2NLxCjQ6smkDLa2ILV6vW/K1xd56Tatu/L32%0a2itrENUNTzjerYkoNNq/9a1vhUMOOSRnZWTXgkUHDfZ+LLRpaU60LT6gUf7RUEHoVLBAWNV%0a0NayNacT0W+hMpYrMunlgab3bbrvl6hniFtWxHPe+JPnd1NIPK7XjjjuOqC3BfUe3HbpWIh%0a12WKCsasDR12UkRaerygWKWRZ1yDZ3Ou0kmxIwF+jVH3R+i/yMY9VjgsJ8q622sp9tW+tAt%0ap3o8QCWkakFMw1v7+PaZ+Gn+KPcpO62sKQ1SMW5LwcdBW8lybuIpdhEke222y54H/fUOQxk%0adZoyTxiv9OB6ScsLrhPSGRRHHXVUx8VBLY0i11JegWPh+rVFEe8HoUgX38pFbTuMKKQ47xf%0a54aTDoCHKcWtTnnrqqS2LbgYEUUZZnX3CCSdkrhmZjTlMoc7zinNmulYpznle6Qv1+1s3jD%0a4WbT7awDDvZnFFBrRwl4WSDaEe4xvKPUMBa26XGFzmfWUgHQMnL53cDfiwZfsoOKvuUVk8f%0a5wBgyIFkg9TZ9+7+iE8LGD8xS9+MYueKs9RlPvBSALx7FcJz1o/1udgUMi3eajbB9W+qLoe%0afw4XFP76mUFF3YDQ1qLOMOG9KzJEsPP92KY+n/uR5iimgSEEaxTxZxbIVk7qQJ5rZuRQf8u%0aFi5EZ/JZ3ndnhqaA3SgeRMPryinPq9LL1iSw92u1F9R6uF/s9E0iKc6Ou7UgSoHFiH5uRLG%0aAsVGrdV2Tlmlo0dHstLC6F0tCEKemeDx1tvwAn4bBioJHTL8EvNpVU6lOOqaHzzjtvv7Lpm%0aA4KLnwnoyClY3zGGWfk4njFj+9AEAiFWj8XY/IZ0/huYu3i43a7b9P/msSfCIpzrDAvvvji%0aTKFE54YPI5YZ1pHx10vDnhXqU6WLDzNZ9mmkbL/99jl/hXTm/QKbKQv4YpVC58gvRpiGG4/%0afdepYyuWnvvK7qeKc+tWm4BMfqbLsnhqi9/9YTDURrLhSS64m8YvC2iCLnauy+sWqrZMVJc%0apDFAHDFOp583to+a688sqZ0tWU4XacLUpz85fO94C4dGIZFGf2GvUNnfKyBU59WnX3mUl34%0aoknBtzteN//viNNWuTZT3cldcvXbTishpiK69saKLc7DZqlC6dT96QWSHSaUESYMpIysrDa%0a5ptv3rG4DAimSiCUNXWMGDomXhIg/T4xCCIrtxJYE/AwbXwG2Wzwkrr48MMPzwbzaYegtDY%0aLaJ5ZXEAxCDdMwV0bhiz2zvAOMMuwbBYLM/R4X7mOUVsTptP3n/uBgoRZpszeaiq8n6wNg3%0aEBQp3BjEZmiuI/17/PWKPTt0jdAZjv86Z5+/DUcSzk2IukxgPdppXOfoIrC0diDcraHEiqP%0aPd50Z648MIL/aHWdzV3sA8/7F2zpFJjO2Zg+IH+YczoNrdvVibqBOoGhHfMt9+oS4r0BhZX%0a2/oEuLcMWOAya//998/aCT42Ayy0v9Cd7LzzzlmYfq6n4vPSfmcCrG+T+vanjvHCOgGpoSM%0a6KN/+47fXjVl8nzb1VT/6tlKcG11tR5KAdWpHsnCvFspbiXGozBqyH9fAS+9djKQWoiiR/X%0anyTK1Iqiwb65QRZQMNcC80SlC4DVNo6DO6XCZeaZYqznHlMZmFxsOov1soebG+wcoHqXK3g%0aKIFBY0an9Oeama5+IV+aCjuu+++hcpkLDPwZ4niC4UoFgDDUBhPK231nq9jeQ7KBujShaiK%0aLDzLcqIzmA460pneZJNNyqJ0fZy6solbMRr6Nn2cTBkgxRK+rvAN6CRNLM47pTUe57Eyx5I%0aotTJiIe6iKdAoWfw3i2nMLBrHgKIpm7gOBpz6oThnwBnFFMo2XNRgZW2KcwYI028ZivWJJM%0awwoM7BPY8J18tgVJllF9abrJ3ghTRS9z48vxgfeCsk3lUskTq5UcJ9XPpsM2XbWzpiKekVK%0a7483eyn+aF867Xd1U05FGdwBJhBwPNt9Q3PPd9P2uR01r0yj3C4+xmmFSz9EBQLDDAhlJOZ%0aDbQDigTXQrgfwT3JRz/60aw9lfYliuIN45j//pNfUR+LNiAK7m4t5qlfTHFOHvgwN8W5Wev%0ayDjOzlXrIDxDS11g+Wqb3Kgzae0VPr+l1G59ZAnwHvdjMK/xGo5y39ggc+FbxPfPGSLwf3g%0aqcGcp8V3sxKkIR6vnwHDDYkCr5UUSb0FfFZae57bTjg9xiCME778XKzaCM/0byTPkFQ30c7%0aXdPgFmc6AiYPYISPfW1z8AFls0scs+s1gMPPHBSz1LunnRvMXkfOg0W+pkblhvtN684x/AL%0a/Zivl2l32cKh1E+sg/fNb34z+7710h6T4tzugrYjSYAOZl0/591cAI2sKsu6qjStc5dOM+6%0an8o5GCn+9iPc7WjcdGjip9aZNY8S3I41xW1EeP8LHH398NtWxbvr9CEdDKFU2WLpMm7Spk1%0aj4pY3AYSvOUXIxFbRfQqM+tRBtkjYjut08F03y6CUsDR0UXl6sg+qPYU1K4wd/npI8ASwca%0aUxgsY/QiaFjT2MyFTqD5oecDjR1Tr8U59SH3daxNjDo61iU5kWNHjqdVidxfdTt1tlLrzf9%0azaABMxlSYTonDTE4YvWKfz4aX71K0xkiXJd1VMmbhbD73dlK3Vn4e4ZFDu9kmdA5TWf8+LC%0a4cOGe0Xmh7uK9xSKSDiYdGBZT7EWw/uN5tUE2SwuLSywRU+tAzjNjySvIU/culgbfDhS8fO%0aNgQnp885rItddem00X9Y16Hx/lvB9IQZHbDwtGn8cw9uHtlQK4ssBSEcVGauVHu473M2VS5%0au4Ntz9ecc69hhH1WdEAGXUaFpLpLBvYUg96YQAjHUhGEYflLYMpRZb/KCDp8HFtNgBiaWL9%0a5KUf/o99etoffwIMtDEA83//939ZYbCKZtAZhSGKVBSFtl4GbS3qm0G7Y0ip8L0yxTnnmNV%0aCPc+AcCpmVU074di4cDEDXv1QnA+rj8UCcdaGSa+tzm8U51gCm+DPnO80g9T4puZ+0m+g35%0ae6U8Fv9PQkGBH4byMDz2ZAQF1I3ceMHVs7Aj5eaY5LBv/cwYZ+o/f9X8SLZ456HtZFrhZpS%0a6b9awaivfU232baFgjKa5SitF2KrFGtDKwh458dswy38023vOu+f8X1mCEXdYSfQUEdUjaw%0a3DRfhW8nQLsdX+7cYwbab7nlllwg2qAcK3recgH1Y6QJ0D5P25K03UxuvvnmbNCTWQZYsPM%0aedj2zKmY0pr/hM4gfnDH+JGNjscPCUs+lf9FiqDam+LHKpRM7/GNRwZD9xY5Q7lzs0NVOty%0aog5fPlj6NjVcGzc3HEPhcnjp51jFMUIH6gc+n045piB34sfmxy6XJ9sRE9FhWuWTHiNMaxq%0aNQai77kWseKyuePpddMenUlfUaiJchY7DiPRQueXDljp3hsl112GYtK5VbS0aItFyY25Me4%0axiKhTP5eUuamEpUFuTRIj2P9lNigz+URFZ2Nko/ufXLx/TWzD+/xkqh4qSyblTVal47FRs9%0a4FXOg+Ub3BTkGUQneVX5R4TrGO2HMePajVVlbWtH3XysMYeO08rYwdiB2RHJh44r1rTo2Tp%0aHNnYtKe4vW9ZbvpJWfbVS6FqYVB1By4aKlQVu42EAei643Wn/UY1HxMRY7w7m45BOtGbL4a%0af0eO4xj1CmxY9hKhzTrPospP39tg9yPLozaePgDaZ3/4IMP+tOl+9S1Sy+9dI5fHNzI/Y6D%0al1k7c/HFF8+On3322RlDvnt8l3uRaNk5Fjs9ufzgGJWVY+SLRIVr7jzfrTgLKXeMOFG5PxY%0a7uGOxAz8WFQWt87QhouI3+x2VCGOxQV5aZOr6qAhvxS27p3EwKEuDb0xURuTCx45/afqxA5%0agLGxVGpWHH40QcwMiVj+uHWXQDNRatusaiO5yxOOg9FgeS28IRt0ziwP1YtGxsi0P6Ubk1F%0ajvFY3GmzFgcpBmLiqyxqMgpDBuVN2VZtI5HxWErbhzUGYudrNa5OLA4FpUdrfPUf16oU6hn%0a/X2PA0Y+SG4/bRcRr9/thVyG+tE3AnFQLXefoz//MZ5TJLpGyZ3j2xgH/2vnnbZF4wBR7bg%0a+IPW+fxbtu+bDsB8HY1vhaFdHxWkaJPs9UfpYaZ8hDnoWXo8djANtrevnu0R9UiTcQ74fnm%0alRm6oobnqMdoNPZxD71IlNhPsefQLnykXdnQptRuo52mPokEyiS7SsvvfXEmcxZKfjrJ5cu%0ar6eiz72W+doP0S3i5Zk6Rbu6bczDpZm4eOgZis9yhIVZmNRwV6aVtWJ9F2s6h/xfKTt4Di4%0amiVP/iussEKuXNQh4yXp89etHsLKn75zcB+kpHUR+VX12Xm2DzrooEx3Yc9nHGgZiwaagyy%0am0k4I+L5GdMGS60fxTKZ9rujloC1MNHZqpYpeimfX7qltaWeaxEG03Pk4i8hONd7K4jwSlo%0aw2AUaG8A9YND2vU8mxOuo0DaRTGp3Oe0tAwvZjyl6nPAd1nmkzjI5fddVVbVlgEfeud70r8%0a/mKtQHuA/AlFxsCbWGHcQBrVKx7WKgUS0D+sIrwvs2xImAKlhesk5taDPr4E30fKxEsikZR%0asPpMLQ5j4zyzHk4tzrGeeu1rX5u5HxnmFOhR5FZWJqxccEdh70BsIYSo6Ml8N3u/flhXeWl%0aiIZn6Zvbp9GO/bv3661//OpddkcU8zwt/CDM2sDzlXYCLF6wJsWBgWrFfPJIwPKNY8lH/YJ%0aGGNTV1z0QWrMu8tT51eh3/5PgAx7rL+4WnfsV9RuqCA2szZpDh9gR/hbGTlS36iksDm9bNF%0aGssuvnj21IluMPgPqTueYjDgpRYxWFdXCa45uA+Y+3FjAL+cFNgsxxwWxAV/JmVIbMMmNmC%0aYN3mZ0Dw7EQlfPaHdTrPK7OcqgTrRiz0iBsHenPWfbEDkPlKroo/yuewVsS6Byt7E5jhWiV%0a1hWTn2WIFy7TpMmHGAlN2sQBNF4Ey/mVx7TjP2X777Wc/C7dxwCi3wCD32n97yItFxkyo/7%0aB6xLIRwbetr08ot00XtjjaTh8EqOtoC9tsFRa6ZRYk9RezKXD1wWwVhBkWWD72w+1TE3qs+%0a8JMH3zJIsyQwGULfybUV77+x0qzrgXm9NLHYtYT7v6wQuRbUHb9uH6gz2GCdXK3s9CIx3dw%0akNJpceY0b9pD6WzWtE1OHGb70PbhObf2N5acLB7q6z++p1hgdxJ7PgnHbCLaClWC/3TeM9o%0auJvQVsFpnVoW5RrFz6BGo22kXWHntXD+3vOO86ya0heydZ1be7bffbqfCG9/4Rs2WbdEY/A%0a7vNDMfPvKRj2Sus2hv8O3udYbB4Es+/ebAu8isRC/MevZiM379MdvHVRN9WtxLpUKfkLYi7%0aXrvhotwpNmtSHHeLTnFGxoBVntn6pf3Rzq0zDtkRCMqVewwDX0iCo0dfBsWKc3temh40AnE%0a1xzTYJpMsUeh7RuJVUoNy6/TNo4eVwahsZT6G8XP82QWFFpFH5nxZoJyhQV0mDpngm9bOn0%0a8O0yxYt+EQREW80MZg1/cDTbYIHs2/ZRRC1t3SweShrgpz+rGG+VwKIroLKDMQujoMj0Upb%0aCx8oogFD00NEZBqJNSX5FF9Suuh/yzQdmLFOccp1PDO4Ai1He6OIcw8Mm0TgZqGVxg8WU6k%0a9E6amqAV/8zyEjZqGPoWDId2Nx35QImP3ArUVa2JGjrJ40+35hE4YsPxyZS1bln4MRPVe50%0a/1k4jQFprt0riaMlXjbgUORmyVx4cJ+iVUlWdKaA897T2eZ7ggKKP55ZOr9FCypSTrjvs88%0a+gbZBKrixYSG8dDEhH47BQ+oZXPSUCd853BcwKII7EF9nemUEnfUdd9wxp0wvSpPniQ4bHX%0asbFMDf4kUXXZQLzrXb4C/Pp7lIs0C+fuQY533ZOEaZ+rEIEmk1FepO7i+LE9f1Z/uO6AKBg%0aXirj8ry5Jp4N/kW+DqrLLwdZyCIZ7LOwtG87zwfJig3/JRf2kh8c1BAmtA2ZdCe+sIWzrNz%0aPI9V3xOvMLI42k4cAkz/5/03QXmIQo93EHdaDO6ZsHaIKdHs2KC3KIUOOeSQ3IK7GCIxgGz%0alpk729XiTgfNBl3+YfSy+Q52E+scLCmTudTeC25F+rq3QTRl8HNo4ZmRhx/kGl5XRwvKdxA%0a2RuSayuGxpa9Fe6SQ2wGTh4iw2281t+d5hzIAC1D+zBOKbY3nRNmFQ2n8/+WYw0I8bmbr9T%0a763Re2MXKHcD95/LwzW2vORnkuV+z7eMPZTfr3mmbrK6zW9QcWnnUqbnnUnUhdyg8pT6RYT%0aYICMNpIX7+aI4xgoFa3ThBs+6t+ydjz9x2i9HjBo8W7+aKf1Yuwkxbm/W9ofWQL4nuMjQ0d%0a7mILvVj7g3ocl1kdxOlDm25AGqbdG4mWcqNbMNOpTv3T4rqMjj5ICy0CEjy3KZ45jncGIOh%0a8ilOhYy3GP8OfNFiUcjQb+2Kci4w9m/DH6ztYaJzTc8P/GCCQ+C3sRFDBpQ5hRRqzmhy1YG%0aHL9/RJvtdAkTe5ddAPSJMrQwqIMSxvPPHPWiUMZhlWfWX5awVAIH/Cq9RTPXZxWmfmkxRcj%0aFgb2DLLlj+cN5Rss2OIXDcUTfzSy8Udf5a/Z8p0oW0b08Vnu3ycGx1ZfffXM0hef4XROTVg%0aboErRY+H6saXRxH2gIePXAECZhMUvytlUIY4iKxXqYS9Y2lsHiuNYAqLoitOI26xVfTwGX6%0agDzdoaBSnvCwpOnjs6bAw8eEG5eeihh2a+nenMoSypUlrSmeOviaAotPqXeCzG5Rd+bZJWU%0adjUWr/IQhYFNw1QLBh5F6nHvaCIwUKbe5kKFulcw/nnn581kvlu0FjmW4mSnm8IHRkTvhep%0a30/eT+4BrL2Fu8Vhi/Ubg0RpIzv9JnPPsKqs4+OQZydd74O4Xni3eLaKhG8OPnFR2tpzATv%0a8b/PN9QIHjpvQye+kIIZper20V9IF9SzNYWx5BrDM5vqw6EKxUiS8X6wtQOem7veRdxPlFf%0aUD7RDfIUrz4L5jFUkefA86CTNQ0hk0tD3TsvEcUn+ar1q+IfhEZwA35U7byYQFYhm4o37lj%0azZSOjODsKZosXjaji4B3mvqfZuFwkAYA5HULQyUcf+57wjfMmZiNB307PXqGfjB6pf624TZ%0aPbRzUOynvqdRRgxLxquPxTeP/k1TSZWDKG/Mz72lRb2TtmWxfGQti1EQ2ii2BpQvD+0SP0D%0aPOdo+ZUJdR5uItkiqXKYOo/7HGMYkrdeoa5m1Qf2ZtmeYrZEK7w+DlH52hIXh2+/bSDzffB%0aepk71RAG0X3ktmFPp6HeUbs6oZvKVuZks8ZhClg9Vl3xLebdpAJvRFyAvBwM4PktNfrjOQa%0a2n1uqVNjRGZ+YmnDZTOBEjvT1GeGHHAib6+/6N9iIGjl7qDEz7OMPelNB8m7eK86P/5/mdR%0aqLQutTC0u1PDSNrMfFPQ0SG8d/QFfb8Nrwq9yMy9RFZcERgWATrKdMAYvW0ijJabopApHU1%0aX1qYhQQeNDzCdUT6gNJz4SBSJLaBSdG6Uj2FB6Dt4lBUFIsz5mP70pz/Nrt+7vaHzT6WUWt%0az34zppBPUiVKY0/tPGHMr+8RCbyjseefs8aeT6aab+3Hju06jDCsoL06/8+4qSAQUwyqUvf%0aelLucawxUPxzXvei+AKYHoTrgnrCm8JzDvilXR2zd5Czo5VbakTTJlN+kWuM8riY1WMBR5K%0acyxyGeigfk2tu338dOE9vg1Yq3rh+UBQFKC0NGt7H8bvo9DEYpx4RVO06WygHMG6EGtTZrp%0a4VxSkhRKNNPje0MFDsWYS/ellymb73XSbKm7p/PXyHlM3xjUCsmJQj6eKc5S91J0sLMuUaP%0a74DqaWzXYdNETphEUf5tmh1NobC3u+J7aIGvfMlN+85yg/eRZMsMqnU2bCd4jBMTpsRcL9Q%0a+nJ80w9kQpKfRs0s3N88/jrRujse/GKc/JhoJRr5s+sxy08HVY606nbElOijnpn066j05Z3%0amoFr7gnPLwpju+fRh25mdc9zVqezXpQXgztYOFLf836j+GCQg2ePbwR/ZVaLRenR6U8ViCh%0a9GExLhYEB3Dr4RQKxrk87gAz68tyb0H4sUljZebbUgzbA4o9rfzQJ8L4yoO/bz1iW8k3iPv%0aI9ZWacCcpE2tPDFN4xlIo8y6bgx4AAxWU6UMR7k9ZvVWWdqH0s3sWy70nV9abnaKtUtVcsP%0aNxTwyQ7N+wtMyJS4ZmlneIl+sPP1V92DmUX7XW+yzZ4aOfYUvfzjDM7x0vqEsOUyj4M+zyv%0afrYZ30oW92RmYZFgDMWssLTtRv+BvjttDK/85jpp06EUN+FbYu627FjZ1s8482HSgXBml1l%0adnp5jluIwv/UM3hUtou3LX+d7yUB+uri2T8Pvp20ff077ItArgVRpTl8Sd37opN4RZzGans%0a4rzclzpzio1pOwqIP+hs+ABc/4k3ReHDQ+4Ji2jcUP0Fjs6FYiSxeLYDESExZ1srTY1llIM%0a36sc3F8/HSf8rEYXx1JF4SKSoI60drCRGVFrnx1rqktkXggXSwyWnWNxQ5pW9Bo2Zndh/Ta%0a+/k7Nn7GooIml3e66AiLg1ZJtDDLcaF8cRpfVZTsXLoITNVCI2WJxUZ0W9795FOUVp3FQbm%0aWaH1cq2zwHqawYJy/rtjYHYsfu9IiRIv7bBHY2PDMxfNpdLsfBzlK8x3Wiah8zV1X7ET0Je%0avYMcilmzKKHZvWgoplGaZpsPCiSbRsy6XfaXHQ2JkZ416n5Sj7Ha2HLKvWlrqCxQEtDotVx%0aQZTdp53Mc4Cap2zMLaNHbSx2Ikc43lqIqTP4lVxMLUtbRYPtfwtzWgl1RbOyjAeW8pjEq2B%0acwvIxs5TtohdHCjoWObYMRqLriksqdY2XXSq6TXy3fUSrfpKyxIHUsZuvfVWH7xwnwU/m5a%0ajKDzPWiq0LeJg71i0RC78bvrw0dKtrRwscMYitan4RSiLylJ2jOdSUp9A7Gi1LVYaZzyMRY%0avK0kTiIO1YVES07mXRtzUq09vixwG1Vpyi+xcHYdri6MBoE4gK2NziZHEQbCx26rNCR4Vpb%0avFi3vWitnV6hWlbtNvFQX26cfBqjLZ90XNnxzotyjhR+lhpn4F2gJe072TX348t9y4V7l8/%0a0u5HGly7FxYCp//q06Y+YzH1MvGLZ/t4LKIdB0oLo7Ewow9bth9no+Xix0Gf0nj08eMgfy5%0a8+oOFAGnrWX5RsT/Gd9gLfXc7X7Vl8fAi4Z3m3ba49GN59xHqAuoEO0d/Pyqyi5IZ6DFbnN%0a3KkW6L2tdpgVjYPY1X9jvOMkyj9/V3WhdRjm767H0tlBLrSMAvDkpblf5/0z/aSf65i4O9O%0ab1RnJmaO29hoxFNo0W6iy6GKTJSnI8DAynOpz2OaQPHHvCibbQyalNKTEtpLBuMiBYTY/YX%0afSO1TtPRoaK1vzhS3jpXthNdGhS+fGnZog/N0sZCUdqjpjhH+eQ76UXKELsOGgjRenUM5TU%0aNkJRFr7+jVYxl1dqmz0gnxXmcYjfmFSXRsm0MJV0nSTsr3XyEixTn0SIzG6hhYKMff9E1To%0a57J8U5irzo4zgXp+o+DVtxzr2J1olj0VozK2O0Zul0q7LzKDbiYlxjDJREq5OxOAV6LFocZ%0agME3Tyb0Ud1zx/VWgXvEGhQinOypUHhG/H2HMArWvZ0KNnYWJy626pfqWejJXIrTvT73apf%0aqWd5DztJdDvS8bmkbHFadalSn3x5x7mWuOBPLssipSsdFwYLOw3E5hIq+BFdzYxFP7Gt8lP%0aOaHXaFnKUFecUNi5o1RrAiC7RsvJTj6EYt+fDb6N7lYxz1f1NB1F8/Kp9BomKFJb++0R8Gt%0a91nle7GTwj0SVITsFVVY70HIqFaKlSOaBneXXaogiwQT8Gjvzgk4/LM29tmSbb6CbCJ6P9G%0agSoc035Tf0QZ0B0jHXuuedm70e0Ks+UoXzD7LnheS0S3i8Lk27JP7r5KIqmYyNOIFqW5+5r%0atDBtlTha1ubOMcDWSdK2aD8U5+QZZ2WMxRliufLYc0j/qpMSkr6rr4tGtY+V9hmkOJ9qgMa%0a9ThXnPBdxltxYdFHSei6KwhDOBKW61ZekyfeMdg46pTLh2aKNbs9b0ZbvYZxR15aEN44gXp%0az1kw1UV7VBfCL0KYhHGy1VmhMuzsAYi1bolWWDT3S34pNt7dMH89fDO29CXeDPUVeMh0Q3F%0arly+DJx7RhRdJI4I7RWv58+alxktlNyPZ2X4rwnfOMW2SvO03q5bqEYrLaBoDgTuLBvGD0M%0a5J539AtxZkndLErDzUAlF18eyZAJRO5ZjkwXmuzCFNdO01c9I9wB4LdyWMKUj/hByaakMX0%0a9NhYytyVM18VPK9PUmY4bP8i1i4TPptj4bIWPHbVa0/1aEV7dwa+qLfDDoaiUbS28lobt9D%0asqVzM/tEx7Zmo10+U6CdPOmSKN2wCm7PEHI9JiKiiuM/wfx2JtVJksU7BtSr8FTJ8R/N9Fp%0abadLt0ynRr3HrgcML/FpYHjCe4lfvtMcGGw/PLL289aW9wZxMZfLmxUQuVcD+ROdvGDe+59%0a6nKNftp4miTvDG4k6krsdJQuCFQ3jW7C4VoDlyK4buCd6FV41nj+2Nqzx37ZM4ibBd7v8Ra%0amwDKV04Rpq96VhR3vdouPSKaPM+2S5xWf4Ew1H6bPRSs703BZbNjqD+oO3GLhsgB3J/jAxk%0a9lbGBZlMIt8ZkWz3uR1sXU4bgawZUWPvCor0m/X0L9xDRf6l/qnFSigi3LPz0+Xr+pY3Ev4%0aoXpjbhw4ZmwxUHZpy7mveBbx3ncV6T+x306ft/cvMQOVGvapD9v+9SXTOPGLzD3ivxSIQ18%0aA+NGAPcfTdwJ+LR495m6yXeqrrDoK9+POt/EumkyNRxXcEwb535Ixp8AvjF5vqMCKFuQqk6%0aJuI+0G0zwwY9bJ9aRKPJljU/61EUWPpFp0+B7mIVMJROPAG6f+F7FAZPMRRHumkx4Fqg/WZ%0asC90V13nfqG+9KBFcUTReVtvzTLe12XBPhvz8qQDOfzrjlwN8+395hC3V+v/tYaZ+B9oP33%0a02b3HzP9/t6+X6lbi/o80dFX7+z6io96pu0j0JCPKc8B7gysIU/qzLAfQp9CxYG5blOr7ko%0aLm5e6FfRf/PfYPyG4wKFNgZ961ToZ9IOpl9g61bEwew0WOVv+k24AfV+130EXPFdccUV/lC%0a2T9uE+pmFo1nPq0xoY7LeTjTmydLxrlFoC3GONhXfmfHwrx0HQ7I1aqz8tGe4Htr/fHvq9J%0aGJy/2mPVYkccAv++6xfsCg6xLqx7TMPFfcK8noEkD/Rf2L8N4XtZPqlJ5F6OPAWZu+yMfFr%0aSXrJ+ACNF3I24drsi/FeRNafQwrxfk0mPg3buInmxeNhtZEFhoP+OM04QPWzYeUBnC0pLNk%0aMh9vLPbXraBUQAnOwiXTi6AY7IcSti4PFLSpT/PovqFQGVQ3zTQcnQzf6I+WodmimGk4+41%0aCmmelrkTr9MwHYN3wCtdfAryDdGhN6OSYH3E71o8t7zsK534qkftRrn6nEWfJZHUAiz4NSl%0aD4M0jD92miCt+k1H8ni12xGCbK4/EWGr+9fN/Gu/xp/jwz+DaXjA6BftwTFFBeaTI6V6eSD%0aJIAfqzL2s5V54rKhBIOpYDJ6173umwxZfvdry3KS75Zw/S33K+yK53+E2DBdhTFdQaJ6cfS%0afkyVl/0v1dQUaYswuD7q7dWqd73q3KC4Ta/p0t5O1y+i/Zr6up9er1/XNT4EpDgfH+7ZKtJ%0akLYvzcboBylYEREAEREAEREAEREAEREAEREAEREAEREAEREAESgi0z4ctCajDIiACIiACIi%0aACIiACIiACIiACIiACIiACIiACIiACIjAZCEhxPhnusq5RBERABERABERABERABERABERAB%0aERABERABERABESgNgEpzmujUkAREAEREAEREAEREAEREAEREAEREAEREAEREAEREIHJQECK%0a88lwl3WNIiACIiACIiACIiACIiACIiACIiACIiACIiACIiACtQlIcV4blQKKgAiIgAiIgAi%0aIgAiIgAiIgAiIgAiIgAiIgAiIgAhMBgJSnE+Gu6xrFAEREAEREAEREAEREAEREAEREAEREA%0aEREAEREAERqE1AivPaqBRQBERABERABERABERABERABERABERABERABERABERgMhCQ4nwy3%0aGVdowiIgAiIgAiIgAiIgAiIgAiIgAiIgAiIgAiIgAiIQG0CUpzXRqWAIiACIiACIiACIiAC%0aIiACIiACIiACIiACIiACIiACk4GAFOeT4S7rGkVABERABERABERABERABERABERABERABER%0aABERABGoTkOK8NioFFAEREAEREAEREAEREAEREAEREAEREAEREAEREAERmAwEpDifDHdZ1y%0agCIiACIiACIiACIiACIiACIiACIiACIiACIiACIlCbgBTntVEpoAiIgAiIgAiIgAiIgAiIg%0aAiIgAiIgAiIgAiIgAiIwGQgIMX5ZLjLukYREAEREAEREAEREAEREAEREAEREAEREAEREAER%0aEIHaBKQ4r41KAUVABERABERABERABERABERABERABERABERABERABCYDASnOJ8Nd1jWKgAi%0aIgAiIgAiIgAiIgAiIgAiIgAiIgAiIgAiIgAjUJiDFeW1UCigCIiACIiACIiACIiACIiACIi%0aACIiACIiACIiACIjAZCEhxPhnusq5RBERABERABERABERABERABERABERABERABERABESgN%0agEpzmujUkAREAEREAEREAEREAEREAEREAEREAEREAEREAEREIHJQECK88lwl3WNIiACIiAC%0aIiACIiACIiACIiACIiACIiACIiACIiACtQlIcV4blQKKgAiIgAiIgAiIgAiIgAiIgAiIgAi%0aIgAiIgAiIgAhMBgJSnE+Gu6xrFAEREAEREAEREAEREAEREAEREAEREAEREAEREAERqE1Aiv%0aPaqBRQBERABERABERABERABERABERABERABERABERABERgMhCQ4nwy3GVdowiIgAiIgAiIg%0aAiIgAiIgAiIgAiIgAiIgAiIgAiIQG0CUpzXRqWAIiACIiACIiACIiACIiACIiACIiACIiAC%0aIiACIiACk4HAzJPhInWNo0HgqquuCqecckqrMPPPP3/Ya6+9Wr+1IwIiIAIiIAIiIAIiIAI%0aiIAIiIAIiIAIiIAIiIAKjQGCG5557bmwUCjLZyhC5Z5e8wAILTJpL/+Uvfxl23HHH1vUuu+%0ayy4c4772z91o4IiIAIiIAIiIAIiIAIiIAIiIAIiIAIiIAIiIAIjAIBuWoZhbugMoiACIiAC%0aIiACIiACIiACIiACIiACIiACIiACIiACIwMASnOR+ZWqCCDJvDII4+EZ599dtDZDC39Rx99%0aNDz//PNDy69ORi+//HJ4/PHH6wSd0GHGxsbCgw8+OLDnadDpT2j4KrwIiIAIiIAIiIAIiIA%0aIiIAIiIAIiIAIDIGAfJwPAbKyGB8C55xzTjjrrLPCP//5z+wPRScyzzzzhDe84Q1hm222Cd%0atvv31YfPHFh1JAFPeHHHJIS9m9zDLLhP/+7/+unfcf/vCHcNJJJ4UpU6ZkfyjOZ5hhhrDkk%0akuGFVZYIay88sph1113DW9605tqp9lrQK7p+OOPD1dffXXAh/11110XXnjhhbDooouG1VZb%0aLay66qph5513Duuuu26vWbXFP/LII8Mtt9zSOr7iiiuG3XbbrfW73zvXX399OPbYY8Ppp5+%0aeuRh66aWXsixwt7TeeuuFj370o2HrrbcOs802W1dZDzr9rgqlSCIgAiIgAiIgAiIgAiIgAi%0aIgAiIgAiIwSQnIx/k43Xj5OA9hUD7OUSjvscce4bjjjut4d1Gif+c73wmf+cxnwowzDm4Cx%0ahVXXBH+8z//M+fTHQU3xzvJTTfdlCnYf/vb33YKmp3faqutwte//vWw5ppr1grfbaBzzz03%0afOQjHwn33HNPZRIo93faaaeM82KLLVYZtu5JlPUf/vCHc8Hf/va3h7/85S+5Y/34gYJ8//3%0a3D9/97nfDv//978okX/e614UTTzwxG5ipDOhODjp9l5V2RUAEREAEREAEREAEREAEREAERE%0aAEREAEahIYnKawZgEUTAT6SeB3v/tdQHlZR2lOvk899VT47Gc/Gz7xiU/0sxi5tI455pjwt%0are9Lac0zwWo+HHyySeH17/+9aGu0pykzjjjjLDOOuuEiy++uCLl7k+h6P3yl78cNt54445K%0ac3LB7cjPf/7zzCL+8ssv7z7jV2Nee+214VOf+lTP6dRJgGvdbLPNwkEHHdRRaU56WI1jXf/%0anP/+5TvJh0OnXKoQCiYAIiIAIiIAIiIAIiIAIiIAIiIAIiIAItBGQ4rwNiQ40IfCb3/wm7L%0annnq0/LIHHS26//faw3XbbhQceeKCtCDPPPHOmgF5uueXaznHgZz/7Wdhnn30Kz3VzEGXxn%0a/70p/De9743fPKTn8zclzRN54Ybbggf//jHM+VqUdwFF1wwzDHHHEWnsjgf/OAHMz/chQF6%0aOIjSHOtrrjGV+eabLyyxxBKZC5n03JNPPpm5xmGwolshDVzsPPPMM90m0Sgegyq4/EmF2Qm%0a42pl77rnTU9m9hv2NN97Ydi49MOj00/z0WwREQAREQAREQAREQAREQAREQAREQAREoB4BKc%0a7rcVKoEgLnn39++P73v9/6w9qqD+cAAEAASURBVA/3eAguNPAx/fTTT+eyx/c3CmwUrfg6v%0a+OOO8ITTzwRDjvssDDnnHPmwuJ/vJPbkVyEgh8sjHnooYdm1tWbbrppI0txnxzX8YEPfKDt%0aenDv8sc//jFbgNMWO73//vvDD3/4w0xh7dPgWvB53k+55pprwhFHHJFLEiUyrmHwN/7YY4+%0aFe++9N1s0Eyt5fMl7ufXWW3vyQ/6xj30s4LpmGPLXv/41HH300bms5p9//nD44Ydn9+Vf//%0apXNmPhyiuvzKzvfUCeg07sB52+L4/2RUAEREAEREAEREAEREAEREAEREAEREAEmhGQ4rwZL%0a4UeUQIo7y+44IJc6fB5zaKV7373u8Oss87aOjfvvPNmFvL/+Mc/AvsmL774YqZQt9/dbHGt%0a8sUvfjG3aGU36fy///f/2iyW8ZGOq5NNNtkkYNltgt9wFsVEEZtaoJ933nkWrOctFub4gn/%0a55ZdbaaE0xzUMPsBf+9rXtizNZ5999rD55ptn7mJe85rXtMKzgxsdlOtNhYGN0047rWm0rs%0aOjIPcCWwYDPve5z+U4r7322uH3v/992HLLLX3wAHvcypTJoNMvy1fHRUAEREAEREAEREAER%0aEAEREAEREAEREAEOhOQ4rwzI4WYAARSFzEoyrEWZvHPMll55ZXDwQcfnDtNHKym+ykzzTRT%0a2HfffcNSSy1VO1kW3vSy+OKLZ9fDQptlsuKKK4add945d5qFUnFh0w8588wzw9/+9rdcUrg%0akwR1NmWDV/81vfrPt9FVXXdV2rOoAMxu+8pWvtIIwcIDv90HJXXfdFXBD5GWvvfYKb33rW/%0a2h1j6ugPDjnj5vzAQokkGnX5SnjomACIiACIiACIiACIiACIiACIiACIiACNQnIMV5fVYKO%0aaIEsIC+7rrrcqXbYYcdMncpuYMFP1hkEvcbJrhIOfLII+1nz1usrbEER3mMAr2OcD0XXXRR%0aLugWW2wRFlhggdyxoh+paxTCNFVSF6XLsSuuuKLtlFdmt5189cAb3/jGtlNY+9eV++67L/z%0aXf/1XztL92GOPzSzc66bRNNxRRx0VXnnllVY0rM1333331u+inYUWWiizyPfnsK7HbUsqg0%0a4/zU+/RUAEREAEREAEREAEREAEREAEREAEREAEmhGQ4rwZL4XuIwEUk/iJrvtX5n98ypQpb%0aYtvrrnmmrVKigX3aqutlgt7+umn53538wNl8Y9//OOAT/AyK+WydFEq47Mda237e8c73lEW%0aPHccFympzDXXXOmhrn6ngxO4uanDeckll2zLD1/ndYRBhG233Tbgx93kS1/6Unj/+99vPxt%0atWeiTQYi3vOUtYe+99858sacJkOcxxxyTO7zeeusFFmPtJLin8fLss8+GX/ziF/5QNgAwyP%0aRzmemHCIiACIiACIiACIiACIiACIiACIiACIhAVwRm7iqWIolAHwigCF9uueVqp7TsssuGO%0a++8sy18kR/plVZaqS1c2QGswi+++OLWaRT53co666yTWWaziGe3QhosZtqNFLHAhUs/JFWc%0a1003jUdZVllllVpFQkl+4YUXtsLit/7AAw9s/W6yg9Icf/f4akcuvfTScNlllwWOexc4+F9%0a/+OGHc0m/7W1vy/0u+7Huuutm/vTxl2+Cn30vg07f56V9ERABERABERABERABERABERABER%0aABERCB7ghIcd4dN8UaIQJ+oUwrVhM/5bgC8YLSFEthrL2bCgtFjpc8+OCDbdbN66+/fkgX5%0a+ymfCibUZQvv/zyregbbLBBa79qBwV1Km9+85vTQ22/TznllPC9732vdXyJJZYIJ510Um2X%0aN62Ir+6gcDeluZ1jAU/8tvtrufvuu+10a1t31gAuXdZaa61MIW+R0/TS34TrZ/qWr7YiIAI%0aiIAIiIAIiIAIiIAIiIAIiIAIiIALdE5DivHt2ijkiBFJXKxTrxhtvrF06XL2kwuKNda2i07%0ajj8fuSSy7JfHCjPDfBp/p3vvMd+9nTFovss846q3EaTz75ZDjkkEPa4hX5PfeBuH9+oVMW3%0a0Rpvthii/lgjfbTARKLjAW4lyLFdpOFXdOwaXrpb/JO4/jypPtp2KL00jj6LQIiIAIiIAIi%0aIAIiIAIiIAIiIAIiIAIi0IyAFOfNeCl0HwmgjMVCt66UhcWFC368vXuT3/zmN2H//fcPs8w%0ayS2XyuAEp8p2Ou5ZRVZz/5S9/CSeeeGK2eCVK39tvv71toABf5yeffHLAtcl4Cq5WUr7bb7%0a995UKnLNC6zTbbBLYmBx10UNhwww3tZ1db/JrfcMMNubgo5HGN46VIEV00q8HH8ftp2DS99%0aDdx0zg+vXQ/DVuUXhpHv0VABERABERABERABERABERABERABERABJoRkOK8GS+F7iOBZZZZ%0aptBnedMsUMBjwXzBBRe0ouLr+9BDD80WgGwdTHZYgHP33XdPjk792Yuf88IE+3gQn+FHH31%0a0YYoozD/2sY+FvfbaK6ywwgqFYYZ18Nvf/na2QKrPb+GFFw6HH364P9S2v8suu4Trr7++dR%0awl+he+8IXW7253sL7Hl73NRkBpjjX88s79DGkXKaJTZXVVGdKwTz31VMDynsVUh5F+Vdl0T%0agREQAREQAREQAREQAREQAREQAREQAREoB4BKc7rcVKoESdw8MEHZ36qvQ/rffbZJzz++OPh%0aG9/4RrZgo78ErLRRMF955ZX+cGsfpepEFK7/+eefD0888cS4FZ+FMRmQ+NGPftRWBpTmKM/%0aL5Ac/+EHmksXOr7zyyuFnP/uZ/expi5uXf/zjH+Hss88OjzzySPa8FC0im7puIVNTetcpQF%0aFY0rTjg06/ThkVRgREQAREQAREQAREQAREQAREQAREQAREoJrAxNQOVl+Tzk5CAiyC+YlPf%0aCJniY1FOQr1448/Pqy33nph9dVXD1j/XnPNNZnlMQuAIjPOOGMgrBfcv4yq4LIG5fMrr7yS%0aDQz4wYIXXngh/PznPw/HHnts2G+//cIBBxwQsMgfltx2221h2223DX//+9/bstxjjz0Cblr%0aK5KKLLsos5e08i7P++te/bimc7XgvWyzyt9xyy8okTMHtA8G1zFWQD8c+YVPxafp9C9fP9C%0a1NbUVABERABERABERABERABERABERABERABLonMGP3URVTBEaLAH6wsVBOBdcbp556amZ5/%0ar3vfS+cc845wZTmKEN/+tOfplHCKCvOWTTzoYceCo8++mh47rnnws033xwOO+ywsPjii7eu%0aA2U6lvZlrmhaAfu4c8IJJ2Quc1KlOYp7ygf7MnnggQcyhftLL73UCoLF+hprrNH6PaydpZd%0aeui2rJhb8aVhmL/h7M+j02wqvAyIgAiIgAiIgAiIgAiIgAiIgAiIgAiIgAo0JSHHeGJkijC%0aqBBRZYIHPF8elPf7pWERdaaKFw2mmnheWWWy4XHkUv/tcngsw222xhxRVXDHvuuWeYMmVKS%0aF2PHHnkkaXuaPp1ffjv3mGHHbK/VGkM4zPOOCMrX1l+WM5jie5dmHAPd9xxx7IoAz1epNjG%0a5U9dScMuscQS2awGiz/o9C0fbUVABERABERABERABERABERABERABERABLonIMV59+wUcwQ%0aJ4N7jqKOOCmeddVZ4+9vfHlCmp8Ix3LqwyOZ73vOecNddd+WC4At71llnzR2bCD9wAXLccc%0afliooLmiOOOCJ3rJ8/rrrqqvCmN70pYG2eysYbb5y5xenkGuXHP/5xOO+881rR11lnnfD97%0a3+/9XvYO0WK7ccee6x2MdKwaXrpbxJO41RlloYtSq8qvs6JgAiIgAiIgAiIgAiIgAiIgAiI%0agAiIgAh0JiAf550ZKcQEJLDFFlsE/hAU4/g1R5Zccsnw+te/PswyyyzZb/6livPxdtOCCxb%0avc32mmWYqHABoXYDbWXfddcM888yT+XK3w9dff73t9nV74oknBtzGsBipFwYdvvOd72RW5n%0aX8q7NQpxdc66y11lr+UOE+4bxcfvnlYbXVVmsdgtu1117b+l13p0gRzaKi+NGvIwwmeEnTS%0a38Ttp/p+7y1LwIiIAIiIAIiIAIiIAIiIAIiIAIiIAIi0B0BKc6746ZYE4gAbleqXK/84Q9/%0ayF0NyufxlPe///3hggsuaBUBP+wsaooiuJOgqF511VUDSmSTVMFsx3vZsujq3nvv3ZYEC7C%0ayGOuaa67Zdq7ugfvuuy/w11TwW3/jjTe2orHoazeCYhuOftFVFi7dddddOyaHv/kHH3wwFy%0a4diBl0+rnM9UMEREAEREAEREAEREAEREAEREAEREAERKArAt1plrrKSpFEYHAEsNhF2Wx/Z%0amHeKcd//vOf4cILL2wFQ2H62c9+tvV7PHY23HDDXLYsAHrDDTfkjlX9uOeee3KnV1llldzv%0aXn8cffTRhUrzD3/4w+GKK67oSWnea9n6ER+XN5tttlkuKT+QkTuR/CgKt9122+VCDTr9XGb%0a6IQIiIAIiIAIiIAIiIAIiIAIiIAIiIAIi0BUBWZx3hU2RRo3AD37wg/CLX/yiVSzclTzwwA%0aMBa+0qwR+6F3yed1I040alW2tmn1fZ/kYbbRQOPPDA3Gl8tuNippPceuutuUU2Cb/22mt3i%0alb7PJbge+21V1v4/fbbL3zjG99oO17nwHzzzRdSq+w68R566KHAoIIJC6Xin96kzEIfH+G4%0ah3nNa15Teh8/97nPhd/97neWVObO57e//W3L/U/rRLLDYqxe1ltvvYDP9lQGnX6an36LgAi%0aIgAiIgAiIgAiIgAiIgAiIgAiIgAg0IyCL82a8FHpECaQWwrg28Yr0omKfcsopAetpL7vvvr%0av/mdv/05/+lLlBwYc3Suw///nPufP9+vHWt761zS3L17/+9dDJVzmuRT75yU+2FaOfivMvf%0aOEL4cknn8zlAbNuleYk9PnPfz7ceeedjf822WSTXDne8pa35NK47bbbcudfeuml8PGPfzws%0auOCCYaWVVgorrLBCwAVLkWy66aZZGH9un332ySnq/Tn2ed6uvPLK3GEU5EUy6PSL8tQxERA%0aBERABERABERABERABERABERABERCB+gSkOK/PSiFHmMC73/3uNmXznnvuGc4777zCUp955p%0alhhx12CK+88krrPAtLpspYO8kik+973/vClClTsjjXXXddeO9739tRmW3xm2yxlt9xxx1zU%0aViAc8sttwxnn3127rj9uOOOO7LynXvuuXYo22LJTTn7IaTNgqBe8NeNa5t//etfjf6wFh+2%0aHHTQQeFnP/tZK1vKvPXWW4fHH3+8dcx2ilz2XH311WHbbbcNWKynctppp7UNWmD9/sEPfjA%0aNmv0edPqFmeqgCIiACIiACIiACIiACIiACIiACIiACIhAbQJy1VIblQKOMgGsiHfeeedwzD%0aHHtIqJsvmd73xnpnB+17veFVDyovz84x//mPnixuWKCa5Xvvvd72aLQtoxv2XByxdeeMEfy%0an5z/Nvf/nbueD9+/PCHPwyXXXZZTjGPBTWKfXygr7XWWpnF9L333pv5P0ep7d2WUAau6Ze/%0a/GWYf/75+1GkcMIJJ7Slw8KjWG83lc033zzg+mSYcvrpp7dlhwIfv+QMSqSy0047hcMOOyy%0azYrdzuMx57WtfmynQV1555UyJfv755+cWc7WwX/3qVwOzE8pk0OmX5avjIiACIiACIiACIi%0aACIiACIiACIiACIiACnQlIcd6ZkUJMEAJHHHFE5irj73//e67EWJfzVyUHH3xwpWX2s88+W%0axj9mWeeKTze68G55pornHzyyWHdddcNad62AGqnPHAtki402ilO1Xms7ieyzDxzcXVXdpxF%0aPHluNthgg4DrHxMszn/84x/bz8ItLmFwQVMlg06/Km+dEwEREAEREAEREAEREAEREAEREAE%0aREAERqCZQrEmqjqOzk5AA1sEvvvhi25XfcsstuWO4vyiy7CXQFVdckQuLQrgsbC5g8gMr3i%0a222CI5GgKLQ5566qkBf+c33HBD2/miA6SF0nyPPfYoOt06hoX04Ycf3vptO/1yg2Lp+e3qq%0a6+eKW7xk93Jv7mPt+SSS2bW8x/60If84Z728Z/epAw9ZTagyPC4/PLLc6njyqZqcGGNNdYI%0av//978P222+fLRCai1zyA9c1WKrXkUGnX6cMCiMCIiACIiACIiACIiACIiACIiACIiACItB%0aOQIrzdiY6UkAAtxIPP/xwwZn8ob/+9a+BvzpCeh/4wAfqBM2FWXjhhUOZj+zlllsuYBmNCx%0aUW1Lz11ltzce3HTDPNlCnYWdSyzuKZLOZ44IEHhq997WuBRSZRuBN34403tiQHssXVzDXXX%0aBOOPfbYsP/++wdcs5TJ3HPPHVCy4yKE/X4KAyLe6rqfaQ8rLSzAH3300WwAhGthMdEf/ehH%0aHVlhcY6Ln3333Td7rp544onCIq+//vpZGAZZmsig029SFoUVAREQAREQAREQAREQAREQARE%0aQAREQARGYSmCG6Bd5TDCGT8D8US+wwALDz7yLHBdZZJFaivMukm4cpUpx7hNj4U8s4m+//f%0abs76677sr8fWNlvNFGGwUss5sKSlN8ja+44oqBRTyHKVh9cw1cE3933nlnWGKJJcKqq64aV%0allllcyHO4tOSjoTwF89MxSaCn7zzznnnOx5YhCDAYplllkmrLfeegGf573KoNPvtXyKLwIi%0aIAIiIAIiIAIiIAIiIAIiIAIiIAKThYAU5+N0p6U47x58XcV59zkopgiIgAiIgAiIgAiIgAi%0aIgAiIgAiIgAiIgAiIwGQmIFctk/nuN7h23FA8/vjjDWIMLuj8888/uMSVsgiIgAiIgAiIgA%0aiIgAiIgAiIgAiIgAiIgAiIwKQnIIvzcXoEJprF+ThhUrYiIAIiIAIiIAIiIAIiIAIiIAIiI%0aAIiIAIiIAIiMHQCMw49R2UoAiIgAiIgAiIgAiIgAiIgAiIgAiIgAiIgAiIgAiIgAiNMQIrz%0aEb45KpoIiIAIiIAIiIAIiIAIiIAIiIAIiIAIiIAIiIAIiMDwCUhxPnzmylEEREAEREAEREA%0aEREAEREAEREAEREAEREAEREAERGCECUhxPsI3R0UTAREQAREQAREQAREQAREQAREQAREQAR%0aEQAREQAREYPgEpzofPXDmKgAiIgAiIgAiIgAiIgAiIgAiIgAiIgAiIgAiIgAiMMAEpzkf45%0aqhoIiACIiACIiACIiACIiACIiACIiACIiACIiACIiACwycgxfnwmStHERABERABERABERAB%0aERABERABERABERABERABERCBESYgxfkI3xwVTQREQAREQAREQAREQAREQAREQAREQAREQAR%0aEQAREYPgEpDgfPnPlKAIiIAIiIAIiIAIiIAIiIAIiIAIiIAIiIAIiIAIiMMIEpDgf4Zujoo%0amACIiACIiACIiACIiACIiACIiACIiACIiACIiACAyfgBTnw2euHEVABERABERABERABERAB%0aERABERABERABERABERABEaYgBTnI3xzVDQREAEREAEREAEREAEREAEREAEREAEREAEREAER%0aEIHhE5DifPjMlaMIiIAIiIAIiIAIiIAIiIAIiIAIiIAIiIAIiIAIiMAIE5DifIRvjoomAiI%0agAiIgAiIgAiIgAiIgAiIgAiIgAiIgAiIgAiIwfAJSnA+fuXIUAREQAREQAREQAREQAREQAR%0aEQAREQAREQAREQAREYYQJSnI/wzVHRREAEREAEREAEREAEREAEREAEREAEREAEREAEREAEh%0ak9AivPhM1eOIiACIiACIiACIiACIiACIiACIiACIiACIiACIiACI0xAivMRvjkqmgiIgAiI%0agAiIgAiIgAiIgAiIgAiIgAiIgAiIgAiIwPAJSHE+fObKUQREQAREQAREQAREQAREQAREQAR%0aEQAREQAREQAREYIQJSHE+wjdHRRMBERABERABERABERABERABERABERABERABERABERg+AS%0anOh89cOYqACIiACIiACIiACIiACIiACIiACIiACIiACIiACIwwASnOR/jmqGgiIAIiIAIiI%0aAIiIAIiIAIiIAIiIAIiIAIiIAIiIALDJyDF+fCZK0cREAEREAEREAEREAEREAEREAEREAER%0aEAEREAEREIERJiDF+QjfHBVNBERABERABERABERABERABERABERABERABERABERg+ASkOB8%0a+c+UoAiIgAiIgAiIgAiIgAiIgAiIgAiIgAiIgAiIgAiIwwgSkOB/hm6OiiYAIiIAIiIAIiI%0aAIiIAIiIAIiIAIiIAIiIAIiIAIDJ+AFOfDZ64cRUAEREAEREAEREAEREAEREAEREAEREAER%0aEAEREAERpiAFOcjfHNUNBEQAREQAREQAREQAREQAREQAREQAREQAREQAREQgeETkOJ8+MyV%0aowiIgAiIgAiIgAiIgAiIgAiIgAiIgAiIgAiIgAiIwAgTkOJ8hG+OiiYCIiACIiACIiACIiA%0aCIiACIiACIiACIiACIiACIjB8AlKcD5+5chQBERABERABERABERABERABERABERABERABER%0aABERhhAlKcj/DNUdFEQAREQAREQAREQAREQAREQAREQAREQAREQAREQASGT0CK8+EzV44iI%0aAIiIAIiIAIiIAIiIAIiIAIiIAIiIAIiIAIiIAIjTECK8xG+OSqaCIiACIiACIiACIiACIiA%0aCIiACIiACIiACIiACIjA8AlIcT585spRBERABERABERABERABERABERABERABERABERABER%0aghAlIcT7CN0dFEwEREAEREAEREAEREAEREAEREAEREAEREAEREAERGD4BKc6Hz1w5ioAIiI%0aAIiIAIiIAIiIAIiIAIiIAIiIAIiIAIiIAIjDABKc5H+OaoaCIgAiIgAiIgAiIgAiIgAiIgA%0aiIgAiIgAiIgAiIgAsMnIMX58JkrRxEQAREQAREQAREQAREQAREQAREQAREQAREQAREQgREm%0aIMX5CN8cFU0EREAEREAEREAEREAEREAEREAEREAEREAEREAERGD4BKQ4Hz5z5SgCIiACIiA%0aCIiACIiACIiACIiACIiACIiACIiACIjDCBKQ4H+Gbo6KJgAiIgAiIgAiIgAiIgAiIgAiIgA%0aiIgAiIgAiIgAgMn4AU58NnrhxFQAREQAREQAREQAREQAREQAREQAREQAREQAREQARGmIAU5%0ayN8c1Q0ERABERABERABERABERABERABERABERABERABERCB4ROQ4nz4zJWjCIiACIiACIiA%0aCIiACIiACIiACIiACIiACIiACIjACBOQ4nyEb46KJgIiIAIiIAIiIAIiIAIiIAIiIAIiIAI%0aiIAIiIAIiMHwCUpwPn7lyFAEREAEREAEREAEREAEREAEREAEREAEREAEREAERGGECUpyP8M%0a1R0URABERABERABERABERABERABERABERABERABERABIZPQIrz4TNXjiIgAiIgAiIgAiIgA%0aiIgAiIgAiIgAiIgAiIgAiIgAiNMQIrzEb45KpoIiIAIiIAIiIAIiIAIiIAIiIAIiIAIiIAI%0aiIAIiMDwCUhxPnzmylEEREAEREAEREAEREAEREAEREAEREAEREAEREAERGCECcw8wmVT0Ua%0aUwGFn/CuceelDWen2/uDyYdO1FxqXkn7gwGvCXQ8/n+X92/3XCovOP2vP5bjq9qfCfr+8NU%0avnI/+xRPjg2xZrS/PwM+8KJ11wf3b8hL3WCMstMnu2f9v9z4UdD7s22yfeHu9bti1u0YG19%0a7g0PP/iv8PMM80Q/nnEW4qClB575d9j4Ya7nwn/uPWpcGX8u/bOp8P//vfqYYkFZiuNoxMi%0aIAIiIAIiIAIiIAIiIAIiIAIiIAIiIAIiIALVBKQ4r+ajswUEHn/6pXDPoy9kZ559/pVciIe%0aeeDE8F5XATWWu2WcKC80zS6NoTz33cnji2ZezOFF/3Bd59vl/hyn3PJul9Wi8ziJ5+vmXw0%0aNPTj33b5fxy6+MtY4/nXApSseOkQYK8BlmsCNTt2Pxmh5/5qXw2NMvx7+pW8rE/iNPvRRuu%0aOvZcM2dT4XnXsjz/v7/3RUO/uiK+cT0SwREQAREQAREQAREQAREQAREQAREQAREQAREoDYB%0aKc5ro1LAOgS+etyt4fxrH6sTNBdm6/UXHVll77X/ejrsetSNrfI++ey0wYIPH3ptmClaiiM%0aozk1+fdGD4U//eMR+hvetu0j44tbLtX7X2bk3Dk78xz5/rxM0F+bSKU9kivWmAxG5RPRDBE%0aRABERABERABERABERABERABERABERABCYxASnOJ/HNn54u/UNRgT1zhcf+ueeYOZz2lTd0d%0ackvvjQW7n/sxcK4Znmennz2hVcCfyZmGW+/+7GdZeYZwsLzzBpWWnKOsMbyc4c1lot/y88T%0aFpm3meV+P8qiNERABERABERABERABERABERABERABERABERgeiIgxfn0dDcHdC1YPnvXI14%0aJ/MDjL4ab7p3q2gR3Kyhvx/AxUiC33vdcy8XLSkvOGf1wT/NJvkr83Yvc/aqv87I05puz+0%0ad9/rlmDhuvuWAraa73Xw9N9a2+/qrzhblmmyk7B6NLorU3sszCs4dVlpp2TastPVd2vNt/p%0aPWZzZfOFOULR8X4QvGvl2vqthyKJwIiIAIiIAIiIAIiIAIiIAIiIAIiIAIiIAKTgUD32sTJ%0aQEfXmBH41sm3hz9f9WghDRYK5Q95xxoLhKN3W60wHAdJ53/PvS87z8Kb223YvvBmaeQOJ+a%0aYbcYwY+ok3MWZ81XltjvU2mVRz/1PmLog6BPPTPWZzsmTLnwwXHD941m4Iz65Slhg7qmW3A%0aeecns49pyp13HA9q8JKyw2Rxbmpugb/b3fvCrb/483LBD23XaFbD/9d+hv/hV5TnPj8vxLU%0a32U4+plswP+0Qp+zGensVxywdnC5m9auHWulx38qZ9z9dT7+a44IDDTjIlz9V4SV1wREAER%0aEAEREAEREAEREAEREAEREAEREAERmA4ISHE+HdxEXUIIfzzgjWFxZ8HehMkz0VL8spuebIu%0aCFbtZsr/48tjURU+jNf2may8UVl5qqgU5LmCee9UlC5bpB35kxSydFRadferxqMyfY9a8D5%0akH4wKqt0ZlfZGUHS8K2+2xz0R/7X/551Q/9Bu9foHwE6eg7zZNxRMBERABERABERABERABE%0aRABERABERABERCB6YmAFOfT090c0LWss+K8YTbnQPyfdz7dclWy5grzhKUXmi3L+XXL9uaO%0aZEDF75jszHFxT9yfIC9FBbm5osFKfc5oyY5glL3uFy4LL7xqHZ4drPEPK/VLD1knFxL7bjP%0ayxqmN92xjx3MR4o9nonIei/Y6ghuXsoVBH3v6pfBXt3jrBdc9Fh6KivxF5pvmNqdOHgojAi%0aIgAiIgAiIgAiIgAiIgAiIgAiIgAiIgAtMzASnOp+e726dr+9jGS+ZS2v/4W1uK8w9ttFjYe%0av1Fc+cn2o/Vlpkr/O27U5XbJ13wQNgvXh/ymc2WCp96z9J9v5yDPrpi4A+58tanwn/9zz+z%0afRT41x+5frbPv3seeaG1j0W8uYFpHSzZ2W2LpcPuWy5beHb+uWYJyy4ye7jjwak+2pdeaPY%0a4aCCleSEsHRQBERABERABERABERABERABERABERABEZi0BKQ4n7S3fnQv/OQLHwjnXTPVlU%0ahVKR988sXW6a/87y1h9lnyLlFaJwt23r32guEDBQr/0y95sBX6lriYaZG8Pbo32eN9xYppC%0a//Nk27LlOL2u2z7G5cfPs5/9/eH++bLvChP3MAf9vGVw0/+dG92epdNlgwVruGLktAxERAB%0aERABERABERABERABERABERABERABEZjuCUhxPt3f4uFd4JPPvhzmnbP3R2pKdElyzjXFi5G%0aWXc1FN0xdxLPsfHp8+cVmTw+FOx96PqfsPuPSh8JbVpkvbPPWvEX9nQ8+F351wf1t8f2B+x%0a6dptT3x/3+iy//O/z+79MWCeXcXj+/OSwY3buQrxf8t7NAKBbqyMZxUU/P+pGnXgrnv+qCZ%0adEObldev9zc4fufWNknr30REAEREAEREAEREAEREAEREAEREAEREAEREAFHoHctp0tMu5OT%0awM33PhuOPfe+zHf2BQe9ecJC8NbfdhEHnHhbWGWpOQPKZhPcnJirEzvWzfa8uECn+VO3+Ph%0aY3zUu3nnCF18f5okLj5qstvRc4XNbLhM+cOA12aFN37hQ2Gq9Rex0VOQ/0FKcvy66npGIgA%0aiIgAiIgAiIgAiIgAiIgAiIgAiIgAiIgAh0T2CaZq77NBRzEhM4/My7wj2PTvXFPd9c/XmcP%0ar3Z0uFDb1+8I9WPH359uPfVvP93z9UbLXA5f1LW5+Oin6f+bZqbFjJncdBn46Kcu/1oSjj9%0aq29olWelJecM73zDAq3fRTu/u+KRcNfDU/2IF53n2K/++kDu1ExxZVD8rV8bF1/9+BE3hEM%0a+tlLr/IzRn8rrlpk7wPiJZ14Of42LenrF+SVTnsjCksYqUckuEQEREAEREAEREAEREAEREA%0aEREAEREAEREAER6J5AfzSd3eevmBOIwB0PPBcuiYtU/v1VdyEU3ZTm7C8TF5rshywy7yyBv%0a04yS1xM02T5RecIuDPpVn70+7vD/Y+9GFigE1/jyHYbLhZ+fdED4b7HXghf+sUtraQXm3/W%0agJ/zKrlkypOVinNc0eBeZtaZZwyv/Hss+8PX+Ff+c/mww6HXhkei//br73qmlcU8c8wUok4%0a8rLfyfOFP/3gkXHj9EyFGy46Nxe1lN01VnK+w2ByNfL23MtCOCIiACIiACIiACIiACIiACI%0aiACIiACIiACIhAi4AU5y0U2ikigCX2vsfdGhXmT4QHH2/3242F87vXWjCzEEepO16CxTUW2%0aN0sdInbFVssc8t1FwmnXzzV8nzBuWcOn4nW79897c7wttXmD5e+atV94fWPR8V1M5/qngtM%0av3XS7dmh979lkXDmZQ+F516cqqxfZ6V5w8aR5zILzx59nU97PReIfs+Rt646VXH+2NMvhT9%0af9UjYZO2FMuvzh598KTsvNy0ZBv0TAREQAREQAREQAREQAREQAREQAREQAREQgZ4IzNhTbE%0aWe7gnMPsuM4e+3PFmoNOfiv/Gh14TDP7lKtphlN0rrfgH80rE3h/d966rwx2iNjQV2E/nWS%0abcFFurEYn2LNy2Ui/qRdy6RKeTZzj37TG1/c8w67RViPw0zV4yTylG/uzvc88gLmbX4Lpss%0alZ4O+3xwhbDnVsuGu2MYk/lfVaL/R3QRg1U8csRZd2XX+qM/3GPBwmZvzpe/dSLZeSgq2vm%0aTiIAIiIAIiIAIiIAIiIAIiIAIiIAIiIAIiIAItBOYZtLafk5HRCAjsH60cj79kocC1tDvfM%0aOCmVuQP1/9aHbOlLijgGrKPc+Gz/14Slg5Lub52S2WCZtGa+xOynzcslx9+9NZ8T/yH0tEp%0afQ0RTgHcaXyP6/6Gr/4f9Zpu8zj/3J/+PqvbsuOn/SlNcKqHfyL45bluPPuy8KzwOfyi7a7%0at1lqodmy895H+kLzTLU4X2KB2cIH1l80nHzhA4Hr/c6vb88GNojAdb9zjQWzuFX/8Ev/oz/%0acnQX51HuWCrtvuWxVcJ0TAREQAREQAREQAREQAREQAREQAREQAREQgUlHQIrzSXfLm1/w57%0aZcJuwdfW/PO+fUx+W2+59tnsiAY2y57sLhj1c+mlmO3xQVyp8/OirQ4yKeu26xdNjsjQuXK%0atBR/GfuWS55MPo0Xzz8846pSnRfXCy7H48LchaJuW/h3Ann3x9miYr2Ill92bkyhTeubTaK%0a/tF/d8XD4RObtlub+7h3PzzN4hyluAnuY06L7mRQ+h97zlQlPOc43mmg4OnnXwk/Pfuelh/%0a3n/7p3rDTu5YM8716by0PbUVABERABERABERABERABERABERABERABERgMhOQ4nwy3/2a14%0a6V86jLXlsvH7649XLhyN/eHU7924PZYps33fts2OOYm8KRS94ddtt86fCeNy2cuUdJr+WDG%0aywaWGiUBTiLBCU1rlU6ya8ueKA0yBZvXjhTnBNg2w0Wi4r4l8Lrl527NDwn7n7k+ew8yvZV%0alpqrFRaL9K3fsmg4JS5carLcIrOH90QL9k4y68wzhFmj+53nXvx3FpR9rOolIiACIiACIiA%0aCIiACIiACIiACIiACIiACIiAC0whIYzaNhfYmOAEU/N/68GvDH7++drZgqV3OzSjQf3JT+N%0aLPb7ZDue1qy8wVdouW6cMSXN/svc3yldnhhuX+x6YuxrrCYnME70udiKs4C3R+r7H83AEFe%0aydBSU7ei80/a/b3lTiTIE27Uxo6LwIiIAIiIAIiIAIiIAIiIAIiIAIiIAIiIALTOwFZnE/v%0ad3gSXt+y0fr6yE+vGi6+8YnwrZNvDyjOURjjz7tMzA1N0fmz/j979wFmP1OVATwISO+9f/Q%0aqvQlIk44UAUGQJiBIEQVUlPpRpAiCSLUgIE2lfIAUBUFEFBARxEKRDgLSe8c1v8C5zM5Ocn%0aPv3t39l3OeZze5yWQyeTPlzHvOnDz4kl0fmnybPO+Nn+qe+PKPDcfOcMoTdp//6neHNKfv9%0ax9zh/N3lzrPKbalL2PBC6eyLBa6/EOucIFTxu6w5Wn+qBd9eNuxV779c92pTnaC7iG3Os/S%0acC03v9IZu5te8QzD9XPI9m03yh+JQCKQCCQCiUAikAgkAolAIpAIJAKJQCKQCCQCicBRgEA%0aS50fBSz5UHnGrIp/3ulw8u1/xoEsMscfd6/x9zPN15GQn/lEIFyFOHvr8D3Yve9tnh6wQz0%0a+/x4UHcv6Bz/1A97mvfLe721Pf0927jwt/t+udvRkaZlkZvvKN73Wv+GH+0t7wcqdfXPKs1%0a3+ye8yLP9IFlj4airQnPlT6xa9+r3vk7c7bnbwo8+LiYicJ8wKM3E0EEoFEIBFIBBKBRCAR%0aSAQSgUQgEUgEEoFEIBFIBCoEkjivAMmfOxH4fu9uLWxIeGW/9xM/+jjo8UbCg3zo09/svtd%0afJwzIifs42ojed334q4vMT9jH2t4PQRDf7hpn2fWtvvi17w5k+Qt6cvqjn/1B7PGTnOjHus%0afd8fzdxfswKf7IA3ryHF680V/Ve4Hf4Zpn6W50hTMMGMwtxEvf8tlFDHIhVS5z3lMOhPyDn%0avfB7g3v/sIim6tc5NTdU+92we4J/b2e84YfeKi/+h2f6975oa92j779+borXfhUi7S5kwgk%0aAolAIpAIJAKJQCKQCCQCiUAikAgkAolAIpAIJALzEUjifD5WR3XKGz78Xd03vv39HRhc5rz%0abQ5JEgme+7pPbPl4Zx2N7hQsePqTu/Z/zge6Vb/9s993v/chl/qynPVH3jHtcaFvIFSFQEP%0aXHvvBDA1Y+TvrAnux+3HEf7W7fE+j3uuE54vEnt8e99TOL87e8ypm6t77vy919nvn+7gs/9%0aCx38rqXOl33hDtfoGOAeOAtz92d5ETH757xmk8M133qi9/u7vGM93Zvfuxll3qeL26UO4lA%0aIpAIJAKJQCKQCCQCiUAikAgkAolAIpAIJAKJQCKwQCA/DrqAInfGEEAG1zG7peVlfY7Tn7h%0a52aVGCHWJ5XW2nng+XER88iDNxTO/+/XP3h33gItvI83jWcQOf90jLt3doifRwxn/S1//Xu%0acDn3PFBztP1Hvpn7YPw3Kna521E7M9RFnud9NzdU+66wUH0jyO3/cm5+ye3Hufn+bkJxwO3%0afnaZ03SPMDJbSKQCCQCiUAikAgkAolAIpAIJAKJQCKQCCQCiUAisCIC6XG+ImBHa3Le1D4+%0aScT8vsbFTtNd5aKnHoVDfHHe0qX4QOc1Ln6a7kr9uU0Ikvhr3/qBF3yQ1LvN96Qn/rHuAj+%0aMhX7aH5LQt73ambtPfO5b3a2veubuWpc4bVd+6LN1P+T6o/pQKbftQ8Q8+kUf6S7ff9zzhp%0af9UZzy+poLn+Nk3Xe+u9UdvyfFyRV7b/wn98T4p7/0nQFreD+t/9gpT3YhWC56zpPVWQy/e%0aaEL6/LEV3ysu8t1xj+E2rw4DyYCiUAikAgkAolAIpAIJAKJQCKQCCQCiUAikAgkAonAAoHj%0affOb3/xR/InF4dzZawR63IdbnOY0p9nrW2X+iUAikAgkAolAIpAIJAKJQCKQCCQCiUAikAg%0akAolAIpAIJAIrIJChWlYAK5MmAolAIpAIJAKJQCKQCCQCiUAikAgkAolAIpAIJAKJQCKQCB%0az5CCRxfuS/43zCRCARSAQSgUQgEUgEEoFEIBFIBBKBRCARSAQSgUQgEUgEEoEVEEjifAWwM%0amkikAgkAolAIpAIJAKJQCKQCCQCiUAikAgkAolAIpAIJAKJwJGPQBLnR/47zidMBBKBRCAR%0aSAQSgUQgEUgEEoFEIBFIBBKBRCARSAQSgUQgEVgBgSTOVwArkyYCiUAikAgkAolAIpAIJAK%0aJQCKQCCQCiUAikAgkAolAIpAIHPkIJHF+5L/jfMJEIBFIBBKBRCARSAQSgUQgEUgEEoFEIB%0aFIBBKBRCARSAQSgRUQSOJ8BbAyaSKQCCQCiUAikAgkAolAIpAIJAKJQCKQCCQCiUAikAgkA%0aonAkY9AEudH/jvOJ0wEEoFEIBFIBBKBRCARSAQSgUQgEUgEEoFEIBFIBBKBRCARWAGBJM5X%0aACuTJgKJQCKQCCQCiUAikAgkAolAIpAIJAKJQCKQCCQCiUAikAgc+QgkcX7kv+N8wkQgEUg%0aEEoFEIBFIBBKBRCARSAQSgUQgEUgEEoFEIBFIBBKBFRBI4nwFsDJpIpAIJAKJQCKQCCQCiU%0aAikAgkAolAIpAIJAKJQCKQCCQCicCRj0AS50f+O84nTAQSgUQgEUgEEoFEIBFIBBKBRCARS%0aAQSgUQgEUgEEoFEIBFYAYEkzlcAK5MmAolAIpAIJAKJQCKQCCQCiUAikAgkAolAIpAIJAKJ%0aQCKQCBz5CCRxfuS/43zCRCARSAQSgUQgEUgEEoFEIBFIBBKBRCARSAQSgUQgEUgEEoEVEEj%0aifAWwMmkikAgkAolAIpAIJAKJQCKQCCQCiUAikAgkAolAIpAIJAKJwJGPQBLnR/47zidMBB%0aKBRCARSAQSgUQgEUgEEoFEIBFIBBKBRCARSAQSgUQgEVgBgROskDaTJgJrI/DZz362+8IXv%0ajB6/WlPe9ruDGc4w+j5PLE3CHz/+9/vtra2uuMf//jd8Y53vOZNnJfOeemWyaH6rr/73e92%0aJzzhCZcVf8/Pf/3rX+8++clPduc///n3/F5H2g2+9a1vdSc+8YmPtMfK59kwAvqssf5sw7c%0a6orPTZ/7Yj/3YrH7/iAZiDx7u//7v/wZs9yDrzDIRSAQSgUQgEUgEEoFEIBFIBDaIQHqcbx%0aDMzGocgcc+9rHdhS50oebfxS9+8e7Tn/70+MWNM8jH4447rnv0ox+9OPvGN76xu8QlLtHd6%0a173Whz7x3/8x+4zn/nM4vecnW9/+9vdT/zET3Q/8zM/033nO98ZvUQZzne+83U//dM/PRDL%0aowlXOPHmN7+5u9a1rtU94hGP2HHV2972tuF+d7vb3XacW/fA1a52tYFMfuUrXzmahXMIZ2n%0anyKc+9anOOx173+rCQcgd73jH7mQnO1n3e7/3exu7/V/91V9N1pH6Rh/60Ie6U53qVN3FLn%0aax7nOf+1x9eunvv/zLv1zpfkszPAQTqG9vfetbd5TsD//wD7tzn/vc3cte9rId5+IAok8f8%0aAu/8Avd+9///jh82Gy/+c1vdic4wQmGP/tHguhPX/e613X3ve99u2tf+9rdl770pT19rP/8%0az/8c+skLX/jC3Ste8Yo9vddeZq6/P0i57nWv2530pCft/uzP/mytYminl7/85Ztj2ToZGu8%0aveMELdr/5m7+5uJwB8m/+5m+6j3zkI4tjh8vOTW960+70pz999+d//ucHVuTPf/7zQ19jrA%0a75jd/4je6a17xmpy+dI9Je4xrX6Iz7q8jDHvaw7qd+6qe6f/7nf17lsu4g9bNWQe9xj3sMe%0asXTnva01umNHqMXHnPMMd1v//ZvbzTfIzkzxvaW/MEf/MGA5ZOe9KTW6V0fu9Od7tQ94AEP%0a6LSxMfn7v//7oQy3vOUtx5Ksffztb397d45znKO7+c1vvudj7tqFzAsTgUQgEUgEEoHDCIH%0a0OD+MXtaRWlQTKET1lPAgNDlGwCBDXv/613cUYt5wt7/97buzne1sA6H47ne/uzvzmc88ZE%0aUpNfk/9alP3T3nOc8Z9qfuEecQFv/xH//RnehEJ+p+/Md/PA7v2L7hDW/oPvjBD3ZnPOMZN%0a+aRx1vbs53mNKfZcT/P7n6Xucxldpw7lA4gzR/60Id2D3zgAw+ZYn3ta18bCNdvfOMb3dWv%0afvWNlOv3f//3u/vc5z7dla985e6lL33pUA+WZXye85ynu/GNbzwYfZ797Gd3v/7rv77sksV%0a5mD784Q/vrnKVqwz3q1do/NzP/Vz38Y9/fJF+zg5iTD1uCUIEXlOC/Pmt3/qt7gY3uEHHkD%0aRXnve85w2Tujo9cvyXf/mXB+JTWz7JSU6ySKIsDGwwc79W23S96xgonvjEJy6ube189atfX%0admo1sonjumLEPu7Fas7DmdBjL/jHe/o/uVf/qVjCFS/ynqE/GG80s/NqTPaDEPTHHnVq17V%0a3frWt+682+tf//oDMfeVr3xl9NKTn/zkK3v93upWt+qQErsRxrN3vvOdo1k8/vGP7xCYP/u%0azP9v96Z/+6TCGlYlveMMbziY2y+vsy/Pud797fXjHb+le+9rXdk95ylO6X/zFX9xxftkBYx%0amc5r67Zfl9+ctfHoxhJUH7x3/8x92xxx7beSdzCej9eH/LnuV///d/u9e85jUdr3Pk8UEJg%0a7j+piQXrSr7u7/7u6F8xqopefWrXz2k9Y7PcpazTCXdce5973vf0D988Ytf3HFu6sBB6met%0acllJqX9rjUet9Ls5doUrXKF7yEMeMuizj3zkIzeidzKMMWruRvS5T37yk3eTxcav1f9wllC%0a31VP6fCn6k49+9KN7QirLF67a9x3ucIfudKc7XXnrxT7juLTnPOc5F8c2tXO/+92v+8QnPt%0aFd8pKX3DF+bOoemU8ikAgkAolAInA0IZDE+dH0tg/BZ+WRhiCoBdmCWOA96O+//uu/OuRni%0aGX4rr3RjW40eEw5HiEcwkv8ile8Ysfr4+lPf/pAolAkeTsjuKYE4U6Qc1PC043wOF9V3vKW%0at3RvetObuqte9ardT/7kT866HHFOELWrCK/7lge7PGBLkLJPfepTh/36X3jsS3u9612vPj3%0a8fvCDH7ytXPe///0Hchh5dijIS17ykmFye4ELXGBjhgfk1R/90R918L3c5S43EA0XuchFlj%0a5uYIP0WYU4NzlFDiEj3e+v//qvB6/+uOG73vWu7gMf+MCOcDThOViHqXH8FKc4RVy+Y+vdI%0aSDPetaz7jhnwofw4N1NYDBFUNYZjHlTa6/Ib23/QQ960LbVAVaSwPu9733vQIrDsRRlZVgg%0a2jqD1pTw3r/LXe4ylWSlc8JNTXmXrZTZYZj4V37lV4Y6ybjH0BmCUOJpbgWPP0Q4Qd7+93/%0a/dyQb3f7qr/5qx0i1TJ7whCcMYwmygiAmvZMpMa7wTF9FeDl/+MMf7rR/RtlV5fnPf37TMF%0armY0yxmomXtbbw4he/eFu/9bd/+7drrzyZ00cpC7IcOfev//qvnfFqapxizP6f//mfjufkG%0aElUPt+m9ukO+tEXvehFQ1lhtkz24/0tK4M68L3vfW/w1Gb034R87GMf6/7hH/5hpaxCV9J3%0aKxNh1CHanD5VSDG6VksYLYjVU1e60pWG/fjHQP2oRz0qfm5sux/62SqFhRGxmm1dMaYjd+c%0aIYzLj0S/90i8tnESmrqPHMraPCWLZuKXd8lBeRRgN1LtSN192PUKbY4qt9konY8DctJgPwE%0an/edvb3rb7i7/4i6W6/6bKQJdmkKIvWyWz32Lc0Bcwgj3mMY/Z6O336/1ttNCZWSKQCCQCi%0aUAisAEEkjjfAIiZxfoIIGxbcbNN2Hk9hSDKEd5IEZO1u971rjs8nMI7NYhCHiaWz/Lokp4X%0aHy+nF77whZOTnJiY8VicEsQlWYc492w8sn/nd35nkpCI+/PMRF6QqUlQpC+3iO8g+cvj5b7%0aJxTLhSTqWTx0+xjvlGbXMY23ZPeeeX+a1FuEGlGdZ2tY9eWbXHksIBSFFTMqEbEEU8KK1eu%0aLlL3/5QOS08nIMPkKJ8AaqCW3nrZqQZymW0/O2u81tbjOQgpbHC09UTsy0kSBD4lqe6Yjqe%0anKLEK+PxTXl1sS4bqM8xm93u9stkiFAS7LUCRN29QqRCr9ShChoCSy8q8te9rIDccOLngGM%0aOIfMMRnVbu7Ye5Od6UxnWmTzu7/7u8Nk3HMhzpcJXBggdivw/rd/+7eFAW+3+R2u1yN+ePq%0af/exnH0g0783fpS996R1tp3xGS8lb9QFhO8ezG4lt1QNDiDqCUDrlKU9Z3mLbvhAi6quVMb%0ashLRlhL3rRi27Le86PICin0l7qUpcaCGvjFmOZMFmerzTmIu3Vu7miPynDmMV12pvxtiVhD%0aNNvtlZBGcN4VGqXxjTk+jLinIclA9+qwshBkGH62RDGGMY2ZYEXQcYtIwH36v0hUpfpDu95%0az3uGchoDVh3PXchgcJOb3GTII/4ZG4xF64gxsb7W+/RnBVCLOLe6Q/tEGBsbGSQIT166wjI%0ajRj1ezC33fuhnc8siXYyhuyHOvbsy7OCc+z/rWc+ak2xoj3PqGKPXquFmnvvc5w4rPucURF%0a1hjAtnjbiGYZXHO0P5bjCM/GLLKYDxlKMJw6MQT+YAIWFgXeZIE+nnbq0++JM/+ZMhOaPvf%0aov5TzgV0JHWGaNaZd7v99cqQx5LBBKBRCARSAQOEoEkzg8S/aP83ojAsQkmUg7hQumzDJiX%0aHO9WJJxrWsuCgzivvVl56ppIuw55ICal0C2lUDZ5iNgiqJEEiJVyCTMFP5RsE/8gBJEFU5P%0aATXykzmQxDAJICnGQpwSRbVkv8dwxqa2vMfmmED+7Dxtynetcpz49/LZcnwKOZEQIt6RFqi%0aA04L7XsaZNVJZ5lkaZTZzKyVMcX7YVB/Pe9773jmQIOkQcT2l1SngTxhkeeHO87ceIr7Glu%0a8gydVgMbx5UjDbut8kJ546HnHGg5d0dJOqq4Uu0d+GbkKG8mNXPEKGXrDLRHsTGtU+QaTyO%0aCQ/UKU/6IVH/Dxm4CcOO5dBIumVtMu57pG+Rmtr9XEF4Iopr4a1avvv6vD4N4Yuk0DcaKxh%0a0GKNaIjayNow0Z+TSbqcI9lYe5TGefMtI4jL9qvvqMCOvcUisXH01ournf/7nh6yMRWP9hA%0aTGLoRmjD8t44R0SM5lnv/6s9Y3GVy7qjAAlHHKV71e/SqJ87hevv7IWH8daW336v3xJLcCZ%0a47w0ve3qpRGy/pa9f9mN7tZfXj0NxyMoRwSQr8pE7dCw/E01jcTq7n0y4QOJT2DyzLjZdTL%0a4cIl//ZbP3M/bW+OMCwTXuNz2gOCOlZH1vkLj3SLW9yiPrzWb2Qxz+NDQawUu+c97zmssmC%0aspNvTZZDoDKTqIEcUBoRNhrxhWEee012FB2PIDXwjTNimdSdjEEMUh4ZoF/v5DmCpP+esQI%0a/ahBzU+9tE2TOPRCARSAQSgURgUwhMs2+bukvmkwg0EBAfemzytE5M1ZiMhJdceUuTOUsXh%0acYIgq08b8LCgyrERLJePopoCS+v8AaWLu4b19Zb3lomBLuRCNMiD+TJMhEaIYhz5WsZGuQR%0akxTE81iaIKWlHUvTKo93+2u/9muDoaJ1flPH3GeMFHIPk3zeRSZIYVxZ9d5T1yEbxCFWDgQ%0agvNTfmtwwGef5JaQKclds/jEZaxfS8/42OWOs4X1dTvwcqz+sGaRDfbz2TB8rC4/SujxI8V%0aJ4WTIehCBQkAjKymuMNMOBAABAAElEQVS8FISLEEWlCL9SGrwYBBgHYFivhuABqV4x1sQ5b%0aVpb5IWvjsZx9/Duyo/flffdxH54rk0R5/okntjLpDTAMUbUuLeuZ8Cr49230h0px4QV4C0s%0a9nbUGSQFQwvCoEUCw/Vxj3vcYMzyHoToYRCsBRHO+DVHrPaI/nNO+nXT+BCgciFEok+v8+L%0atj4y2ygcxx+DAYKwdPeMZz5isR7zQtalStKN/+qd/GlZ/iAk+JlN1fuwanshh8BpL0zrOQK%0aVda99WpExJhAOaSrNX748xBhnYEsYb34UQ45xX6BS2revj2JTBhIOB0GlzxVjCuI3YnBpHI%0az/9nb7ZSg8G9ZIc1CYZgxnuI4yX66St+2AGBsLAXhL2DEW1wWy/9TNjiXFvFdG/zBFj9pjO%0ayGhsRVktPpjturq9GduFbXKuHiuMqasQ51bCjK0orMsTv8PbPn63tgwLdH3v29hvrC6fQxm%0a1A3qRUGtjq19aec85ZmUgxxArm3x7I4jzKHut58/JcyqNj44SRtr6nUxdt4lz2k2Eq7OCob%0aWiSr+jDVu10nJ4qMtx0O+vLk/+TgQSgUQgEUgEDgqBJM4PCvm87/CRsk3CEORmizh3H+RKE%0aN5j9xUio57UiOkX3imuM6mKSRKvjjHlGHnI62/s/FgZWsdjQoNEqSegCFDhCRCJvNHJWDxa%0aBFJZHmEAEFFTy6oRSciowMWkn4JuwrtMeL7x8N9L8d69o5Ywlghz4D2Jq3nMMce0ku36mIl%0a/uXTa75pUE5bI5BCxtdvY2iaePM5r8X7H3n3r+BzPbB5btSCASlEHebjVom7Vx5FmNXHOi7%0ablfT8nrEV5T6EFeLOVgsCB+5TwfFM3SiPEVPry3Bzi3HuJWLjltVP7MbGfSuOcvI8m4aErp%0aIC+Vb9l9Y9VF7WhagwTBGwdliLS8kiMkFhxbGzLQ3KdZfBl/zuWd31cCBJEXoSLKvf1fYxW%0aPMLPda5zDZfCRV3mKagvgpeyIlTrfqDuq4yRSHPkNJzWKW9d/vI3EtTfqiKOub6TcVJM9d3%0aKXr0/xsLWCgrlZdwwfiK+eXjHmLrbZ6mvR6hGSJP6XPmbIVdoK8S5Dy8HcU7f8G0YXrrnPe%0a95y0uGcsPOuKvftvKH0IsYboxN+vg4Hm3EGOF54+PtDNp0NeSdsVI/iqRT9jHZb/1M3a/D0%0aJVl0wchZYl0U23FypgwFgwXzPgnzN6d73znDnGOUK/HQ8Z3OhyDGkK6jjM/4xaLJN5NvP/F%0awRk78Q2csaRCsKgbxvwglcu0+gKGcDq1Z9k0ce5ejFXCI5UroWJ83SRxTtehS2gbqxpeSkz%0aW2Yex/lodYzCNFSFlXgx62rS5iVVyrVWUZXr7h8L7q8uUvxOBRCARSAQSgYNAIInzg0A97z%0amEXhnzkqTcxfLXEqogr3mKtUKPBGEuxibv8Ckxca0JNulf8IIXDF6r5bW8qxwPQU4LDYGAs%0aCR7bLIkVIclomPnI79lW4QBpd8ElzdJ6a3j2oiXaoI65sWMXBMSgef7S1/60sUHwEz8eIyZ%0aWJh41bGo5Y90McnnNWRifPU+zAGiipc1j7MpsVQW0c/7ab/FRAKh5NnhhhitxSTDRF1s5Br%0aXOu1uflvNIAY3Yks83lKQyyaLPIC8492IuhbGk8hHmAfPGMaeOI5Em0O6mhgvi3EeeZqwqa%0a8t4QFVl6FOh7hs1cE63Zzf+os5Kz144vPY0ycIRbRqaJk5xHmUF5mpfxoTHtRhzEC0hzGwl%0aR7hhHw62oRHKnLX8yPntHEe0oyHLUEsizUL1zHvaysoEASriLqFBN0L0Vd7ztIjOUhz90OI%0ah3hu5WBUDY90RlSrlBgNPTNy3AfreLROCYOYfoggWOqxC0bGimUe31P3WPdcEFxBeK2bT1y%0a3l+8v7lFuhfKAKdEX7hVpLn+rfaw6WyY8wcMr1X7UD0ZgfWGrTUQIMn2VfrMlpVFd/xqerX%0aQmH34n2iQiVVumi+kXl31sd7/1M+MeA8KYMDAhzukW2tmUWCk4Rpxr64xjZbtiHGJg13/Br%0afWhVStvCMJZLG/e1I5ZcUGv0+fVRuqxMvLI3osY5zEGTzlQqKt0A/2wcXsdA3b5XOpWxBkv%0aj5f7Yfy3OnBs7CjT22dEeve7310fHn4z6IaRRV+122do3mTioDjxDGA+7qv91n03Xc87QJq%0arZ63vXbSyP4j31ypHHksEEoFEIBFIBA4agSTOD/oNHKX3N6EfE5OpOgZ5mTY+fFMeK/cpxM%0as82niDmPCsKkhOBCilVDlr5bTMj4JKptKU6Vv7niWel+dRi9yNGOLlRyLrvJCfJsI+sGaCZ%0aWk/Us7EF+liEjxG0ikDEhpByDOMVw3yXHlMEGLpa33P+C3tQRDnCGPeqCblPJpagqDyPpHI%0ascS1la48xqu55T3sI7StWO88kHiLIb5McGtywITHB/qQHaXXetxz7H71Enfp1bXai+gRj3j%0aEkFV9XOiHTZFQUVYGiMCAhz3vXoYC9XYOUYRcmFr9EPeZs7XCwIdalwnSwzcUeBozdCH+Eb%0aFzZRXiXJ61EaK8T3nOfvm7THe078f7Ca9WhIbQJC0JggBB0gqD4BoraFokYSu/OKb/2wtBs%0aGqb6pVyIcJa9YDRU4gV/TrijXGzFGSlMA68ihFiQtQg16fEfRlFhVeqCTcEp4/yCu1hBZK2%0avq4YG0tj9FQ+CEDPEgalVp8lBIN+XPnm9h979f5az4IMZGSOMVS99W7nCoNqGDTGrokxSag%0aYWD3zmc8cS7o4zsPYihyezMLg8BQ3DkWdKoncuEjsb4QuPYAR5cIXvvBwijGARy8ClqjHVn%0aztp+y3fhak4pxxZgoHxHEYOuhK2rIVZcZzIaiM4aH7hS5G92Ls9T70cXQc7wThzsGB3kjXO%0a0hhsI+wbqW3d12mMJYjd6dWHNTXjf22ugFOc0Raf3NkLJ12zWnloAzZQiSFQ4b91oeRhQdU%0aX40lsRJp2TMf1PtbVq48nwgkAolAIpAIHAQCSZwfBOp5z+EDUmMwICBbRAFCy+TQ5G7MW93%0aHwUysEedB4LXus+6SVhNznlEm3a1JZXmvINR4+60ryHmeYKTlZe94EOd1CBfnQnh+IwYtrR%0aZ6g2eiZc/iI9/whjccJtljBH9MZOKd8GyXh/dkssBDt/UBsbj31LlIs+mtSfuTn/zkoR6ZM%0aETZN3Ef3kz//u//viMr3md1GASkOS9shgmrIHhUl4LYQpojMMa8scfuhzgrvVDLfDe5ry3V%0adQMhvkw8L+8spF1M+pddcxDntQPGCSQkY5qP5HonY0RsXcZo57shEus88/dmEEACIxT0wbX%0ahaN07ICRb5O0q+U21B0S3/hXJz0OZAcgqoSCX3OejH/3o8AFIq7MQl9paHRpKOt7EzhnvGA%0alLYtP5UvRfVr6IIV572SKMGPiIjyvvtq4bU8ZWR5Vlsi/kSEmcB0FcpmNwM/Ybi5D/U7LX7%0a691b99WMdYSWPp46SqCmF1GnIcewIDOSFl+c2LqXoyFJL6BYWWCsWXMsMCjleMDkpY+Easi%0aEOd0g/CMRvbuN3G+3/pZGO7WCXFSvxOEOcwY140p6rK+Kwh16dVx4TgYnoxVEZ4KQa4sjmm%0anjIDaPQcURuE5wmjvna4i6smU6HcjTNoUcR6hCI3FtWPBVP5j5/RfdR9WpoUf4xKnECtVl3%0amHewbhl8b0SLqblRT0pHoVH6PGWDgb4ZGIVaPCUI2Je48ZPRm56IjEu2+FIRPGK66XdiyUV%0aH3/g3p/dTnydyKQCCQCiUAicCggkMT5ofAWjsIyxNLd1qObsLUmbSbQJs0mBT642RJEJa8K%0aJMnVe0/nTcsXv/jFYSlkTA6n8g9CrSYdp64pz1miayIYwivM5LQ2GsSEeYo4lwdPNF6DCBk%0aTMEq7CReDxBSRE1425aSB0cDEhLfTsvAiU+86nm2T2wjRAn8TiVZInt3czwdiS2MA8rtFJA%0atlox6Gt6G6i8Q3UfPHAIMQI4iUscl3fT+emvFO6ufwzEGExDkehK3jJlNTXuDetz+rE1ri3%0aG6MQq084xgv21WXjce1+g4ed6sIAwTiAEGF5EJIwEyYpmUiHdktmbjsPofLeR6nU/VKPzZF%0aoqzznPo1hHMt2qXwCMozFXO2RcbWecXvTZc98i23jDdCYvDoRSpd//rXH+Ich9f13e9+9+E%0aDlEg1/TcykwgXIFSTUA3SEB7F+h11GSkXHsHDyR/+Y2hkIIPVwx72sIHIkRf8/Pn+gNU7jI%0aDLVhiV+S7b139YGdQSZDgDQUg8ex3qSJmNQ+SOvVf3MtmP91eWwXOUYTyM047NEfqGujBHG%0aIlIrDwTqud+97vf6KUIPeFBjBeIQyHwvGskIG/mFgE3mtkhcmI/9TP1MD4wjLDmjBChOlaF%0aQzxq452xhJMDHde7KY1hxichRYxVVgdaQWPMYbwg9EzHtFFGKfoy3Yee5viY0CdrnWEs7dh%0axJH9L6AgR47513jGkdIQwWhe/sbzHjmsrnBm0lWWkuTwixI7nqUU/HR/jpa/X/ZkwfR/5yE%0afqy7b9povpx8eEoTaI7zKNuQ4Dv3rje0JjzhdWI/CGFypw7spK9zlU31+JQe4nAolAIpAIJ%0aAL7hUAS5/uFdN5nGwKnO93ptv3e1A+EAWWynHDL27JonlRIgfiA2jr3tAxSiAxkMCIBKTnm%0aeb7bUC28/0zOkHm8CpHdPJDqkAL1hHnsuSjOlgAHWSsdoiFCtAjZYrl2LUHM85jzUbAQ3kE%0aUcuFfeCmOyRghPJZ+N8dhztNOKIFjjjlmpUnC3PtG6JNIz2Mf4VCLiSvSnJhY+2sJYjxCSP%0aBkt8Lgxje+8SJpfT8eRi3iHM4I+fr7ADDhBVUftyIDQTImSIiDEh6py7zZyrKZBAf5WRNrZ%0abpl+wwtPHvFAkU+IC6ErZiSJM63o8NDekrmLqGfyiPO6bv0xeq3Nh+i3UXbkwbpWp6PdOVW%0aPq1VSkIfRPss029yH7FaE5X6LyshEKdvetObuic+8YkLg9BLXvKS4RsTiKbS6MkYyiPcaqA%0agzpVT+S3fd7wlCBfkDUHYtQRJZwXUJgVxXvdvkb/vh5TjOEIROcigrG8I4wyCmEen1T4t4/%0aFBvT/PwWBhJQvxrozfiLoxnWFIWPzzrHMl9IDAwFhgPLHqoDQWWLkmbeStPIwhvJONRfpPB%0avrTnva0s25de9jG79jOymRDifZTP2PcpVPBSX3U3rSRuZ7+5SMLmScEEkOHb8mUZK6xEDEr%0aFJE+ipHQfRjTGMPoX8KiBakrfAvvZ+VjvF/mQMJg5u8ghKOL/s2YQM+dMvRssnzhBT/X83q%0aMOOexrm/1jnz4lz5dE+ecIsZWKDFIeq8I/Cljf8s5xWoOeiLdh9FG/Wk5Mlh5wFhNGGfKur%0aVbTA/q/e223Hl9IpAIJAKJQCKwDgJJnK+DWl6zawT2ijiP+KaxLFpBKb1icgobIc4rQnpMT%0aMJ52pUSoVIco3Ty2JMXZZUXN4+TVkzBIM5LYqPMd9m++5jMinWJnOORQvGloIcnEsLWEnsk%0aAqNBSzy/6xgNTPQQSSZ5QplYtg4bgqhoeSNGnhRzf7WYOIotOiZ79a7r+8Eb+QQvYunrJic%0aJ9f2W/eZFxjMdaYegjj+TLecszebxH7F+vSdesYwXPmzVWnUxdU+heFrCo8zkau6HDJWvbg%0aOtfOMYjFt1HJlgItc6F9fGlrej5w/iknGoNhBF2nKLHOJhi1RUDt7iEdKAsQk5NOf+ZZ6IL%0au1NyIdyZUGZptyPdo7MSOmGj1KO9UXw0QdvSnhbhselPH20GQmMoAzRVyIP6jBKcT62yNfw%0a3I5jtgyEN7jBDYZDwiEgc3l61yEF1EXe4Y6X4RXKvMb2xzDRHqxoQb4ItRKiD7/nPe8ZP2d%0atx0hzF+sr9RGetfxjHOahqI6LixthH/SxyNi5xNOsAi5JpH3D6eMf//jgwRkEcXhvj3nVHt%0aT7887i2xoM1ryFy3q55HG3nV62ao0Bn84Do/jYZ2SAFDXWhxhb6o8hwo6uIfSP7wUgbwnCT%0a13Wv9Zhxpyv299xxx3XJO+k3YQcKvoZ40N8hNvqQ2Q1owNcjTdzwxAFJozv8tSuS2HsQ8zS%0aMdV3q7/Cu5veJ/4/wxMDG3JUOYhxl4cyXTEI9ciXgTmMJnFs01tGfLrxlDCwXvOa1xzKwuP%0ads8WqkqnrNnGuJs5hr+20+n/3o5uQeoz3W9tDYDM2tXSs0gliyKT4R3cOg8gqxlnjGU9zOh%0aaDA2NKXXfchjE0vPi18RjHiiKsvXuQ72/tQueFiUAikAgkAonALhA4wS6uzUsTgbURCLJp7%0aQz6C03qTKRe+cpXDqEVeNbERD4UY/lTTBHdvKJ9aGlKKL9zxMfYTBqf3XsRm5jy/qgV11C2%0aVyXu4v4+zsabKLxNTK48q2WtsWwTmQFLoSXqCVLkw5sxYiAixl3P6x4mvKJ5pVG+HWuRDzB%0aG0JuQt5aNm3BMySbe9VT+zsG6JM0dK8kGRo7wQHUuJCY6MCo98eO8LU//IIzK48v2eRXWno%0aU8jNQXxhh11TLeiF2MqEWau1fELl12j704r16MhUJq3Y9HdiueqDqj7o7VyzKvmoQsz7X2E%0aaS8X703hCVPLwRCtBXXuO+6qx14nHsH9UTeJBmJ5MNr8d6ifocxq1Xeo+kY8maKON80Frz9%0aEEsMUEhBZIK+Sv1gtEMw6Lf0na2PUlu9Ia36w/NTOJOy79AW9AGEYUv8e2PKJS95yW2Pwos%0aXueXZI/22BGv+QOaU3ojIzYitXGcZq0q0D21jTBB7UX+l4blahyXi1W48VL8ZsbQxgsyzDz%0afjU4QGGU7u8T/4Is71n/Y9r3J6loi1XRfhIN4f3MLzFGnOIxg5R6zgQhjOkdbKotZ1jEXS0%0ahHKuttK2zqmn6SnGEcZH+PbGYw2Yp8bG1vEOb3BSgAiLSOt0EDERyHjw5DDgQ38O1T0M++T%0aoYkeyPHAWMO7W7uiQxkLSoPenEcv9Ue6rZUj3itvbP0Wo0QYluWHQOfs4Js/Qi3RG3hsMxz%0aHSrLW2Ku9tPS8OWWcm0bfE4Rt6xpGymtd61oDaR7fdIgyt9Jv+pi6SuhgVlHqO+iIyPuWvh%0a66fNlnuj4MFAwmLW9vaTYtxh+rGvTLHC+Ma2P6E+MqrI3JYehRHs4RMBDWJ1burFLOg35/q%0a5Q10yYCiUAikAgkAptCIInzTSGZ+ayEwJSH8rKMeJhZuspLNSaWvH1IEJXveMc7ht8mqbEU%0a3KRrmXJumXp4rQ8Z9P8QMiURH8eRhbwukDYU59obG6FDWop45LFsWxKBSH9KMo953inOWQp%0aOwkOslZ8JDKx4mVOUQxxHnCPfeaTxrjX5qyVIMBNFaVd9nggBUOe7qd8mNfDgkY80MJlFUJ%0afi40sRyqM8Hvs8sMa8sDz3JkQcXpNsE2FY+wBgeDgxXqinyu+drkLC8oCt615ZXvdTF8t4+%0aeV5+2IpRyxSkzDLwGtB6gsFwUBVTvLDWFWmh6X7ts6V6dbZtwQdkajt84ZEMHjnm5aSNEdk%0aIFfdSwgbk+zw3lqFOFfmiIfaKm9M0J3j6TvV1uB7tIrVGtq7/stKi8BC3UVU+rZA1FFGQ3W%0aG0VA7i7BS2rWP4Wl3yGAkk/GBISba5Ri+xoPaEFeGFXEd8jyI7LF8hF6Y450q7EUQooie0v%0au8lTdP8TJUS51Ge69JoDKN8YC3tJUX+taIi6scxjrGCeTbfpLmymcVCUNuELLGQm0K8bXMw%0a7V8vr18fzyQ4/0EaV7e2zjEQ3hTok/m3Y64i/dU5o0MLFcQ1fGWjUNI3uh7GHAR8FbRcQwg%0aYySw5wyDhfqJBA0DtHZVGnzko52FEV/bJchh7QCZt0wOBf3s9a9//fA9DGVlRA1ymuHeuCf%0acF8MSR4Rlq1zq5zVO08HUG+9VP2TcYciN+5TXMFQgz60ohLX3T0dD7GufYQApr7FqozW+l2%0anKfbo0opShMPrO8nxrPzzfW+ccs+KO08L5z3/+Tui5ZXr5WD7rHLcygy4DW6twjAPqn35Fn%0axk6dZm3/o60yjmle5d5bGqfgYR+yPhmDIxxrs6fvmkM0i7VqbJ/tFJB+1NnrERdVQ7y/a1a%0a1kyfCCQCiUAikAhsCoEkzjeFZOazEgLLyFSKqvh5CFB/vGCDhBDHklAeeRKKOR4fhjPZo7R%0aLiywVdkFeiK45BIUJ4jWucY1tz2KS3SLOeWrw3kGCWibLW7GMUxsT0Snya9uNlvzgXWKSap%0am8ySdPSpMrnjtTxKHlpAiiUhCBPFeIieCYyD9C1QjzInZmy+t87HrHd2Mkmco3zvGUNIEws%0aTTpcb+aOFd/WjFXEWqWz5sIjE2A6qXvcd85W/dk7HAfE1yTGB59SOwgx4OEQgD5YNuVrnSl%0aOVkv0iCR5oQ1mUrDOBLEuckssgUhXE7WhXOAs4+UHdPHXy6lfse+KUB28z2BMv9yX96wQsx%0aMPVN5zbr73g1SApmEFPHOvKMw0Mk32nmLpKjvixiZChVVpnfPlDYCjBdBygkZog9kFLQNgo%0aAHuDaNGIxwUsgk+CMSGETFc9Ym9fsIhDIWdPvOPzg6x2NTv6K/nBKGpTnjEoKOJzxjrXGm9%0aDyV/xt7wyiSBLGIOGP85ZEqnAODcT0GBUZ12fT1SLcIf8J71fUwIjz6ES4RYqC+ftXf+phy%0azCyv581eC+KcIPP0e/oizxZEdZ1+7Pdevj/vFF5w9FeLDzby4p4j+pxl4w/SnBHHOHixi11%0askS1CDUmqr4z+OE46zjDoWkQvA4lVbFbUqGN0Gu0JqYmg29QHtq1CQgSXol7PlYPWz5TVqh%0aP1lrNGvXJAf2NlAQOrlWWcKmC9TOhZ+gt/VouoP+4TYTymrjdG019gYyUUYwcCWP+oP0C6l%0aw4Y+kh/pehPGf60r3oc49FOh5G3e+xW1DUr7Ygy6kv2U0IXFtefDu9PPbeiQv9G/xHippRw%0aumgR52W6/dinezC8aaN1vx73N/Z594TXeekw4xjdyYpWeqmVdbWzkDRjctDvb6xceTwRSAQ%0aSgUQgEdhrBJI432uEM/8mAhEio3XSJJhCF56cdRoKLy843qYtRRaRjuwy8TBhtFwf2RyT/z%0aq/3fxG0pvs8GY0eUG6x0Q3PM6DIF12H2RveGuNpUWg8Dik6Mdk2MR3FYE9j7LwyjeZHZPwC%0akMGMB4gZ1Ylzk0K91J4PcKYh83NbnazYdJa3++YiuiN8+FZylM1YofGud1sEeYR0iEIIJNX%0ak9oy/jEvO96f3gXC3IR7VRGyoPaSUvdM/pDhDFDIEyELhHjg4Vd7mzIs1WKSjJBD8oh7OyU%0am24ibMOB4ToLk04558VrCL02sYBgS/PCfD/rOFQYc4pnmXieG6ipLqRHmSDkkKyLEtQhO5G%0apdl1YhztXTqXAD3luEk0Kc1zFVS4x4roendXn8aNjnyamv9F5rYoqBSjgqfSRyEPkUxg4xy%0aP2FIBelX3VlhA9N121CCBHe2CHCFTDc6kP12SVBhNgwhiFplgmPSG0WuWVsEbO7JDL15zxU%0a1c8gznmG6hP0DcjQqVUO7o80U9fFuVYH4ab+l9+80I/F9wPgu24YpPJ59ZPx4bry+Nh+hNr%0axznjXanvG3VU93/fy/fHmVb4xb2N6yFS7Lp99Tjrjv35aHSjFihh1shb9sTKEh7q+myEpSF%0aEkGhIdSazOhqNCnY/fc3UqdVYbKEX/ptzqXWmILFf6lOnX2d+kfkb3EgpFnVUPtY+WeC6Eu%0aWdDrgvjV4+35XX6MdiHvqje0FmR2GP3KK8v97UD9+RRrU0z0NOlEdVTetsTnvCE4T0gWafe%0ad3mvdfc5tMRqnZrQXTfPudfpL0I3KcPh8eJmLGTsUPfpSlbWhRxKxLkytfS1KCudwByJcwx%0aDmvdfC097IfY4Qug/GZfnykG+v7llzHSJQCKQCCQCicCeINBPyrbyb/8x6MmfLX9Hi/QTjq%0a2+Ai/+elJ79NF7ZX9I13urbvWk4lZPVm31H7/Z6gmS4XhPlo1e60SvBC7u03vjbPWx/CbTO%0a9kTycM1vYfgjrQ9wTGc6z/Is+NcHOiV8CFN75UTh7Z6QmA41nvULY7FTu/xMZzrPd+2+lio%0aWz2BMvwOjHrFN5Lu2PaT/kXafnK11XuA7EgzdqD3HNrqib/h+n6yttV7sQ/7PbnSvKT3Shn%0aO917pW71RYKv3ztnqifZm2rGDgU08m7qwSemJgK3eiLDIsieZhjKX72JxstrpyeUhbU8sVW%0afm/+wJiiGP3rtz20W9p9ZwvCfYtnovvqGfLRP05OxWT7IMaXrSfqtfDl2eHt3vvU2Ha1w/J%0av3kb0vd740xWz3BtdXHod/qybqtnrjd6sm1scu2He9J9+E+0U/1E63ht2fpJ/vDX6tN9BOr%0arZ6M2eqNEVu9R++W6zxfT+Bvyz9+9JPZId+oH3ux7SfqcbvRrXbUk5xb/UdZt3qP3EWZ9EF%0a9SKbR6/ol3kNa142J9uW5vIcp6Se9i/van5Ke1BrS9sTpVLJ9O9cbRIbyqGdzJPq8PmZ3M3%0amMA/3qmub58mDvfbwlfdRZdb/3uly0Ke+297wcyteTUlv9R5G3elJ4+G18mSs9OT1c0xNTO%0ay7pw8cM53pSe3HuFa94xXBMf19KlEV/vEz62LRDHj0pvyOp5+qNU0NbUw96wm5I2xMjQ1pj%0aS0++bo1hLFFPaA5pot31huctz1JKH/plqyfjR8thbHB9iUvv+T4cM8bVotz9KqBZfz0BtO1%0ayeoF7ecf6mH712rbzUz8O4v1FefpwKUO51Q993py/3vt4uKY3SEY2za28SG/c2OrDoSzSqH%0afGefWC6Mf6kBtbPdk+/O6Nj1t9+KJhv/wHc3pTb/QuDy/2e6PFUK6eXNyiy/nzTnqievHbf%0aRzrDa+L68qdfsXccF79Cxnrp/dbP4v+uvfoHYpW6q/K3Ru8o8jNrffWGwuG5+uNZ0MafT88%0a6v7a/Ks3Km9p39pEbyAb0km77l/vRDC8V3lqm3SkMaFH9KFKhnvR82rRHyhHH75pqw/zM/r%0aXG8frS5u/6Wp0Jv3vfku/2mF4FvVUH1RLbzgYzvdODouxQ5reaDIc743a9SXbfvdG9iFdH0%0aJn2/GxHzFXif56LN0qx6OP652KtuhiY/LhD3940Oe9237l7FiyHccP8v3tKEweSAQSgUQgE%0aUgE9hGB9DjvtYaU/UeAN86Y8JrjqVd66Ekr5uoc6RXCRTIeorVXCw8gHhebFMuPeT/y2Anh%0atUrqGIT9JLfj8UbCo8iSS8t+fWiL5/SUiDXJ06vvJ4ZQGrxhxpbeRz5isfOWeu1rXzscEuK%0aCx57wG4TXeXhfDwf6f7yT3/SmNw3PpWzC31giyrOt9nCOa1rbqXfdSr/qMZ5zpcfaqtdvOj%0a0PTzGYvWNhCHht9iTPttvwlnacpw/ceYSJV7qq8FLjNcR7NcQ742WkLoYHuHPCUKgDPJ55R%0afJ0HxNeieLR8pDmjV9KGTtZ3S69nl2jrvCkd3/LoHlNapM86ZS19nxTl+MbBeV9xvattOAF%0azutWaKY5UuNfXiMetNUB4sRH36E93vjGNx4+8Dfl3SUfnl1kylPSyhje8VPlGDJZ4Z+YrPq%0aSup9cIYt9S6qe8sK0emEsJFJdGP3bmKhfPojHe1yfFqGZvAOe18IK8CIkQnrwBI+wKdqeUB%0a3er7Zi2bo62fr44dj9heDgFVqKsC+1WNnTE71DeApjGi9tfS3Pbn29WLNTYgzhMa+PE+KpF%0ah9848lrhZU4vbWHMe9J3sS8K61qqcMwyM8qKZ6qvUF1CC1S96XKK7SDEBJCosXYVZdlld/a%0avA9LzhHhSvQh+iKi7+LNr4/iSV+/B6tblo2H+/X+Ws/n465jIRZa6ecci37FeCN/fWSEdFD%0avjQ9CO1ixoE7xMPa+eZuW4V3cS1ulz4Q+0rq/ukDqsZ2OoG7PkbJ99yTmoJMZS3hLb1pW0c%0a9a9466p18pQxe10jrGw14oKO1umd5qjCxDAdIfiHBMQoesIsI0xYoa79XvZWIVoRjm+qZY0%0adG6Rl3xNyZC/Ojjlol6GaFalqXd5Hk6Q4ROovu2Vkvoa40nxgxbK+RIeJyXIW82WbZN5SX0%0aUoRg9O6tOBoT7d9qFd9kUEeNRb1xZyz54vhBvb9FAXInEUgEEoFEIBE4IASSOD8g4I/221p%0aG6g+pUMu6S8BNCJF1iIKQOkyIWMxi+yFX5k7wIq+pLXKxnlRYYk9q4tykGVHhPBIAgWMrj+%0aOOO26SOEc+WYJt0olMQYi7HnliAtYSoS2Qlgg+yrIPvwlnQ4LsM6mIGNeRR0wyInSE+OqOI%0afsp2nX6uK7cIiJrMqc8f6Ttw9EEROgHE5gWsWtSdsf+42EMOAQJiHCO+L1zMVHfESIm3UGc%0aI+9M1rUhk8NahEFCEPtIKUNPhBWq0ykjgpH0XqvbwosI1xBkbRBAyiJkkaXhiC4hWhAMCAf%0a3s2TeEnZ1tfdSH87HPdVjx+aKZci+LeADkL2n49zLtqVD1JhYekc+LhniHSBV9Q+IzTkS8d%0a2RJWOC2LL8e5NShusYy1cYD0urfR9hTtiHsXzmHIdpiLrDUCBMiT8Yx/J8hJywPVOCFI330%0ahoPfPRZO5NOv8cI5ZsPiOroB31HQ0gRpBlCTp1Ur13LWCJMChKY8RBBoh1FfzhVNueQk0Gm%0aRdoItRC/bdVtYVbcw59+Wt2ChRAV0X7Ka8p9xJk+xfPV8de1AX0zIsOHnlvCYKNN9qshhjy%0aE36jDm3kORtJ6nJJf72E64GyLaEJY73U9QtQzaMQfIyRCVkge4160N+S4EDylOIeQZ9hVF8%0aZkv95f6/7wR2LPEXVKnPo5wjDiuRiM1ImW0DGQloyBDFj6EH1DKfprfb7+T73Qd9eiTpIyj%0aBfDL8wjFIawY60wEXVefmsn7kf/0V+tOha28iyPraKfldfFvrYKp6k6FWljyyDlWeb2KXFd%0abLVHoedWkX6VwCrJh7T0QUJ38L7HQgypM626MFzc/6tDV8Xx1lZfK5zU3DG2lccqx+i+3p1%0awV5xmxvQGIXUYPIxf5bdm4uO6hzJxzikhwjaKa288XCYMq/R5OrqxsI7tPnb9fr+/sXLk8U%0aQgEUgEEoFEYD8RSOJ8P9HOe21DgIJKcduEIEMQuxQ6Ew75IgxMoCmDQWAimomJWkv6pfWd+%0aLOlIDXXEZ5vxKStFl7lCKFVSAieWDwjTXAQkLztxMtGTImRiUgJz7PyfkhOEz9eRTzNS4Ik%0ayKw6BiclGsmDrAnPZNfxyHEv5CVibJln3yrxa8syH4776o3JCoNQK4430odnKK81uCMtrK7%0awoVfEWB8+YiDV5j67j3Yh3xHgJnq8AE20kUyMR616x6PIRFksT96jfQikHR6H7o+AIdoJwr%0aucMJqUMcCEmIzybEd4EYYdH+AKYhHhhkTnWa9dujdSTLkPSjwXgifqsDqNMF/F6zjKHiTSF%0aHEeafdzq24gb5DL6ld8FG0vysCgp94RRhxx9RlTQpCFvJbVuXplS6Rxjf5NvdHHqVdEPa8F%0aOYoU55WpPpXklHqILNfWtDMeyQhfBiUGQ2NFH55iIM7FeY1Yr7wtEXctY259f+3Gyp9StP+%0aWh5/8EbxiByNMjUFwYPiZEga1IB5LQsMqA7/FXGb4YvwZG8/kf6c73WnwyIcJ0siH/mqDWT%0akmRJnkyxhsHEPwu6+VIVbJ1LHZjRUMJy2P9siv3iKFja1ip8cfT2nGjVKQdZEvox2CiCiXf%0aqT80KGVB/pBusUUybkf7698hnKf0fyNEyvuyrSMkFYSzBGGS6IfmxJjk7HGu4RnEPP6iKv3%0acZ05H9ApOBZoL+K1l+1L3jD2ThD0pc6h7Yaha5n3au3xqw8Ox4GW0dd990s/c69StK+p+lS%0amLfdr3Mpzh8K+vkCbo//R5eh1xv4Woc1ZwjvarXi3HDD0KYyjY0ae3d4nrmc09VzmBnRhdX%0a9KWuUxZpBVPqI5dY9Nn9MPGt/0wfQvnudzRBu1kslKRKtQ9PetsaDMa7/fX3nv3E8EEoFEI%0aBFIBA4UgYxvvv/xzWF+tMc47yv9ljiCPeHX84nzRKxo1/Vk1+ICsVh775GtXgkfzon5LU4k%0aEeNa+p5YWaQXB9cxcZpL6SdFw3Hnxv5a8ZzLPOp98SXl1RMW9anR32JHu6ZX9Lel6b3EtsT%0amdU7MyZ5UGc735NhWr+gOx3vCanF828UTP3rSYbi2nxgsUol52nttDsf7j6oujsdOH/pmON%0aeT9804kZGuJ84WcT5LTMUL3UvZ7xjnYgx7vqiDYprW9bong4ZYo9L1hMFWT1gs3lVPOg14O%0ay6O6JT0RODifctLPeknhlvibEf96I0j27LoiYwdsbV7b+uhHP3Efvh+wLYL+h/XvOY1h2cS%0a+1Is6p44WHxjoF9FUCff8sw9mbmlnk6Jd6+tqRvrSk/wDGXrie91sxiuE8+1/yDYgN9uMuo%0a9iYfy9Evkd5PNcK13GW3F/m7kIQ95yCIvdVPs3L2S3riyuJfyi4cttn0/gd/qPWGHeM71ve%0asY5/2kf6snbBb59CTF8H2L+rrWb/VJX6UtqqvK0BNBWzAon7v3mhzOld+9EM84vuWgrbTi/%0aMY9e2/x4foylre+uPfYG2L+x7NrD+Kbh2i3ESNcmnIMizT1tif+h3v1ZObilDjZ8V2KPhTD%0acN/FyX5HLGv51zFzYdt7pQ/netJ8Wyzy8nr7vdf28O7k40/97onSxXdAYFR/z6HOw299jOt%0a7Infb6T4EwpZxujcaD+fjPrHtieUh3nNP3A/xlOPi6Nf1k8Y66fuVPdvab0/IDcfduyX7+f%0a7q+0eM8954Up8a/e27F55zWYxz34+AZ09cb4tLHv14WRfjZv1qhsV3drQfuGozxO/e43a4N%0a8xKUZd7wm1HmZSz1LV6gm24fm6M897wNoyhvfGpvN2wv9/6WR3jfEeB1jgAMxjVMc7rrPRX%0a0tGPVxXfdXCtGOfLRL/cGzSH9GJ40yXVod6gvS1OPn1zbp7L7ul86I/yXKbvzMlvKk3vxDD%0a0Ee5Fp+3De00lb57rjbhbvWFh+OuNh800cbA3og9Y7WeMc99/6o3Rw337VW1b2idRVn2OsY%0aYeZyymd4rRb3zw3Rn9BWziT5plsp/vb1lZ8nwikAgkAolAIrCfCAgXkR8HPQAMkjj/gbLWe%0azXNru9BPFAE+5iDW72H+YIkQQwhK3zUKqT3SFuQFQiU3vNyq/fyHZRERGYpMTFDdiOByj8f%0abqJYrkKcIx9iotR7bJW3mtyviXOEhecMxVY5gzSPjHxgLkjb3pNx20eNIk1rC48gW00OSO8%0aBuNV75w/362Mfti7b6r3gBqVbmUyq6/LERb3X86LcUX7b/STOTR582G7sz4cylan3CB1N49%0aqSfIvns/V+TKrkYRLSr3AoTw+T0d5La0ESmQyXpF0kRiYxgCAvkLljguwILH2oCiHWe6UOH%0a8pDGPYrBXZc2iLOJfJ+XOMPKRXCcOIeQdZ88IMf3EZoIvQQhaUYR9SnZaK8tVFh2TX1eR/r%0aVL7dEud1vuv81s57z/7h/Y7VkVXy3SRxzqh4rh9+SBFerQ8fr1K2qbT6WqQNslN9mSM1ce4%0aaz69v97dMYO8DzEjU+GCu50QMH3vssQtSMPLxEUmGImn0c6Wov/1qjeFc70G71XuzL073Hu%0axbPlDahzfaig+g+vAhgte7l1/9Jw8fICW9N+Dw8b8yDQNBH1t4cY96R5/ae1oP+fqAHNFu4%0apgP/iH3ahkjzqXT9pDYymEcrIVO0q8MWRg79Wtlf+b+SBfXw3GMEI18ew/GIW1NnPuApTz0%0aO/2KpoGYN9a8+tWvbpKK7tuHFRmucV3vWT3col8hMBxjoPFs/hgT9KEfLox7B/H+AoNyu1f%0aEuec27sOGs0Ap/QqO4bi+fkqMSa5HmoYgsoOQKw3o9qXtwxtF0mHrWEmc++iuY3U9UV7vpA%0a+1NJxH4kVfIL0/hGcp+62fbZo417b0CZ7N/pQEcY58RW6v8seQ7h7LiHP6bxgp+9Asi7Ebc%0aep6JHO/SnF4D5smzhmYGUURsKt82HcKs9Y5/Wt89FR/tcyo38rDMTjAxAdNl8l+E+eccpQt%0a/hhZvU86fMwJ4tzYtg+BtdV72Q952B/T5+PZ9+v9xf1ymwgkAolAIpAIHCoIZKiWXptIOTg%0aELPuzRNiSwVqEWek9n4aYrL0X+WJ5sPAhlv5bqt1Pvod4hWI31zEWe2V5iOdpKbf7yM8SY8%0avke2+L+nbDb6E2hDcoxb3j43Pl8XJf3v1ka1i+LHSDWLK958fwsaUyVmJ5zbJ98W0tpZZvr%0awQPIT56A8AiBEZc308qu5e//OXDMlofzBNLuRWCoyeahpi1cBHzUagDx3oCYlimK9RA76E2%0axNQVK3EsjE5PxA73s+zfcv6epBiWWAuJECJ/H907aLHUfc7yWmEU/I2JEDXeRS094TbEKBf%0aKpDd6DLFj1VlxYuUX9UZ9FeKk9TE7eQq5A0txkC21h6W497XA3BJ5oSfESSfikqof7mlJ8l%0axxH9fJxzLmkIh5GjH7Le13XkgZHxLzHP4s7fbcQpSoU9qwP+GH5GsJv/bZD3bDEmIhQ4R76%0aCdmQ/iBCEMR9x3bWiYtP3/eZ8S+Hgv5MZbPbo6LiS2shGeKP+3c8mbtsycBmqFxdnPP3V4r%0aJERPYg99n/5vKj7tbu/l/QuNsltZtkw88oe7cCXqFFHnhHTxEVBL1b2jEOOEEA8+Xucjb8K%0a81KGUxEUXAkRIFem82xB594RS/ByWsquH2qi4v2L1+usJ2+FDa779IHRNT4ANHweOcFVCuw%0ah/oZ3qe7V1Y4PwWXVb741CQ+gbseDFZifKcce+raqL4tIKi7GKKJ8xRf+hLYdoX57PPXvDx%0aXBYGCVlLWNNu7+yw9ZWuXws2nMJtaKv8/6EfTD2RUgEeJciT7GxfbywNe6XaYW9gpM+jiin%0a8FYErr5X4r2JJe0+wuAI93NMEUrqIN7fUMA1/vVGgiHkFRzVyfj2w1S70Ccb9/XF6lIpdB0%0afOTTuCPUGi1rUZfoCUZ9DhLcTsk1dKd8T3YbQ21oiBI+6Rm8inoN+5B76I/qCcTNE2XvifA%0ai1Z3wQcs4HLrXlWg4l/awuW/zuV6wM70M782cM9Oz6KiHNhJeaI97L3Fj4c/KLNL79oO36/%0aoW49Nq5MhLho3xLwDcT1CV/0ZcK/6YOCQHnudQl52J87w0iw4dl1WHhocZCl2mfxtK9Enos%0a/SQ+Bk3/ox/Hx6LH7ksvMYaFHqPNCYES+lDr48xjee3X8XoMqENAea/GKe/Z+N8b0oe+0dY%0a8io5AN9XuzImEOVMfWm0vnmmv31/cJ7eJQCKQCCQCicAhhwBPq/zbfwzS4/xHXhK9kts0JE%0aVIhr7RLDwqbnvb2y7S8lqa493IY4cnhXx68m2HB5QMe0V/8M5sLUG39JEXEM+3MbnDHe6wK%0aGOUl7fWqktDS4/zWHbL89czLBOewr1CPJSjJ2J3JIdVlK3c9rGPh7ThjehZeIUtE/fj2dJP%0anraEGymF9395j3J/Pz3O+8nn4BnKO3Q3fzy9x4S3JM/zEP0pjyrPzPuVR/hcb+QINdCT1pH%0adjm0ZVsdJnoE9gbUjXRwY8ziP8zw9IyyI9y4kEg/eWPIb6Wwt5/b+eDX1E+PRd1y+79Y+r/%0aG5YklxnYcl5q3yzc1z1XS81eoyxG+egREeatV86/Sb9DiPvL0roTHmrAiIa/ZjG16mfUzdl%0aW+nvWlbwoj0BOqO9uVZ1eOeBFl4enpfPMSXed73pPCO0DI9IbvFm1DbHhMe/u4R3twRFob3%0aJk9g4S9CtFehjaTXf8q/lPCm9mylGIOm+uYpj/Myn3I/vFSVReguYZ+mRBl4i/akzFZPog5%0aJ9SGur/+Mt/qndSW8PfVhVlbV8pGPfGQx5rl3T+Y1w8js9/ury+n3HI9zdaQn7HbgaAXcmP%0aRE9bBSoPQKj7S8+2OlXv1u6t/6fHjWYmVHKb1haEufV+tD8uNxLuxH5M2rWVuMsC3qA32mN%0awANoSOMJ1arhEQbUidL2W/9bDce5z1Jvnj+wMFWe7EKY5mEx7l6YIXHKn+hd0x5nFttQzfV%0apsbGrU9/+tNb9Br9UE+8Np+nfLZyvzeiLvVaXobBbs7rA/Wp6lpvCGiuzBnLP8JBls9j3+q%0aJOWKMkF77mCNWE0lv1cU6om+1WlL5rATsjYhbPXm+JXSTME+rjPm9c8hQFitcUxKBRCARSA%0aQSgURgJwLHMxHsB+6UfUagx32441zvk30u3sZvx1uXl11LeCfxiuK1WYqPVvlwEeHdwhO89%0aIAr0y7b5w3DG4MXzDLPk2V5tc7zePMRLZ52fTMbPkbKe3vV99sT5MOH7Xj8+dgPz2Le3y1P%0asVY5fACU1yQvmX7SuiOJ9yANrzDnffwrcOcpzQuY934/6dhxbetATwYMHxfzAbyQftl31y/%0aDHnCIY+W2J167PjRIeWij+z6S5sOwvI76cCYbzXtuZj0hMHwk1Adr5747eas7vEl5g2sXmx%0aAf9OJN5cNrc4SXpw8A9saPpcn1YzzYfMyRZy+PXnWLB1P8eSZ/pfB0mutNx7uY51eI9ssLt%0af44Y5zfi63n9NE8Hl7+eNrxSOM1q1/icbwJcZ/w7tSXuMe64r3wHOS1yuPaypRDSfQ96hqP%0a4dZHNXdbVv2mOs9D0ntS33qj4Mp98txy9OEPhn6PxznMeUlbRfKABzxg28d1Iz9jEq/pPuz%0aRkCaO2/aEx7Baivf83L7YdTx69a/KoA+cIzxPrS6ywqSPGT7nkqG9G099YJJo//UKIx6NPl%0aZshdK60pOzw3h27LHHNjGUrz5H/e4J/6FfgNk6ssn317q/1V3GSbgY18dEfeHBT3iDep6ek%0aF67L1DPfOzTaruW8Er1AVIr1dxvmagvvSFx8Cou0zpGv/IBRn02L1djj+e1gsP9tUPeylPy%0a+Mc/fviIben9PpV+zrlV9TN9L89a/Xw59sy5l2s9fyn0QO+wN/aVh5v76rOVKN4J7/VVxEf%0agewPKoF/FSpXW9Tz6rVCoV4O00jrWO/oMHurqsHFeuzTO+9NXqWO2/pQ7+oWx/Pb6uJU1MF%0axV1/cBbR9HNQ7Thz2L9je3Llol4L68vK2qWSZWW/QOMsOH4nl6H6RYOaffUf6URCARSAQSg%0aUQgEdiJQBLnOzHZlyMUM7IqsbovhcubJAKJQCKQCBzWCAhr0HvpDoaYVUL4HNYPnYVPBBKB%0aRCARSAQSgUQgEUgEEoFEIBFIBDaIQBLnGwRzlaySOF8FrUybCCQCiUAisAoCPCV55YtFn5I%0aIJAKJQCKQCCQCiUAikAgkAolAIpAIJAKrI5DE+eqYbeSKJM43AmNmkggkAolAIpAIJAKJQC%0aKQCCQCiUAikAgkAolAIpAIJAKJwMYR+MGn1DeebWaYCCQCiUAikAgkAolAIpAIJAKJQCKQC%0aCQCiUAikAgkAolAIpAIHJ4IJHF+eL63LHUikAgkAolAIpAIJAKJQCKQCCQCiUAikAgkAolA%0aIpAIJAKJwB4hkMT5HgGb2SYCiUAikAgkAolAIpAIJAKJQCKQCCQCiUAikAgkAolAIpAIHJ4%0aIJHF+eL63LHUikAgkAolAIpAIJAKJQCKQCCQCiUAikAgkAolAIpAIJAKJwB4hkMT5HgGb2S%0aYCiUAikAgkAolAIpAIJAKJQCKQCCQCiUAikAgkAolAIpAIHJ4IJHF+eL63LHUikAgkAolAI%0apAIJAKJQCKQCCQCiUAikAgkAolAIpAIJAKJwB4hkMT5HgGb2SYCiUAikAgkAolAIpAIJAKJ%0aQCKQCCQCiUAikAgkAolAIpAIHJ4IJHF+eL63LHUikAgkAolAIpAIJAKJQCKQCCQCiUAikAg%0akAolAIpAIJAKJwB4hkMT5HgGb2SYCiUAikAgkAolAIpAIJAKJQCKQCCQCiUAikAgkAolAIp%0aAIHJ4IJHF+eL63LHUikAgkAolAIpAIJAKJQCKQCCQCiUAikAgkAolAIpAIJAKJwB4hkMT5H%0agGb2SYCiUAikAgkAolAIpAIJAKJQCKQCCQCiUAikAgkAolAIpAIHJ4IJHF+eL63LHUikAgk%0aAolAIpAIJAKJQCKQCCQCiUAikAgkAolAIpAIJAKJwB4hkMT5HgGb2SYCiUAikAgkAolAIpA%0aIJAKJQCKQCCQCiUAikAgkAolAIpAIHJ4IJHF+eL63LHUikAgkAolAIpAIJAKJQCKQCCQCiU%0aAikAgkAolAIpAIJAKJwB4hcII9yjezTQS2IfDZz362+8IXvrDtWPnjtKc9bXeGM5yhPJT7h%0aykC+a4P0xeXxd6GwP/93/91P/ZjaVveBkr+SAQSgUQgEUgEEoFEYJ8Q+N73vtd9/OMf7859%0a7nPv0x3Xv83W1lZ3vOMdb/0M8so9QSD1+T2BNTNNBI46BJIVOOpe+cE88GMf+9juQhe6UPP%0av4he/ePfpT396pYJ9/etf74477rju0Y9+9OK6N77xjd0lLnGJ7l73utfi2D/+4z92n/nMZx%0aa/5+x8+9vf7n7iJ36i+5mf+ZnuO9/5zuglynC+852v++mf/unu+9///mi6w+XEv/7rv3YMG%0aNe4xjVmFfnLX/5yM92nPvWpzjsde9/qwn7IL/7iL3a/+qu/uq1uveQlLxnK9tSnPnVjRfjG%0aN77Rfetb39qR33vf+97udre7XffiF794x7k48L//+7/dL/3SL3V/93d/11G454q0t73tbTt%0aYfvOb35x72YGke8QjHjHUq8c97nEHcv91b3rTm960O/3pT9/9+Z//+bpZNK87qP7lPve5T/%0adrv/ZrnfZZy4UvfOHhHb3//e8fTv33f/939wd/8Ad1skPy941vfOPughe8YPeBD3xgaflMn%0am52s5sN48Sf/MmfLE2/TgJjgn601Sesk5+2fpvb3Gb4W6WPWOdem7zmZS97WXf5y1++0/5T%0afoDAox71qO6nfuqnOrpKLfoF56573evWp4763+q9flj73a0YL1//+td3D3rQg7q3vOUtu81%0auX65/xzve0Z3sZCebrZvtS6H28SavfOUru+9+97v7eMcf3eoCF7hAd/3rX/9HBxp72u6Zz3%0azm7id/8icbZ9c/dLS/d8h95Stf6c50pjN15z3vebv3ve99a4P5sY99rHvyk5/c2Y7JU57yl%0aO5a17pW91d/9VfNJPoh88urXOUqHQehWtRROiMdYMpRrL7uUPxtfk2v+s3f/M1F8T75yU92%0af/M3f9N95CMfWRxbd0ffS0+60pWutG4WK123V/r8SoXYcOJDTZ94whOeMLxT23XEGP/Vr35%0a16aWf//znu5/92Z8dxvGliTNBIrBhBNLjfMOAZnarI/Cwhz1sIKqnrqSwGKxf97rXda94xS%0auGDhMxwSP09re/fXe2s51tILnf/e53DwqsvP7+7/9+mISe+tSn7p7znOfMnpC+7W1v6/7jP%0a/6jO9GJTtT9+I//+Gix3vCGN3Qf/OAHuzOe8Yzd8Y9//NF0y07c8pa37BBVuxGKHKVwN8Kr%0a44tf/OKgqC7L59WvfnV361vfunv6058+EDpleqT5Qx/60O6BD3xgeXhf9//nf/6ne97zntd%0a5prvd7W6LOvH85z+/+/d///fuhCc84UbKY6BHzt/5znfuKDGlUAyVwfYmN7lJ854PfvCDOw%0aTeO9/5zu7tb397efnk/hOf+MTOs1zhClfo7ne/+w1p3eNf/uVfJq+rT/72b//2NkNTfX4Tv%0axEV6tUUkfihD32o0542KVe96lU7k951hEHjNa95zUDUILM2Kfvdvyg7RfMP//APByPLrW51%0aq+4sZznLtkdi/PGOEAD6Wn3Su971rqF/+/3f//1JDyoTxDe/+c3b8mv9QKL+27/9W2dyOld%0aucIMbdHe/+90nk3/0ox/tEP7KvkxgYEJIEGcI6ZOe9KTLLlvp/Je+9KUBSzhuQuTzwhe+cM%0ahKf1J7szFwg4JwiQAAQABJREFUGBfnyKUvfenOeFvLf/3Xfw1Glfr42O8rXvGK3cMf/vCx0%0a8NxxII+7WIXu9hkuoM+ybiuLx0T9Y8hnZEekdWSRz7ykYOhuHWuPKaeaist0oXx3blTnOIU%0a5SWz9ve7/3z2s5/dcRzYC0EQ3/GOd9yWNaPfk570pOE9aQsnP/nJt52f+mHc0ecyTvt761v%0afunCIQMgae+s2JT994jLCdOq+rXPnP//5h/G+dW7q2DOf+cyhPHSuWhjQ//qv/7o+vKvfnC%0ade9KIXbcvDPUpHlW0nN/SDPnK9611vW27GH++fgwrHh1Od6lSL8/o9bW8dYSx+xjOesbj0t%0aa997TDmLw78cEfbMjYqQy2cAU5wghMM19EZrnnNa9ZJdvX7aH7vAdwpT3nKQUc13hjr5ji9%0a6Es5YyHJGcmM+RyDCH38BS94QWS/bYuYl/7mN7/5tuPxQz9hfDdmqIu//Mu/HKeGreP0oWO%0aOOWYgELedPMx+cIwyXpWOFn/8x3/cHXvssR0dcrcOJTHfHHPAasHlva4z195Lfb4u55GgT7%0azqVa8a+Jb62fz+hV/4hQ6n0hJj7bK5Xus6x7Rtc2n8gXH5HOc4x1jS7k1velPHMeOf//mfO%0a5zP6U53uh1p6Sj4mxvd6EZr6VQ7MswDicAPEUjiPKvCgSKATPmN3/iNHWVAopnQ/Od//ufw%0aZ2L/ta99bZGOAuNanSLFlZz4xCcetuElbnJ/pzvdaSB3TYAQjDx0l4VfQLgTpM2UsLwTCv1%0auhLKm89+NnPWsZ511uYGNwtISE0VCOSmxLtOa1CorxUle5SSmTHf/+99/UFZXJXLLPHazj9%0aD3nLz3LnKRiwxZ8VxBhqo76s0mBDGLlHz84x8/eIDHveR9hzvcoWN5Z4QxQfuVX/mVbbdE4%0aP/pn/7pcMz1rcn7tgt++EO7MMFEHiB8ov5/7nOf63iE8ODwnqaEEYqxZuw9I0W83ynRjk5z%0amtNMJZl9DsHG836TAtt1iXO4qj8IBEa5Tcp+9y/K/kd/9EcDac4jruUVFwZCz6we/sVf/EV%0a37Wtfe1Bm1e8/+7M/G+039c2MNsuEomsCQymeK1e+8pXnJl2azgRQu9FeGFvVD6TMAx7wgK%0aXXvuc971lMvJclDgLfxDJwnbrGypzLXOYyU0kmzzFGzMU0xsY6Q2TAXPLdtYzKIfoQxj+Tq%0aZrwjDQHvTUeWOpfyz3vec9O/XV+TOgBiHOkNoNxS1qkGu/omOgv0zlaedbH1CtOA9paXa/2%0au//UZkpCpS7rbn4z6tX1iPHCZF49Z8j0HsL4x3lB/UNYxZ/Je+y3PNiMC0hohrOxcde7M0H%0afpLTKsix/hmdEHwPfz//8z+9IzhOXQWyZ/O3f/u2QhEftMkHw14KI3DQe9T2sEqyFDidEB0%0aKTboPgjjHZeLJumWr9BgljPGgJ3ap17jGPecwwngQRy4hbrnit86IP1m23ThO/j9b3TjelK%0a5QSZCkHKN7cdZu94Q1v2CHYrT7jNKOuar+l0FUZZXar+xsz6Id0pJo410cRq9qORDFXR54z%0aqjFYeRf7JcY+xOqznvWs7upXv/pKt920Pn+k6xOeL+pyDbTxg673l3/5lwunrUhjjk3wLC2%0ad6rd+67c67aclCPmXvvSlg8MjbscYf6lLXaqVdPA2p8Obl3Baq/sLF4WO8uEPf3iSOOfEYI%0a5uqz7TDVYxzDcLmAePaASSOD+iX++h/3A8k0MpKktrUOYdFEJRMvk0GWXxvutd77qYOEWak%0a5zkJMNuLOk0uX/a0542TLSkR04iqXksTRGLQWwt8zYKL5/dEudRfve1NK4Uyv0xvffCOc95%0azsG6Wp6zD6OWF1KdLn6beL385S+Pn80tImbM6+0f/uEfhvshVimxFNaWeKcPechDBkW2dX4%0avjyEYEIWkJDQMrvBknea5OVdMTMcUYRNWEyXecCb3UXfkrb6aWAn5I1wBMqDElSGHci/vuY%0aogxcRkHwHGe1bZauGlhIybEp5S5RLMOu2v//qvb/PGqs/7jbhA1G9CKCv3vve9N5HVYByZW%0asGBvFjWthGlhMeN1RyrignGGJkcdWRZGTbVv+gPw0vLe21JTObDqOZ9IAr1bSYdFMnSO6/M%0aw7cpyj7IBEf/8HM/93MLo470yA5E+ByS53d+53cGZbhVv8t7r7KvfvFuuu997zusDtF3apc%0am0ojRKaHEj2E3dh2j7RwxGdwNcR73QOyMeTwyQJfvKK6pt5e97GWbBFGk43GtvKXAVD+LbN%0aPHHYrC+wgxVou+15JfEzR9osmgcUJdNSlrreLSt1iOT+gVSIQW0WhMUNesvFrXK9Y9eLzq6%0axl6EHiwrpdC72f/qUx3uctdhrZkf45whDA5hdOyfq9ljKcX8RT3vhCl6rlwN0I4GM/hMWYU%0aUj6kGVKWM4W/KW+2+nnokfrCMUEkaAM8UOlpLbF6Z13DsHzljyhADtbSWkFSp/E7+njE8zp%0aC7xDuYEw+8YlPDP2oFSb0xFIYO7x/zgJnP/vZy1Pb9lurf3iGe/fGU1t4G0Ot9AzhlLBsBU%0aykjXLG79hqpy0jqjJpX95hLXQ87yYMl//0T//U+RuT3/3d3128h7E0cfxofe8MmaXeHnjY0%0aiv0qbVwHLL6Uh/PMH7Ri150MLac5zznGbb6dw4DrblmnVfrN30QARei39EPeUcx73Qu5lbm%0al2FkRTLuVziSKF+5ZcyZE8auvMa+90AYSBmtQsxnjEfai/GPaB+tPvVc5zpXc3WVa8KwAdt%0aWu5dGezG/0mdZBUk/ZRgp5SD0+SNdnxBitHSwMQ+iDwmtEwZr9T72431YHWmOap5bnjNP9N%0a6mDMfGce+ZMYpxRD+v3l3ykpcceJ/nPve5g/NPGKvoZtqgNkc3KvVtbVW9pUvgT1rC2YBOQ%0aDcuxTipj7EidYonKq/J/aMLgSTOj673fUg9LXJvbBKl40awUIAo4jx5xS/nXeSaslOOhwoF%0ahqdGKQgDA7vrxK67xz3uMZC+ZRrkkoHc1lI+Ey1LhkqvFB0qRZlQRJTFgG+AmVqWX3tHlPc%0at9w0cFLJS4lkofPU56Vb1+KXIjC2d53Fuks5zv+VJYNAzeTLxMFH1jqaEggV3g+5+Ck9P1m%0aN1powXG0sLedBOkcZ1WT3HGHEuLfJNHHODOKNMSVAxLJjkUyrVpSDOWfN5eHrnjDtzhCeOs%0aoidjpQcI6koAiYYU+IdTol61VKE4xpKUEzE49hutiY2Y94Fq+ZLYZoizinfllPOEc9ZK+pz%0arqvbxkH2L4g9z4CEHiM+6tU6ntH7t6rGhNREiectj65akFrhcUdpRj66l21LgnRsnYtjyAj%0aS6ocizSpb7U0bFYeWsRYZhii9xS1uMXhxWhkT40crX4T/FDHjOxo8bJA8xgX9NhJavupCi1%0aiN+/CuKYVxuDQulGOLNhLjCQKwNGbo28cMAOU4Vt6r3jfJn/LyD2/6+rrD5beJGfy8K95NR%0aH30F0SccT88XJ0PvO0TkzE4EeQC3OPa4eCMf8baqOOSR/uLS+ki6qxyaoNRB7x/9aqW/ew/%0a3XuqLdRlMxabdBPGhDGdr76u/h0Ta32Q98iopx/3LhCXMEMsl388T7VJ7e/3fu/36ixn/ab%0aztTCPi2PFl7Y31s7ntr/Is9wyhJOSGIjznBf0N3MkiCoODXNEH27VXIjxfmrMD1KErhrtI6%0a4NwrJsO3Fuzlb7QqJc5zrXGd65cawkqPXn9T05iSC7GW3KFZlRzvq+2jnDIHK+FLjRGWs9T%0aT2GESO5/t68ojb+M1gjeFxLD5waY8p72j9a37v5Sctbtcan/F0anrVBzj+bFF7WwiPWQn9o%0aSUn8G9+FijoooYetMt+py6ndlcR5nJdv6Hj69bruS2e+M9b30YkZO/WvMS+KvGOrv2Ek097%0ap7cjTcn4l3UHo81G+I1WfsKI8hD4aOqFxP4y3HE7q1RvClTKo6AtLIyTHAWFJl4n3jQTHq+%0ag7kedWuJvTme/iE4I4Vw5p9atWuKsjiH0S8zucUUs41vF8V3c4SdC3jR/mzkI6cXjjuKTdT%0ao15rbzz2JGPQBLnR/47PmSfkHJRT0qjsK0lm3FubBuTz1guVKajWPGC4TVYe2tJx+usXJpk%0aYlsv1+GJFl6k8fEY6eK+5f3K/YNWnMqyUHDGhLcGkgzhXMdy5bWABDawWG5VKoZj+Xm3PkZ%0aoEN1PCS/BsoyIYkQ1C/Jcz1ETKKRFTWx5FkvDwyPD7yDGDdgs2aUw/phcl/FBY2kZj5j6Y6%0amlchD5mCRSDJAQQmi4/5iMKfNj6VvHKUB1zPZIR+E1AQzvOuFvkPljEp6eniEmH0gGStFBC%0aIUr4l3W90cMwtkScMpYqUDWaad+BzaR5iD7l1hirj2E4S/KFdvw8qxJBQQijw79XYs0j+tj%0a+8beCxTRsGwVDg9BCrFVQJe73OXi8sU2PgKGmKhFXxRhB5wTkoEgQoP04J0Z3zGQPuKkwyI%0aUf3FMGaKQbtIzrAXBM2RY/AtP1eLQYlebV08YEJA0iDpEinz1mbYMaqURb3FxYwdJOjbxL0%0aN68fQfE32gcdAkZl3xXMgh/Q3PuiNB9DnGpXKsH3suE0YypqN4x/q9sXi4Y/k6bhJYir42P%0aPnla1yIj9gZO7wH7Xfuh7vLvA963wRaKCArd9YlzeMZEKTiFWtL2lu0ZXW0JTz0D2dBiiOO%0aGBB9s6MWK+fKvrA+3/o992O92kpJnEdeCIVYkRXHbIXHIXSUGOeHAz88Zh8B2XL20GfWsc3%0aj2tgiU7RbffYcL3v9vnGEvjJXEGH6TGNHtHvkCuImviWjX3CMIVb790yEV7E6WYr+2piC7K%0auJ/TJdvX80v3e6E3JMO2cYhm+tTwlXyBOZHhHhi7zvvRZeqMdUHqy8oo21rVVFvq900KLvq%0aAnOOWUyZ4IzJ7Upw6G8jFctscpkTMzH9WnaTO31G9fQnbR3bdjKx5Y+fhD6fJTvaNAn8CX0%0aanO2IK3j+fdqS38VAhARzujpj6Ol/hY3EYYy+pC+lX5NzwhHklgh1iLO6VV0KX24/sPzhfH%0ab8+h31DNGV4aCVrveq+fOfA8PBJI4Pzze0xFZSmTSJiW8OVrEufsYoIPwHrsvj8SaCDcRKD%0a14keW8FQllPhTsOk8EEmv72Pk6vQEhSKA4Fx5+8qmXv0ozpZhEHrvd8pqkePHeEk+sJICX5%0ac1Tez+Jc2Ei4MiD0EezQii8BkreQccee2wcntwGSWGJYC2I7xb5EiEx6vRjv5HsNdFOGSsV%0aFJNjS+PVBVgyfpQDfZ03z7qIAVqfi9/aAUV0HbEMTt2OCYR85uRlwh3hRyzx9Jyl8MCEBUW%0a4Zawo0+5m30R2zLudZw7S3ERNPan7gt3c17X73b8gk2FKAZ0yRo4R58psRU0s29S38hIa8x%0aoPz6RlxDljC3KgRaIg7y3tRAwHMaYcIYwe2kMtpSelNov8oGgj1UwCtZ164qXeIsWRIDw6L%0acGd218jU5AsvD7VVwp3SWYru/rO4IAwRELpO9WBKVE/gzSVDlETbc2qkzB+TNVNH1qyymA3%0axLk27l0Y745GCeJ87NmFnYARY/OqYiJYetnxpg4xTumDGF2Q8oz14UkVaVrb/eo/W/ceO0Z%0a34BVGNjUBpXNpV1O611h5DrfjlqwzpOm7p/olhG+LJCifN3SCZSuoGO14do+JPnMq1J2+ux%0aVOQ35jpD1dbRlx7nrjVEsPdo6URH+Ep1CWcIIRLscKkWXCKSJWO+lnzR3CmBnkPS/0UpekO%0a9CTY8zSd3IWQDquQporW773biBT1WtYWCVWinEatrX3cZlmL/aN5Uhiq5IRuoQXtLZpbkR4%0as3I+Yijcz7nPcPPGP/PsdebaVirSo+jK5lX7Kfo84frodPQhKxqtsm3JQerzrfKMHTvc9An%0aPQX8OT3HzTlgTc2NOMmNC72zpnr4x5A/RHQavVh7aE70hdF1pOLcgx9WFIM4d53wjLFL08Y%0a6Fx3mZznGCC6DTMtrQk2vRVjj84Xg402xKb6nvk78PXwROcPgWPUt+OCNAsShJhvJZECMlc%0aRDngrzWYbdiKwdhbgIZHr1xbb1FjJXL4eO8TjkI0zjmoxURisAxXotIE2SSDnpsQmPSyJty%0a7HzkH9tS6Y9jsXW/lsdRnF+2hVfgN5Y2MEfSR6gLJDSF0ECDHOJ1E+fKfMStDMNFeVx4mbA%0aUl8f3Yh+xH4Ta1a9+9QXpqT5ZKm7yUi9ZRHwIT4OI5l0bQmFQz1jZay+iSGPrfsu8Mcr0U/%0ass3GExL9PxLkemPOUpT9n2YRUkvUmdSSdPvBAhNZbFOPeup8hukz4e+q0QNTEhDbx4uE/dT%0az4RlzbaVqvt8WJDcsKzNibEs+3llpdCLOdHcE4Rk+uWYz/7Fx9DjPagDiOaxiQm9toQYxyC%0aloHENv785lWIxAkyrM4Pca6/s3xyTHjUykt5Wp5KEdopiIs6H0uxy1UjlF9kvnIFAWl5pXa%0aPjGH4RI7XXpDyRXKYFOrb9BEUdWFpppZnqv/aonapX7QyASHUMmYxMKj7Jh9WlvDcZhQzoT%0a6m8lwrn7MMk1ROuBwvJxPlNbm/HgIMOOpceCzq9/X/sephbPxGnpB1jHx0iJoICAOFdmG8D%0awJu7lMddP9Zl1M7ZyCN+rsOTnWe8buMPcqg7F4tCZ3Q+MnrfUxgfai1K7oJghBZMaUbeiaG%0aFenj+xnlc/LmRqpHPRb2hCdp1O8yLWP2HCONaxAjJTGhn+Vhq1+rV3Uir40j+tZS76dfIsg%0a2JRESqMwvQjI5ZlyaQ5yX14/t6+/Vm6td7WoDuWgcQLjE2Iho4ikbBOtYPvXxfO8/QEQoBd%0a7c8DR+Rvs01tNdGd2nnAFqXMd+6+9D5wjPZ7pgkIT1SjtGOySe8aKO12/uxJtVqId1vo0zV%0asaDOB5EJM/f/RTzVP0dXYnzA5J1nVVd+6HPt3A5UvQJ47b2pU7bxtzNM6vbMWcoMdCOGB3x%0aO1ZOhxhr6CdxvG43ka7cRnuPY0IeIr19lBepHec5IbhvhMszzkc7bhmAI2zSlFHLPNQ9cAP%0aqY6lvRHlye/QikMT50fvuD/TJKZtjggjhxTcmFNQpMZFaZmE3MJuUrCq8TChzJiHKGZORVj%0a4UYDKVprxOmYL4ieMmfO7D0yY8GuKcrclIOTEoz5X7JrAtD+kyTewb+MpBL44LuWHgawkvo%0aDFFEYmNiNhLCa8skzdSYo7sd563eT3Ye5+e1WQPmRdigkdqciPOx9ZEs/ZijXOrboXEaBHn%0aiHGT1HI5Ou8nCrrJG3zLkBaWMbc8ecvymDhPiXAlJhQMUPUyzzCcBHEurb8xQQghD5WT4nM%0aoCuXojn34BMoi0lRdX4W8p7ypX7uVTfUv+h4Gv1g+H+UykTfhU9cphbGNpY2tOJVxrS3SIy%0aaU5XH7SHcKK5JmzCNdOn0BnPUlofw6HhKETlmn45ytGKix4oexiccJ0c6FRSL6I4QF4kx63%0ar1l+xkSFf94VWkTxgT126St/KYEY6xVGgwfJs76E57G7j3W70X22ihDDIOWOqLsDDQ8inl0%0a2S5rr5FXbjePgIlY6R1Vx5Iux5Ly7ozm3m1JHpbn193XvlYlzde9115dp32Y6C4bZzZxf6E%0acLLmeEka0qTamz2npPPJEyk8Z0iIUiP5srK6E8WCqjPU5YeJ4h+s3wlu8TlP+1he2PHA5C9%0aTe6PTrVtg+48Bcg7HQJMoWwlBL6Kq1/h2hVay8KY2CpcE/8omtjzcz4NeiX2+NG9IhVUN8k%0aBRJoj8Pslx7tfpomXB4iXHOfMK4FmNa3MNz0qmN/ZxG4M87GoHDs51BQJgLZPoqcrS/d0Rt%0aGMJ4pWrf9FDvkxh/6UmIL7qlv90QW8b8er5pnA9nKYanUtRt90Pe13NR7079mPKmLfPar33%0a6YDzPsnsKg6UOx4qoFnHO4GUerI7XDg4cEcIBZepedCpiDlvyAfTTMGJrY+a//kqBb4TfK4%0a/H/kHq80eKPhEhWow9tdPJ2MqhiHFu7tGKcU4nEOq1FCtHWiHVGNrL1ZnIdoZPocliPhn5B%0aGnuN4cG+gedvv4WnrHavIeMjffOhZORfGJ8dzwlEYBAEudZDw4EganJJgUplNaycJaOUaQR%0aeaXXSpnGx0oM9JSbqYnSul85pygY8JHYyzyNY7I0puSX5baPVAniJ85RICkNvIBayghFbQ5%0axzuO0NTjFfcotj0qKKaEgjn1MtLwmlKzyWOxPvetIs9utmGgU6loocQhgJFjEkK3TtH4zYF%0aCYlxHnrWs3fSy8hiNfxhQeAAZ0MdhqgjE+ghrp19nCCm4m4kjIMrQJpZkEcb5O/ofaNTyYe%0aYoQE58WqTBVZisTNkGcb6p/odi2lrTznmq1k3g2CqO+giHJ+/UX+7ZTE9TIF5FcT7Z4DgVJ%0aEt8GgFlLgjivJ2SttGXsbf0kgxfjGU9zE2ohY6TR38d9W/kYLyjcSGyEqK0VQ8RkAPEThIn%0aVFfAd+5YAAxHCvh7DjGtiRQrpYuk5It4fMkd+9YSiVc48tnkEvBfvw3JfxjLGI7oD71194N%0aj4jWRUh1srrTZfyh/kaNmwiSaPRh8xPVTFpFm7g13oQVFWxjykhzY1tZor0tNbWroLwpKBw%0adg+Fi6Htxwj8zI9ZhlZPKZvKiODoWeko2nLLdF3tJ6hlTaOhedyy2Ei0pRbpLSJ/hyx4sFf%0aS2J8b53bz2N0EOGQavFOYyypzxlnQsKI4Vh5PM63tsaLsi5o4/pr+mBNkmp/pe7lY56MwlY%0aWCd+hnMjF8Nxt3a917Gh/7/qO+E5R4NPyOPbB1fhgq5AeYfDk2RrvPq6vt1YcBzkrFBbdhs%0aQYwCAU316p46vTkYz9whXVdcJHTRHPU/3FcKN9/meuwEt+jhj3SuK8ZbxSv8216YfGolKsl%0akJszpVwrGml12e28lq2eukg9fkjQZ+gg0eIFvqvOWdwAvoz/S+DYq3nM1gQ20jvt3c8Ju7j%0a20C1cCSrV3uow4hzRiB6dkvobIQOXwt9hIGTTBHneBWCuK+d7YYT+e+oRqCt5R3VkOTD7wc%0aCpYWwvp+JQmuyYEA3iPNaHRs4eYbwMjH5HetY6/ut8tukjxXcYLJMYsK4TIlbls8mzrdI9z%0apfy50MYvExR97U4vXtliCdetd1Gdb5LbREKLAIMsRCCG8jk1nK+BTpF+ljq46t4h1tsoMEW%0a0cYgkLpn3M971WefCZuZcgKykfUuTn5SDM2oaSwIHHFo1M+bYrnAQXKB3soT2UbpCitgu9U%0a+ShkMamZSjd2bkpJa11jElB6+iNGHZsj+oPWcsA517bSbKJ/MdGIuHzx4Zy41yUveckhDFa%0aQ4rH1EbNjjz128NLmMbOqqHfhBS6EUB3rn3dYHItllMuI85KUGCuP2OQh+iptwhJvq0B4WQ%0amnoo7DRN0dExMBCrJ6bvWEPEKEK4JnfK8Boc8b8tkjK5Ziaf6UhxeMLSlVPhPQMr4vL9Nyh%0aU7ZpoXCKYncK1/5ylHMbVvPOkbibUuYPwZPRpNdnqiIcwYMnkqMkiZhtQEEZLyWEASbbPtz%0aXoXxzPcByn6/vm6/+8/6/ghEZIp6qk3Whl8rQ9R/IbyQkstC0OmbYxJf3ktYDh5sjNtjBm5%0aOAEI7cUiIDweXeczZZxiZigvOExlJgGR1r5Y4p47NFcY/Rn8EXL3iq8xDn+u7OEgAfQbsa7%0aHEvvQMdx5BqA+rxapHeelnloVsEYe/HKcjfCIjQXncPcLoqI2V/Zk8xgShWTpd6E8jn9Y1y%0aB4rC0LCUAHH8BZnaJkyODHA+EMI0X2QN+Qzn/nMEO+Wcdw40OoTEO6IHboZLNSbVQnUfO8/%0a+BZV6xspxnAEMMN8bTgpdQX9jjlaKfQqEs5UJRnGaO6PaMfGAGP4lEez/jdWzg0X/vCfeWd%0a97/L8Qe/DpvQELstD5y3bbThDhWd4pKVbCJ9CrNKshTf4VKi+Mr12xtnBSg1tWxtiBBlzSo%0ahr4z3G73J70Pq8fv5w1ycYrhj+iDGhFMYh4Qb1x2PzVvzIHI5EvgxNpXHKWBnhQMv72g8dn%0aBMlA2VdD9QnOjVpEef67do5cUhc/EOsB19yKHzctyha7h4iCCRxfoi8iKOtGHVIkk09v5i5%0ayI9SAZA3ZQhxw8splm2uc0+xbSlVyGCdO/JjzPN81VAt65RnE9eYzCAJKC+UIoORgWMT8QO%0aVLyYtmyhrnQcPq9vc5jbDIG+CbpJYEucm6ciN8Gyz5JN3SRnzs8zTOzMoI+ODfCzPxz5vOl%0aiFdxLPqGVx9ePaehveLia3FPcxMtt1yHnlYoxBSpTkWD2ZqO+z6m8EEhwsSTV558GsbZmEw%0aDw8LRESlGXGi6nJxtz7wzIwmXvNuuksA44PsVKSKPEMAGNtur5PhAaqj6/7e7f9i/ortI8t%0aL1peUzHJUSZGF3+16I8R54i5dQQRFh7dyIkgkHhe13kGcT62kiVI42Ue5+4XaZWZV5pl8Va%0aK6OujfjpXjjdIz1Zs9UjHAFW2QYYUBE9MJLXz3faNvOOFl/CdDO+8LCvDVNRJZSqlJmotc2%0a4JL9hyMtJKk8e2IxCedWEADIKvNFTEFQgx9cEkbx0xbiH6ePf6M+bGBxURCO7duq/+l9ThA%0a8oy7Gf/Wd7XvtBFQoMoO30CoV0T5ybliEhhLoRPQvbqs8bE2I1EDeFRGjGJ49iRtkX+IAkZ%0aBsq+qH5OhtAQukOLDG/1A1ZXtdIiG/TLc4ivMdLE+xkbv1dZ6VmHA0BiTxHn6hN9r5Yy/Bi%0ajAI/FMWF0ou/Qh+k5Vu95BwxpxgEGWcZmbdXz67eNcch54QwQ996XFXocUBhE6ZqIVtdOvU%0atlyvfeDUbr0nAd78qci77F0FyHYJAm5nz6i9BFHNeOhFqiqzMy7Uboh6WDDJLNGIywKz9OH%0ah6rMQfczT03ea1+uW5Xkb+VdoGhY1bymGfAHIkacx0GT/033UWbqIXhYJnxABlvHLDqRb9l%0aHsNZjs5ahnKq8172+1DS5w9nfQJHUvfVHAWEdowVNNqZkFSlMBpaqWn+VK5SjjR1yDDH6++%0aO0a3HiHO6mX6UzqCPrkPIMLJr4/Qj3zVaVcxN6Nicrzj2tMaTVfPM9EceAkmcH3nv9LB4op%0aLI2GSBg2yJsAvyRnCavPGqFCdrihClFNTeRWXsax03gkZePFOQRAaK1mAfSlNJbk49Kyt7S%0aaBIG5N3ZWp9UJHSvq5QfiwlRTKFdRkZYLBw35b3Un0vA1Q9wNZp9upduw/FDglx9X7ZlmWb%0aSO9awrNV2BuTIO+FMhgESZmeYsm7Tf1BpLbeq/RI6hZRzTAz5SFW3osCTlEMMama8vISh1E%0a9Vp/Vu1ie7vlDqY28Vt0iW1pL11jvEZ8mgbyXA48yhqPJLOOLmOuI2rmk81gZI1zI2Pm5x5%0afVO+FYIv4o0pgSaGK0jsxdVbLX/QuPCiQcL07PNPe7BkF0jCmsU5hoT+p9CC9oHo2E56KVK%0a6XEpBZh3PqYW5DhPEpCSfdeIu5g5GUCrb0wzCHSeAgiLsQNV1+R48qGRI4YwYgMxIn2X3qr%0aWDFh7EAYIU5qCdK8PK6utzyuyjT1PtJdHSil7vNNWso+RNmQ+dLVWNbXypenpf48nrm8V+6%0aPIxBjadQ5/SppeZeqD8YSYw5PyCmvaX0jQ6sxhQGfiAGqHw+hU6jf2iEiBgFd5qls6juyXY%0aiSFnEUee1X/xn3s9XOGIJ4o+kLERi8byNWcZnWuKsdMLIaX+DImFUST2X62qPc+Dylw5XXH%0aq77Ea5jjJxuPZd+N8JLtc6XY4F3tSwufCsPx8Qjbuk+zqmfjEnecakjODcl65AcdX4cWlpG%0agjJdtO3yWOzTBxiVGUmRPsYJY4L6Sd8yVjFoIvjuda97Dc9K/6X3INwJj0irLRiOkenCzQg%0aVJA/jkzaMcByTfO9jyBwax6fmRGOE9KFR8tVLoQ2bL/t2gTEpSHLGHbKO8wC9C1lO9zOmGS%0av0E0jQcLZYvaQ/uOIg9Pmpsh7O+oSVNXXoSSuwrUKmoxDz/nruz8vcGGQFx9jKhuHiXfwzr%0a2HQxFvQIWLeSucNT/GW4W3ZLTmJ0f/VUbq9OUxL71+WT54/8hE4wZH/iPmEhyICJlq7FVZ+%0aJAQPPYop8jSsnBHHyj2Qw4huk81lcWRb3pitclruacC3XN8gwRu3JjFiYjyXOA/CqHU/5OQ%0amPrQlH3ghYS355o1RSoTCKY9N7QvBUA+edfpNvOs6z/I38tM7WObN43nVGd5rLdJcnhQ5k1%0aWDvsG5Vh7K+7b2kV5RB1vny2Pq5FyhEChLkDnldcpcep6V5+p9z4+4NIEsP/Q6Rrw7juSgS%0aCD63csyV8vrQhA8Jg0wQ3Is+xBbXDe2Va4gmMbS7Pa4dh6KHUWMASOWmiNh53jcKcOUB1yr%0ajPvRv3gX5ftplaM+ZoJESdT+Ec3lR3nqtPVvSzYRJrxwKZ1TgkiLj/MgFqZEvQtByJXCG5D%0aHkpUPiEuiriIckZDIGwSiftrSzPCu9Jz6I+MGgj2EJ6/nXsVwQGHX/60iH/vYx3YQ5/X1yP%0a0ydAtPMMQ5D59lmMkLUUs8a8p8BNR9Y3h4eofRukWcy9W7R5zTAUqSm4ersHJhcDfW1h+f4%0a83H+0q/7S+MoFYdyTNCj7VKH8a+1jnH9qP/LO9tTOEFZqJpfOD1tYzwpRMh1xl3GN30v/Kh%0aq60rcAviMfIIhwCT4pZBl5FMuzqURF/E802dmFpWrl9Y53smc/qQwIOOW4eDYryvVxFITzc%0aJXRBJXH5wN/Lby63+OEiUqfvER0zrNAyUxnPjCkKm1e49Hz1ciBztnIfuMT2RxBDmr1zJJN%0awd70XhxKwOpF+0PC6jHPnef4CEeVOMYYGNbcwjjKFhqIjz3sFeCl1x1bE+yjNmZIrzh/IWW%0aa69GMvsw54RmG6lz58jCGRjA33OHKIMpWhOzlC1LCQG3TTCJrXueVD6fKsscexw1ye0w5K7%0aiFVe0db8ruejof/bmhO0RB9NT1hX6LXao/HFnDjqBaMWHV5dmRvPP8rAiZBTinILBYUrmDK%0ayxnW5PToRSOL86HzvB/7UlmetKyzevI7EHw3iKpbyxuQoPnCkcw9PAIPrss7wrne9646vhC%0aOGSiI+yo3MMSFjYeWt6mMxpQQpXQ4+5fnYbxHYcW7utibt6+uE0+AxI6RCLFdENIkNiLDnB%0abOKh1DkPxUvMtJErMn4vektD6A5wtuHRDzDsWt4kapf3vuqxHmdpwkTY42JGGv9OsIbA7Fg%0aIsebqVWmWMK/LH8fQDT5Q9a0Ph7Zup5yS+lFDiE+Lee29LUUz4jA9IFIE4wyPEiZ7lDY5xU%0aRk/ogzctyUXiDaC2Pb2J/P/qX+oM6c8r9/+ydB5glRdWGazPLwi6LBImSURBJEuQHCaJIRh%0aCUvOSckRyWnHPOIDmD5CiiICBZBAkiQURQYHPenb/eWs6lpqfTTTOze7/zPDP33g7V3W93V%0a1d/59QpxELyyVKn4lipRjjnumZ9ROtkPsTktlkOUbGsIUbwspasQ9km9RhRTyacUyYRf8yz%0ahjMNdAQmXt6IGqRRTAOb6zQWzlkGqyYPMS8WaRG1oaCMf+ZMzZidOtl6T5UdK8JEh3ojzu0%0aZ3cxUW6kH3MkTiV4meonnFOKMRXNTD2BpAhrTETV5btLLiR4R5rilTYJTlN9E0fGiyCd/iL%0aSIZ1lM6XpMRC8CQ/JaYR1EzPi6ZT+60qgvEFG5RhGIiCRME1Wz9pH6F948HxEjcWjHvbCy1%0akubTq882n1wj+sL2ka84FtPF9ZFeMMxEos4yTLNccJnXiS3nSd6bSXzAVuZeUERtox9WlRr%0akfOBtie8m2mkbUkK51nbo71EO5Pgga7q4o4TK8sxQO8ky3+bdgw4pBDwkj3VeIeIryfazbQ%0aPMdq/eeeWZUlDxB/Pirx2us771LPCfUw6nCxL652Ag8zuZUTdRht1b1ad3ehtdafy6FFBkI%0aEFO/Cs5PmGaE57Kss4h9yHvDfwjLD39OTyOJMsYCU5L/4d9w6Mp/O9K9vzyX3h9/TQnkDb4%0aDlMAIo5I+l5zHsfPd4w2jHmmA4Ton95g09TD1Iv1mM8X6gvucbo1cq7qTnd0QOqjRSn9xUO%0aHNpoCPFFOlE9+651p30CEs6n/XM4TR5BkZhKhUzUDd0c+eNFFAEFs5cFKnEiOuiiiSCCkUq%0aC7posS65FulZSFtE7JqaEBTP+IR6TJzs2RPM04ZzKH+87ghORS0QJxrk67YUqbnTH5dp3ex%0aDZ7/iTiBYaBpTBy32W2eA3afOJwLzrrrsqs2h4Ig7T+CGyjYY/XU+J3myGmQDTjLLLlsnDm%0akh7OMZpENLW50WeyD/EC9hYF8W0ZYum8YLOubFGfdHyafMRwsgZiNODQZPShPO09Ro5jRcZ%0aGspwfPTRR0OOw1jIQ6DkpZVoR6LguA/SBmdp5D7VWhY9AthfGoZpIg0pkcoOJEeEQjUCZVf%0aUL2U5UYfykoMjr2zEPWVzTVL3mdMyb3uIa1ZX5y1n8yxaK65D6TbMM4CGe1r6KutJQBlr+F%0a5IOMzodo+obttOpkuxXNVx5LDtQ9Yn9yN/zTYTzjkG7q0iByeCGlZvxLlFZiKETc+GMM71x%0afOa682uNYs8TzoJYxZcfzgjia6ynP2IauQ0XmCBBSplxevkfWdbCOPdSRxP21+cCuQmxWGA%0aKI0TAeG0jCM9WR5iJY4tyhvqhXTE87zBT5PrJ3+TWx2HW57xfKeeyzPEH4xnOD2uiox2Vr1%0aG1DP3OOJf0X1O+w0nSxlDaCDqkyCSooH34vJiByrbs3oyXsa+W0AGz8R4sEabX+aT546lgi%0aizfHIZnBcMOJtmee1sloc5dUGzBFLaklnCuc77N+cdRmk95ghmQIDlmW7tAjvP1NUm7tZ67%0aVlZWZ/0RKjWIcR7Z9kAlaztNnI6juH4HTUuO3Ys2nSEcwyHJHypW3k+WuCJLRd/8n5CD1mL%0aRkbENA60EeMxqOL10r6XaV93ZXs+bZ+nh/YE2gbsad/SnuG+w4GItmLtIqabxmEcCGJByOa%0adIKstbe0rW6eWT+7/s88+222yySZhvAmEbzQfnKOklKnGcIxbGjPSxeWlS62mXC07/RKQcD%0a79nttufWR497KMhzL5ba1rXnI5Gv6IvAwsleYZREin2y7Rj6R8IIKEB0A93YOS+2C/eZDw8%0ashLE5U3orsJaRZxnvfijfDOQ4AXIBoY5EtkPfK18QBm3/Gq0gWJHNMm/Nj24cg26WqEwJI2%0aKAsRqOT8JZ0NTOKuyUResn8wa5ax711tvDTycsIDvcyDEa81wjmR03H+5q44DvaFBjvnLdl%0aQ4aFvOdzL7BvCN0Y6lbgbOKJPnghIRCDXGi+XNKiInI5TaVAm6QdsUFmWx3GVlRKH5bvK1l%0a133RCFnJVrlHrCokeL9rHsckXlZM2vt37JKjdtOmId0TJEXBD9WdZw7FFXmWOz7HpllrPrP%0aW5skwYAMSsvnYWVbcI59RzCOTlrEYNwRvFnqVsQPznvyfrVykn7xEm74oorps3KnIaondWF%0aNWsle6El6oo6nHsqdv7huCXS1YQhu48RvHH4kj6AOo9nVNmUTuyLnU8E4OnZuJ5oUxBZNcQ%0a7lEk1ghGBynM47/ltTlXOqwnn9vyfXpnhXCMIwRwrtHuI9qonigyxheeLpSTDeV0kfjebr6%0aVtIjVZnhOYHgcIC9yTWVGYtM+Szrq0/acsnBLwzSrL1mO/+Csy6jm2TSot2hFZ4m1RObSfL%0aG9vclnmIZRxryCsZC1H25a6m+dF2n5UG2Bg4hzlxUa9F6dFQQDM2qd4PZ4BcCoygnE+8A5c%0a2u550dFxOSY4xdPsu877GEPhCMjgeZ00GxwUB531CoqXabZwTlub65fgEBOU4+3H30k7xQC%0ah1n6J53Xld+6XtDFcsvbJHHP0yKPnK8dDfR+/QybXpX1NYAN1Js4/3i0JROE9tZq2NeWWaV%0a93t/b89NCeoK1sPYcRyLkfqZvjNKRxgIpdA7wLIJzjAE2bb8s14pMsAwROEsjFNYnx/pLsM%0aVS0Ld5TeX5h6AMyESgiIOG8iJDmN4UAD1KiwdMMYQDR3PJFU1kT2YUYx0sAL1l5ggUvMAjn%0aiOY0qBESmhk1x0MGQYNIGaISSKeB8YKApb0gMJ1GGCleiEgmshzhHBEecRNvKvuOYwDhlqg%0ascirSZThugCNWwobGECkKrLsS5ZsRYcD+xesxjwcG4ggvaEUpFqys+JPGURmRAFGqq418qh%0ahRU2WMxhhc6hXOuV4xXqw5fzS6s677rP0iWiPPGO28rFlDnv2J14sjy5JlwYAXOyKxiCigU%0aYS4SoT5EC80xcZvejcQMdQdRHNSH/ASjUMqFg2zRHOOhZeLLKddfKx8L7tccr1qftdav1Sz%0aDZbFAYMzhZ4+iLVcq2UszVmXtV7Z3PW8mFL3cZ3GXa/5zbVHZGtRRCb7gHCOWSoWviOOk3e%0aW9EYI50QpIlZx7GWcapSBEVGTTM81dU72f1Ia4RQua9yvvIjwLOAYiLDBwUGEjPUK4AXH8q%0a8S1cj1zrFwfDwL4YXzlGOuxogwwpr57Kxmf5q5rKX7idNS2PM7Tzi3bszcM2nG87VRPbmog%0a9MEo7TtNmpaWv3J/YgznGcGEYhxPv56touzDqcsdQRBEV1tJpxzn+Xd54gK9KpD9Kerd5oR%0aqV1GOLcc7TjLyxov/XnPM9qXJlgXtSVsm2yfgS1jo8demuGEp1ycm/QOtXsibVnS5OFwtzz%0aiactUM83aMGXaoWXK5V6nXVxktMPphcBzqhFjD+m8dyTOOyJOTJ7zyTqGtHCkaiCa23oIWM%0a8snOONMtoGnN+4tzLP37SeivE2eXbmicvxsp3xHQdP2TGV4jz9XN88/zke+OKoKzp26kvq8%0abSgNpwP1TjHLNCniFFe/dcV7flpvT1Bm562I20OCyDjHFhvBa6HtDQtFiTHZ9b1hoM97xlR%0adK7j+aSEIWCBfeGdgICuao1rjB5o6DSd3b6qdl+1fPcgIOG8e5yHltsLopayjMoPcTEpYhQ%0aNimXl2aBc/EZ0TnoRaWxVk8vWys37PP/880NDOh7N2R4sWcI5L1K81JA6hcjSLOMlhsg3Gn%0aDkaEw+HBDZEVLYBwSUZIRgMhrHtmNRHUTiJKOHbZm8T5wTZSzvXJdZv95leLEj+oNIInvwF%0a5XJCxTiOU4XXpLKpKFIK5NB/TAaCly/vABUK5ynlWvTcIZYF2mmEenC9ZZ1zi3HOddcmS6k%0a5B8kjQ/GiwoNac47Yi4v1jSSk9duVo7RUEgn/0P8ILc/glgsnOftBtdLHOGct2xnzaulfql%0al33hJJcKEqC6iN5JGg5n7gd4vRA9VY4jAeQ7PuCyEJs4ZgnYcVcl9SeQ0L69lts/1inMRMY%0aR6DmeYCee8mFOW1YPJl/N4f7rqO/crzwjuM17EEa8QqYi24fmRzPdqgwXiwMrKt5x2LDhtG%0afvAeqGwTSJ5qEfi9Bs8W4gkskjrtLKmxWmWdz8Wzu35jeiQZdS3WNa1yEtZ7LTJKqfMdBPy%0ayyzbqGXS6k/uYV6ouV7KROeW3RcY8owZNmxYRQwru24zljPhvEyalkZsn7qVZzLCX1Y397T%0atIEYh8HGvJqPtELAQjiytmvX0JFUi63H+4msXUYtr2gSQtO3F0xDkycVO3c7zIk8QsQECEe%0aKqcQzE27PvtPE5XosyLhv1beuX/USUQQDkWdEs03lPJ0u7jUGV03qBIb7hJGaZAw88MBTQS%0aOGc1CRESnPNMuB9LJyn7237qdxz3cm4x8v2TKXOINLbHMa8B+HAIEiEtmGyjrF2VXy8aaI5%0a8+Ha2QE1XdGenx7aE/T8p0c86Uuoo3BQcS1gBHDkORhxjPKXZrRjuXfLGtoGbfi0d3Acjjz%0aHMIIUONfVPq8p11K1lN0nLdfaBCSct/b577KjJ8Kav7RoNosgqHbneNFFuLboDdZPvgAQGc%0aRLCQ0hGmWNMsQd6y5kZZq3PEs4N5EDESjPeEEgShEPMPm7WJ7tEc1MA4eHClHuCLJ0Eys7M%0aCPR7kSiV2t0gUVQTTag0srhBce6dKfN74xpDAqLcX6yzkXafiBOIZzDM+2hnbZOPI3j5kFO%0aQ5F0CmWM7r9ET5Xpopgsj5dnGjSIP0SDJ3sYJJcv+s05JvIPYR5njQ06SdQY1yC5o4lI5K+%0a7muWprSYijUZ/2fOFcFBNzsZaOdVSv9SyLaJjyTOMo477hbolNqKZSaHAdVptV0yuR+qwMo%0abTlAYxIk4yVzd5ehFwyxrdjblWSVe19tprB6cpkaHWy8LGf6gm9y/bJpK72nyqsZOrzP6zD%0aYyXd4zt4dTgBYYoGSKbLEUILze8rPC8wEGYNyZGKCz6x0t1LPBS5yHUUgdyDRB1hLhOBD89%0amxplCHm8gFFn1VLnVbsfHA+WjBCHI9FGcbSdRcblveib8zF5jdp+IehZqh2bVutnNXVYrdt%0aIrpdVfxrH5PL1/sZhWWv7z7ZN7nJSo+RZHFyRtVxnC+fWbi0aFDRrf7l2qQNiw1FIO9QEc5%0avHdUkdzoBvcY8hHLTJSHNbJ+2T5Ykyx6hvuNZJyUA9EdfROPl4bnB+Wc5EubQyi6ZRXyBqI%0auzYeUwK5wgzJqhQXq1OJ95RYJhl8M6LdmU92ux5qX503jvSRaRFtON6oU2bNNopjINAIFEj%0ahHOuFXq60IbGcOBhvCsOSfSqJB0FvUvyLL728pbr7Odf2r7wHsnzz/64dxAheabhALAxqrg%0aPLIjGymEebQd69OZd47Y8bYi0cWlsfvKzEe3rZrbn7Tk4PbYneM+nJzq9yjCeS9ZGQztIe8%0abyLsR1xH2DYz3NqnG28/6NRkEAZPIdnLRjBA3iFCKYBOcm76sEyZXtWWX7x3sN7b/k+47N1%0a6cIxAQknMc09L1TCSAAIPQ2wmjAkoaDChBxlHJ5weeBzqBT5KPFbOC0LFGRaNlkDlpeLmox%0ay6kYR0xaOUT0EeVNpW+iiM1L++RFAacA0RfmzafrPQ8Pui3ysoOAiRhPZHOZBwflWFlp20y%0abRkOGxh4PvzIvP9Xk00vbXr3TOJcIY4gfcW+AMuUiTtFQ4OFNN/Ksa4aySKVDehKL6uBlFY%0aGZBjTXpTU44u0i4vGSH79gkoaIQQARscqmyrAyucZp3JIyiCjJyy+/vF00mS1X5pMXUvaPi%0aC4iTpPiOGl6eLlJi0ouU35nLWORDdUInERElO0lQXSORfOVOabOql/K7EvaMogvpBTifNMl%0a1/I927ImzOTxpI4wgdjqQNbn/qmmNwIvdNw/SSEtvl9sv/I+EXIQznk2cE3z4mbHwQsiL8z%0acO2XqTLbDvWy9oYiOrcZgwLpl8kHDkOcXQjiR8WbkdSQKiLRclsaGOpmIedbhZcecArZO/E%0akPLJwJlJFmPJsQxDBekOjpxPbZd57Z9DaJDUGX+i6vfoyXt++Izpwb6hHKrzaVjJVTzScOg%0aKRRxyGQJR0nFk2eFM4QE+gBgFMeEY9nC3V9mvGMpNfDtGq11J/NPFac0ZYyhBf0NMc/bY56%0a2x2cW65P2mdlnaj1HDcR20TPcq/Xkjavnm3Xsy6iJfUJbRb+uIc5Dox6eg0voFMX0UalLif%0alTRmBLW+f2B51FPeWCefJZ0JaGi8bAyKv7GrnEaxjYmvWuvYsTJuv855GxYX2F8Icz+vk85%0a81eIYSyEHPF9rKvI9QV/E+U226Bdo5tGftPCGeEVi18847p/agoFdWUe9FenuZQz79CF2oX%0azrz+Ue7jHdZnFv2R9vHem3YftKD1HpZ8T4CY4y2HHUu58QMpxnpkmgXlLmv6an2VE5vcyvX%0aPqttX9t68Wcz2/PTe3uCnqUmnMcOD1JfphlOJa4R3oWrDaxJlkfwF4EjPIOTgQk8d3hHoc2%0aJk4t2APcs1yHtY8TzZG/MZPn2m9z91AE46ejhmRTobTl9ioARkHBuJPTZ6QRorBA1kCYqlt%0a0ZhFEiinlRohHKSypCJwImuR+J1EZUtkaMRdVliSTkzGqUWaM+reGHqE8aAsSO5EMha/vwi%0ao2XSF5GaOTwACGyhQcIYjqpDpphNLIQOuLIvKztEOVTTdRjVjn1TMcLjbCBt9zErrLl4fDA%0ac06OYXjyPctoEFr6AsS0HXbYIXRLRHQmCjTt5QrBKRlFiFjI+tXuK/vF/tJgwLlCJA4NYLp%0aWVms0qvHcE3HOCwLRYibQWVm8qDRa6DJHDNcYjfx66gX2kwY9AikiZVbuWTuezvrsrPqlnu%0aOhIcnLEtcQAgTih5l1Wc9LuYKAUqY3ipWZ9WmiXb05SxFEEYrTBEx7LiDc0kAvY7wgWhRWm%0aeVrXYaoNl5WEYqSUTrc10T0UA8j8LJPPG+ooxgnI8sQfanLWCdNOGd7vPTwXMU5gvOQZwu9%0aD4juwcl7ySWXdEgXVsYRkNwnrhOeJRgvSNR7aU7m5Hr1/Oa44/PMflt++GSqHnjihLd6ybb%0aL+qSkYD7XFr29kufHlu3MT9vP6bX+RMjGaUOaEYz6ifPJiz3nkYjmal96s9oxXOuIorQjG3%0aFNWu/DrOsBBzrPK+7jZgi8Wdutdzr3Am0E/mjLMwYF4gPPD+ohxA8zBHTOHU6+aiP7cHDSX%0asZo1yOQMPYRjj3KtV4h9GjKchpWGyRi+533SfuunhznOu/pdBHgMIS7LKONzXWGc5n2Kc82%0axLO4fs9aN55OW5NnD886xHKuoby2J1HGRXm+aXda2yLeVvy9s55/tN95B6YHDceaNIRl2g2%0akL+XTeoHj7KINAk/OA/ccQWi8Q1vPXURSLG4jJsufnn9Pz+0JggLi1KYEh3Gf8C4d91Jq9P%0am1FIN33313ePYS9GJjnsAb0dwCSnDS2hgyfKcOoLck4jkZBbICGuJ9tmsY/Yj3m2rbEHFZ+%0at4aBCSct8Z57pZHiTBHJUdjp4xZ12mWpQKlkUPDCfEYbyGpSnjYWyOarpxUplTANHT4o/sf%0ahjiQZjTEk9GU7KN1R01bJ20a0Qs0NLBkxBLRbYjgNEiSEbvsOy9ZPLToKpVnv//978NsE5Z%0ao3CB60bDhOOMoxbxyqplnjcHY+5y1PsefTJWTtWyzphO9RVoRXujSzISbtHlMQzAiTUmc+z%0aZrWa5nXhQRR4mUQPzm2qNRbw1NukdnGS+GvIRxDWS9/GWta9OJfiZfG3neuN5pBPBCYEbDo%0asiINuVYuG5pdA8ePLholdz5RIeVsQW+Tr/BvcO9C/dqorltG9QHpOVA/OB4eRkgkq87WGfU%0aL/UeJwID1zCiIFFd5OnnOuL6pJHJeUp2jY+3yXVvebE599XWnZSFaGU5Enmxq8dwXKY5Lyn%0aTngdlev3Usw/VrktkGPchYmjagM+I2bxM8FJx6KGHOuoVUrYgQFu0mG2TFwIzXuipC9MEQ8%0aRyxAii0KweYTsYL9BcFzxfeM7y3V5YrOzkJwIZZmUk57M+Lzc8D9lH6j4i8Jpp1MWxsEJeX%0aCKWuJ7jdohFk2c955I9MeJ9xmGMA7SZhsM16ayYnutPnke0ZxBeCRDguY7Dgx52nEPaefTQ%0aqraXVto54vmDcwhjW40wBFIsSxS31BC1pmlpxD5SRpn2Qdq2aEfRowfnBs57gg24p6mLeI4%0agfDOP3kxEK9Jjg/sfYaOMCENPJcqjHqenJu0xzj/7G9+3CHj85Vn8HpG3XGfM03nvSJk2J2%0a0OAj9i4S65JOIYKRz4xLlMG4+goWqNduYee+xR6ZVc7fq1Lt9Zzz8Cs3if5DmMw9ccXXzSx%0ak+2sRHXaVNYL1OedTAibRe5u6l7CU7DaD/xPDVhs4gFTi/SV5a1su8OZctr9HLTa3uCtiB1%0aNL0+aAPxHkyPbURrevOjn/BeTUAKTlBzNDGNtr8FkVXLm7ag9UrlWiWi38bNoK3L9rkO0Xv%0aQF+J2O/c/va0xNBuc7OwP7xHJazzeL5xBbBeHUZ6jLl5H31ubgITz1j7/XX70vIjzQmRid7%0axDeDLkqE0AAEAASURBVBURUHhJZ4RmInJoiFORMo3oOBoDPMgR2pKCN/nUEBHpWsZ2KI8yi%0aMjNEn6oOJMv72y7SPyhbLyx7B8vebzQ0UjgwZLM9YWgycs1LxRJUZ28tbwEkt6D+RxD0niB%0aYNAahAYEWSuDBweRiIjbWceXLCvrN+UgQFI+L+i8TJLHzbqmkTomz3BskIu4OxjHYMI1ghS%0aiBg0e/ngYY1lCteWwSzsOE7rpesjL4vPPP1+JoOShjfBlEeVErrENomgRck1YtHIRszinXB%0ac0WOoxoqtpQHANsl0iTLlfuDYtAiwvQpIeHDSYiOQr81Jr+8o5Z/Afu2b4JNLexMmiQVsQX%0aMlnyYsxqXH4a4Q1cjBWzhPXjx2jDapr11fR/nZG/VK0D2XmUycT9UV3SyKRaKAiOHDNE1mY%0aZ/Tm4VrGEFDirr1p6/ESRv0PQ+pnhDAEYIvkK5sXPS4bp6qJEvH0rO9Jxxg53hF5MOpBi8L%0aKWr/e6Qjadg3xXKPe4X5CsE4TbxG3EaCsBxWODa7FODrW9pljof7mhdjG9SBa04yXBgQInj%0asIYNZzJemwYBmEKur1IT7vK70KzAGNMEYKDbsvqD9MXE4b3I1tUz7nmmczf8lBhm3/GvGJu%0aMZzPRbNKZeoe56nPJN5+YMPL2XWuwtBplqjvZDXI6Pa8tKWR4RMcp0W6s+0YymaxjWJyIQz%0aGsejtSsQo8m5y3VGbxLaPFxTvMiTXofzSJuINiJ/nHuuX+5n++OeoI3JM5O0BBgv2tx73Hf%0axi3nRfsbzaZMiPnA/4EBCuMLSghlw0tBO5ZlcS10Xb7ee7zDB4YxltQ/g9YF30nHfEsHK85%0a3rnU/au2bULxwr58tEC3NwUM8gjvLHs5koe56LtCmTziArj55P9DCgLUE7H0GNe5V71uppW%0azbtk/qVa4DrwRyyyfqGZxVtpti4NuDCccTGtYhR7yXnxcslv3McVqfovKef98MOOyxg453O%0aetHw/LJIVBPpOJfU37RXaZsgkqU5hJPnIPnbHI7J6Vm/hw4d6vir1zrr+UfdSCQtjvW09+z%0a4OGgLwNHqAdoOiOYYvbp5dyFYjfqMdwtSn+K4KMuQ3qz2vhpvt6u+19qen57bE1wDvINSP3%0aHNMEg8bT3OMz34aVcjbpvAzbkjuIrnLn9oFjyzaVfZJ9/j3zxXub+TRpoltsX7Me/mlMtzl%0aOc8PTQw9gnHdrL9wzzqBN59uTa5RymDep3rmB5pacZx1ZqON608TWsBAj66tU1/nc/ANwTa%0a+GsV85EAhLqm/vnIkVQMvuHdYXkfgVBZ1gtYbb4xXvmd9cWLeW3e6x7K8i9Tbb4R0WFRH+n%0aT5oWGNj+4RYd5/oWgzTfU2/xDtsM8m+BflDrsqxcd27xoaYtUPv2DoM176Nu8iFqZZl98Jd%0a/mX4A7lJXFznt/bdWGfvqUL6n74F8E2/wDqXBb/oUodX2Og2uhWeYbd2G7/sGcugn/0pa6X%0az6qM3X5rIletGrzL2LtyvIP/DbfyGzzjcnU1Xyjo803XNutkzyvXuBu86JI6vpM9C+uYX0v%0aDGQuE8/wAkCbb0x02Kb3yMeLNeS7F/w6MLHj85FiYd+LNuRfjsL14V+823wjqs07G2r68y9%0aQbV6EaPPiStEmK/N9JEPg5Bv2lWnJL/5Fuo17wI7LPn26huSi7X53Zv0Sb9iLmWFf/QBm8e%0aTS3313+3bn1DeM27xjMHV93/gMdeiQIUMq833ju82LEW0vvvhiZVryi0+R0YEnXKkHvfMmu%0aXiH376RHdaP7zsfQdbmHWM1//kUU5Xt+AZ/uIe4j5r1xzPGzAsH4Xjg4kUbm1z5pL3GvQEj%0a7g8YpS3nnRBtXojqwJZ6inlm3rFbWcYL9qnPJVuWT3s2+BefymSfNqxSht0TfPIMLGrncG3%0a6l/s2/5JVKa8zvrA9jt1HR7VxjjHvgKgcB+2BmJN3aod53imQu3teSGzzokhT/7Lup66sP9%0aOgeEGrwpPvtZh3woUyfMBEeFdJlkF7zr8UtzE/+UyOr8W87/G17CMt27zI3uad4clNpf72j%0asJwrn3qnsp8u4dtm9RlO+20U5sPrqgsY19oF7Ccj6azSVV98txlfS/+d1jPixhttHmT5oWu%0asA774wWJNuqEuN0ZH0u8LvepHZN9wgr2Xkxq806MNuqCPKOu8hHFbbSZ4/YQ2896tlAebR8%0az2tUcV/w+YPPSPr2Dr8N+e4dtu0W9uNJhGTvGRn2yDTOd96nvg8nz7oNz2rxAG963eFfyDo%0a422sWcA+rnpPmI0TAvq07kvY11eRbWY74XXijHC3dt3tGT++edQWFZn2e5cJNd9fxL2zHfA%0azrsN+112o5J806z0Maz+8E7MVLfmZPr+d7RoVzvkGvzKT9K/1GnsC0voCaLLPzdzPZ82san%0al/YEbVGucer0uP1jx+yDu8IzA+3BBzq1eZG6jecMzwG7Loo+vfPSiuvw6QPR2tX1di/xzsu%0azOX4OdFg5mkA7zPeqCPvknepttbY/oiL1VQQCgR68hPmLXNbJBDz3sMV60yB08m7XvDmieY%0aieSzMigfBqWiSGLcMIzUTWYUQZEDGG97wWI2qEyGCifhvRnTe5D3jgif4j6sbfWaHbH17bW%0as4vUT3wIKIny/Dq4lUtiuLNWr9oOl2i8cISYUr0FdFbDKBHREdRFDKeYSIR4ZBmdKdsVDRx%0asvyHH344dK+m6yCRKEkjWpjoRjMiwkhlQlQsx1jWKAf2dEmjRwHbIzIXj3eecX3Q3ZFIpqQ%0aR6Ul6HjzuWYYHn4heIkcop4zR7ZLoAcy/pIT0G81KX0JXc9/YquwWUe6wJfqs2kGbKoV00h%0afyVhMJ4RuMlWjZtE0ThU3kDEYkP71E6HLOtdQsq7V+oc4jIo7oSeteW+0+cq0TzUzuZPIcE%0ainVSKOuI3qFe4KIQyJHvbATopuyIh/j7dPVksg/0nSVHS8iXr+7fadtwADPRNZatGZyH4n6%0aoneHF/xSeyXZ8kSvw9ZyshOtQy+ouK4jxQLbY9yNZOS9lRN/EqXFIH/JtBKkHbN2Dc90Isu%0aoW7OiSHnGcD1xbbGPRJ52tnHNcW9ZBD69hoig5b7mGUZ9acZ9T+QePbriyH6br8+OBOhBxT%0aWHEZ3I86AWI2KM1AJcu3lGVBuRqfyxbZ6X8V9Wm4R2TZzOiWdr0bby9oP7Ln4OEiUd33Pxu%0akTCEVVHJHYtbVPaFLSLOQbq+9hINUN7kkjB2OhNRBQv9yx8rL1Ge4bejkThpRlR3zxHWI5t%0a8sl5ie+TtPWyptG2ZKwUosfpZUM9VNaoM7xzqzClIeVRX1rPN+pUegTSBiIK3Yz6iDQAzTR%0a6INp1pvNefN65X+kNwnOF80XKiGQPXpah1wnpVtKMOoF7g7qnnshSnnncR6QIytqWbd8LzK%0aH3CJGzRGqnWXd4/iX3i2c70b0+OCozrRTvhNx79BghOp32b5HxXCXtDjzsPixah/nUUbzv8%0aM7pHSNlVqks0xXt+emlPcF9wvtMNe1p7kPuU3p/8MzJM3SRrHZhcj3vxA1tYZ5Z6DfVGPtB%0aOxrtKJlJoJpytKwIxAQknMc0OvG7vWDWIqx24m5qUyIgAiIgAiIgAiLQUAKkZyC9i4+YD2n%0aJGlq4ChMBERABERCBbkpAz79uemK0WyIgAiKQQ0DCeQ6cZs6ScN5MuipbBERABERABESgux%0aJgoFmiVclHLRMBERABERCBViGg51+rnGkdpwiIwPREQMJ5F51NCeddBF6bFQEREAEREAERE%0aAEREAEREAEREAEREAEREAEREIECAt8keCtYULNFQAREQAREQAREQAREQAREQAREQAREQARE%0aQAREQAREoBUISDhvhbOsYxQBERABERABERABERABERABERABERABERABERABEShNQMJ5aVR%0aaUAREQAREQAREQAREQAREQAREQAREQAREQAREQAREoBUISDhvhbOsYxQBERABERABERABER%0aABERABERABERABERABERABEShNQMJ5aVRaUAREQAREQAREQAREQAREQAREQAREQAREQAREQ%0aAREoBUISDhvhbOsYxQBERABERABERABERABERABERABERABERABERABEShNQMJ5aVRaUARE%0aQAREQAREQAREQAREQAREQAREQAREQAREQAREoBUISDhvhbOsYxQBERABERABERABERABERA%0aBERABERABERABERABEShNQMJ5aVRaUAREQAREQAREQAREQAREQAREQAREQAREQAREQAREoB%0aUISDhvhbOsYxQBERABERABERABERABERABERABERABERABERABEShNQMJ5aVRaUAREQAREQ%0aAREQAREQAREQAREQAREQAREQAREQAREoBUISDhvhbOsYxQBERABERABERABERABERABERAB%0aERABERABERABEShNQMJ5aVRaUAREQAREQAREQAREQAREQAREQAREQAREQAREQAREoBUISDh%0avhbOsYxQBERABERABERABERABERABERABERABERABERABEShNoHfpJbWgCNRB4L///a/78s%0asvM0uYddZZ3eyzz545XzOmHQI619POuZpe9rStrc316NGj4Yczbtw4N8MMMzS83O5S4JQpU%0a9z777/v5p9/fte3b9/uslvdfj8mT57sevXq1e33UzsoAiIgAiIgAiIgAiIgAiIgAiJQHwFF%0anNfHT2uXJHDaaae57373u6l/P/jBD9x//vOfkiVNXWz06NHu7rvvdqecckplvaeeesotvfT%0aSbu+9965Me+aZZ9znn39e+V3my/jx491SSy3lNthgAzdhwoTMVdiHRRZZxP3kJz9xCCnTo+%0a20005ugQUWcH/+85/D4T333HNuhRVWcPvss0/m4X766aeOc5p1vrkWWsUQXueaa67wx/dG2%0ag477OD222+/dvfOnXfeGdhfdNFFjdxUl5R1xx13uLXWWsvtsccehds///zz3cILL+xqOe77%0a77/fcV0n7bLLLnMLLrigu+eee5KzKr8nTpwY6pytt97avfPOO5Xp08qX5ZZbzi266KLu9tt%0avb+gu59Wbt9xyi9tqq60ats3OrK9x0BxxxBHhfn722WcbykyFiYAIiIAIiIAIiIAIiIAIiI%0aAIdD8Cijjvfuek5fbouOOOC0J13oEjWHzwwQfusccec7/73e/cE0884RAie/bs6bbbbjs3z%0azzzBJH79ddfd9/+9rdDUX/4wx/cOuus42aZZRZ33XXXhe9527B5zz//vHvjjTdcv379cqMw%0an3zySfePf/zDzTHHHFVHH44YMcLtueeetsmGfl588cVu4MCBDSnzs88+cx9++GFgTYHLLru%0asQxi/9tprg9Nipplm6rAdRPNjjz3WHXnkkR3mNWvCRx995Pbaa6+mFI8YS0RuLcZ1a04hvj%0afKPvnkE3fDDTe4SZMmud12261yzd94443ur3/9q+vTp09DNvXKK6/kCsfVbGTDDTd0P/zhD%0a0uvwrI4bHCIca/gzEozejgMHTrUDRs2LDh50pbJmoY4vvvuuwcHGHVH//79K4uOGTMmnLuD%0aDz7Yrbfeeql1AeuzHlHb55xzTmXdtC8jR46s2omXVo5No+5D2K/HcIDtvPPOjuNA/G+UURb%0an7ayzzgr1c1zuq6++6m6++ebg6Nh8883jWTV974z62naMXg3cx1xz22+/veNYBgwYYLPDdU%0aBdVI1973vfc3POOWeHVXAacQ3m2SabbOIOO+ywcH3iyC1r1B3zzTdf2cW1nAiIgAiIgAiIg%0aAiIgAiIgAi0LAEJ5y176rvHga+44oruN7/5TYedQZRGtPvb3/4W/t588003atSoynIIGKyL%0aGNe799TL2FIqWLTjyiuv7HbccUd3ySWXuHXXXdcddNBBjmhnBKc8Q3DHEMvy7JFHHgmziTi%0av1hD9ETmbYWeffXY74Ryhp1YR++233w67eOWVVwanBT/mnntuh3BLNDpRvvA88cQT2x3KoY%0aceGnoEvPjii+2mN+sHjggih5thca+GZPmnnnpqcORwDf/iF79Izi71m54TZ5xxhttoo42CC%0aFZmJa5pRHMcQ0sssURYBQYPPfRQSFnCfdEIQxg8/vjjG1FUiNKtRjinpwP37EknneSOOuoo%0ad++996buB/MQzbfYYgu3/vrrpy6TNZH6AdGYuoZyEHrN6Lly+eWXu7///e9BFOeajg0h3Ni%0awnzjQ8uy2224LInXeMtXMI73VF198Uc0qHZbddtttg9Phj3/8o6OOtWupw4JVTBg7dmy4Dh%0aFyF1pooSrWrG3Rzqiv4z3D0fvggw8Gh8khhxzSrpfDpZdeGu7lePmi7zh1cf4mjbqTa4z6N%0amkw/uqrr0JvB+bRs4r7v6yxvkwEREAEREAEREAEREAEREAERKCYgITzYkZaookEiExOyxWL%0aEPv73/++smWEcgRacvISXbrrrrsGIa6ygP9i0aKkT8CIGCf6erXVVgvLn3nmmQ4hmGjHOEo%0awLBz9MyEGsT3PHn744TC7FuHcykX8alSaBKI30/LIwyxP/LV9yfu86aabOsxGCMRwXCSFc8%0a7pMcccE8TgDis2cQJpJ9L2tZZNkk7i3XffzV2VSGOioi2qPHfhjJmsSxnf//73M5ZoP5nUF%0aAi62AEHHFCZSUoRHDLf+ta3QjR6ZUbBF5wfm266ae5S9CJAZK3FuL5feOGFzFURCOnhkWb0%0aHuFaopcJojbHFhtiIU4dbJlllgk9IeL59p0UTvSWSBqR+b/97W9DJPy5557ruIdwuGHMY9r%0aPf/7zIN4PGTKkXWTw6aefHiKPETYRzouMMRxIc1Sv4Rh87bXXKg7DrPKIYv7f//6XNbsynf%0aoB4/orkyf+L3/5iyPFS5bhUEQ0n3nmmd1KK62UtVjDpndmfc1OkwueawbHLc+XjTfe2P3sZ%0az8Lx0P0eJHD1Q785ZdfLlVvEMGefEYSMR7fj9RTyR4t7AcOIXpFzTjjjLbZ8DnbbLO1+60f%0aIiACIiACIiACIiACIiACIiAC6QQknKdz0dROIEAO7CxxGlEAcWbJJZcMgg6RkIhfiACsQ97%0aopJlwnoym23LLLd1iiy0W1rvvvvtC2gei/GJDbCdPOZ+ImIMHDw65ouO81AgmFq3+3nvvVQ%0aSJH/3oRx1Ei7jsPDEKcZ8u+XmGYEie9sMPPzyknclalrLSjH0m93UtRkQ1QhkiOPzTLOv4y%0aBEP987M/YxAFEc1E4l56623ujXXXLPqiPCk2JR27F0xjRzRpIrgniDi3IzpGFHIRMKWNc5T%0akXC++OKLO1KW1GI4q/KEc84PTq0iK9o+uaezjB4XacI5yyMYE0VMygtSl3C9m8GX6H3EWY7%0aBIvlJV0TPDuyKK64IIrGtk/VJjwL+6rV//etfIc2G9bTJKo80SjhZYqPXDvUc85JibLwcKU%0aKoC7kHkml/rA6Ml4+/33XXXeHn6quv3mHdeLl6vnd2fc39hjiN44Z7gbqQa4Y6mZ43pEciJ%0aRjjDvBXxjbbbDNnrMosn7dMWm8HnHrzzjtv3el88rareSIgAiIgAiIgAiIgAiIgAiIwvROQ%0acD69n+FufHxEy2aJrmXFh/jwLFVLWpf15Zdf3pGOAPHNBK94XdJsPPDAA5VJCEfJ/N1E9BJ%0adiCHAYyxn2w0TUv4RmUge3lqNiFrSRZDDG3GmWoNxkTCaVSZpRBASieaNU5EghiKKZ50/ym%0aPe/vvv37Rc7ln7HE/HYXDBBRc4on3j/Y+Xmda+czxYHG2OmEr+f3pSFAnMdrwMiEl0MNdnV%0a9oqq6zS9GskGfnM/RQ72Og1Ql5uHHZE6cZGDnSuY5xpNo86hHsfhwxOPJvOejjwcAo2yyxC%0avEg4x8mYtG222SakiELs//Wvf52cXflN1D11Fql66MVR1hC0rW7EuZiWwxyRGePe5DzkGfV%0aOWpqpzq6vSYFETnPqUXNCkp6JyH8cuUTXN8vYbrKeRRSPjZQupB0ywzlC+iKcI8lzgHPoxz%0a/+sS2qTxEQAREQAREQAREQAREQAREQgRwCEs5z4GhWcwk0Wsi0iPM04ZwjIVLQRJ2sIyM1R%0aFIIJ9owHngNwYyc1BgRmUlRw8pGvCBiPWu+LdeZn0TxF6VvIPc66W2wQYMGhc/hw4eHT/7B%0aF2ENnkR050WuIjQ1axDUyg7lfHn22WfD3KRwmrNKt55FypKXXnrJkWoBEdSM/NzkPEfMI5V%0aRGUP0xcgN3pVGPdDouqDoeBCNET2TVu24A6STSqYtIRoZwTnPGLthAZ/DPS9lVNb6ZYXztP%0aWJoOcYcZhkCec4YYiuJxK/GtGc7TFoM4IthiieJ4y/9dZbjr88o65JE85tna6sr6n3SPvVb%0aEO0T1qyJwHpe+64447kYqH3SXI6vSYknHdApQkiIAIiIAIiIAIiIAIiIAIikEpAwnkqFk1s%0aNgHSTBAFnGbkfiWva9JMvH7qqafcv//97+TsyuBoiLxEh+fZ/PPP30HwYnnyY5ugaOsTiRr%0anzSbvMakaSNGCcJwljJO7mZzGWfOt/M78ZFBP0r4QgZ/cLyJUGXAuTk9jEe6x2H7hhRcGcQ%0axhLU8057jIs0z0bZ6A1ojjn2+++cI5IirYjIhiriWMtArkpC5jCIo777xzGPiRnPGkO+gOR%0ai509gtbY401Kg4ejpGcy5yrZIoWnDdEpxKdvOCCC1YOg/PBfbTUUksFB0hlRhd+4bqMHTRZ%0au4IzJy01Rbw8UfmMn4DTJpl/P14OB1CjUvJQP5XpWUKkP3nTqYMY8DQ+L/G+ZX2vRzgnFzf%0a3/aOPPppVfBjUl3zZpBKp1s4777ywyiabbOJ22WWX1NWvueaaIPJyn8V5utMWLsrFPb3X1z%0aDhvkjWs8kc58aOnhNZY2YwzoU5fG15fYqACIiACIiACIiACIiACIiACOQTkHCez0dzm0SA/%0aLdZdv7557tkDvJ42UMPPTT+2eE70XhFEax0f7/22ms7rFs0gfzRCLCIT+xnUnyO10e0xPKW%0aseWJYkdsSrOPP/44TCbCOBkNzwzEKgalq8bI457MXYyQRb7p2Czi9M033wyTiSY955xzwrp%0aEOZcxRN5mC+eIqeSyjw3HBakjMIs8j+dnfbcc6Y3IR521jWqnI2SSvojeD1h8TTEwJfOJNj%0adHh5XP9UpKHaKb//nPf9pkd9lll4XvyTQOlQUSX+ipMc888ySmlvtpEchFS+PcYLDFIiNlE%0ac6bPMP5gxOI+yrPrr/+erfIIovkLVJ6HgOc4ogoMs4FjkPuQRxrCJ1JZ11eGfUI5ziyGOiV%0aaHv2F+dX0iwVSbXpnUj/woDJjLVAnYRjIM2efvrpMBnuZQfSTCunzLRm1de2bXp5vP766/Y%0az85P7NSvHfuZKNcygTjfnIY4jeg9wr+M4S3t21LAJrSICIiACIiACIiACIiACIiACLUVAwn%0alLne7uc7BEPGcZaUKSEXYsi8BELle6mmdFq992222OAfAQzk1ASNsOeZVrsZNOOilExTIgn%0aAmsWeWYwFU0mB7rI8CQozrPyNGeZmWFybR1i6ZZ/mtENmyPPfYIqV6IJkUALGN557rM+rUu%0aw4COGIIz4nJZy7q28tYnIj8Wpm3ZOHr/gw8+SBWv4mh+Wy/5SQQ1omTSSN1C5DiC6H777Ze%0acnfmbQQ5xtpQVzrk+s1IgZW7k6xmkkajGGBB47rnn7rAKvUxIcRLbn/70J7fbbru5n/70p4%0a6eINOCkV6EFC/kTsd5RxQ4PQaSjp+sY7F6Jen4Si7/4IMPuqOPPjo5udKbB8dQWh1paWayx%0apng/LC/sXHtH3jggWESObSzRPN4nc743qz62vade7dM/YZwbU48W7fsJ8+y2FHGegjiRUav%0aK0R9nFFF+fCLytJ8ERABERABERABERABERABEWhVAhLOW/XMd/Fx56VaQJTmL2kIoQjnRDq%0aboJtcBmGNdAn77rtvSGeRnF/vb6JYiW4++eSTC4sygSspeqStyOByH374YYdZpDKwCE2ipt%0aOifhHiqjUE0+R+MQho0kizMnDgwBChetFFF7lbbrklDIZ4wgknJBfN/J13rjNXasAME5qJp%0aEfsa6Ydc8wxjr88I8q4FsNpYb0scPjE0fPvvvtuEMWOOOKIqvJlcw+V7THAPiPe4ZSqxXCy%0aMMBtWWNw0yFDhnRYnBQf8QCILICTjN4Q9Q7Gedppp5WKdu+wU34CdVXRuU+uR1Q2x0OEOsf%0aLfU59QVqoIrN6pUg4J82QpSpKKxOxO83ZY8tmrZsUYdkfzhfnYtZZZ3Vci93FmlVfJ48PRy%0a89a5KGw8kceMl5Rb8pkz8cIGnGvDJO2bR1NU0EREAEREAEREAEREAEREAERKAcAQnn5Thpq%0aQYTIOK1GbbQQgsF4TwpQiMKI/ySDuI73/lOzZsmRcQGG2wQciy/9957Idd3VuR5NalaELGT%0aUZrk7zXRnB1GoEouU+2BINjRZZ/BAdOMebEYw34RmUpOXSJJEc1I50KEM0YKFsR8hP8sK8p%0aTnLVePdPJlY0DhfzVeWmB6tkG6xIZnZbuwsrlnFmaG4TzmK0tY59pUdakYNlqq61C3nnym5%0aPSIxbOiaQnYpmBWjGiTOkJwACVSccI87km6bmBGJ+X+5tlW8mIBo57BxQdO/nzceJhZfKyZ%0a5VHlDbXKLnYt9tuO9e3b9/CXgBlhXPbJteHpeaxafV8UofERqQ/9RRCLnVWWhR7vHxnfm9W%0afZ08Bs7h448/npwcro1k+qQOC2VMQPSXiYAIiIAIiIAIiIAIiIAIiIAIdC0BCeddy79lt94%0as4dzyFTPQpRlRf4iOdFtnoMc8wZB0KQygGVsclTlgwIAwaB5lrbTSSiEam1zaDE6ZNBPOkx%0aGayeXSfjMQpKU8QCijaz4DChKl+stf/jJtlVLT0gZdLVrR8qcj4p566qmOVDpmDDhHqhDSy%0aGSJ+s0617YPaZ+IWJx3BnBNns+05dOm4QwoStsydOhQx1+WIbDa4JNcJ/37989aNHU64jfc%0aiWYl5ULawH+WV5ttEbnMdUcudK7VpCHck76D+4MUJ2nXbXKdzv6NgG2idLztaoTteL2071y%0azXB8m8paNwCddDUIxef7hS7Q4ueUx7hO4V3u/k7KFe5x7q0zaD6tXiiLO7bi5/nCmNMsYUw%0aJj7Id11lmnWZtJLbe71NepO1fjRHhWU2dxHaZdc9wv3O9p82rcNa0mAiIgAiIgAiIgAiIgA%0aiIgAi1HQMJ5y53y7nHAJv7UszekBkA4uf/++4NgiLhoA7BZnl7KR9BB6J5rrrncYYcdlrtJ%0ahOAyxgB7pAAhRzFpLBCOk6IowhxWi3CBqEnu8rvuuivkQqYcBuokxQrHQO7evOhlli8yhJX%0aPPvvMIdLHf0TQnn322UGsR7wnitkszsdNKggGEkTAswh0Wy7+bMS5jssr890i6jkvCy+8cJ%0alVOixDWpCrrrqqw/TOnrD//vuHa6xIKH3ooYdCuoyNN944VTRnvxHiOS7SaZB2x0Tfzj6mv%0aO2RR5+/Zlq1UcCffvppGAz40ksvDbneh/jUJKQrinsJEHFda+8KIs5xeiR7bthgvKTqMQeM%0a3U9Ep3cHoz7CwYRzEqOuzYvCt/zcOPGyxm2w48KRYMdt0+LP7lJfx/tU73f4ZaUiSyubZ8I%0all1zSYRacuT65LmUiIAIiIAIiIAIiIAIiIAIiIAK1EZBwXhs3rVUngS+++KLmEq6//voQNU%0avUqA08iFiIWdqUl156Kfx+5513gsDFD0SWmWaaKUzP+rfrrrs6i1q3ZUg/EAvxNh2xgpQXR%0aBKTx5l0JrHZYHDVCOdEFyNqMugjYlmcZoRo4zPOOCNEppJ/+Oabbw45heNtZn2/+uqrg5Mh%0aFsizBhUlpzliLSlIiPxFFDv22GNDpD5RsZRBXmf2ZfTo0WHZZPqGeD9isT2e3szvXBdrrbV%0aWTZtgEEpS0JC2Js8OP/zwEN1N+p+k0yRvvbR5RIvDGJErKQam5ftPK8NykOPIyTNEX6LOua%0a7LCudjxoypDCqZV3baPBxc1RiR2zi5koZ4/dZbbyUnN/03+c/JYc41xSCkZ555psNx1miLR%0aXOYnX/++WFbpOygd8t6660XNtndhHOcMSaas4N77bWXY9DWImOA0eQgo8l1GLMib2yArq6v%0ak/vbiN84ddZdd90ORb3yyiuh7sVBHNc35iyOV6DnA/ds2rx4OX0XAREQAREQAREQAREQARE%0aQARHIJyDhPJ+P5jaJQJGYSjQ0oslrr70W/ojCszQj5K3FiLgkfy85x1ddddUwjdQTpAxhWU%0aQ20iBQFsITOYSLjChy8kjHhmieJpwjrBJxTVTkjTfeGFKpbLPNNpVVq404R6RmfUTz5ZZbr%0aiL4W4FEHBPxuthii4UUESussIK7++67S4l4n3/+eYgwpiyEfAbsJB88A4vCy7jxnRzwfCLU%0acYxnnXWWI90KQvRmm20WouyJtMdIfYPgm2f1OEnyys2bZ/uXt0zWPBgT8ZznDGBdovIRUxH%0aQYyErq9y86VyjOCK4ppPCed56Ng/hnZ4XnNsNN9zQJqd+Ikpzbu+7777gICgzsOYDDzxQ19%0agAqTuSMfGQQw5xiPtJSxscNLlMM34zPgLnmQjzagZUrWVfuA5IyYODCvGT62HvvfeuOAQp0%0a+qVouuTawLLi9gOCzT4H3VtWpog2wzOTNJfUf/QiybPihydXVlf5+13PfNgwoCgOEjiaPEt%0attgipGriPkim3knWsTbQcz3jedRzDFpXBERABERABERABERABERABKYXAhLOp5czOY0dByl%0aCsuzII490RHlaZGVyOXJ8M2Ai0Z9pwgpCOuLT9ttv7xAQEH0Z0DJtsMRk2dX+RmBm4D0EZd%0aKaILozWCZmEedlUiqQc5qoeZwFRAkigmal5mBAQY6JSGRyeJNOBAEpz4iIX3/99YNQzrp5a%0aV7ef//9kKYFZ0As3BAJDE+O9ykf7U8kOtHWRWkviFCflgzxEiuKOO9Ox4TQRvT/T37yk1K9%0aELh2EM7ptcA5LDJS8dQaZc3gqNXkbC7al0bMZ+DYskZKIgzxvOx6OLXy7rHktrnmEEQZf4E%0aeD6yLo49zkxRJywrnH3zwQdhMramKkvtY9jcR+XlGahfqd+pwnBGdaY2qrztjn6nTqWefe+%0a65wnRTOFG23nrryj1qjkPGxeA5Sm5+BgxmGRwWMhEQAREQAREQAREQAREQAREQgXIEJJyX4%0a6SlGkwAMYBo8DQjWpGXfaLlEJH5IwKbKGDytpJeIi8HLBG3COeIvAi/iObNjLzbdNNNQ35i%0aUshccMEFIVqU47JB84qikYk0X3nllR1R+HTRJ+VGmkMgZoVTAE6ITwxOWTRgKGI5f08++WQ%0aQ9olax5FAupmnn3467D9RyET2EzGK2Ea6haQozjYR7hkEcMkll4x3KfP7n//858x53XGGCe%0adF56077fsVV1wRdudXv/pVqd3iOiMlT1nh/Mc//nG4LksVnlgIp82VV16ZmJr9EwcA6UmSx%0avRGGHUL91u1hshbVuhlX4sivUnLRI5v0pWQhglxE9tkk02CgJ51f1kkeV5UN+XgAMOKorrD%0aQi30r976Og0VdQbjUiQNZ0utRo8pngmzzjpruyIefvjhypgSOFhwuPK8sFRhpJmi1xJ1N/O%0a23HLLkE4MZywOXpkIiIAIiIAIiIAIiIAIiIAIiEB5AhLOy7PSkg0kQCRdlpG3FlE9KRiQd7%0auMkQbAjIhNonBjQ6xabbXV4kl1fycfMVGm5Pc1KyvAktsYQQNBDyG7bE50xHLEOTiVWQdhj%0amh8BHMi/hFbiKBlkEgcEQjnRBXDn+NBdGHw1ThiHrGPHNqIMIgzrFNkeee6aN2y88lLT07f%0aWo31cSBgJmDiaJgWjHz3DIZKD4A4VVDevnNOEc9xKpGj38YGyFuns+aRmoS/ZhnXP9d2WcM%0aBRxQ4zjtSGpWxuKdGcvn33nsviOUInVZXcf9utNFGYXwDHFd5Zjnj45zoacubcJ4csyFt2V%0aabVk99ncaK3kWXX3552qyapvEsePfdd0Pdm3RexgPn4tyL6z3WIaUWTlueRfSaoecS1xm9k%0a3DQkN5MJgIiIAIiIAIiIAIiIAIiIAIiUI6AhPNynLRUgwl8+OGHjr+0SPDZZputpq0hVCMW%0aMBCmWTJNCLlgiZ4lDcJ1111ni9X9ibhBqpbYLDK0TOTyueeeW1NqkDLCte0T+djZJ1IA5EW%0a0n3POOY40DwjjBx10UIiipwxSRCDwERF77733hnKeffbZMIiobSP5iWDz8ccfJyc3/DfnuZ%0a6IZKKvzSxfcK3XoZXTWZ+WE53rr8y1ZvuFeIxwTtR5dxLOGZR27rnntt2sfJLuhVRG9RpRu%0avfcc0/pYnBQce/su+++If1T6RWjBadMmRKEVaLL4x4YpD/aYYcdQn1EOpwyZtcn4xPkmYny%0aijjvSKne+tpKpBzE6CKrNk0YTg+LVmewaLvH2Q49rsypbA5Tnn2k0DrppJNCbnxStLAODjI%0acNKSoIW8+zhmufebLREAEREAEREAEREAEREAEREAEiglIOC9mpCWaROCmm24KAys2ongGnC%0aNNBYN4Ih4yYCMiAiksGGzQIkXfeOONsLms/MOIxW+//Xa7XSKKrxazyOVkxGBaWZ2RTxvRD%0aiO9S57Bhhy55MRlnUMPPTQMAkrkPhHuTIPp6aefHgaifOmllypCTrJc8qR3hiEmEg1fq8XX%0aAwOpYtOCcM61etddd4W0PXFvhzIciDgnGhXxnIFJYwZl1m/WMjhrutPgoI04Trun6OGBkwb%0anFYJ5LSljiH7H8oRzHEkMLkrdMy1cx7Uy7qr62vaXersoTZYtW80nvUgwrhsE79iRtOeee7%0aoFFlggzOcfaY3oKUQaMwxn6h133FHpKYRoj4g+aNCg8FykxxC9a+ghJRMBERABERABERABE%0aRABERABEcgnIOE8n4/mNpHAhRde6A4++ODMQTDLbBrhEFEAgZaIaCI4EQKXWmqpEIHMIHT7%0a7bdfEBcp75lnngnFZqVDIPK7UWYRn/UKVwwaSDT1HHPMUfOukS6FP9J5lIk2HDx4cIiyJV3%0aJvPPOG7bLAKZE/SIWwZwcvAwwyUCTd999d4d9I13ARRdd1GF6MyYwOF6jDCcM1tmDKtay/4%0awVQK7rHXfcMdN5kVUuoiq9L5544omQz57veUbUdC1Wj0OjaHvcx6ReqvceK9pOI+affPLJI%0aeULaZmq6RmQ3LY5/+aaa67krMpvq8dI2zE9mx1nI46xUfV1I/bF0r4Qzc5gqqQpi8XzeBvU%0a1aTg4tmGyJ7VC4lyyJlODvRaB/qNt6vvIiACIiACIiACIiACIiACItAKBCSct8JZ7qbHSOQ%0akaSJIm1LG4lyu5PndeeedQzd5BD26rJMX/cwzzwxCIuUdeeSRIToaUffYY48Nf6RcwBjcMs%0a0YyDApmLKPr732WtrimdO+/PJLR0Q9tvzyy2cux3EgQpexF154IXcxy32cXAg+lh+ebv9EG%0aZtZV3+LYrXpfMYRiTgoEM1JJ2G5lUmJgwBD13/SBCQHx+P4k6ly4vK743f2F+GcqOC0NEJp%0a+7zEEktkRmvHojHXVVbKhlpFaQaJ3WKLLSppHZL7R67kPCO9Cznt/+///i9vsXCflUlJkVt%0aInTOHDx8eSogj4xENV1111Q4l15O2J1lYEcPk8lm/GyFiU688+uij4R7OGiB52LBhYawE9o%0aOeN802UopU0ysH8RYjIr5s6h0cfmmOw86urxvJ0no2xfUx5eMYYRBn6lYGMl1mmWXcKqusU%0aokof+ihh0JPH3Nosg7ptUjLEt8bTE8aPUtwMCe3mVxOv0VABERABERABERABERABERABKYS%0akHCuK6FLCRx//PFhYEyiZpNGmhVyt5KP+/XXX3effvqpI7J4scUWC9NIhYJQgHiISJ4UvBF%0a4H3jgAbf22ms7tkN5lIHQtuCCCyY3F35vueWWbs0112w3j20XCeeUjWDF/iFCM+Am4t3qq6%0a8eRI92BUY/Ro4cGQYEjCY1/CvOAvafY6abf2ykX7nqqqtCZDgR5WkDYrKPDz/8cFgtjkomy%0apeULttuu61LRr8i4p9wwgnxprrVd64dBCocB/yR6gXBnAhWhKVqRM6yzgGuvWYY0csWwYyA%0aScoGUurwd9ttt4VNZqX1KDtIJoxqTSfEPQzTWox7j3zPiNdcpxiDdMbGPJxbHC/1CPedpQg%0aiX3q1xnVg1wXiruUkJ9VFZxkDiHIuGWTU/qhXzj777FDPcN9mpYCilwfXN4NAdkbuesZDqI%0aUzzjb+yhj1+4knnthh0c6urzvsQMkJ1C8I5SZYI36b0yD53LrgggtCqTZmxkILLRRSkNFzi%0avuZOpw/nHtEoXNv86zj2uePbXD9ct3wfMR5h2OO+4T7kJ5AOCHojSUTAREQAREQAREQAREQ%0aAREQARHIJyDhPJ+P5jaZAGIt+bLTUno88sgjIV1IvAubb755RTBCrEYEQFjIsmWXXdY99th%0ajDoEQQRFBgaj0pBFJTYRxmjjIdti/NHHfyqGbfHKwUYQ28qznGeJHmiCUt07WvKOOOioIZs%0an5pIZAjEHcJioxtg033DAIkeTUTUu3Ei9LdC8CVmyIcwibSTYMYGepD+Llu8t3RCScGmmCL%0aul+jjvuuNK7iqCZJWKWLQSnS1YqhrJlsBypW9J6cBC5Wo+RF9lE+GrLISr4yiuvrHa1sDzp%0agMgHboYQmEw1hEBIZLXleLZlcWKVdQzYOnxSfvLaxXnHtd5Zhni//vrrp26O6GsijLOMcR6%0aw5L2atXy90xFqF1988XqLyV0/mYqnq+rr3J3MmUmUfVqvDpy6cc8eRG5SJ1HXxmNRII6Tgg%0awxnR4+DMrMNUraFf6qNQZ4lomACIiACIiACIiACIiACIiACBQTkHBezEhLNIAAKSqy0lRce%0aumloUs6UZSxHXjggW611VYLkxBniARH1DSbZ5557GvuJxGqH374YcjxjQBBao2kWTRrcjq/%0aLXo3bZ5NYwBNItmJdkX8YDBSopYRQNIMAZvjIcLbIgvTlqtmGgO+EdmYFMcRG/fee+/UohA%0aEGdwT8dsEt7QFEa5IGYDQn7SkaP744487cvRmne+s6clym/mb84LYynXB/nB8pD5YdNFFHY%0aNmwqzIyO2O8I6DxCK+i9bJms81g8CMYyfPZp111pD6JxmlautwTVGOGfvF8SDQ1WJwIpp4/%0avnnr2X1sA77SqqJrKh3K5go2EUWWaTdNUadYI4AHGTkck8rh1RMsYCIkIvDCF7VGvcK95IZ%0a9QXpcKgHOss4jwweyr3MH84BziXngnnJHh7xfhFtz6Cjce+QeH6jv9OTJWbf6PLTyuvs+rr%0ae+4DrcY899gjPB46H+4nrkzo1NuoihHMi0tOuN54xcWqisWPHhrzlpDGilwG9gyZOnBjqJe%0aom/qhb+Iut2Y6OeFv6LgIiIAIiIAIiIAIiIAIiIALTMoEe/sWr/RvVtHw009C+88KLZQmr0%0a9ChaFdFQAREQAREQAREQAREQAREQAREQAREQAREQAREYLoiUBxWOV0drg5GBERABERABERA%0aBERABERABERABERABERABERABERABPIJSDjP56O5IiACIiACIiACIiACIiACIiACIiACIiA%0aCIiACIiACLUZAwnmLnXAdrgiIgAiIgAiIgAiIgAiIgAiIgAiIgAiIgAiIgAiIQD4BCef5fD%0aRXBERABERABERABERABERABERABERABERABERABESgxQhIOG+xE67DFQEREAEREAEREAERE%0aAEREAEREAEREAEREAEREAERyCcg4Tyfj+aKgAiIgAiIgAiIgAiIgAiIgAiIgAiIgAiIgAiI%0agAi0GAEJ5y12wnW4IiACIiACIiACIiACIiACIiACIiACIiACIiACIiAC+QQknOfz0VwREAE%0aREAEREAEREAEREAEREAEREAEREAEREAEREIEWIyDhvMVOuA5XBERABERABERABERABERABE%0aRABERABERABERABEQgn4CE83w+misCIiACIiACIiACIiACIiACIiACIiACIiACIiACItBiB%0aCSct9gJ1+GKgAiIgAiIgAiIgAiIgAiIgAiIgAiIgAiIgAiIgAjkE5Bwns9Hc0VABERABERA%0aBERABERABERABERABERABERABERABFqMgITzFjvhOlwREAEREAEREAEREAEREAEREAEREAE%0aREAEREAEREIF8AhLO8/lorgiIgAiIgAiIgAiIgAiIgAiIgAiIgAiIgAiIgAiIQIsRkHDeYi%0adchysCIiACIiACIiACIiACIiACIiACIiACIiACIiACIpBPQMJ5Ph/NFQEREAEREAEREAERE%0aAEREAEREAEREAEREAEREAERaDECEs5b7ITrcEVABERABERABERABERABERABERABERABERA%0aBERABPIJSDjP56O5IiACIiACIiACIiACIiACIiACIiACIiACIiACIiACLUZAwnmLnXAdrgi%0aIgAiIgAiIgAiIgAiIgAiIgAiIgAiIgAiIgAiIQD4BCef5fDRXBERABERABERABERABERABE%0aRABERABERABERABESgxQhIOG+xE67DFQEREAEREAEREAEREAEREAEREAEREAEREAEREAERy%0aCcg4Tyfj+aKgAiIgAiIgAiIgAiIgAiIgAiIgAiIgAiIgAiIgAi0GAEJ5y12wnW4IiACIiAC%0aIiACIiACIiACIiACIiACIiACIiACIiAC+QQknOfz0VwREAEREAEREAEREAEREAEREAEREAE%0aREAEREAEREIEWIyDhvMVOuA5XBERABERABERABERABERABERABERABERABERABEQgn4CE83%0aw+misCIiACIiACIiACIiACIiACIiACIiACIiACIiACItBiBCSct9gJ1+GKgAiIgAiIgAiIg%0aAiIgAiIgAiIgAiIgAiIgAiIgAjkE5Bwns9Hc0VABERABERABERABERABERABERABERABERA%0aBERABFqMgITzFjvhOlwREAEREAEREAEREAEREAEREAEREAEREAEREAEREIF8AhLO8/lorgi%0aIgAiIgAiIgAiIgAiIgAiIgAiIgAiIgAiIgAiIQIsRkHDeYidchysCIiACIiACIiACIiACIi%0aACIiACIiACIiACIiACIpBPQMJ5Ph/NFQEREAEREAEREAEREAEREAEREAEREAEREAEREAERa%0aDECEs5b7ITrcEVABERABERABERABERABERABERABERABERABERABPIJSDjP56O5IiACIiAC%0aIiACIiACIiACIiACIiACIiACIiACIiACLUZAwnmLnXAdrgiIgAiIgAiIgAiIgAiIgAiIgAi%0aIgAiIgAiIgAiIQD4BCef5fDRXBERABERABERABERABERABERABERABERABERABESgxQhIOG%0a+xE67DFQEREAEREAEREAEREAEREAEREAEREAEREAEREAERyCcg4Tyfj+aKgAiIgAiIgAiIg%0aAiIgAiIgAiIgAiIgAiIgAiIgAi0GAEJ5y12wnW4IiACIiACIiACIiACIiACIiACIiACIiAC%0aIiACIiAC+QQknOfz0VwREAEREAEREAEREAEREAEREAEREAEREAEREAEREIEWIyDhvMVOuA5%0aXBERABERABERABERABERABERABERABERABERABEQgn4CE83w+misCIiACIiACIiACIiACIi%0aACIiACIiACIiACIiACItBiBCSct9gJ1+GKgAiIgAiIgAiIgAiIgAiIgAiIgAiIgAiIgAiIg%0aAjkE5Bwns9Hc0VABERABERABERABERABERABERABERABERABERABFqMgITzFjvhOlwREAER%0aEAEREAEREAEREAEREAEREAEREAEREAEREIF8AhLO8/lorgiIgAiIgAiIgAiIgAiIgAiIgAi%0aIgAiIgAiIgAiIQIsRkHDeYidchysCIiACIiACIiACIiACIiACIiACIiACIiACIiACIpBPQM%0aJ5Ph/NFQEREAEREAEREAEREAEREAEREAEREAEREAEREAERaDECEs5b7ITrcEVABERABERAB%0aERABERABERABERABERABERABERABPIJSDjP56O5IiACIiACIiACIiACIiACIiACIiACIiAC%0aIiACIiACLUZAwnmLnXAdrgiIgAiIgAiIgAiIgAiIgAiIgAiIgAiIgAiIgAiIQD4BCef5fDR%0aXBERABERABERABERABERABERABERABERABERABESgxQhIOG+xE67DFQEREAEREAEREAEREA%0aEREAEREAEREAEREAEREAERyCcg4Tyfj+aKgAiIgAiIgAiIgAiIgAiIgAiIgAiIgAiIgAiIg%0aAi0GAEJ5y12wnW4IiACIiACIiACIiACIiACIiACIiACIiACIiACIiAC+QQknOfz0VwREAER%0aEAEREAEREAEREAEREAEREAEREAEREAEREIEWIyDhvMVOuA5XBERABERABERABERABERABER%0aABERABERABERABEQgn4CE83w+misCIiACIiACIiACIiACIiACIiACIiACIiACIiACItBiBC%0aSct9gJ1+GKgAiIgAiIgAiIgAiIgAiIgAiIgAiIgAiIgAiIgAjkE5Bwns9Hc0VABERABERAB%0aERABERABERABERABERABERABERABFqMgITzFjvh09vhtk0Y35xDmjixOeWqVBEQgZYm0DZq%0aZPnjnzzZOdVF5XlpSRGYxgiMH9+kNkwXc+C42traumQvJlNvykTAExg+fHhpDpMmTXITJkw%0aovbwWFAEREAEREAERaB0CEs5b51xPs0c64Y9Pukl/fbXD/o+762b31YZruAlPPdZhXmWCbw%0agP23IDN/KoA93kj/5ZmZz3Zcwl57gv1lnZTfzLn/MWm/bmeRZtI0e4tjFj6tr3kUfs54Ztt%0a6mb9MZrueVMevOvufMbPbMR52vEvjuF62XyRx+U2r3xD9zt2jrrRcufP7bn1YhS+8ZCk955%0ay3210Rrhb/InH5derysXHHfv7e6rTX/qxt5wVafsxvC9hrjhu23tpvz386ZvD9H8y3VXcV9%0au8GPXNnpU4fbGP3Sv+2L1pd3os08qXHZaWGD8/XeF+2vszdc2ZHfH3X1rpf4fd9v17st1fu%0aTGP/pAatnUV2MuPddN+fSTMH/UqceG5cs+F1IL7aKJo0ePdnfffbc75ZRTKnvw1FNPuaWXX%0atrtvffelWnPPPOM+/zz2q5rytlqq63c+++/H8pDgNp9990dZXamnXPOOa53797usMMOa/pm%0a//KXv7jvfe974Y/vzbT//Oc/7rvf/a4bMGCAe/nllxuyqQ8//NCtuOKKbtttt80t77rrrnO%0aLL764u/jiiyvLvfPOO2HaFltsUZlWzxfK6du3r7v22mvrKaaqdc8991w322yzucMPP7yq9d%0aIWfumll0oJ/9dcc42ba6653Omnn96umBEjRrgFFljArbzyyu2ml/1xxRVXuL///e9lF2/ac%0aj/5yU/cSiut5N544426t/Hqq6+G63OnnXaqqSwcIlyn9957b6j7tttuO/fJJ1Pr87QCqbPm%0amWce953vfMdxPorsxhtvdAMHDnQHHnhg0aId5p988smh/v3jH//YYZ4miIAIiIAIiIAITPs%0aEek/7h6Aj6AwCk95724068YimbGqmo052vRdZPLVsxPFRJx/tes33HTfLLQ+4Hv1mqCzXNm%0a6cm/LFf93oc09xff9vDef69KnMsy+sP+ndv7vJn3zkBhx4pE3O/ezRv79rGzHcjTz+MDf41%0agddjxkHVJaf8IfH3eT336v8LvOl3yZbuJ6DZ60sOuXL/7kpn39W+d2MLz1nm931nG2OdkVP%0aePZpN+LAXV2fpZd3g666td28an5MfO1lN+WzT3NXGXvrb93oM453/db/hZvpyJNcD/8CbTb%0axxefcyKOrfzFh/Z5zzeNmufp2K6ryybbY5gybbeVmOuRY53r1qsyr5svkD/7hJv/7X15nmQ%0abwAABAAElEQVQML44CHH3RmW7sNZe63nf4l60zL3E9vzV7ZVM4KEZfdFbld7VfBux/mOsxQ%0a/92q4086gA3/vGH3PjfP+pmPv4sf13O2G5+hx/+JXOUv4Y5HmzMhWe4mU85v8NiaRNGHXeo%0aF3ZHp82qe1qPWb/lZjrsuMxyuPcQM6d89WWHZRA9qxW4e84xp+v57bk7lMWEia/8xU18/k+%0ahfuGeyTIcEG7KlKzZ7ab3GDBTKK/dxK9/jPvdHa5t7FjXe8mlHcsV2Vh/beGY6f3dJYsWnS%0abmc06pj/v877917y/X9ahTjnb91l7X9V3jp57rmPA8aBs3NrXssTddHUR16giMe5Tnh/MOq%0ae5uRO5+8MEH7rHHHnO/+93v3BNPPOHG+edfz549HeIR4hCRkq+//rr79re/HQ7nD3/4g1tn%0anXXcLLPM4hBK+V7WvvzyS4cgONZfq8ce6+tTb5R32WWXuQceeMAhgH3rW98KwuLIkfk9KBC%0a9Zyyqq3J2jGNHMJtS8v7LKSp31u9//3u38cYbOzuetdZaK7Bec801c9erdSbnCfH67bffdh%0adccEHgXWtZth7XBIJ/UcT1V199FQTIL774wlZ1RIgjSg4ePLgyrZ4v7AcRvDgiOstWX311d%0a8ABB7ibb77ZnXrqqeH+qGXbXPs777yz23zzzcN56e/bhFk2xgci4ASx68aW43rFkTGxhh5D%0a999/v9t1113dzDPP7P7xj3+42WefPVz/8fmy7RR9Dho0KDgwipbLms+9Tn3Qr1+/rEVKT4c%0aR1wV1QmyIzQjbzB81alTlz37/97//dW+99Va4PpMR4X18u/+qq9Kd7JxHnIw4kxDEi+ySSy%0a4J98Gyyy5btGiH+Qj41L/J64Dzz/lkH4866qjgSEGgP/PMMzuUkTbh+eefr+v8pZWpaSIgA%0aiIgAiIgAtUTaN96qX59rdEiBNrGjC6MMK4VBWVn2Qwbbe7G3enF77ffdGMuPtsNOOAb8b7/%0aFtu6cXfd4hA7EUX6b79bu2Iod8wVF4Rp/bfZ2fX0gl0Z67/dLm78k4+6SW++7kafc3IQfm0%0a9ohnHP3Kf/Sz12ffHazkXCefj77/bjT7/tFLr1rrQjDvu6WbcszZxumibCE5Yj5myhb8+31%0a86CPdESE/+8H038OzLPP/ZphbtX3R6Di53LsIKXjjBcUOkda+FF5taRuI/wtk4v61xd97kJ%0av/rIzfwjIvaOTwSizfkJ9cmjhR6QwzbdhM38NwrXe/FpooEiKPjvOhZqw3g3CWEc67hia++%0aFCJsh+3wSzfogqtdzzmmimRp2xn72yvcpL//LYiKXkFw4x970M3w6+2D4yRt+Xja+D884Z1%0aHw+JJDfvea+55ay5r7O03OI6rGuu/3a5uwL6HpK4y9trLwnQiwYft1D7Sst/a67n+W+0Q5g%0a/fZctSEeIs3PdHq7mBF1wT1mv3z1+/4/z+B/PfcbykWY/+A9yMO+4R6jzr1UHvjUn/zHbY9%0afPXP2L8tGJtY0eXdoD08OJR0onEcY697vLgzJj4+itu2I6bV5yRY6++2I2759aAos9Sy4Zn%0axpTP/+Pvm8eDQ23EoXuFeZM//Gf4pDeSm+Ebh2xwglldFZbo/H9PPvmke+WVV9zf/va38Pf%0amm28GMcn2pEePHkEM2nDDDSsi1AxfH4MJS0S67rjjjg4xaN1113UHHXSQO+2000qJiUS7Ig%0ahSPuIuttFGG7nddtstiOdDhgxx9913n0PQmnPOOW23Uj/XX3/9IBylzvQTb7/9dkdU+a9+9%0aSu33377ZS3W1Ok4I9g+4jG8sD333DNwu/XWW4OgXs0OwAUBsMhwerDtW265JQi+CKVFNpN/%0a7iKkdmdDRPz000/DtUkviHrttttuc2VFY9j861//ckcffbSbd97iZw0OoGSUPcIpUeSce3p%0accI7MIVXvsRStz3HusssuYTHEVTvXn332mZt77nQHcF6Z99xzT4fr96GHHgr3d956zEP0RT%0aTHEHARhosMJxn1TTXGucIxl2c4CXEQLrjggm7hhRd2yy+/fKgDs64vHG4XXXRRKJLvRxzxz%0abtDvB3uJ+ZR33KM2IsvvhiE+ni5+Psmm2wSth1Pi79zzfzpT38Kf0THW6+fH/3oR0E4xyFp%0a0+L17DvzcW5Rp1PXy0RABERABERABLqegITzrj8H09QeIFzOfNI5DdnnkUce4Cb/4538snx%0akyszHnxmESbr3I2b1XmqZqev4eQMOOsqN2GcHN+aqi12/DTf7Rpz1SyCsEOHYc/Y5XP9tqu%0aga2rOXm3no6W7YNhs5UgH0XevnQQxjozP46PE+y680dfsF/8dee2kl2jdetOec33Z9lvlhP%0aKnm78Gh4aNhEZbiqNSeVYiTRNOS5mCAj9Tu0bcgqmjKZJ/qZaqjo8dM2S/5iHiz/PYuN+KA%0aXYPDZfguW7lBl90QxHQi3me5qb3zYfzDv/Ph5D1dv59t0I7F5Pff9T0dfE8BPy84A3beu91%0a8+9FnhR+5WXwU/fB9dgwRxCP8J+JlYVS2FVDDZ+gFce2dPg3QAW7C00+64Xts6wZdcn0Qz3%0av4KE8EuDQb9+A9bsKTj7gZNt7c9V3NO1VSLO7lYLN7e2fELNff40Yc7EXVv73mhu/qmV5+U%0a6p4jjNpzBXnux4DZ3EzHX6893L0dMNefsFxzw2+8Xeux6BZrNjUz4Gnnufa0iJxfeTniN/s%0aGaJ0Zz7tQkfvjGot7jVS7bq2fO/Fl3BF1/gUn5omRIrbSolPIp8nPPPU1N4Q/v6xSPa24V+%0aFdEZ9f/hNF/sZNvqla/s6F/GU/3zi6L3Ra4GFXZ/lVqyUOuWrL9wE3xvA9e7Y84WFSCk1+e%0aMPw/ITX3re8Zdm9E6ZcYfd3ejzTq3MHnvLdZXvaV96+Z4Y05JwPu62G3yd87UTIe2Aomn0W%0aJnhF7+KpjjvML05OMlwhvac2UcSeqHBcsETod+D397oOcLvEQfvGb4Hx5ulqvLXcljGR+n2%0aiKOZvcjS1XbiiSc6IqDNEE8QjohiHTp0aIhGRdiLzaJiLcKVCFFScay22mpheUQ4opuJxiU%0a9SJYRJWyCUzJlAQI3oj4RlDfddFOIYicNQpoViUO2DtG6f/7zn0M6CJvWmZ/XX399cDAQpX%0a355ZeHSGO2TyQrUb+bbbZZiBbdfvvtS+/W/vvvH/iUXYFI8SwBMFnGDjvs4K6++urk5E7/f%0acYZZ7hnn302dbsmcsNwyy23TF0mbSJRwfSOSBppMF57LT81XNo6yWlpv+GeFM6XWWYZ99xz%0azzmcPkRI0+uA+7EzxHPSIXFP4LTi+jPj/q9l+2mR4jiF6MFSjRWl/7GySE/zz3/+036W+iT%0alFGI1+4pYzJ9959xQt3300UeVyGu+U4fh9MgyHAbvvTfV2UwaK/7SDMcEqX1+85vfVGaff/%0a75le9pX6jziGJPM/aXKHezxRZbzO2xxx4h7RXfMXoz8JdmCOprr712iMCnruYekomACIiAC%0aIiACHQ9AQnnXX8Opqk9CAJtRlqVag8kLYowrQzEjhl328+NvuAMN+qM47wge3dlMaI7ieie%0a+NILXqB9PXxn5pT/fe7G3jj15ZJUMGlCZKUQ/yUI0D6quedMA12vhRYJfzPuuq8bfeGZbtQ%0aJh7vBtz8cUisg0PJXxsjV7L5OkxEv32+dDR1/jTAiiodts3FIDTHoyluqL9IL4SOPPig4MB%0aCYcFLkWVvULb8HglWOEQ096Mpb3Yh9vZj9yl+80Lu1F3pv7JBChtQ1o889NZyz8Q/f54XeE%0a7ywO8iN9c6QMddd5nrNPZ9Pz3JboTDIdTLLNbf7yOFfuYmvveRG7L+TG3j+1W7Kl1/4XglT%0a8/Tm7G6YZeLopFdfrESwMqP3d71QmxKFynU18MxL3cihh7jxXhBHPB98y4PBWUMUvO8zH0R%0a/HzZU2fTEr3PD91r0u1Ojwb+eQ/obhO48MRonEA6IEfvv4kh5M3z3baamMIodHl5cI81QOJ%0a/H+O7qX6eQGXDY8W7kYfsEoX/geb5rs38Rz7I+K/5f6qxJb/k8p15YQzTu95Ofpy7TGRNn2%0aHyb4MTK2xbOoFGnH5e+iD8vo085JswjhdMMv9w6fKce+Gozf95cDzeD79FihoPOLOQb98L5%0ajDvt6fqtu7FNdhO9YwLhvEefvpVp9oXo/VGnDQ0/iSbv/d3vhzQXpL+iBwfphSqplfyLMj0%0anJr7wbLiOBhzs95PLxwu+I48/PJQx09G+TovET8qblox7CQdiGes5S8fUEfQqIf3OLNfcER%0ahRzlhfV/CMmHH3/R2ODrOQfsk74OhJNGDfQ21ycCLRe2jgmRf7+n7RyvTu8AWRarnllnNLL%0armk+/73v++WWGKJIKyStoFozqRozj6bcI5gHRvCJYIN6xEljmiWJk7aOnfeeaf7+OOPQ0Tn%0aGmusESYTQYxoTwQvaUV+/vOfu2uvvTaIQVkC3MMPP1x15KntQ7WfRJTCZpFFFqlqVY6FKHc%0acE6R1iMVx8jCTUoKofcTqYcOGVR0Rz3nKE/eq2dn//e9/QVCtZh1blohp9t8MMTjLiJb/7W%0a9/22426VZWWGGFdtNeeOEFhziZZ1yLRcvE65OfPM9Iw1KLeJxWJuI0jqAs41onhQgiponnT%0az/9dIgA5x6x695y/iO0n3XWWZXi7D6k50E8nXQyP/xhx8AJruEjjzzS3XHHHW6OOeZwV155%0aZaUsvtCzgyj+Rhh1AtdTkdHTheNbaKGFHLnOy1jROUwrg0hsrq+77ror9BaIHXbkycdpwKf%0aZXnvt5R555JEQIZ6WVoUoeZbBiCYnOp36i0h+7gPue4vep9xLL700pL9i2nnnnRfqA86b5W%0aLnXMS9QaibswxWXDMcE3/W6wFnEuc4jiCnJwXzV1lllVAc5xfOpKUhtQuR7TIREAEREAERE%0aIHuQUDCefc4D9qLBAHEDhMxmdVnhVWCSNVvvU1CCoN4cXLW9t9yBy86DqrMG3vjVY5ct318%0a1CiCFKlezHr4qBaEv9hIBTJ8Rx9N7gXDQRdfF2YhtBCx2nfNdQqF97isaeq7j64nrQmDfSL%0a89vZibv9t0yNhOK4pX6dp8YpCu3zzWceMCDzwvCvd8D2380HPvbwo3DEvNyIajonRF5/lBU%0aM/4Ovm6zjEMsSxGbbYJohdZZ0sPeecyw266Fo33IvnlEtudaK7yYNfjTFwYGwDz7jYXwc/i%0ayd9892/1M089DQPZ4rfpo+A9eI2hvg52qcXGnjKeeG6+maF9G+jfJ52IqAH+1z+vb6zUPpC%0afiosBp5zhRux306hB0ayl8CYS89xk3z6Cva33883qpRDLugJP10vpGwZdfJRbqYjTswVzys%0arRl8Qh7E40jqaXdNX7nXy5psRTY9N9hHhwfn09Qz2v1E22g8APPH1l4MzZoZNv4mIZGBgIs%0a8H7H/4N0J2vFHvNGDATq7rvmu0vx5ssE+cPkkbderQ4Bjqs+IqPoXSQZXZHOOYKy8MaVhm+%0alqoJ8c7g4diRFv3XXXNyvI4hOgFM+XjD9qVU1lgGvlC76AB+3wT4Vftbvf76fqu9/eWclP+%0a8+/wx/qT/Xdsiq834sGke3/v+27GvQ5yvZdYqt30KcO+CsvT86BdPn//fLCUS2GBLviHUFu%0atWaqWtEHwEI4QAQ8++GB39tln5xaNcITF4hURuAhtRFKSK50cvb/85TfOidwCmzCTPMIIt0%0aSq84doiTBGeoMyhiiGSElkaS8/HgaOhK23nuo8i9dHSCfik5QqRJHjUKA3gLGOl037jmgXD%0a9aatkzZaYivnL+kkcLD0suYGIoAR88EjONiYFXEuDJGmonYgcA6++yzTwfhnIjzrPQXbJPt%0akRropz/FEVnOkrmvk2vhxMCR1AhjsMs84ZxtEAGPAwixe7755quIp/RMePRR37sosscff9z%0axlzTux/i80fMjKZzTS4Rju+GGG8L1hhMH8bxZRgR/GaMOQDhHaOe6r8VwNtBLBSNSHOM+su%0asTMZsULIjjxx9/fIgSx3FoKWrCCtE/BkxlnAVE6TTRnEURzU2EPumkkyprk2rmhBNOCNem3%0aZfUGdZrhvNKLwMzjp20Ve+++66Ly7H5aZ/k1l9vvfU6zCJVFtfHU089FRx8lEk9j4OFT/aH%0adFFMpwyuB5kIiIAIiIAIiED3IdC7++yK9mRaIoC4NObyqS/Y1e73jDvtlTlYn5U18oj9U9M%0asIFpVY0TlDtv6G/GQdRFFkqlCUsskZcvJtR1jannddGKv+Rd0M59wlh84dDcfsXl6yCPed5%0aWpwl1yly2/ec+cNC3JdYjKHkTO515ebP96kDgi5ekVEBsDvJL7nLzTiOY4PfqusnqIrI6XY%0ayDZrMEeWQ7RmcFPe837HS8M93K95pmvnfgYl5X8zvUSHC7LreD3dabKbIvarkxIfuFaIVrf%0av/yZEZHfNnyYG/fgvcXCuRd9EKVxLPSabwErIvMT4XbQpdeH46ss5MugR8a4228MqVhCipb%0aKzKlfBhx6nO+d8bzPAX2ba/Mv6zMf6wX/aJ8Ti3f4aelF+vxwpQ7zap3AcTMAcNImPPsHnx%0aLlD5XJjRLrGQyU6GRsho02c5Pe+mv4Tp029tbrg9OGdFAm4CPQGiNEbtI/9Vtv4w49AyzVS%0a7JnAnnwxz96f1ie3i+x9d9ySBifgfMx4y77THX2eAfgoAuvdRNeeKbDdTvjLvt6B9e9vjfN%0aNWEgXBxFrWgjD907NQ0WLMb4HOf8mc360LNujK/X6IGRZqQvio36Y/Cd7UWxeH53/W4R52n%0aCOftMrnIizvOMfLwI0YiEyfQV8XpbbbVV/LNTvr/00kuONBbsH6InQnlsZQe1JPoakQrxDq%0aEWsRLBKss4VpZDDEa8JoIaoboaQTitbATZ008/PaSCsejYtOWKpiGcH3fcce0WQzS0aUTyH%0anLIIe1yhCNmwiHN5p9/frfvvvu2m5UmUJKSg7+k4VyxFBkIrlxL07LNOuusIRqZQXYt6pnz%0aRSoVDJbk6cehtMEGG1QOFUEU7gzOGYvO//d/7Xtzcb9uuummYRtcw0Rdr7HGGqGc4cOHh4F%0a1m5mug7z+cWqRygH4L5bzmx4rlus8nm/ficbO2kf42LVoy5OD3qYhMptwjqDPAL0MQsxAmm%0amG44/I7SzxnzqMMQNI5ZKM2qd3Cc4Sph9zzDEhih/mRK8jaseiOdtmYGTqB9ah7sm7lnHAY%0adQrSeMc4zygl4P1Flp00UVDznjqIlIvWfolnBWHHnposgj9FgEREAEREAER6GICEs67+ARM%0aq5tvGzk8RD7Wsv9EiOcJn3GZCFhlo43j9dK+t40dU/UAp1M+/SR3UL54O31+sJwfMHPmeNI%0a0851c26TDGXPpuW7kEfu5wTff73rONU+H/UcIxnoMGtxhXt6EZFqXsddc4sY/8XDeKkEwR8%0ahOWlrO4+QyccQ2kdeZ0eKJFb/aaI0gyA04ZKhDoK/KEgI0kcIW8d7m84zn5famRwSRxn3XW%0aqci0hZu24v1ZoiCo/wgh+Of9CmFfNoWHCFJAZdlieQnD/vw/XZ2DNxKlDT5/Etdt4j7PoUN%0aRo8NUuyUtZ6zzJp5XL0X/V67Xg4Tn38mOM3I2d3HOzDMkteQTa/2c4o/ZrNRX6drsd98Eol%0aMjwWzbz39enD40IMA4Zx0OjPutn/oYWCCOrm0yWGOkeoptj4+nVT/Ibu7XnPN7dMOzRvPCg%0a6OmU+9wOG8wmmE02P0JWe7Hv4lfMaUiOyec8zpB0HeNaQeovdHqwrnDHxMWh2u+9FnnuCoe%0a/tt8As34bk/hR4m/f0guHYeGFyU+9n5tFT0Chl11on+XMwTxr1g3IzJ//zH1+MA9AjnpodP%0a19WV9vLLL1ciM+P9MHGLiMV///vf8azw3QRzxLai9BiIo8l0A6Rj2cmnJ8GIsC2K/g0LNuE%0afg5KSGgOBnBzalgoD4ckiV9k3clOvtNJKYbA9IjaJWM0zjg9BGGESQ7hCrFp11VXzVgvzcC%0aIgoMKHlDA/+9nPQpoaBLVaIoMR/sir/Oqrr4Z0PIU7kLMAoqP1EkBER1Ak/YPlbCbdT1LgR%0auTLEs4R9oiOrdU4Z0RQs808obGa8on2J4UMaVrYbwaTrMdYH3Eax0VWZHNcfvIcM1CuGak3%0aEM5xUFgUM/NICYJwjoAbT7f17BOHzBNPPBEGvCSS2gbjZf6vf/1r99e//jVcp1xzzTB6WzD%0aob54leyAkl33wwQcz0zIhjBtjoqlxPpHOBDYYbHEcmHFvc19RD2LUa9zbtgwDm5L/nGverv%0auhQ4e6H/zgB2F5HBj0sCCKnGswNtImkR4FRwDbZQwIBHq2SZR30ri3ELGJcud85l3PjIVAC%0ahjymXOM5sjkXvjwww/DYKykYYnHl2CQU46HQWhZj+h3eo1QBzLIqkwEREAEREAERKD7EJBw%0a3n3OxTS1Jz3nmjekxKhlp3vNv0Dp1WY+/qyQv7v0CjkLMhDpV7/q2IUyZxU33keLIsyUMQb%0aD7L3E1MZ7meVZhpzRw3crF73X98dru5lPPLts0VUvR08AUnwQ5Tvy2N/4iOYbOoidk/7+Ri%0aiXwRkbYUFQnN9Hhn9tbb4LPTmkERj77zw1R6XNQ5hkEM6uthCV/vUAqfG+MOAr6YLMiLTvs%0a9KqbsIfn3QTfU7sPPGeKGisr09JlLSJL//FtY0akZzs+qy8ahDJ20aNdCMO2j1EkiMuDzzn%0a8tzBZ3st7HPBX3dnGLgVpuTIZ6DPonNKOiPEfWzYVlOj7TrsVNoEL9LM9szfOlxLtijOscq%0aAv37iV5uuHWbR4yArnceEpx935ITPs0l/ez11dj8/2G/boUMd6Xi4X/usNJX5uK+jzfuuMz%0aVqMAzm6UVVjFzkRIXjCGHgVHoxEClPTvseA2Z2bWNHh8EpSdVDL4nYcGQM2LtjigVbhuWnf%0aP4fN3zvHcLAtkEM9znYR/l85hOeeMQRpW7pf1iHsRe6q7X5KEvSAGUZg/1iE/74RDjmrOWY%0a3u9n67uswXMtBZGl4Orzf6s7Uu5Qf5CaCacV94cZgzpj5I1nENE+P/xRWH6854twPsMvfh2%0auT8ZDmPLFf221LvkkfUheDvKiaEQiSH/xi1/k7jtCGDnKzYje3mabbSpRyXEeXlumWZ/mEC%0aACm3QyDALJAKVJW2qppULKFMRyUs/EwtKQIUPa5Q6O1+XYGOyU1CykeEE0JqoTIZJtE21a1%0ajg3LE9OZAZHRfRCcCPdRMyMfNSIYkQbpxlCGaI5IlpWZG1yPaJ6EcQR8GNDDLQIcQZ/RThH%0aFLRp8bKN+P7KK6+EdBJZZd19991hFgwQKWsxnBpxlDvn1wxxkZQb9RjR0+TiNudCPWXhBMG%0ayIq6LyiZ/PMeEsyvOD46oyz2B6ByzKCqv1vmIwoylUI0hbuPQyDMcdOak4/5GVObaMLEeR5%0a9dM1YO5yc5Le933GODNEoMNppljPVAxDsC+2OPPRbEcOobnGLkric1i+U/pwyizssYzkbqB%0aM4ZDoLYEOCpD8xZEM/jOz1eSD2DE4XxBRgolUj9Ro2PkNyefouACIiACIiACFRPQMJ59cy0%0ahidAqghEwVYxchMjjKbZ+McfdJPffy9tVvE0HwXZ5qNLENd6zjZ76vJEVZLWpG38uNT5DZv%0aoI6dmOuYU99UW6wZRkMFVk/nOJ3phHev9/aUzN0vEbtuwLzvM7zn7nGGA1XhG31XXaMcV4Q%0arhvIePvp1ho83jRd2Uf3+SKpwjdE35omP0M9vrOfgbkWHyJx+7sb+9wg044PC6ejHgSEFET%0atosV9/uev9g2XaTEcsRznFG5Ann4x76XRDu+q4+VTSOCxl97slu0ptT04nE02d98E+uhx+A%0adYSPHif3NdHIpMRBGC8yUs8MuvymMEAiqURG7D3EDX7Al+eF4Syz/OZsh4FfC82/jJKSB5H%0aZh3QVLs4Ck9583U3+6IOw7IQnHnIz+nEGegyaJfyO/+FAqceJ0mfZFUJxfZZezg3Ya6qoPf%0a6Be/6fvTOBt6F84/hrvbi2JEKEiPb+LdImCSUqiXalvbRoUWlRkopSKu2RFu1ppb1IWpWSS%0ashS2bJvF/del//zfc99z50zd845c+7myvP8P3NnzjvvvDPzmznnn9/ze3+PKbtLo+jnzfK+%0aQKoSFQ48xPrPVx/6eLRIrVU5H9NJyNq1Ul14synXpJmpfKbUWpDkRSpBbQGKmDIOBVchyrd%0aAnAtZD3m/8lRp69vfpHVOTIamcs5i65udaT3gk43P72Wy38zyzVsYIzNhEkXmJ+/b3fiY+4%0aPvaOZ7Yyxu1rNcCPMNo0fYbhWPPNrXPUJ+8Y5TQJdZGWGLQPsGKvTHI4880pK7/oFQtUL8Y%0ahHhFJz+PhCV+HdDnCeyLnHF6NzxEE0o2UsiIIUg0FAmszj1PKpOAjsMpyRv3bq1waIFX2gK%0aknq9ov3XGkRcQmpCaE2aNMl2xx8blTnqYJTYFD9MJcB9yZIllui68MILrSUJBCAq6LFjx0a%0aHwk4inpc8JB02EQTFLiERw8TFF19sWLZ24L+NsjZZYPORyAIn0fF4qscji7HOCUoMQeLiQ4%0a3lBskF8A/qx3mdGjjoGvj+QKz6A6uWoMKkbqZHvCSJfxz/Z9To+G6jonYxc+bMKKmPbQnvH%0ae8rsx0KErxnichkxsRmBrI+leC3yPvep3Ks64uPvN/ehN8FkiXMDOC7jyJ8wIAB9vsC8Y6d%0aizfi/R56+7jtF154wXr2Q9hTpwGinO8kyS+SF+CMkp26BqkG9jwQ84kSn9jEOFsW//hcBwk%0a4iHdnBUQfZtqEravgH1M/KwKKgCKgCCgCikDRIBCOzSiac+koikCBEcCTeIPYGBQkKp3Uw/%0aoHF+RYd0xFIc5RRwcFSvZkJFDQcd42FLc1ngy+P3ylV19ylrd7sW1TSLXqDbebtWL7sV4sI%0ayCYvIVUN/36sz13hX1iCWLvBVlLCymy6A88wCnu6g2sX7wKzy25BfvMpuyYdo7BmiEoUAp7%0aPY1dn/RrbjaVzzrffbSEPCQxNkOF8a6H3PYSdVliLYJiOCjSpO86UThmffNl0G7bxqwD3iE%0aUspDS/kA9W95DhmeKotYVoqRvRVHmbhYcazwyylogoQbfLMrwmqPfsdYs/vH4TLKGoOgphV%0aPxVU9EmtPXEefpV99s1cC0JQqIy1Wnd05Y6NR/fCYJhNzA5x4lffXHns93bZVO7J60QCke4%0afiBF0WkdTrJ8NzLiJotGvIPXKtkFqIvXlIt2jdgA8X8OknCZI3/2CZyIMydMhrTEEh6VO4Z%0a999pZ4BgbVT1pjtj1OcBw5aKpkgB26cKdC0b33gxqY0TA1NId+NL8s5LEqhibhLXvaNrB94%0ao38l/7XuDN3622NpkPHKfLQ7K94x6CoRLrK3t31fe0yYm89MPbLv3N882lOAflI/OMsV72i%0a++kJlAQpyjUG7VqpV3V3T7t99+s77EqI2xoggTWKJASkHYQJ4l80EPM2aiPlgauCKB9ENJz%0aX3hGU5xQAhTL4noiPV4Yzqv8yDinHuCJIfEpZAli/OphlSNh2O8c3GtBGQ8qmeIPWwlsGBw%0aAelKYiBekAiAGMN+AgX5yy+/HK9r3HYSCk2aNIm7vzh3kNTgeQUFSmGSCOBOgcdk9jlBY9D%0aGOeIFz9k9a4hGVP/MAMAuhIDcRs2fKCGBpQ0zB4LIUZS+fq9rxsVKI4hYRi1OFJQ4xzbJG9%0awT14VdBxg68j9LBBTMJilIMGZpDd4VvgcuIK8hzfmduOmmm2wChFki4E8ijEQDtkskG2gPG%0a5DzeJyjXGe2CoQ5yS8XtENqYwvEjBzU59Qy8KrPXd+gNQkUEj4tW7a0FjtBfWjDisUlCV0f%0a7gsrGBIEJGgI+vBu8VtY0O+RG1/XioAioAgoAoqAIlB4BJQ4LzyG2/UIG197QdS0E0NhgGo%0abRWZBYgv/4S8+wmFjy8aNUaLVKkLDHqj9DDYIWRM/s4S5t1AlRCaKcPlXqymXwKoFf3Gvch%0arVbs7fcwORhRgNCiwYVhx7aNCufG0QXt5iplynUy17O1e7bbBZKbYkmR+PM9ZX+7zgc3uPC%0adquctk1Mc0ovrPiEOeopVErYxGRM292TBLCDZItBC9RqUs31xSz9ltzZE+dYnI8Pt2Ve5xt%0aKgmx62xicoSQtV70MpshKPi+rrunvyWeq91xn0m/9pagbrFt8g+7TaLGJcIWBs2ZN8f2D23%0aNJNeb+ZEU0UyrZGdX4G+e/fMUsSzpl8+iqLz1tA7Gy55U/pBoKSri3I4p/6hd3u4gedeOks%0aTLg3b81b3PsUQ2BSjDxqZZf5gNL4yQe33PGFGWY5HDeF5ffjcWRDrE79r+19nv5MpvvzSQ+%0aJXPusA4D2/Xt1SthdAoqGI7a9L4hLfCu50hibmNb71iZ2lUFz9/YVDsMRT2FdZOCgM3Ekub%0aPiatfSfxp0+3Njibfp0qs1i6m/R+A+1xHFDp5NPsbA37LORzmfSqkaKrO9Wx421rf/AOhiT%0aGU9cbeIZjV0JBPrx/XUDYYNECsYYiFbKxuIlzFPWQhVgTQJBiWwLRj9ITQjjVyJHvEOEIcf%0a/xJBrwQMfqxRvego3e9rDbqJZRw1IA0/krcyxYhymeCuFPwcGCBKrvsMQ5hBzkste33NnjB%0aJ0b5baXLITM8yY6sJNgCYpHHnnEEuc8x0Sq26Bjw7bxrn7//ff2vSHpgFUIxCK+4xD3zC6A%0aROeZ+wMyGiU63uaQ/yQ5SKZ4g++AV9EMyf7tt996u1gC1zU44hzlNN8nF/G22Q9ZHBT4YZM%0a04zuMvQfWQC4gUr1juna3Ru3MNRAQ7F6y1bvt+vvXYOlqCPj3xfscpMyP1zeoHbIZEpt3jP%0af0vvvus9ZHJLQgtv3Ru3dve29YLY0fP96S5+3bt/d3i/lMgovvKffHu0Nijm2vl7w7ACKdp%0aBi/iSSASK6wzfmS2dhg08L7xTkg+YOC317811m8wXuLLQsJOKxeCJJBjMPslHi/bd4xdFsR%0aUAQUAUVAEVAEihcBJc6LF9///OioSpMRHQ6EMlKYMGygvsauoGzuPwTw32ZJFihxN4gKkQU%0a7mco9L7ILx5Vrspup9elkW3gv2Tjb+/4gRfamaT9ZWCCdE6mTIatYXKwXkmv9yEfdx5g19i%0aUxFjXyD76N774hhS3FK1psK7yBZ3WQZQkWFl4bC9Tn6x97wHuo3YbErn7vo7bwIwUYy+93Y%0aEzxyXwHFFFD1etuFVYnLa5Xf+VzLxEbl2NFLV6vYGcU0sCR5okGwEIn44FBUTJ586L5Vnle%0aJkQRKrypOR4lblDR0aDzkiggSGyEiawvx5vNK5dbcnPjO2J7s88B1ot6/VMPR4jQS68OM0x%0aKfTa8+rzZIApnG0JabF76r1l26B6Rz7mEnBuQoqUk4WLeV7czxDp78jdCmD8dk2jkN6q82M%0aVsHJNYdVpBrJHAk983sOE7AoFf+ewLCkxQh7jk0tlFEnfZP35r7YKq9b/bkJB1UZUivNhe1%0aWvgmuwaX3oSav4aFCS1ar0j712ud39ZahTI92lbjWbNmtlL91o6QORACEEgoez0EsYQeNgc%0aQBZB5kDIFneMHj26SE+BEpfwFt3zngDbDr8vuHd/YbfxW/cG5BjkZ1DgqQwJTeIAhX28+PX%0aXXy15ile517LB9ae4YbKAfHWzEyAJsSBx4TALImJJRHj7QmqGDZIgBBYYRRlcE6Q8Nixu5g%0aXj8z7jQQ3eeHRjo4NnOIkYir7ilU4sXrzY+k9DmqNWRh3O7AYUwv7geXqL65J0oMClC2ZlU%0aMTTHyikg4IZE37iGpKVhIs3sA5hDAqFEmDo1Md8Tqau9j4ntv3nZIxEwTHeugGJ+rp9ya7J%0a9fOvIfYffPBBa61DEgT7FGZuQJ5jmULCIJ41CbYzfJ8hs/kOYTsFuYxnuTdIAkDEOyKaffx%0aG0B/7m0RBQo9EBcT+yJEjrbUKFiwkn9q1axd46FNPRWZY8TvLEhQHHXRQPtI8qB/JK5Tv9I%0a/nix50nLYpAoqAIqAIKAKKQPEhEP6/iIvvGnTk/wAC6UIOprWL/Q9Xd1sQ6+vuiXh6urZka%0a3yCgzU5wUfiAb7hleeFgHrJkkuVupxiUAZ7i+qZsuXiWlcEj5rXmvnhe2bTzOl5DZ6t7GkR%0a+xJP039yE8sYooLYyhRVYKXitblA0W6J83q7mKo33hFzmvVPPBhInMd0SvIBi5UqfW40Gfc%0aNNOsGXG9qvjLOKlKTHJbybmw4SPzYqFzFrnIWzrdrNwMC5axrwwN887K8IltlREFri0RGRi%0ajUX86H/cWG0SMt+c13Ir1PPzuzIOzA2T/mqs2FaAwbeYrz5MQ5Pv4ZDw0WEvTwGFU+yTJ+P%0a9aPeCRmFkPYa0jWr9zO9U25phFyxRaOpHZDrg0R/uz8rrjA5ofI/vkHs/bmPmaLEO3EFvnH%0aNZ+9UbX/YJu4o41istwbljwECmiUzhC0KM83vhaeSKzU4yxTVn4bsa3CqoQFxXqVi640Fdv%0aGJ+Lsif8jf8CvxiPPSrKopsV49cVn2oRHYW+v5gtvb1OkOeQmRCwew1g6tG3bNuoLjVWFC9%0aS1EDn16tULJG0g0iHOt9XYKLPLiKpVq5aKW6AQIpYP/sCexSUNIOMSKWVR4xMUgoUgDBuOC%0aOd5O/U+zxbrD68tCaQlBGRQYG3jV1gH9fO3YYXx1Vdf2eZu3RLPBvIfm+wzBC1kIu+6S0x0%0a7drVkuOOvMUCAysO1LsEqn/uEVKW7wnkO8Qp9h8UBU1UAyDR9UDa8l0iwBtSngSU3/+cGQW%0ao1SGw/bYxfo91sIOcJ2HiIp4q3e0v6nWPHj0CrWgSnSdVj3NU8QTPkoXEwKmnnmqLYfL9ff%0aHFF/PN1uC3zI8FVirgBZHN86U46PTp062FD0p0ni+WSAT2SpDxPAeU58y8CRso3LlGLHqYx%0acCCYh2invfPxSuvvGIomku9A6xkiAEDBli7F2ZeuOKo7rmTuOKa+K65/m4s1nznebdIZHoT%0aIt4+uq0IKAKKgCKgCCgCJYuAEucli/d/9mxla+wQl+grI/uKM/A/zxBS1QiRRcHS9Kv7iRV%0aHyyI9Jcp6lu01Nq9YJkX/3rW3XzFOgmRbwabyqT1NlvhF44e84ZXnTJXzexf5pa86r7v1WE%0a408PqnhxuWoEDVXevj2OnhQf0StW3+d3GEmBU1s/WHF3K+8jkXmyoXXiHkbYTMT3S8d1/2l%0aNykSUrEuVOcN/UOFbhN0UbsdfBPz/krYvFiOwphUm3AveLDPtiUb7mXyfwkv9IvcMCQjVgK%0akfQjVhx/hJD2TU31ByNTxCHDsfUhuDb3/jPrwTvzgaK9rp/tLH+qYgciJLwNSdhBmvNMK5/%0aRy1TqfqYtIJrzz1+GAqOpBLNmUP1X7nWZ+J+/aijgi61RPI/9VMbelvp6k0o5ixaYzbKUqV%0aoND4SUb8MmsrBYiGNtlPKAxXwARBHe2hTzdMphZy2BQpFwpBFFBvECJrBiCSKXExG49sBS/%0asfdq5+c9F42OEBkFUdAbu+3335Jh4YgQ2lLwcxEmKM4hriG2A1TDBQyEmIYlbSz2WGWwf77%0a72/fE+eRHXSBfkIyqE/YNorXQvbhyZwK2e/GRw3euHFj9zHfGkUyKlx/0VDuHwXx3XffbW1%0abIO3nzJljyVhnKcM1QZyjHscqqDDx/PPPRw/HD53EBM/z448/jrazgXqaZwihjso9XkAM46%0amOMh0FPXYdxWVzE+8airOdWQBvvvmm4f1gtgCBmpxniZp6xowZ1kv8nXfeyZfgSXZdWFOhL%0aCd55nzvSaTwm8DvAYkU7E4gv//880+rNk82pnc/sxfwLCfZgnUM7yAEudeihpkCvO88Z5KU%0azi7HJWaaSC0CihJ7g2N4j9w1e/exDVYkAPzH+fvpZ0VAEVAEFAFFQBEoOQSUOC85rPVMxYT%0aApt+mWdIchXkYO5eCXEblcy4SwuuswEMzBt8u9guRfxAEdvgPNKKMhSAkNv3yk/XtLorbWn%0aN5L5mDXDZvKAgsiU3Tp5nlbfbNa5ctp/CNaSzIByHXqt4+xGR++K6pIjYpxRHlm7Uwm4UoD%0aQqKFpKIKFtnZ2tJE9SnKJJNq84V1Z+o3iDJK592jqkk6v5y9XcJOl3Stuwpk22fsP7mwqBY%0aX3vOHTPrI+BMkJ4bRj5mCeGKR7Q1G7zEufRHEV59mEyD9pCiKOizv54YMFpeU878v/I+FGZ%0ary2az7s6b7PuffvVNhmsksE1Zde4p9hnWeOol2+b+WBI39wNe7dUfeEqKvx5ubURcn3INd4%0a1r3+P6xFvbZyr1IkgCZUpx0XizfeIdX9ztW6QeRcbw+wp0muyffijQcbXGfWk9ylM9mIRJa%0aUs8QARR6HPq1Kl2QUHsfKaxrCDwve3YsaMt6IktBYFdBTYg9EWBiYc2Y2E94FUc287b8B/I%0aUpSY+Ftjx0AcffTRce8INTK+xsUR4JqMOH/ttdcssYr6FYI4Udx11112N2rXoESH/1jIQb8%0afNIQbit6iJMb95/V/RnVLkByg0GKqgeVKovBb7qD0hmBGPc82NkWQkccdd5xV/KPoxdceQh%0abbDRTKEJ+FJc691+jsOVBAFzRQWUOaQ8DznmB3szWIc74fkLWphJdAjndcmzZtLDnOfhTXf%0aHdJfpDII5gZwQLRjUe4V8nNflTeJGT8BVvfeOMNmwzxf+85H/7k2Lh47V54P5yVFeOmEnwP%0amb1A8ot32zujgtkjixYtssp3R5oztktqOpW593yuuK4j190+ZhHxu09Q84Ft1hqKgCKgCCg%0aCioAisPURUOJ86z8DvYIABCjkFjY2r1kV6SqK87DHld9TCoXJ1M2wgfdtPNIRn+LCRs6Cf0%0azGo0MDh9m8eFFge1E3YsViPZf3jCWsIZUgKm0IeZnxxDDrq1xefJcLG9hM4D3uYkt2lsn+d%0apIlwLwWLuxHiRxU9NMdm8q6XIOGxZZk4TqqP/xM3MvJeGSo2fDsE6L+Fv/90wv+D+64J8jd%0aUbZ2HRlfCPOTT7cK52T94+3HWxuin1h5cvt43WLb5R+6W+QfwTzfZLFu2N2WlK56ff/430l%0aRkXkDGxWWkojNy5caCnpSgBZPcRdb1q6JbMq1oQJPFBXbtIvuxpbGbFgf/VygDbH/sXUGhD%0axM63B8gYYo1oPkt5iZQKUhsiZ+Lv+/8LNY2bTP53FeGq7Pfw233HKLGTJkiCWF/Pv4jPcxN%0ahQQQ0HEKh7MWAtA5lGokqJzkHElSaIGXXdRtuEPDSHqAi9rbBLiBapRb39vP1TIFOLD6x0i%0aNFVvaGfD4B3Tuw1J5mxRIAy9/uHefmzjfQ15CcGOT3eYwNYFJS9FDJlxAEFMUqWknzeqbwj%0aOVGLw4MFWXUtih2eULPCcpmAjljcQqijrISbxK0e9jLKccAQmyl4UvyyQs5Ce2MkcfvjhyU%0a6VdD9FQceMGWPP5SVSkx7o6wAhTFFQbES2pi0H7wze76kECYtk0a5dO4Mn//nnn2+xQlEfL%0a7DSIXngjd12203y/5vztcdTa3Osty4AiZxE3znvueJt8zvLu8U5sZbxBslJEh8kOfnddcEs%0aF4L6El7veAh/3mPCT5zzbvpV5tx7SX+X7cXpH0VAEVAEFAFFQBGIQUCJ8xg49EOpQECmzK/%0aqFVxoKdH14YPMEiZ2nDTNlKlUeMI7zLnC9Nm8eKHZMOqJMF2LvA9q4vVPPigF976zqvqqXu%0aJc/mG6tt9VZgsKPyHKK3XuZtYNud16Otd8eWyBFJ7eG6hy1Q35PM5XdDzElGvUJKIy9nTG4%0azzs8/Uctt1u1nzuzaRq7zDgUJQ1TPHRmLEkAUKU27VpTHPQhzJC/mL/g81S2MBeJ5mnd+an%0a75sNz0dsV/zjumKQWVLwc/OAG+zuLVIgMmfOn2Zt7meXhCtbu66pPmS4KN+TF+Tznyfoc9b%0aHY6PnCNofpg37mrQuMqOglEWZyumm2t1im1UEUX73PYpgFCOFgu+3NlsVcmcKFMmgxTgI5B%0aG2Eng5Q7SyQM5iOYDCE//eVq1axb0CSCMIHEhzbAsgzRnrvxQQ53PnzjVYNUDEcc+JiDTUy%0aieeeGI+CDIyMqIFIrFZ8KtdOQCbDdTQeMH7fazzDRjQgNqda4RkxdqDQp0Q3BDdp59+etT/%0aGisJSDgCFTWFQcME45x33nm2K7YX/kB5zvvkDTd7wdvmtiEZeXe8AZGfjNjmPU0lwBtLCux%0aJsJlxpHfQGNhxYMUCfpDMBEpc1P7cf/369W0bsysg0IcPj1ig4R3O/UB8Qq4zQ4Pvz9dff2%0a37F+YPMwM4H3YwQarisGNTm4BlaweFSb3Eb5jrCeNxjqe4I36//PLLMMMWaR9mQvTq1atQY%0az777LM2ERk0CKQ4SQ+SmcxscEFihfv2f9d4f/G+J/zEOb9njOMNh523TbcVAUVAEVAEFAFF%0aoOQRUOK85DH/T54xa+KnJkfI36DISdkbvIzBezhsbPr9FykOt8R6IHu9bxMeL77DqcQWIZC%0axHwiKVFVWQWNgR5F+6dVBu6JtZXeqG90uio3sqT8KYf6QsUURZUA8mMs3bxEzdMbDQ0z2L1%0aOkImgFU+22IQaPZawhsr//yqy7u7+pdtewmP7F+iFFNVtBrgXFe2ED7+oyok7CiqUkgvPlz%0aJ1tvKpme16vBU6cC8n+bpLMn64SKYjpsULxdk/rfLJhSSU2vDTKZDxwlxDnTZIeVknsRsrV%0arZe0n7dDWbGcsbNGvI2+bVTG8cIVYs2ZM0vI8lnRbls2bjCZY9+MfmZji8xoyflrrl28O+h%0ar90tSaeNrL3h3mbING5uKhyb20mVGQLxZLDGDeT5QTNZbsNSzq1RsMvunvCTeyu3SqODXI9%0a/z7Gk/JVXxhzkB/99AbYqyO9ePFn0Nc9zW7IOvNQQqZK838AQOExDKLu644w5L2rrPrCGvi%0atKuwjt2SW3jE87iDwhiCFzIVAjUZIH/O8TWYYcdFpcYwwoGO4Zp06aZCRMmpEySonbGQgQC%0aEaIYEm7SpEnWg5vihvhjQ74+9NBDBnU6ZCTq3LCRKGHAGFhXkCAIG9hD+BMzKLS55qIK7hV%0aveEhHZgIkS0hAKKLG5TtB0gTC3E/U4+/OM4e8RLXL2N9//735/fff7f0wQwNLI+4Dz+3CqM%0aRJbNx///12ZkBB/NyLCsdtYZxUiF9sXHgvvEGxV/4b29/uTwZ5jwnapqAr38VUgt9SbFjCB%0aLNFXOCDTrITGxlqFvgD1TmBNY03mDnjalJ423VbEVAEFAFFQBFQBLY+Akqcb/1n8J+4gsxP%0aPzCGpShCLFSq3x9efb32Bim69fmH1vaiuFSYVu1MAdJiirI71LKq22Ia3g6bM3umXUO8rb6%0a8l7GkqbTgtVy554VWwVqmYmSqMx03vv6igQAl0q+6URS3zex2tdvuMStPO95kfvSeJWvTjj%0a3BthfHH1S/1opHpqtmffGpPUXZukVDSGd986XBboOZB2UqpdmCjyRgsMAoJ0RbQQKSDt/2K%0apdcZSp1O6MgQ6R0DHYla64633rO5yPOQ4y08a1XDd9dCmJWPCK+R3CIoWK65Mz9034u16hx%0aTHvQB78lT1Cfom7bvDSi+Kp6w+2mYscudvhVZ3S234Vq9z5mP68bdLPJmvCJENVLzbp774h%0a7CRSX9O9P69g5KXFOn/Rrb4k7btAOkhHuOxm0P6ZNvjPrht4pBUj/Z9KOy6+2jelbRB/WPz%0a7MbHx3jKk26AHD/RFYL2X//IOpfP5leR7vXNvg26wFTo0nX4rYzuRew+orz7PJvBqPSfG0g%0a1rntqa+oiZDxkND7IH2WuIkhlIZGaUg3uEQickIy1TG9fatXTu4NoK3T9A26tfLL7/cPPNM%0ank2U30ph+fLllkiFeNwaPspB152sjYQB3sKo55MFlgkQ3PhGJyPOf/31V+s3zrheVaz/HBD%0anqLZJOGB/U1DbG1TbEOIss2fPtvhDqGM9wkJAMqKMLspA1Y5dhTd4h11RVW8721j7dOrUKa%0aYZq40wgT0F6m6nAPcfw3VANKNspmAjiYRkVjeM0bhxY3u9XIffzuSbb74x/fr1s2p0Zmtgc%0a8Q5SEpAnEOku0QA2GIdQmIKC5Bk3vT+6+cz6njG5zogQPfcM7kdWdA4pa0NZTaJoVQCRX9R%0aBu8HMxGCIl57UN+gNhJteNynElgskSRJNR5++GF7CL/lWK347Z/47SGod0AtAw1FQBFQBBQ%0aBRUARKP0IKHFe+p9Rqb5CCmZWPLxtqGsMrQYPNVrJdELlXeF/B4c6WZkq6aH6eTthbVB+r/%0a1EyR0hpb37inRb/uN9w8sREhw/dZbye+xtKktxTFtYUJIV3lj/1MOGhahMEcIzetlt/qDeT%0aL/mZgOxmDHsHku4lkmvGt3v3cAfPevLz21T9g/fmbROJ8EOeLsk3M6aND7GngWFbsUElh4k%0aBbImRAh2rGcoiin/wg08B6ToxjF5KiHXqeKR7Yy3uKNrT7bOFoXz+hGPWoXy5pUrknUv9P7%0asyd+Ibc4AsdERL3GvvU4KI/MeEEU9myFn3hw7bhirFtuxhP84xXn5vfc3ZWvuEDl7GfkOlK%0a8Q/Ww9xGUPxU2r3hIp2Oe9TBTnGfcPsv7xJJa8USjFtXegQmxTHDXzw/ckATba5CxcYKoIc%0aV2cwcyHje+NkSRUJfmOHh49FUQ/xZMhwaNEuPze8B3ZNO1nKfL6RYztTtpRHSzZvva268wO%0ar4wTm6Ca0bHCbuAjv7bvZdZ+Cv/5Kr0uke/l6ojXfwq/P97zQZyiIETpiK2BUw16+2ytbQh%0aLiKGff/7ZKqJvuukmg5UERSMhkCkaSjjCxk/kbK3rDnNerhX/5TDhbBGw/0gUKLt79OhhbT%0a/w2d5///3jdidBgs0K5CtEL+Qtti2FCUhbSFz8yLGQocgpgbIWz3IKW0IGxyOgUzn3iBEj8%0anWHDIxHnFNA8YUXYmfQ5BsgoAFMsULhGRx88MHmpJNOstY3jljGigZ/aNS4nAOFeDL7F+9p%0a3Di0QbDyLCiU+91339lu4IhFC8VxCaey9xLtfH+xPHr88cftd/nDDz+Mkur2IN8fFNAuwfT%0aDDz/YMbHZQflOQoX7/a9EKt8zd89F/TuCx/pff/3lhrdrvpuQzxRI9gYJntIYS5YsiRYixq%0a+dZB4JMq/aHSskftNIbDJzQcnz0vgk9ZoUAUVAEVAEFIFYBIIZpdg++kkRiIuA9aEtIi/au%0aCfZijvSjjnOsBRXoOKu+dyY4ho+b1whH8pKQczNK5ZbL+kq515sKrQ6LG+/2xL/xXVCBrpi%0aoFh0QJL7o1LXU03m+2+b7CnfW7uXIOXspl9+Mmuuu8QSZBy/8d3XrXq82sCh9hooClp2x51%0aihi4jtiH4VztVeaWTetjrphPK+Ar7HiBMZizJ7wbAlmHNNXI+KeZIZE38zKy6+AxTffDwQN%0auUSnJvZWQ6t4syQpBUOPgwUW+3ck3h1uLJT2RIkUuSAulX9DWVe0W8asMNkGKvLZvtAWvvu%0aNFawlQf8kjwbIUk1jb41lNwlWsG26KMqOI8hFVLUZ437FjWPkreo3K7NU96SJlqNaTA6mn5%0a+jFbwRLnQhQH7c93QAk3UCeg5shXzeorelmf780L/zFVb7pTvkjliuVKbKJNSGUK0noL/vI%0a7A3FOIitKnMsV8BuSJbZPmR++G0OcV+pxliTbPpNjJpq1g24x1e99NOH1om4XJs0WNqYjsz%0a4y7h0gv02TDXY4NYY/I/dc3qw8VVS0YrdV4eBD5bdPFONyXSTiar74rjHyHeY5J4pPPxU7s%0alyvaOwlVq1aZVWziY4p7n14Wt9zzz1WYU2hxD322MMqovfZZx9L8qG+7dOnj7Wm4FqwuyAo%0axlhawnlbQ6wWNnhGhJdkDRoT1TdKZCxS/BYQQf0pHMozx9KFhAQ2ISRPChoQZlgyUJQUUhA%0ay1iU6IOkhgClU6gj0Bg0aFPRUJXYcXuK9evWySQaU3iwUuoUkx+P95ZdftkURNSoMtQAAQA%0aBJREFUIa9JOvmtiJJdKEkFvMk5FlsMCEoCr3Owg6j3hvOR5tl5A7KdoqGMgU3OuHHjAq2Ls%0aOggsUEyioDsxOIIxTnkv0tGecf2bjN7AFV9qgU3vWOU5DZJjeLwOE/lHsDMj5cj5/3tqVjA%0apHINhe0LEU5ih+K+leS/DUiw7Lvvvla5fsEFFxiskFiwCuIdon5CMquiwl6THq8IKAKKgCK%0agCCgChUdAifPCY6gjFBAB5xFcwMOjh23JJS6jDaVkg4KfNiqEU8sV5LK3rFoZOUz+wZEs0i%0a+7xqo3y7fcK7Drphm/m3VSGHHTrD/s/ioXXWmqXHxVXIU4hPqqc042G1593kBwl9tt9+i4E%0aPRrru9tSXNIZPavG3y7tb6g8Gu1W++JkI2+6y5TubKp0vva6Dhl6zUwlU5ITlBsWb3KrBGF%0aKaR55bMvMPhmZzx4j8n6/COz6qwTTXq/gTIz4qiYgrDlxcKCpTCxecm/Qgh+b4eA9K82aFh%0a+r/HCnMB3LApdlL0EpGD1YU+Z8i32jOlVttaOJkfw2DT914T2KyQytojHJopc72wJrEc2u/%0acqZuRwH9zxKIWt8j5Afc8MBeyJChpYgmwYPTLh4SiMgwLP8izx6EcVXiatUlCXSFuSxEP8A%0a8PtwTc985P3w3XO7cUxqQQ1CWo+85olzze+/ZoRmZupesOAVIYI1Tdr4ucm84N3bLFgvn/e%0acGR59o/fSnOf6K6Kh7axibOsL8fLe5gR8w5WvW2wtYPi+4sNV1q7+MnLCvsdaKw3vcwgyXz%0avTZP11QQhwmV6vNQYwIKI3xBbA+CwNgZ7psyPx9mFC+EdYIZJWqcT8yXxoheau0HRNtSnKC%0aIhqSHPIAFLKrx+uJCUF154oVXdQryiqsV+giJ12FUQkJYoHd966y1LzkDQQMoSxx57rF0X5%0ax9HXCazWHFKzI8//tgmACAr8adOJSjASVLAEX+otuMFyQTIVxTkqLHBDwsbiFII7XgL+52K%0aGexRVTt1c7xzedvXrFljJkyYYK10IGt5hyD/sBQh+YGyHQUztjC33nqr+eCDD6yimlkDEG4%0ao0JORta5wpve8JbWNh/SAAQPsMmvWLPuu4SUO4eySIrwLXbp0yWe3kuwaGZdnRaFWonr16o%0aZaACRAgpJAPCdXiNKPGUQs32Oex9ixY81xxx1n+3otY0iQYXEDaY7nPGQ79QKwQeK543kP2%0aZnIrgmilwKRJRUuqVdS5yvIeXjnEwX7+Y54AwsqvqP+9lRrCzErBwV4KsExqQTvFUQ5xZgp%0aZstvMTUGsMbiN4PPU6dOtUMy44VZEryDrihwKufSvoqAIqAIKAKKgCJQsggocV6yeG+3Z4s%0aUMBRFmVghoOy1diH4IJctZ8rv2jQlXHL+FvJIFIRl5B9hdrq/KJuJgthrpHTiJJ1z5v9tNs%0auCNUiWFF2ExMWeJozPc5Kh7W4IpDLYSQh+2EhskX9QbHj+absPy4lkgcoyXlAkdP0z4u0s/%0a2BEhV315kFJfZGxesF6BeV5xmMP5PnSC+GIzQL3bxXrosAmajw80qy76xZRnr9hVp0vSnKx%0ayMCipuyOtSMWCrnP1CrKHaEuY23JkX9s5YjKWtZbRBFvsrOkEKzYzJxzUfR21grhD4mNl3P%0a61TfZdpSq6+W6uK+1N15hnwsqXIjlsqJ2511Efct7hOraLhzJOeUfaqyF3ZBzZplyQsKl9+%0a0fPZ/b2LJxfWS/qPkhsSnyWpyRs3SxHb783vtZvP2KfXbiVb5h7mx5Bn0tKVgml0iLXpdgi%0afo4S7ynibT2sX62G6U4ZoZ4Yxc2IKhXdm0XOEylbqfbdyxwZ4hGO6tA3q+CRObnH9vnGliA%0amGcviQOe/SZqAsjvkykvSzEEBK8leYthbO+Q/AbhI77q3G5SxHS0Kd+kuUHVXVSBPdK6gRG%0arGr57fmuV8s1a2N+rbEn64DseTVYIgVVRyGzsXbBNSju+a/SSSAqlX3G9/b3IGDrIVGzdxv%0a4uuQ4USc0Rf/9NM6fbWS8UExXfDbu7THWZISD1BZi54maUkEBwdjs582bbdz9bSPTsyV+Lh%0adWzduG3AQKd37Qgq50WLVpYb2osNlhSIU3ddaeyhjCFNMIzGpsCiFvU2ViF0AbxBwmI7zYk%0aOfYf3sBTG4IWVS3Xy3iMQYFER1Z7+xd2myJ+qIwhEyH2nc8vxFGiOOqoo6wqGXKVop6FDQh%0acyNCguPLKKy0Jyj6IfTBDuZyI0IPcxvoFlTnF+ygY+MknnxgSKV988UU+73XsPfBBhzRlwb%0aoE8hiFOwQgAUY8t+uvv94qpm1j7h8I3Pfff98WseS5Tpw40SYEII4hirHh8b57EIoQyrwbq%0aLoJP1mcO3S+VarkY74B4jSAE0Q/C/eP5zxJjfnz59tEAUkcyEQ8+ZPNDuAUeEVzj7xLYADp%0a6E+ucC9Y3syZM8dgv4OqnCKhQXYwJJqweuE94ZmgWvcG3xdwxwMdshXlMGQ57wvPBDIdYpz%0axed922GEHmwxgXL6TvDMsjM27BanNOksspPhOM8OAZ1/QYLYL3zUwqCxiAxISeJQTXI9TaQ%0aeNz7vlvpvsdz7lELhgl0qQ5CFI9FDw1QV2OG4GAGOSZOT3iBkWRDwLIn434iUj47W7cyZbc%0a98sxRWMDTnOc3/yySejCczOnTvb+2eGCd9tZpHw+00Cief37rvvWvU5s4eYUcHsDL7fLBDt%0aJEw5DpJdQxFQBBQBRUARUAS2HgJKnG897LerM29etMCsufaSfPeMWtA7rT9fh4CGNVecJ56%0a982P2QJBUaH1ETFtJf8CeYs01F8ec1np6x7QU/MOGZ5+0BSyDRkhrH0wUBPUNarPqf/nHHR%0ahWEz9nVJphAluSTVL4L/3yCDnOMdm/TJHCo6Lorb+LqSpK72jIP+5QkqYdd4LZ8OIogyd49%0ak+To7tT2fB6emd//7X1UeeaIfy9gXq9Yrtj5XzPWIItZ84sw5JqWK/0gIMg26qIkr/yKWem%0a/B4HDJe0Ka1tB7NJEgZVLr06r9Ci7yiSFeAPqZg57i3f3tiPqG0rnxP7zpLQKN+8ZWzHIv6%0aEGrgwQRIDq51EQeHTjIeH5OuChQ+BVUhQrDxVyBRJwhAVxE/fWzA3qH9B26htUPHQI1M6HM%0aX0pt8iirVUDiRZRGJntSSs1g0dKJ74e9vaCqmMEa8viTBmKPDbEWhZI2RSOSHPN/0+zWDfh%0aFWKiwqiOoc4x4vdS5yzn1kqWEYxE2bj26/aWgvuuHV332p90N1n+/svtTb4flTscHweOe86%0aeNbMsKjMcvq51vc886Oxcg1v2OuzCcQRj5gd3vzUlJNkmD8gqCBNsUQpDvLZez4KRjqFuGu%0aHMMT+gYAIxxKgadOmbne+NWQv1wuJBWkJsYcqvTgCkhC1uJeMhczlmhMFXr+fffaZ6d+/v8%0aFHGgI+1YCAws4EQhIFt59UdeN5SVpIbQhPbG3q1Kljl7p169o1Y0GWQ0Cz7fVYd4QsCneeD%0axYX3oDIxM4DaxdvQBxi9dFOilPiR5/Mh50EB8Q87wFkLZ7kEI+OWHNjUxzz5ptj7dTOOOMM%0atzvhGpKvuAMCELIfohgFOgQrBCFEOgskLgmNRAERC8mN7UtQUMSRcb3vHs+S4ovxAjIcn3V%0aU+s4uiL6Q0ozFMycRQT8X4MxsDWYtQKw76yO3P+zaFSsN29/fDyI+3qyRZMkniHJXjNY7Lu%0a2ORPe2h9l2BLrry++AC2aDdO/e3X20a97/oABrCOYwEcZiyTsOmMfDzNvPuw1OJCiSBcp0f%0audIjvC77D8P3wHasWchOYCdC+Q5wW8Sv3skH0h+fP755/lOR/FiDUVAEVAEFAFFQBHYuggo%0acb518d9mzo6VA/7SeHIXJMrvf1DEh1n+g98GakPxk047rkvKw1WSgo94a7vgmtI6dI6x4XD%0a7wq7LVBLVjliNlKsfjjAOGrfCga2tRQj7IB/T2h9fYLyCxoe8zRaS2huQOxU7drEktbc91e%0a30K6+XIqitUrYZgQCt+eoHUX9hzksypNodQ62yG+sVf0T8hQ+3zVi6oEzeIv+Y2CL+wyLRk%0aiVHVOaRtVV9+weQz17iHK9ibGNQlTqFqfcQrGmq3Xm/bdqSsc7OUkBVTFFNez7eSTmvVZnL%0auYOivMeGxr8fZWsqUa5OXYNaHzIz5RAFtL8QpX+M8kJS1nzpPZMjiul41h5lqlW33vEkN/y%0aBap9lawXFOO1vTb36+S4BhT3f07KCIfeQKEikWJzrxpL0VhUtx/oLl6JwLiPkFu8kZG15+V%0a2pmMAiRGR9dkZJkOo/0XWVkefO/VXs2NmSt4n6+veVkd8VZkgwRqrBe1Ft0IOitv7S4pLq8%0afH625oEMoODmQ7xggQNszH8RYQrtj7cVGxzjKlwQKv8hwq+6dffZrJ/+Nb6pns7VOl5odko%0aynKSD+X33MdUYMaNqHhTDatOF/U9Cny+L7a4qVgMBZHmEECXXHKJLUaISjCRqjPV6wjqf+2%0a110a9l1Eoo7iEsHcR1vcatSL2MiiTsZfwksduLLfGAgNyEtLRG5BOEIqJbFdQBaMkBicIWS%0awtUEn6vYm947ptiCVXhNG1FcfaqZVJPpBEKEhwP1h2oG72k+ZuPKw9wB31L+panhXq5IKcE%0axIOCxcsdyDo/CRk165drdUM58Y3HDU0yYBEQaLgwAMPtNfn+kH40xak0HZ9CrPm3sGLBaIQ%0acho7lZ49eyYdlvcuHmnOwVjZQHDyDjZu3NgmtVD0kxhJFCQz/MG7QSJn0qRJMd831w+MnOU%0aHFj+87yRTmGlA8ghS2y1eIt8dz5rvRrxwzybRrAEKY/Iuc34X3HunTp3s4tqC1pDWbdu2Dd%0apVZG3cgwuKe5LMIsCW9xMlvz9470hi9O2bJ8Lw9/F+Hj16dMz7693n3eZaqE3AfeM7nkqAK%0ae+t936CjmcWELMrUIijOo8XvPN8R6k74Q1IdAr2slBMlFktzISBZGeWgp+I9x6r24qAIqAI%0aKAKKgCJQMgiUkf/YEz8CjZJGgP/IJpL9h31JX5eeTxFQBBQBRUARUARiEUDFi53BqFGj8pG%0aXsT31kyKgCIRBAIVuQZIJYcbWPoqAIqAIKAKKgCKgCCgCikBRIaDEeVEhmeI4SpynCJh2Vw%0aQUAUVAEVAEthICWDOgnkSVraEIKAKKgCKgCCgCioAioAgoAoqAIrB9IKDE+VZ6zkqcbyXg9%0abSKgCKgCCgCioAioAgoAoqAIqAIKAKKgCKgCCgCioAioAgkQaBskv26WxFQBBQBRUARUAQU%0aAUVAEVAEFAFFQBFQBBQBRUARUAQUAUVAEdiuEFDifLt63HqzioAioAgoAoqAIqAIKAKKgCK%0agCCgCioAioAgoAoqAIqAIKALJEFDiPBlCul8RUAQUAUVAEVAEFAFFQBFQBBQBRUARUAQUAU%0aVAEVAEFAFFYLtCQInz7epx680qAoqAIqAIKAKKgCKgCCgCioAioAgoAoqAIqAIKAKKgCKgC%0aCRDQInzZAjpfkVAEVAEFAFFQBFQBBQBRUARUAQUAUVAEVAEFAFFQBFQBBSB7QoBJc63q8et%0aN6sIKAKKgCKgCCgCioAioAgoAoqAIqAIKAKKgCKgCCgCioAikAwBJc6TIaT7FQFFQBFQBBQ%0aBRUARUAQUAUVAEVAEFAFFQBFQBBQBRUARUAS2KwSUON+uHrferCKgCCgCioAioAgoAoqAIq%0aAIKAKKgCKgCCgCioAioAgoAopAMgSUOE+GkO5XBBQBRUARUAQUAUVAEVAEFAFFQBFQBBQBR%0aUARUAQUAUVAEdiuEFDifLt63HqzioAioAgoAoqAIqAIKAKKgCKgCCgCioAioAgoAoqAIqAI%0aKALJEFDiPBlCul8RUAQUAUVAEVAEFAFFQBFQBBQBRUARUAQUAUVAEVAEFAFFYLtCQInz7ep%0ax680qAoqAIqAIKAKKgCKgCCgCioAioAgoAoqAIqAIKAKKgCKgCCRDQInzZAjpfkVAEVAEFA%0aFFQBFQBBQBRUARUAQUAUVAEVAEFAFFQBFQBBSB7QoBJc63q8etN6sIKAKKgCKgCCgCioAio%0aAgoAoqAIqAIKAKKgCKgCCgCioAikAwBJc6TIaT7FQFFQBFQBLYZBDZu3Giys7O3mevVC906%0aCGzeYsyGzBy7ZG3aXCIXkZld/OfJkRtbtzGn2O9nQ1bx30tx38TqjE0mlftYuS7bbJH3RkM%0aRUAQUAUVAEVAEFAFFQBFQBLYfBJQ4336etd7pNoAApF+8OPPMM03jxo3Nd999F6/LNtN+22%0a23meHDh5v169dvM9ecyoXeeuut5vPPP4855PHHHzd33XWXycrKimnnwxZhY26//Xbz1ltv5%0aduXrOHtt982rVq1Mv369UvWtVj333LLLfY63njjjSI9z48//mg6depk3n///aTjnn322SY9%0aPd288MILSfv6O6xdu9a8/PLL/uakn6+88kpTr149M2LEiKR9t0aH9UIOL1yRGXeBDHSxdHV%0aW3H5BYyxbk3esGwNCOqhvsrZEZO89r88zHW//yS5cY1HEnwvXm/36fGeXa0fOKtCQIz5eYK%0abOXZv02DXrN5mrnpphrn56ZtK+Be0w8deVpsvAn80+V35r+j33Z0GHCXUcz7LNTT+YfeVcx%0a8pz+XTqilDHlbZOd7wyxxxw9Xfm5Lunmmnz1iW8PBISJ9011bS67ntz0SPTzcZiTIJwruFj%0a/zE//rnGXtNLXyw2h98w2S5LVmUZEjCpEP4Jb0x3KgKKgCKgCCgCioAioAgoAopAQgTKJ9y%0arOxUBRaDEEPjpp5/M6aefbnr06GEGDRqU77z//vuv+euvv0wicj3fQXEaGIPzFXW0bt3alC%0alTJuGwGRkZZtiwYWbdunWWEB03bpz58ssvEx6TbOfDDz9s6tevH9PtlFNOMQsWLIhpK+wHi%0aNUmTZokHObvv/8299xzjxk6dKhZvHixqVmzpu3PPc+aNcv06dPHVKxYMWaMP/74wwwcONAc%0acMAB5uSTT47Zl+zD0qVLzeTJk02jRo2SdS3W/bNnz7bXsWTJkiI9D4T0hx9+aBo0aGCOP/7%0a4hGOfdNJJ5sUXXzTPPPOMOf/88xP29e7MycmxY0+aNMmMHz/ePProo6ZChQreLnG3V61aZZ%0a8z73VpjPe+X2b6vzg77qUdf2Bt8+BFu9v95z/8u5mxIHwy6+Dm1c2L1+0dM/a6DZtM25t/j%0aGkL8+GGbruaCzs2COy6RMjyef9usPuyc2IlvxD/Zwz9NfA4Gh+7tKVpunNl88f8DLNaCGwX%0a/yzLdJtmxdps893M1dHPbqNuzTTTuE4l9zFmPWTMPDPyk4WmclpZ88glLc2Re0a+5zGdcj9%0ac8tgfURL0tUn/mlOPqBvTbdLvq8y8JRvMvo2rmT12STcVyif+DY05OPfDPo2rmr+WbjSbBJ%0a8J01Za1XnVSuWCuhaqDVL32pEzDWptgs9t9op/72FO9vpX/9pnEKZvqn2O/d+OpnHdyvkOI%0awHz4ZTl9vpnShJl1zjP2R34mSQHFq+MJG1IhFSqUDy6E5IS4Dtl9lrz+AfzzYAzmpqsTVvM%0a0twk1ezFG8w9b8wzu9ROs+9d2dRfFXdLulYEFAFFQBFQBBQBRUARUAQUgRAIKHEeAiTtsm0%0aisHnzZjN//nwDkcm6Ro0aVrGNarty5fz/kN7adwlRB+mIKrlOnTrmqquuKrZLAo/DDjusyM%0afPzMzMRwr7T4IiGdK8TZs2plmzZub77783Y8aM8XdL6TOY+WPq1KkGMrcoY8OGCHmXaMznn%0anvO8O5B3DvSPFF/9oEBsf/++9t1Uf25+uqrzdy5c1MeDuJ/zz33TPm4oj6AGQlOBU7CIVl0%0a69bNJhC++uorM2PGDNOiRYtkh9j95cqVMzfffLM544wzzNNPP22mT59u3nvvvdDPL9RJtFN%0aSBP5ZttGcNGiq7dftsDrm1lMTJ6noiMvKHCET44WzYblbVOvfzshPjnPcD6Ls7fnAb/mGOP%0aOonS1x6d+Bxcsf8yMJhg2Zm80lj043Q85tbk5oVTumK7Ye5BH7nNDQnPvgb9bm467X55pDW%0atQwu+6UR8i/8fUS8/4Py+yxo/rsaQ7fI4+IJjEw4OU5MePG+5AuRDlqZO750semmx2rJU/+%0aHLX3DqbboXXiDRnTztjXjIiQum5HjhD1Fzw83X2Mu96zYbq5qUfjwP0vjF9sExuBOwvZuNv%0aOVQKJ81e+/NcmGRhefq7tbIagU7XevYZNLHGNLn7/J8O0vn6y+5hvfUXnXczZbevZdmYl3P%0avmX/n6uIY3+u1r9t61qpk8a7V5V5JcH8h74GZflBdWfIeqFeR55iV5HhYlOkkgFpI3N3Vv7%0aIbStSKgCCgCioAioAgoAoqAIqAIFAMCSpwXA6j/pSGxXxg8eHCBbwliFAKLuOaaawzK4M6d%0aO5t33303Zsy0tDSzaVOeGjBmp3yoUqWKJcR23XVXc9RRR5krrrjCWjL4+/EZ5eeoUaPMQw8%0a9ZP78M/+UdUgyLB369+9vdtttt6Ahtkrb3nvvbcm6Dh06GAhPCP4TTzwxei2QsUTZsoVXuo%0aHnMcccEx27MBuodCHMSUaEuTaeDXHBBRfYNe9XPJuRiy++2Hz77bfm+eefT0gqB6nAsfbgu%0ahIF+w8++GDb5eeff056/cneFyxXnn32WTvehRdemOjUMfuKizhHPf3LL7/EnCvMh+uvvz5M%0at8A+4JjMcgZCOwwxT5Jl9erV9l3dZ599oufr0qWL+eGHH6KfvRsowIlDDjnEVKqUR066Pvz%0a+jBw50n2MrrGDwQaJ7xzvNN/DTz75ZJsnz5vXr2LOaRch8dzNbhR/apTP8aJ29Qpm8DnN4u%0a02V4nlCBYwQVFRlLje860Xv22IYaLeDmmmw/9qBR1myUMRL0dJQ64xTJQTYnonuV4XjLFcF%0aOQEpHVxqK4rp5UzI67cwwx6ba55ccJiS8D2HTXTrBCS+1zBGoJ51KcLxcZlnXm8d0vTWohy%0aiNQXxi8ST/XNpv/o2eb5a/Zyl2x+EnWxixYN0t2mXa8XHD74cXlMW5gP38+M2Hwk61unhsx%0a+OTRZL2MV5pc+nqecd0csEIU0y7YUq0Qt/6LYn7hANc+sg6BYKzMoxgmZ7Z2RwPNliRep2K%0aj8tWSjueLJP6Jqdjdm9SrlzUh5x/ZrUs1g1eKi/2lNTB+x/WF2Ae9YE1HTn35k7AwG1xdV/%0aZH98n4nu7auYwafG/977Y7TtSKgCCgCioAioAgoAoqAIqAI5CGgxHkeFroVBwHIwKDwtsez%0a5/D2YRvy19vmxqXdEcNBY6FQ/v333+3ywQcfmPvvv9889dRTpmvXrm4Iu165cqVp166dgbw%0ajINqbN29udtxxR7Ns2TKrvp0zZ45BFYylA2rW7t27276l4c8RRxxhr+20004z55xzjsHf2Z%0aG1zgoCD+fCBrYmn376aaGG4ZlADkM+Mx5e2+XLJ/5JAfuJEyea6tWrR3Fv2LChYQmKatWq2%0aWYw8BKnQX39bbvvHrGf8Ld7P3ttbxg/DPHvPd6/PWHCBMM9kjBq27atf3fcz444BxtmA/jj%0avPPOMy1btvQ3J/385JNPWnV/UEdI4XvvvdcSzH5rIJI4BQ0U2yyJAg/4O++8M1EXu8/5hpN%0a088by5csN1kWJAsKdxR+OWPe38xlC/+uvv7a/IRDzkOyQ6EG/SUHHl8a2A3arZli8AUmYiD%0aivVLGcaSNK5HhRHrY6TmBh4VWKP/DO39GeF3asb3oeHUviR3fKBmRgqlFLVNVf3RtJfnHs0%0a6LwvS9X4dvl4NpiaRFJngzp1cx4yfg5Yv1ymVioECi8bzu9id2eLkreMF7k5UQNfPvpTU39%0aWmn2fPzfJOfu2nonOy4qdmw08IEnEdH35F3NF+JD/rfcI8p3FObHH1TbEqaLVkaIZ/qxlLb%0a45OcVVvVeGH/5sPneifccZMoVMjf81EcLzHOfL4oL4+0vzY4S5Q3k+e1Wr7J9LvOExCaw52%0amUOyOgriR77vAo/v/XtJqpVrmc+PhnmT8XRWYdkBBqXj9vFlvD3HfOfwG8izWFEF8oz9sR9%0aQ13SpPkDv+/GbGBccc0k2uCNCe837cqFcUaSOyHegz+xfqs3/nqHGuVw3vojyqS4CGR5AJb%0aIQ1FQBFQBBQBRUARUAQUAUVAEUgNgcQsV2pjae//IAJYYATZYHCrQ4YMsUrhAw88MK76M1V%0aIIF/xKfYHJO0///xjCy5iI4F3NcQydhxObYxiHdUopDmEOQUCjzzySP9Q5osvvjDXXXedJa%0aUhJPfYYw+z11556r98B0gDZH9JkWennnqq+eabbyz5yP054hwMiKpVq9r11vyDJzdWJCQzU%0aGzz3Pwe40HXR8ICLEkMoHonIIq536Bw5CiFNoP8yiHgjz322KBDt0qbV00PCY7i2wVkL3H3%0a3XdH7Wz2228/663tVOHxCmtia+OIc4pRzpw50w0bJdrxifdiQbHRRHY8CxcutGPstNNOpn3%0a79tHxCrtBodJkSQvuO1mAH/fEfTtvcxIdzBih3SXaGIeEBfeOip1kk0uAUIiVhNMOO+SRwG%0a5fvPOTZPvss89Mx44d7e9ESX3v413PttwOSfyM+IATEM0NdkwzQUpoiMo6NSsW+lbxf37o3%0aX/sOGlC4F/XdVdReOeYsUJS+8P5VdO+KiPb2rWwPd/jfT570QaD/3bH/Xc0NdKD/3PpIvFl%0aR33/mlh/jBYVeQ0hRg8S73eIc0jLD6css2rzykJ43iLWM9i6EJD7xx6wo5kyJ08Z3lL8zRM%0aFyvWRV+ZZKG0x8v9L8r9UY+LvK6NJg0THYp3DdeIF7gJcbxff7e5ipZMo/pUilqcIuUsxS+%0aIssb0JEzvVqGDflTB94/XBsiZekLBwCn685J+6Yg8hvavY4qBcLwGRPSIX57GTl5k3c2dMk%0aIB6qa8kWAVyVPYd+k+xsw02y/+nPSpkNtgkir5dG9lkCdY7TkVeVqZFXHJcA/OhzCo4Urzi%0ag2x5+O642CQvVYsGVczAs3czd8uMhwcu2N0mb9x+75qZEcy6IKlDpMtnDUVAEVAEFAFFQBF%0aQBBQBRUARSA2B4H8JpjaG9lYEih0ByGIIbhYU4nhBU3gRX2LngTxlyhRrtQDRBdHatGnTwO%0avC6uWjjz6yhC/+z5DoFB+MFy+99JK1mYHse/PNN0uEuL7vvvusx7lLCnBtpYU4f/XVV63Sn%0aOuhmCmFGMN4xq9du9Y4BTEJCxcofCHSEwW2OkHB+wB5Xxpi3rx5BuIbYrZXr152RsQdd9yR%0a79JI/Ljo2bOnnQ0BwXv44YcbSHEXN954o1VVY/1C0VAXWNcE2ZTgj//xxx+7buayyy6Lbpf%0akxrnnnmt69+5d6FO6Z44q3pHXYPfYY49Zyyf8yAkSMSjYCfo6exYK6ZJII6EDLskIcztA7p%0a/atWvbQqeQ9NtjLFy+0RyawMMZ+4owcc/r86zfNn2xw7g0V+HtPxa1t/OE9u8L+5nxb3x2V%0avR8vY6pbwlF1Ny3vDA74TC//Z0R2Ad7DhaKdsYjzhm4zwmNhBiuF1WLnyyq8yeksCMx7ofl%0a0Xs7ep8dDJ7if0kh0PvOa24JYq9NCz7giQLVtrdw6MBX5hkKp15zUiOzmxRA9cZp906zqub%0aqQviPER9tb+CdnShQUj/xwQJrUQKuLlBhD7+4hdldiNtEsVFsTC4TWxdHmh+zby3TUYp0lo%0aZ49rNF0cu4/PiGljSngeKqEOMU5Zz973qrJt9JbGxQfkNOv/jFIjPorN0saU5/lOoni/UJi%0aRWSBBDh57Wvz66U46RDdjIsazfkBBPnnhkeObkOMV2lP+8TiZp4wWOuJAkb7IGIRAmFeGNo%0auyKgCCgCioAioAgoAoqAIrC9IxD/v7i3d2T0/kstAnXr1jXXXnutueGGGwxkuQtUqATq8Xi%0akueuLqhRFLgQnx0FcVqwYrHgcOHCgLdqJtQXEOUr3og6IUecFH29sCiUS2IA4IjFeX9fO/T%0a366KPuY6HWixYtssQuhTwhJx988EETpmCjOyl++U7l3KhRI9ccXWOL4XzPXeOAAQOsRzezH%0aiDJXUDaF8dzcOMXZA1RTfFQsNl5553tzAnvfeLjjoL+8ccfj5K7zCYYPny4PR2zJLwJBN7v%0aevXqxbTREdW+s+3hM2p/VOxYFHnrEWBRtK0GNkIozlF9n3DCCfY2UOzzzvE9OOigg6K3Bh6%0aTJ0+298875GKXXXYxqOlRj4OPI9fd/mTr/xJpfvkTf5hZop52sdlDhro275rdzifc257KNk%0aTiZ7+sSOWQQvUd8fFC88u8yKwcLDF6H7+LHQ9FNvYx/uAeXeFQCMaK5SN9vO0ofSsIaYlqN%0a1l4LVbwnd5XiFiuZ8rsNZZYrZurqL+7526mauXyBgU6MWVOnr/5YS3zioImOx92L5C5qIk/%0am7rCWsRc2aVhVH08X9TiS8Umpub61P4zb5MU++wjHvazFkb+/4br4P4hdm/o1ti8PHGxLXT%0aa58RG5sw2O+fDhuNJYPz6V+RZcN8Dzmya7HYC908Ua5usTXnEfWCn3EbIfGevkqjf89fuZY%0aa/94/55o/V5uJjG8R0JQGxcHmmnQmAKn3wmHnW251O2OpU85HUKMXHTl5qkyF7JEl6xJzI8%0a+G3v9dJUdCltiVLEg4u/pGZD3joE3M9xW+f/HC+wZ7IBR71/vtw+1hXFZV5lDhXxbkXGt1W%0aBBQBRUARUAQUAUVAEVAEQiGQ2r+oQg2pnRSB4kfA+V3Pnj07Sno7MhmCLYy1CkUAIThzcnK%0asvQsWE0Fx6KGHWlIb/+7WrVsHdSl0G4SrI8aTDUbfsMG9FTbAEs9qiFw8o/fdd1/rD5+KDz%0aYe3skIfBICJ598cszlQjITbdu2jbEdSeRTHTNACX145ZVX8s1aYIaC15IE8hbinMK0zm4Hl%0aTrJGIJtb+DJ7z3e7fMX1XR+/tiRuEKnru+2uMaCBZKb7xtEOcHzJomyZs0ac/nll9u6BbSD%0aZ9++fW0igsLD3oD4po4Bs1M4lpkmQdZN/kLFbgzsYbgGLIIoThsvfv31V7uLxFq87zC/VxQ%0a03VoxVQhcp/5NdA1nSQFLr4+1taAYN98egq8zKm5v7CLWK0FB4cWBr8yxuyBdKTTa1KeIfu%0avbpVG7CqwyChOQvMPH/hMd4s6zmkaJ6Z13qGh+GZ7/d3vmgvWmy52RWhjtxYrlkUta2OMhu%0a7vnWnacJkUXB4gtiQvU6zc/H6xeP0WsS/BUd3HyoXUscQ6x/f6Py8x5udihYnaBMnv6Pxn2%0aI/7TB4vFiz8ofPridXvbZq+6eEchTzsdWFssPpZZNf8YsRN57/tl1hKlX/fG/mFiPu8v3tl%0auTEfouw74aT8sqvJT7vnFWtC02r26Yby9G1U1V4+Yab3Z6Yvv90di4XJvr+YGjImFYl9yjf%0aT5KTcZgEp/VJ89jf8ctnOIPzc9/6cl/0N0tTY4FGZNFiRRru+2q7VY8XqHc9whu9cw+JwzM%0a4LEhDewePlq+ipzk2DRTZ4tAVH/7dBW0XfN2z/sNud7PsCPne9hUDvWMd7AtiURcY7PuTGR%0awqdVEljYeMfUbUVAEVAEFAFFQBFQBBQBRUARyENAifM8LHRrG0LAkccVKlSIFqQ8+uij7R2%0agjKZ4KIRaooBopG+yGDlypCU7UTyH8fFONl7Q/unTpwc1R9uwM8HKA3L/u+++i7bH24BwpK%0aBiUahm8TJ/6623rModTFF/x1PnB10P3vMXX3xxjCd1UL9ttY2CtFdffXWBLp/n5JIb2Aa5g%0aIBlIbGztYPaAl6Fe7zrgdQmsFDCAz+VwJIoLS1CwvKu8I6jtmdGA1Y8zt+eYrG33XabHTo7%0aO9uceeaZhkTZQw89ZGeaQLpzfmxaSESwZvYJinQSFr/99ls0aeGuj2SN1y/dtZMkwkP/77/%0a/tpZQrj3eety4cYYlKJgdsbWIc6seF+UxAfHqt9mgMKKL04Uo9gaK7EejxHl5g6I5WYyesE%0ahI87x3GaJyx+oVo4UOOR77D0hYAt/zVs1r2O2C/LEWLc/9GVWP45WO3QYLgf0GxT/fFqIez%0a24XXkX9bLEmccQ7thvxAuUu5GlQHCIEsze6iEL57tfnmmxRTEN2OuLc2+dTKbqJQps4rEXN%0aGBsW1w8lvJdQd9YpJBsevHB3M0+U35xnwjTU2ZvNhqwcqwLPHTamsKQbE0LbO6Zrd2tsX4a%0aeLzNW5NLa71/LNZv7pe2gZtXMMCn4iq0I5PJJd021fbPl3DfKc1idEbHx4Rz4sTerV7ikSP%0aTkRbzhJ815DhR3fez9+SYzV/mNHcsgmSFAQuLNb5bYe+sn9/jOd0vNnWLbAnHuZg4U8eUV2%0aXBeexb1OC8yWHUgRUARUAQUAUVAEVAEFIHtCAElzrejh/1fulXn8UzhQOddjDoXcmrs2LHm%0a+uuvt+Qb5HGiAolhMGH8Y445JkzXYuvjVMX/+9//Qp0DspooCuLckaCjR4+2RGWoC/B0Iol%0aBkdPGjRsbfM5dkUxPF7vJ+NhqeAPyk8AL3BUT5bMjm9n2BwQ0au0wkZmZGe0GuerepWhjnA%0a3eNZc8QImP8pnEBgmOsAExS1KGcZjVgDUJ1wOB7K6/NBDnl156qXn//ffD3pa588477RL6A%0aOnI+8FMBgKVN0FSa8WKFbY4KFhhz4PveZ06deyMEhTh1DKg/zvvvGN9zyH5sV0KCghwjh82%0abFjMbjzZmVXhAp96V0+ANpJl/J7EC8hyyH2sciiUHBTx2oP6FnUbBLEjW9uKJzLe2kEBGbr%0aYRxp7LV1WSgFNiFF/HCTEdI8jIoQ75xn1aWwyckPWZnPxI78brD0uPW4XS+pi97FALDGIru%0aIHjiq9oLFi3aaoLQhjoKx3JDifz+9Q3xLnEJ9+FTH7CYqKeo+JtBbuL8RxW/Ez/0TI8WmiY%0asd2pI189gZErYuj5NmEiUfG/WN9068RPI+T4qIUVn3q8j3M20LmjpTxbjilsSXQV66LJEsa%0aim1NQaL9fnmEuTse6xq86Nvvt6PpO2qmLfTKeS4c/rvt4r5GezVKFwV/S5sUcccWZg35PuL%0aKPKsuN9ZXv68yt4wOngHg+iRb835ChI/6dKGZ+++GaPdOB+5oyfHqkmwi8cJy20uzTcbGHG%0avz0mXgz+aCjvXNmeJtz6yAggbjnpA7UyFDisz2fOA3OxSFYrH1IZhR4b57fU/e1RzWMi/Rh%0aId5oogoziM90mVWg4YioAgoAoqAIqAIKAKKgCKgCKSGgBLnqeGlvUsBAqhGnYWD13oB0hPb%0aC4gwCoZCgLHgdYwtC8pSLD8cMVcKbiX0JWxN4txd5O677+42Q68pWEmBTGYGUFS0R48ecYn%0azoEEdoenWQX38bZwP3+tUIxUbHsh5EgEzZ8605DfFJLFr8XqaJzs/SQRIcrzReUe/+OILq5%0aAG56VLI563BSHOwYpimCQ8UvGgj3e9WOiEIX7nzJljUN83bNjQktvxxgtq9xaXpUBqhw4dD%0aFZAnPurr76y31twccp+bJl4twiSRBDoJCCofwDRjXc8SnPWLNQ04LcCP/mzzjorxiOd4rbe%0amDBhQgxxjvc8RUfjBQQ/xDm/MUWBd7zzFLTda9GCujte4JM90+Nr7e+H2votIZ/9AeftiHO%0aI1VtPa2IueXS69YRuJdYjd78eKRAKMY/v9SVCnt875i87DP0psFic4fzNIUCxN3GxSUh+p4%0a5G1Y0VjT+q+qwtGot3+eT7W0W7TRL1OdYk8aL74XUtcc7+e9/8yxy+Z01bEJTPk4T0dTYtX%0aCNEbbL4VfywKdpJgqLP0zMMBPW1XXc1R8q4FIs8qVUkCTFPCGBHYjcrpA1O0DVhzQJx30fu%0anffLnYsESA+55/7yDqTJPRVVUBC1vqi//bGD53n69yX7jAf8aLEUeuOrJWbN+kiimWNQol8%0anmJ6amwxCWU+QdHpB/NGvf2aWTbRgs8NsjKc+WmA6HVDbnCM2Mfjapxo1JcGy966R49y5GK%0aOKkNyu3Ut+8w7TPvG3VQarJL8Fkv/8MYpz3/vs76ufFQFFQBFQBBQBRUARUAQUAUUgPwJKn%0aOfHRFu2IgIoRiGh/AHJiGJ0/PjxBqILZS7E5aBBg2K6QtC+9NJL5rrrrrOEJkT6/PnzzWOP%0aPWYXCLSuXbta5TQK0W0l/MQ5pChq+3jhFOfgsTUDOxzIYexd4nnIu+vDSsMlRFwbxSHxjka%0aN7p05gOc1YwcFRGdYZT4WHaidCbywnU9+0LjeNqc251z4leOBDfntD95nLEUIt4Z0T09Pt2%0a1Y4KBed8/3xx9/NBDEv/zyi92fCnGOtQue8JDDWP9069atSIhcbFDCxOmnn26TIxRB7d27d%0a5hDAvtQ3JeFQD2O4p1kAB7m3vf5qaeeshYyYMRSq1Z+haz3BLyDDzzwQOhZBd5jt+XtJeKV%0a7IKimckCwtOplPE4n5NbmBCSm6KXBM8DlXZQHC0EI77XJwqRK4eYfYTku+LJGQZ/cNTXnwp%0aB74jWa7s2ClXQMeg8rq1W1fLms0EHuI92PWP+etP7iYhdkCNcnYe56+j1OIcU9e93/bxr7g%0acluYtk1hdggVUMtjEkJVC9QywTEK4uOovi2Otf7tr960by/LDLeU48sVF6//Z3hrng4d+tN%0azc2KtjUEHPFN9tF8yK0SsHqBnX2O2J789fSvHNwLjzQ+5/exPyvaTV36lK5/nr6avPC+EVm%0a/LQVRvIP+QLLliFj5tkl386ABqx4KO7Jsp94x/c8emdLpEP2F0Vwjd6ipCje+f4MenWOWA9%0al2iK4iSyUvO+ol4AvimvTMRQBRUARUAQUAUVAEVAEFIHtAYG8fwFuD3er91jqEUBtGiYgUS%0aHD8SAOChSyLI888oiZNGmSVaJTBBDSEnsMFgr2DR061EDOlubA2uSnn36ytitcM8mC22+/3%0aXo9sw4KR5x77U2C+hV3G0Qnz+mMM84o7lNFx0dxzhImNm7caJzaGdI6rFWLG5ukwNtvv21t%0aOlybd92+fXurSve2OUsS2ni2vMOuCCg2Q2CF+pxo0aKFXcf7Q0IJ1TvxwQcf2IV76Ny5s7n%0aqqqviHbbNtN933302CUBS5dhjj4257kMOOcR+njZtmi08e8ABB9j7dp2YeULiguRZzZo1rc%0a8+XuNb+zvhrq+k1l7F+XfiSf3vyjwi3V3D5Z3zkj74W799y352F57Ze1/xrd2mwOP7t+9vt%0ayHzWl72tTs83xr7FRf7iAr37Vv2NRc/+oeZOndtlDQ/Zt9a5sIODVw3u4Y8vqhjpG2/JuHU%0auxD6EP2rRTWMchzPadS4LiDOUXa/Lspib6wS6xkX7Pf6srv26lXKmatFWV2YuKVHE9N9yC/%0a2vh989x8pILqTwVPdaxtz1lE7hzoFqvnex+8ifun1zIhPFponPpxvPdTXbdwkPvJ5SdKJv6%0a2Mjte8fp6HfbQx5AYk7c/yzCD+8XZ3vvH+w/H6PnrfHQykNEu8aFK3kp2JEG9/cbej1L9TC%0aGdv0odkyDFiS/PDn2ttMiKVa9izYbokKTYYZmMQvN+RRWylRHVfmFi6OtvcMGqWLY76RO+8%0aJPmaDZvss6CoKFE1YKaE97yqOPeioduKgCKgCCgCioAioAgoAopA6ggocZ46ZnpEMSKAgje%0aIDEehyz4WioAed9xxoa4CErFNmzZ2Qc2MkhdFOsQ5hBue6FhsoM4trQExCxEOcQjJyxr17I%0aABA6wNBaSiPyCECdTQWzvCkuYLFy60thze60VZTvDcvHYtEMalJcLMXKDAqlctjWe4K6bJf%0adSoUcNai0B+86yxC4HsxTfdG+yjcOann35qF7adkh0FPkrviy66yH5PvMeV5DbJKZ5VWPV+%0avGujjgF+6Xiae2cifP/99zbBcdBBB9lDwYqCoTfeeGMMcQ42M2bMiHqe81uwvZHmAORVnKM%0aW9gfEoZc49+8v7OcN4tv8jPhH//7PuuhQEK1DejXL522ObcX13XaN9guzsXBFprV+Qcl+y6%0amNzRltdjY/5RYG5XjsaWYsWG8oWhovUFIH7SdZUFjinMTBSaK+pzjpUlH/j/xkgfWsdteCI%0at1Zcri2ZOvKaeWs8vxY8Ti/7cXZZsAZTaMWMBz7+VQPcZ6C4pyEyIc/LrMk8pTZayxuzh8/%0a0TX9LerzMB7x7SRZcrwUTd1aQZKlX/fG5qJHposVSjlzymF1zLliscL7eJ9Y6SyTegCpxMm%0aSINpDyPNXv/zXqtgpLEvi5uJjI8mfsGNRh4DZAz/NWRM9hHeSBRU7s0CwDVoniYwVazeZl8%0aRihiBRlMzqKL1SnmWOKs6j8OqGIqAIKAKKgCKgCCgCioAiEBoBJc5DQ6UdSwIBbCFOOumkY%0ajsVal8WCjpClqPsPe200wwknVP9FtvJCzgwPu2EI8gPPvhgg00F6tkLLrjAkqRer3f6OmK5%0aNBDnXE+YeP311w1LUOADvi3HqFGjTLVqeRYG+Hfj1e8NLISwEnnxxRet1zkJB78fP77eRxx%0axRPSwevXqGZYpU6ZY1bvfuijasQQ3mMWB5zjX0qlTpwKdmeKoJBuwasGvHh9xsCHJhZc6BW%0acdcU5hVgIcNPIj4CXO8+81koQQ5twTwp3a4pI0ZYkNhQvsIVCgExCsyQIF+Njvl1lLEmxaX%0aGCLgpUL6ul48acossvLdaVXLm/WC/H+m3h7u6DdGyhqP5m63Cqvx3y9xBLnU+bkJdbqieJ8%0asajs8QP3xkYpCumUx1xLw9r5PbRrVc1TcXuPTXUbz+yPflpulclPi0VLpvhju7jxlMZuM3B%0aNwcoLhk8P3Ocaez8xw22aLfJwvHifPvTX6L6gjUNb1DB35RahBFow/FL810tTrBfC+LuZ+Z%0aXsFM1MNY6SAq33SoHcdvIeet/BVBM23vNClJ/fvr4UbV1mKDZKwiVsPP7+fPPZLyvidoeIJ%0a7DhWSf2SNQJmCYL0WH/WoZkU6LwkuVe9XmiY3SfIqAIKAKKgCKgCCgCioAioAjkIZD4v7jz%0a+umWIlCqEUB1e/nll1ul6/XXX299ohNdMH7IeGdTOBA7BxTA8YhzSMl77rnH+mbj35yqnUe%0ai60i2b968eeazzz6zntgUN3XRs2dPa98ybNgwS/zjkY0y18W2RJxjsYGlTlD079/fFpxEeR%0azkaR7UFjTOttBG0UrIYe6ZoNikPyh8SaIHf3tmS2BHNGLECGtD4u+7tT7j0c77ePzxx1vFP%0aLMjjjrqqNCXQy0D/NJZc799+/aNJhmwxoFQP+aYY6LjLV4cUV+m4gcfPXg72ECNHGQbccKd%0aUw2kbFkqOnoC2xJnz+JptmRsULu3D9uojykEip+5I9ppp+hiXyGQzxOC0XdKdscEliYfC9H%0asD2xknI+324e9S1shQznfL/PWWQsUCj8S9Kfw5qEta5i3bo7Yz7jjvB7nrYU8DuNx7o5NdQ%0a2RenHHXcxD7/1tiVV3/IlSzDOZJzge2u5+3HGprJMdu7RerJVL35N3NRQ9JVGCQhvLnMP3q%0aGnem7zMUHSUuP/83c0uAYmGoOvimdz12tygXaHb8FPv+UBsojH0wQEdKaRK8H5SHLSw0aJB%0aFXNgs+p2ZkGqYzHbIIg4byAJn3vObWYOlgK7BO8Q9QawznFxZgiLH0eWkxRxJLw7XteKgCK%0agCCgCioAioAgoAoqAIpAcASXOk2OkPbYBBLDBwMucoogQd5DnyYJj8IJ+4oknzMSJE81NN9%0a0UeAhqZ+whUH7jMX7CCScE9iuORoqckhSASHQFJd15hgwZYi098D+HSP/www+j9hjOBmSnn%0aSIEgTumNK6bNWtmVq9ebdX/1157bfQSsWnB8x7rnltuuSV6b9EO/7ENEggQ4hR+RWkez44I%0a1XVpjj59+pi2bdvaBADFT9nu0KGDVaAnKxDLfY0bN85888039hax71m6dKlV05NYgDTH1sY%0abCxZEiiwqce5FJW8b8pPFH86Co2IRFTF046OAxQ/bkeacGg/p3sc3zKf6dsf415CFfuKcYo%0atnHx08q6Br6zqWOGecO16eEx0OWxDsLu55Y160zW2s25DjNi0Z6YqJRhtzNyhuelmnPA94/%0a37/5x//XGNJVH/7+R3qi2XNArM297w8E0jqZMF9Q6KGiRVSMBTFM8FxdaonVz7vWC1WVY/1%0ayMAzdzO1a1SwRUexCCEmiQp9nt0yYk9SxTQLaQHDjIHSGmA1wPO+FPQ6zxG7F4jzgsSBzaq%0aZWvIM9hNLH2x9Hn7vHztM3R0qGhI6LijM+80feap7Cs86Ut31CVqfIJ76vMPJklVBx2qbIq%0aAIKAKKgCKgCCgCioAioAiICExBUAT+KwjgZQ5xToHFMMQ5971hQ0RBl4hg9nque7eLGzf8r%0ailsWLFiRXPrrbfmOx3E//PPP28tKyZPnmwJ1z322MP2c4pzFLulPbhWbHNQGGNf8uSTT1ri%0aGBsdvLJRVRfWL7u0Y+CujwQJ3vXYseBxvq3GnnvuacaMGWMtkEhIMbuDBRsmZg+QgIoXJKb%0a4DlMAGI93yPZ43uQklb7++mv7fnDOZIH1CzNG/BY4iY6bP3++rYdQUNuZRGNvzX0omQn8k4%0amLxG5iVcYmu+3+5ORsMYPHzLMfUXZf0aWh22UgnjOEFD18jzxyj53YX1zRuaFVV3c/vK7p2%0aXZnUSdXih6XaAN7l2piz9Lxf7ViulURu4rjDqwt+yIkbsxO+QAxv3v9KmamWHc4+xX6nHBw%0abbNmfY75VNToiYICqvH6bBIMwsZIKdj58Ni/zQ/3H2KJa3cc6u1735wXJc1pJ3Hx+AfzrT9%0a5IlITwnT83Qe6oeKusTK5RAqwumiwYyVzh8w2QG2fapx2ZN1UDymW/s9ds5cJi38q9ijFcr%0aEhBp08a40klLZY5bjrjpXKN/cebIltkiqOOHf73bqZZ2YAszdu6t7Y2hhVqlhOZo24XvnXO%0awsBT/gTJPl7aosioAgoAoqAIqAIKAKKgCKgCAQhoMR5ECratk0iALEF6Yp6/NFHH7XWLYlu%0aZPbs2Zago8+hhx4at+szzzxjPcXxRk/FciLugCF2QCC7opr4saOiDwq8svHEbt26tWnQIK8%0agmVPhbgvEOd7fkOQorMGaa0fdf99999lbxvt7e4icnBxrGcS9UgwVP3Ov/c62iAE+5BDmFL%0ahlNsE777xj3n33XTuD4t577zW77JJfyUsbqvN4wQyLzMxM+85DmjO7ArV+ouSXGws1PzYve%0aKRTIyBZUEAYyxm+X8VBnP/++++GQr5cf0mHU4RXyvVQpoClP+jjiHMsHyikuEbI7cse/8NM%0akQKcENyH75FfNY2FRFcpnHjtM7PE9mO1OeXQNEskUwQRRfa0vzLMcVLY0vmOvyjFDkdJAVF%0asXkZetac5cs+a9lxcz/viG33X6/PMOiHpzzsmOBEIcYh6++JH87zA9xTldGMhnbEXabV7fj%0aXw+szN1i+ac+wgXubN68daltBOYMMRJvAGx1KEwE7DqYEhyG8dPdt6h/vHeXniYvE9z7GWH%0aEGzAvz9431+T7zkb3r+z6jKn37c97kP/mZ2l+sHtxNa1bbFJOONURrbw6rai+LaUdrfcWbT%0a0EP9Ju/wHa/kzW4IcyDvOYs/EiVO6Mt3juKyLs6WZBTv9lixz3n3+6Vm2AW7G2fJ4vq4NTM%0apPpPCuSS+sH45Rgq0aigCioAioAgoAoqAIqAIKAKKQHgElDgPj5X2LOUIoGalWObIkSMtSY%0afNA2TdjjvuGHPlqMxfe+01c/PNN5vly5eb5s2bm1NPPTWmj/dDw4YNrUrW21ac23PnzrVkH%0afYlFALFpiRRYF/hjU2bNtkCivh/++/d2680bTdu3Nh89dVX1rf7o48+sopk/N2x37joootK%0a06UW6FooPuu12nEzHbyD4aOPJVClSpXMihUrzDXXXGOTIt4+2+o2yQ8SIyRDuE98+7nPsAG%0a5zHf28ccfN99++60lviGzSRoRHTt2DDUUinMKj0KgJwuu8bzzzrM2QgJOLSYAAEAASURBVE%0aEEf7Ljk+2/++67o9/t4cOHmyuuuCLZIUW2HzJ3pdh6EN4CiWFOQH8sLhhj/C8rTYYUbvSTd%0aihiP5qy3Ez8daVdfpJinUOEtPtciiDe8sJse5pNOZujxPmuO1WypDk73hQCGuKc+GN+hrlm%0a5Ezrt33/W39br22U5UHRcpd06+HsrEpQrrMNwTj62r3zHeL1OIfkLojH+Wak5LnhSHNIfJT%0azBGrpvqNmWfI/t5tpJ8Rlc7mHJz+cb5ve/m6pvc4HhPzEXiWVmLdko/UP/0JwdgEBvLP4YU%0a+QNi6P+4RUH/rWX4aExjlid1MjSUFJN9b2tE4X5ff+TfIKOCe7d4rLlkQsW5NtE0IUBXVRt%0aVLkP92nSoJmwrSVBnL8uav3cruj6x8kSeVmUjCb5KkPFyhxHkVHNxQBRUARUAQUAUVAEVAE%0aFIFwCChxHg4n7bWNIPDYY49ZuxaUqBBTKEubNGlidt11V4O1CWT6rFmzjLMyQdGLJUppIZg%0anTJhgunfvbgn9pk2bWkV8KgQjj4kxsLCAdN+WgmcAWYn6H8U10ahRI2uTEcYbuzTfa7t27R%0aJeHirqgQMHGtT3vLuooV966SXrXR/P6zzhgKVwJ+8xhU/PPfdcW5C3du3aCa9y0aJF5uOPP%0a7YL/v0kEwhmfeCbjpKdwqh8r/E/DxP45hPeJIb/OJT/RI8ePUy5cuVsDYRLLrnE363Qn0kQ%0auXj22WdLlDhfuCLTCO9tA0/yMLExe7N565sl5m/xDHf2GbR9ImpWV2zRjYOK+sFcr2bazhb%0aClvB6No8Xwu/GUxrbdopPNhQ7F/zIP5XxUNhC0EOGn9lmZ6vSRf1+nZDoFPmEmPfGArmfc6%0aR4pCPN2Yd1SacBP5kuYteC1zkKdG+kidKewoxEIyHuCxIkBLyBH/j9QoDjP43qHL/13/7Oi%0aHY5+dA65u6eu1nP+SppZW0RVXZ+JIVQT7t3mhkk+/zXGT3YszFNCm6+MGGRGSdqfGe5w27O%0aO+zC3Q32H9jWQJTShyQHav/hY/8xz32+yHq29zx65wIr0N8VhftO1WO90T2XF7NJQctUYpE%0a8y7KJvEdCDOZ85EN0LdEuPP+95D38QJJKzLxIFrwXt704J5rkcv0/+HGZtU36UnzniXjK/N%0aricY+a3eV3aod8Zu48ulYEFAFFQBFQBBQBRUARUAQUAfU413fgP4YAfuBYtbz66qtm8ODBl%0anRFXepXmELIXnXVVVbNXJK+5fHgxnoCNe4dd9xhUIxjzfL++++nbNWxefNmM3ToUHua9u3b%0axztdSu1cW0kEthh9+/aNkuYQ6SiwDznkELPXXntZ9S9FUIvSvoRECoHvdXH6qKMm5t30B2Q%0ayCuoTTzzRJjvwrMd+5/XXX7fe7hDCFL113vX+4/mMirogwYyGrRF891jiBXYut912W/Q9oF%0a/lypXNhRdeaIvFYplELQMIeDzwmZEBZv5wz9OLz4wZM2w3f4FRd+znn39uSX0+Y/2CTzte6%0a8URl19+ufn555+t1QyJE773qXivp3JNkOSOi4RkHvTq3Ojh9XZIs8rur8VSBXJ1mSysV4jS%0albWLFbJ943N/uo/R9VixivAT57cLYbx0deS9bCtkLkUPCcjx+lLoEuIeQhWinDbIvRMPqW0%0aeHTffZAoZ//6Py83puT7bWLBAsnPMDFFPP/vZQnNhxwbR82Pvcs6w3+x+GrE8wdd5wfJM2/%0abURwsMC6r2FkLEQx7i98z6kuMaGCh4EgFYXuDpzvYmAQyyOVu2aTtk9xrRe3AnBtPXJi1xH%0a62y/YnLWhoSETeLwnuMJBkcYUmn89rXN/0kUeBsOSg4mla+bNQK59e/15lT7vnF9Dqmnrnq%0ahEZWPR8dXDbm26TCSvPe5KUG4twbeL9zTE9Rk7vnjDJ/6PnNzTUnNTIjPhb7K1Hygy1JiSH%0aiW49lSN+ujUwn8Y531+QdM9H2E+LNXlzR7tYpxTV0wnFJNJz30O8J+3h3rvbVA/Dui7d91F%0a41bRKH59Vwx0jBV2/iasaCvCRLWXko389cEyXNd9u5suksSSA80PHx7/nAr1Gv9GP/Fzurz%0ap2/cZ1Kpl/3xuZ5SZY0lZkXV3pqFLg+ulYEFAFFQBFQBBQBRUARUAQUgcQIhJOaJR5D926n%0aCNx4442GJWw8+OCDhiUoUEgXVaASPfPMM+2CTzRFJ//66y8hQHIsYQdphwUIZGlpCNS0EKt%0a4rhN4Kb/88ssmHrnnrvnPP/+05DrqWaegxboCJSvHpmpxgt8yRRkpxMgCWQnROGfOHJOWlh%0abXZ91dT0HWS5cutQVQ8TQfP368fUYtWrQwzByg2Cve2GyzD1K9X79+VpGOvQ5Ls2bNokvVq%0ahFyLt51fPnll+bXX3+198L98M698MILtjvnckRrvOML087sB9Tk/oAgR12OFcnVV19tvb/p%0as9tuu1m/d2x4UJyjQnce9syW4DieOcQxqmuCWRXxApsTFNvcNwvnow4AsTX8teNdJ+0kM5h%0axgNUQ996lSxdrXeSKpfKOklDA25yZCFguBQUJFxJml112mbX+Wb9+vRk9erTtivd6UIALgQ%0a0MpHlx1gjAHqpz5862MC7fveIizbmfPk/NsNYdKLWxVvEGKvD5QjI7L3PvvkTbjAXJ/JUQ7%0apDqtYSMJl6f9G/Uj5k+13WNfS8PkfOhXCewmYDsJdruvYMlztnGrsUR59jA3HpaE9NbfNWJ%0aR4RcP6HVTsYVg8QnHFKdgDTH8uSovWuaF8YvNs+Ib7qzpMFKxdmp2M4p/HlMCHF/OVsI6pM%0aP3ck8IwVB28i14zO9fE2W6Xj7T5acdsNXFmX7tYIB/vD+OL9DfVNdiPY7X50jXucR+xsKjK%0aIkfvfW/S0Jjl0Ndi9YrvijohDvJ4mX/DUnNrKJAP9+PjcQgvZ2KRJ6oRR/veu1uVHrDoj4q%0a0fMFOX6YrGy2ctiF3T89tJGQuGr6REFd1He84nyrh7YLOKxT6FXAuU5C8EsiQOv+c7OsFi8%0aMi8JepDYB10miR2SRns3SjeDxeqI79Nr8v2iH4VGCWYoBHn4253yB3/7eLUBXB9dKwKKgCK%0agCCgCioAioAgoAopAfASUOI+Pje75DyCAOpklHlFWGm4RchrSvFatWlZx3rt371CkPmrlPn%0a365LsFCG8U945ozNchTgNkebxECARfUSvzseKA+IbQJCDM8ajnnpw6G9saFhTG+FtjXwIBz%0auINSHVXTNTb7t1mDLD1B4mW888/399cJJ+HDBliPbKD7HZQQoM3ZO2gQYOiftfuxN26dbM+%0a58OGDTNPP/20GTBggN3F82W2REZGnjqRHa6YrO3k+8Psheeee87XaizOWJKUpujQoYO1Gzr%0a88MMDyeSHH37Ykuao9EkUYdUSFCjUSUpBtLO4YPwDDzzQfYxZk7Ri1gcJGvcOxnQo4g8k8y%0aiM26tXryIeOXa4Q1vWsHYgmb78ZIf9a1krkwyxVoEIRkVNoECuLUR4gx1FIS7E6y6yoBS3a%0a9luINtjxQIEv3KU2R+IQvwsKVhIrBNiHgKb9is6N8xXXLO1FOp0xDnknyPO92lczZLvkPCo%0af5esyjJ1xKubaL9fLWvz8u2M1QYPb6+3OIrq72asMb//s84M6dVMFNQR9S1qctTbnAMi+ic%0apZgpx7oh0O3DIPy3jFAg966idTQUhM685aVeLXzX5bkJkcp0EBVBR/IJdvOh+WB1RtFc3/U%0aTN78hQxuV5ELs3wLu9XORD7l9mCZzepq457Yi60YRFTIeADzyzxy5tafBDH/jKXKv2p9tBQ%0auryvFIJlMt1auSfQRM0xuzFzBJYFLQrsO36bmCZ2vX4B5r420rzzR+pzaiBlN4hpG0R58uS%0apFEY1TnvsHuP/dfJZxIrTXeuYvAr98aJUsy1sljuvHTd3nYGhdt3b6/mtugrsxl4bjd0a+x%0a26VoRUAQUAUVAEVAEFAFF4P/t3XeUHOeZ3/sHE4BBnkHOOeecGMFMkGAWla0NlnZt71lbx2%0ad37XPX/9j3XPtc33OvV+vVyqZW0u5KpCiRIkWCYABIgiCRc84Zg5zTABjMzH1/76AaPT3dP%0aT3TNT3dPd9Xp9ndVW+9VfWpAkQ+9fTzIoBAMwi0cZPU3f1P5WYYnSETCgSTAyqrkta6BVRe%0aRQHWH/zgB42uta5gsSY7VPBVGdTKOla2vSY0bUr7m7/5G1MdaAV1VaJFWfkKNM6fPz9uELO%0ax+1Aw+PTp06ZyHKpxraBweXm5D/omCmbG7kPbK5NYgfCgDI/KdTzwwAOxXet81y8PYoPHyu%0aLWpLJh1bhX8F8BV5WdSaWtW7fOZ/V/5zvfidtd11QZ9wqUR2fE6zodO3bMb6OsaLkOGTIk7%0ahhaqIx11Y+PbrpHNGlnYx+wRI8R/VnlVbQPPcR48cUXo1eF+lkT+upBwl/+5V82+IBJf7ZU%0a7kfb6AGJro+coi3TPbi/+Iu/8L+M+Ou//mtfPibV8ZRVr8z548eP244dO5o1u11lS/77746%0aYAuRFLtg2pHeJn6RSk2IGbbELhGvSSAVY+7pXu+Lkv8g560q5vPh/bfFlWl51AdzoOuGq/a%0a2SKsr+jg3KarJDBW+nD+/sy5sE+9f78h2XXCC4yMa6kiqx2+08dt2+dAHR7z85IBJUDrZV+%0aZn1LkD+/OyewaKE7wrsn3ZBedVhV7avXtXBE4MEWz3kMsrbpBjLVXD+3722xwc09cAi1aZD%0aUEmNtfsu+wB39Hb73IMEZZ0rK18PEVSbPdXjiR4n+KySLSpfoxrab/+HSQ1ea233717b6+q%0a115aI+emfj/Olb4Lxkr1vdA8s/uoX+3wXefznbw+v112TyF6+UftLCNWkT+fcNLhK+gQZ+r%0arHVbonXlMt9Gf/82a/avLQTvajH4yO1y3uMp3XD13GvtrL7uHHny9s2v/nanuVzfncTZyre%0a16Z5k+40isqLZSofeUeBL27+qzr1833TdSP5QgggAACCCCAAAIIIJC+AIHz9A2bNAKB8yax%0asRECCCCQFwJ9+/b1JZHef/99GzduXE6ek4K9jUxWzsnzzNeD1q8CYh9Q5Ou5cl4IIIAAAgg%0aggAACCCCAQFMEKNXSFDW2QQABBBBAIA2Bn/3sZ/bEE0/4TPg0hmnRTQmatyh/2jsnaJ42IQ%0aMggAACCCCAAAIIIIBAnguQcd5CF5iM8xaCZ7cIIIAAAggggAACCCCAAAIIIIAAAggggEADA%0asmLmDawMasRQAABBBBAAAEEEEAAAQQQQAABBBBAAAEEEMg3AQLn+XZFOR8EEEAAAQQQQAAB%0aBBBAAAEEEEAAAQQQQACBtAQInKfFx8YIIIAAAggggAACCCCAAAIIIIAAAggggAAC+SZA4Dz%0afrijngwACCCCAAAIIIIAAAggggAACCCCAAAIIIJCWAIHztPjYGAEEEEAAAQQQQAABBBBAAA%0aEEEEAAAQQQQCDfBAic59sV5XwQQAABBBBAAAEEEEAAAQQQQAABBBBAAAEE0hIgcJ4WHxsjg%0aAACCCCAAAIIIIAAAggggAACCCCAAAII5JsAgfN8u6KcDwIIIIAAAggggAACCCCAAAIIIIAA%0aAggggEBaAgTO0+JjYwQQQAABBBBAAAEEEEAAAQQQQAABBBBAAIF8EyBwnm9XlPNBAAEEEEA%0aAAQQQQAABBBBAAAEEEEAAAQQQSEuAwHlafGyMAAIIIIAAAggggAACCCCAAAIIIIAAAgggkG%0a8CBM7z7YpyPggggAACCCCAAAIIIIAAAggggAACCCCAAAJpCRA4T4uPjRFAAAEEEEAAAQQQQ%0aAABBBBAAAEEEEAAAQTyTYDAeb5dUc4HAQQQQAABBBBAAAEEEEAAAQQQQAABBBBAIC0BAudp%0a8bExAggggAACCCCAAAIIIIAAAggggAACCCCAQL4JEDjPtyvK+SCAAAIIIIAAAggggAACCCC%0aAAAIIIIAAAgikJUDgPC0+NkYAAQQQQAABBBBAAAEEEEAAAQQQQAABBBDINwEC5/l2RTkfBB%0aBAAAEEEEAAAQQQQAABBBBAAAEEEEAAgbQECJynxcfGCCCAAAIIIIAAAggggAACCCCAAAIII%0aIAAAvkmQOA8364o54MAAggggAACCCCAAAIIIIAAAggggAACCCCQlgCB87T42BgBBBBAAAEE%0aEEAAAQQQQAABBBBAAAEEEEAg3wQInOfbFeV8EEAAAQQQQAABBBBAAAEEEEAAAQQQQAABBNI%0aSIHCeFh8bI4AAAggggAACCCCAAAIIIIAAAggggAACCOSbAIHzfLuinA8CCCCAAAIIIIAAAg%0agggAACCCCAAAIIIIBAWgIEztPiY2MEEEAAAQQQQAABBBBAAAEEEEAAAQQQQACBfBMgcJ5vV%0a5TzQQABBBBAAAEEEEAAAQQQQAABBBBAAAEEEEhLgMB5WnxsjAACCCCAAAIIIIAAAggggAAC%0aCCCAAAIIIJBvAgTO8+2Kcj4IIIAAAggggAACCCCAAAIIIIAAAggggAACaQkQOE+Lj40RQAA%0aBBBBAAAEEEEAAAQQQQAABBBBAAAEE8k2AwHm+XVHOBwEEEEAAAQQQQAABBBBAAAEEEEAAAQ%0aQQQCAtAQLnafGxMQIIIIAAAggggAACCCCAAAIIIIAAAggggEC+CRA4z7cryvkggAACCCCAA%0aAIIIIAAAggggAACCCCAAAIIpCVQlNbWbNzqBDae3mxrT6yzCxUXraqmqtWdPyecfQKFbQqt%0aW/sym9Vvpk3rPSWUAzx+tdy2ntlmhy8fsYs3L1l1TXUo4zIIAskECtoUWFlJqQ3pOtgm9Zp%0aoAzr3T9addQgggAACCCCAAAIIIIAAAggg0IwCbSoqKmqacXyGTiDg3P2asrKyBD2yb/FPNr%0a1mZ2+cy74D44gQuCvQs0MP+9Op30/LY/GBj2zDqU1pjcHGCIQhML3PVFsw/KkwhmIMBBBAA%0aAEEEEAAAQQQQAABBBBopACB80aChdU91wLnr+940w5cOhjW6TMOAs0mMLx0mH1r/NebNH70%0afT63/2wb32Oc9erY05TVTkOguQX0K54z18/ajnM7bVX5Gr+7dO7n5j5exkcAAQQQQAABBBB%0aAAAEEEEAgnwUInLfQ1c2lwDmZ5i10k7DbJgs0JfM8yDRXqYyXR79ofTv1afL+2RCBdAVOXj%0atlb+95x5cKIvM8XU22RwABBBBAAAEEEEAAAQQQQKDxAkwO2nizVrWFappTnqVVXfK8OFnds%0a7p3U22qaR6UZyFonqoa/ZpTQA9udC+q6d7UPUpDAAEEEEAAAQQQQAABBBBAAIHMCRA4z5x1%0aTu5JE4HSEMhFgcbcu5oIVE3lWcg0z8WrnZ/HrHtR96RacI/m55lyVggggAACCCCAAAIIIIA%0aAAghknwCB8+y7Jll1RBcqLmbV8XAwCKQq0Jh79/DlI35Y1TSnIZBNAsE9Gdyj2XRsHAsCCC%0aCAAAIIIIAAAggggAAC+SxA4Dyfr24I56bJ6mgI5KJAY+7dizcv+VPURKA0BLJJILgng3s0m%0a46NY0EAAQQQQAABBBBAAAEEEEAgnwUInOfz1eXcEEAgJYHqmmrfr7BNYUr96YRApgSCezK4%0aRzO1X/aDAAIIIIAAAggggAACCCCAQGsXIHDe2u8Azh8BBBBAAAEEEEAAAQQQQAABBBBAAAE%0aEEECgjgCB8zocfEEAAQQQQAABBBBAAAEEEEAAAQQQQAABBBBo7QIEzlv7HcD5I4AAAggggA%0aACCCCAAAIIIIAAAggggAACCNQRIHBeh4MvCCCAAAIIIIAAAggggAACCCCAAAIIIIAAAq1dg%0aMB5a78DOH8EEEAAAQQQQAABBBBAAAEEEEAAAQQQQACBOgIEzutw8AUBBBBAAAEEEEAAAQQQ%0aQAABBBBAAAEEEECgtQsQOG/tdwDnjwACCCCAAAIIIIAAAggggAACCCCAAAIIIFBHoKjON74%0aggAACCCCAAAIZEDhy/JR9+Nlqq7xTZXOmjbeZU8ZkYK/sAgEEEEAAAQQQQAABBBBAAIHUBA%0aicp+ZELwQQQAABBBAISaCmpsbe+XC53ai45UdcsnydnT57wZ5+ZI4VFvJjuJCYc2qY6uoau%0a3TlmlVXV1uXTh2sbdvinDp+DhYBBBBAAAEEEEAAAQTyT4DAef5dU84oBYGBXQZYG/e/o1eO%0apdCbLggggAACYQpcvXYjEjQPxt2664BduHTFXn7mYevYoSRYzHueCtyuvGObtu01/fJA170%0a2aF4TOdt2LnA+oG8vGzlsgI0aNtA6dWwfWccHBBBAAAEEEEAAAQQQQCATAgTOM6HMPrJK4P%0aEhj9ic/rP9Ma07ud4+Orgkq46Pg0EAAQTyXeBeeLTumR4/edZ+/uZi+9qzD1vvnt3qruRbX%0aghU3Lxl6zbvtvVbdtvNW7cTntOt25V24Ei5f33yxTqbNnGk3TdrknVsz0OVhGisQAABBBBA%0aAAEEEEAAgVAF+D10qJwMlgsCU/tMiRzmpF4TI5/5gEA2C9yqqi1pkc3HmE3H1livyurKbDr%0a8VncsQwb0iZzzlavX7Z/e+th27z8aWcaH/BDYc+Co/d3Pf2dfrd2aNGgee7Yq37J+yx77+3%0a9813btOxK7mu8IIIAAAggggAACCCCAQLMIEDhvFlYGzWaBdoXtIocX/TmyMIMfRncfZfcPm%0aJfSHgd3HWR/Nv1f2QMD70upvzoN6jIw5b7q+OTQx+zfzvwzKyspbdR2dG66QPnV8gY3VhD4%0a/179/9qP1v+dqTZ0bPvk0FL72/U/Trn00OHLR+zq7auxwyT9/uWxFW7/P7Zd5/ck7ZctK9/%0aY+Rv772v+PztyueHg66Wbl7zvz7b+U7Ycfqs7jhcXPGhzZ0yInHelK+Pxu8Vf+ABrZGHIH5%0aTRfKeqKu6o2r8yopujKdv6F7/50BYtWdkcw2ftmJu273XXdLmpREu8ptIsnV1t8x7dulpJu%0a7bxuthtd81UG//LNVvjrk914aXL1+zA4fp/9545d9He/uAL03uiplrsP319kS1autKuV9xM%0a1K3O8v1uX/olxYp12+os5wsCCCCAAAIIIIAAAghktwClWrL7+nB0eSzQs0MPe2X0i1bQpsB%0aOXjtlBy4dTHq2M/pM8wHtW3dSyzx+atjjNrPvDNt0eot9ePBjq6qOHyCK3qlCsl3adrZpfa%0abap4c/j17F52YQ+OzIMltxfJU9Oni+zRswJ+EedH+o9evU19q0aVOvX/nVk3bp1mXr1LZTv%0aXWxC3SfvbnzLWtf3N5eHfOy9e/cL9KluqbaEmVeX6u8ZpfdPm5U3rBE2dzFBcX+fo4M6D6c%0aun46brA/uk9TPnd292mnth3jbqp9Hrty3NoWtrV+nfvG7RO9cMPpTaZz159JWssIFBQU2Px%0a5U61n91JbvHRVJKC9fPUWO3v+kj37+DwrLgr3X1mWfrne19de+Ph9NrBfrzon/vo7S6z81D%0anr2qWTjRw6oM66dL8MHtjHPluxwU648WdMHmN9euV/SRoFur9cs6UeXbfSzjZ+9DCbMHqol%0abnPQdMDQgWvj5afsfVbd9vFS3Uf9AVjPTB7UrBJyu8Kvv/09ff936X/6nsvWof29x6m615T%0aVrwy3L+2cH7cMVWLX8emMjPtEwT4YzescAH2k6fPW6/uZbGrbPXGnXbo6Il6yxMtGNy/j82%0abee8hU6J+LEcAAQQQQAABBBBAAIH0BcL9r9D0j4cREGg1AmdvnDNl8T406AF7duQC+8nG1x%0aIGJDsWd7Qx3UdbxZ0K23SmfvAhHlr51RM2pVelTe092fp07G1v7nqrwSzjta7m+6x+M9x2k%0a23Z0eUpBdvj7ZtlqQkMKx1qMv/0yOd2s+qmPTL44ciGCk7/zbq/89+ramofeuy9sN9nRmth%0a9/bd7Y8nf88HfE9dP2Xti9pbt5L6QZnIgHc/DOjc34aVDbV9bqx/3P5Le27Eszah5zi/dvf%0a5vfb2nndiN6nzffGBj0yveO1rLhA/xv2KIrr9w5Zf+GOMXhbG5/mDH0r4a431Jzf4XXQo7u%0aD/jCXa3+x+s6ykqJ1tPl2bvao/X3qYkaj1dn+OxvcYm2g1y0MQUABVwdS3Fi2za9cr/Igqz%0aXHx8lV7xU0a2qVz/Icljd31idPnbMuO/VZQ0MaU6RzbJowZ5gPnK9dvTzlwrsCogq6ptNIu%0ane38xcu2+LPVNmxQww93NGZbd5zzorLyU9lPNvTZvf9IvaC53B+aO9XmTh8f9xD1gFA17vV%0aSbfNVG3bYynXbIw9UtJGC5z27d7UxIwbHHSPRQjlOnTDK1mzaaStcyZjHH5oZ6Tpu1BD/K4%0ad9h45buau3379vz8g6faiqqvbb6POcaePd/ZP+DzfPuWD9oaMnNWRKjUlSU2KiEwIIIIAAA%0aggggAACoQgQOA+FkUEQaJrAV8dXmsq1KLD9xLDH7P19H8QdSMFsZaavcwHByqrUajFvO7vD%0aZ/u+MuYl69upj/3hpO/aL7e/YRduJv4JukpW7Dm/zwc/x3Ufa9vObo97PCwMR2BI18H2rXF%0afN5UVUea5gt9z705cqz0oeK57Y0LPusEl3TeV1bWT6ukBzJ3qOza4y6CUDkrlib4+9hX7/M%0agXfp/v7n3PB7Yn9Zrgf9GgXxvEa8ddBveZG2dNJYMUtI/XSku6xlvslyUaN+EGCVacctn3J%0a64lDjJdvX3N3bc7/Na6n+WaqE3sOcE2nNros+jVZ497cJCsEM34HuMInCfCbGB55Z07dvDI%0aCZ89fuHiFbt05XrCLfr17mF/9I1n7LeLPvdZuup46swFV+riQxc8f6heMDPhQAlWKJv548/%0aX+rUzp4y1Xj3qP3CaPH6EL6uh4KlKegwf0j/BaPcWnzp7wRRob0w7dea8O7fzKW2igGmuBc%0a5VlmXJ8vV1zk/lWF56+sF611Glczbv2Of7Thk/MvJAo7Cw0O53k4Iq8/+Xb39i6he0Re7XC%0aQP79270hKFzZ4y3ja50zIZte033QGnX2l/rKGCvCUjf+/grW7Zqs337pceDXfn3LTv322VX%0ag79jhxKbMmFEnXXpfnnuiftskDuXRO3w8VO+vE9RIf/qnsiI5QgggAACCCCAAAIIhC3Av32%0aHLcp4CDRCQOUhfr/3ffuXU/7QZXlPsl3ndtv+iwfqjKCSFHNcZqyCo+tcdnJjmoKqP9vyj/%0abNca/awC4D7A9c8Pwnm16zNu5/ieq7772wz0aUDXPB0W4JM5hrrMYuuqAkLX0B1aHX9dFDj%0aaWHPzMFn8d2HxMZuIcrHxIdTNeKIKNan4Mg8lkX1P7ljje0KNIUiH959AuR78EHXX9lt6ss%0az4cHP7H39i3yZU+UAf9Mp6eCbnXePzn0qQ+cT3b36eRGTqqrhz7PDI8/bp2dpPBFDw2Cc47%0aX/f39H/g/K6O6jYwc56rytXb86nGb7h4K6ByDpgxz/epDHguGP+nK13Twqz5110H3t8rn9O%0at0r5RN13b3SkkEY/CeXEBZ1V+t3WZ7Dx4z1Q1P1GJr9ytI/N2Xn7QPXB3pHXsP+82u36iwX%0a/5uiS14ZI5NHDss0VANLldA9KQLVit7/cHZk+P2L3LB2nkzJtonX6y1Dz5dZd//9kJrX9Iu%0abt9goYKezz6W2pwVwTaNeS8qKmxM96zo+5XLCr967UbkWJSh/bJ7+KGHI7Ht48/X2PY9h/z%0ai0+5ByXNP3l+ni7LPX372YXvz95/6zG+tVNmVFe7+eiIqa7zORgm+dGhfYjNdmRw96Fi2ap%0aO98NQDkZ7jR7msc1da5ogLVCtYHUxcW+Xq4Qc1ypUtr3skzKZjSvaLimB/RUXpZ7mHedyMh%0aQACCCCAAAIIIIBAPgsQOM/nq8u5ZZ1AUUFRvRrQqk298vhq6+yCcsoGV13m6KaSFNpOtcrv%0auDrlsetvV9VmHkdvE/1ZWcu/2vlr+/qYV0yTQt6orLCFI5/xgfrofrGfNQlpoolIb9656Sd%0aejN2G700TUPD82REL7IMDH1rbgrrX/8DFgxY7aeVVV2+8W2Ftluw+96BD7Yqb7FOv6KYSP8%0anajL7T/eq9F/dHMtav3Lpi610Wdmw7duWYX6SHO+cr6mfITnLB9B4JMtFjx2qu7xtPbTJ5d%0aXQB8OfcPa4HB2olRSX2z9tf93XPn3YBcgXK1X6x7Z99tv3c/nN8XX+/0P2jyj2kesdl4h+9%0afNzXnw+W8566gIKMn6/c5CfY1GSKTWkKFD/vApo9XV1oBTfVNO77S1a4zPWLNv++aXFr/if%0abl7LHV7lgqUqFPO8Cs8XFif81aMbk0S7gf9QOHzvlg+cqFZOsdS/rYnrRagU0AefazbvqcD%0azs6tjHC5qr0y5X0iVo+hwbONc6BbEfuX+6LfliXdDVNrqscWXiN7aEyRxXJkbb6qGN7lHdE%0a2rKOn/E3VvX3IOagX3v1b7ftH2ffwjQv08Pm+J+kZCs7T1wzGezB32uXa99eHDQ1TJ/491P%0a/eLePUr9uQR9GnrX8ag19ACnoXFYjwACCCCAAAIIIIAAAqkLJP4vxtTHoCcCCKQo8PzIhTa%0aux71s4tjNlHWeqKlWuV6x7X9u+InLjr0Yu7jOd5V3UfA8yOq85spZxAt+aqO2rpRHZzfJpL%0aa5cvtKnXGCLzdTnKA06M97wwIqlTKo60Arbde1TmfV4O4ZE5BWdrmagtwKequcy8tjXvTL9%0arva5R8fWuqz1DWhbENNwfPpfV0A8m4wWZOAJitvss/tT6/Y1t/VTm/JwPlV99BgicsUV3tq%0amMsevxs013eVxFFt9+NXy22vK0Wk8khqL7ls/FXuodXDbp6B6KbSOKvK1/gs9V3nd9f5BUB%0a0Pz7HF6i4ecvXKD924ky9DqVuss1+LvDY25VHKYzKoC6O+hy7kSZC7OFqWat8hkp/qGlCxb%0aMXLvtM4Xg1ymPH0PfTrpTK790Yao/cN73ehKB+Rcw/NHHoT19fZAqEaqLSB+fU/zs4ZpPI1%0a4+XrbXtu5NP+hzpnOCDStZET5qZoFtWLj5wpNwHpIOD69Gtq6sLXjufQrAs+l31w4MW/TlY%0aFrxPnTDS1zvXLxDUNJGnftEwbWLd+RWC/sG76parb3R71AXhS0ra2r5DtQ8Go9epHMv+w8f%0a9Ihdbj5ThGTKwb71a9sqkj55E9vK163En/FT2fZCBr4dAqTb9f7dKHal1K+XhTKpu9EMAAQ%0aQQQAABBBBAIF0BAufpCrI9Ao0Q0ASQ1ysT1/bVUIVtCn2GrMq4qJREQ63G9Yttyph7Yuhjt%0avPcLp9lq/VB0FyfVd9ar3htnJv8UOU9Dl85Yr/e+dt4XVjWTAKxQXPtRgFp/UIguumXA2ob%0aT2/21/XhwQ9GyupU3b0fVOKltKQ0erOEn4OguTr06djHfjjzz+v1/eLYctt4arM96e6rca7%0aWd2xr77K6U20q9XMrxYcv+vNQXFh/8sbYfamk0dPDnvD3e7yHU0+5dZpkVQH0I5eP2qL9i0%0a2Z+9N7x6/prlI2K8tX+z+Psfvie2IBBbZ/5epQn3ETHgZNJSYemjvFlVcZbh3aJy93EmwT+%0az5q2ED7F68+bW+9/7mrj37Nr1b2+D/+5kP7w68vSJo5rs6auPONd5fazVu3fZmXWVNTm+RV%0a9bgXutrTmqz0KzeRpFqqwXOVplE9bgW+S9rW/SWJHyjJP865EjfaXn9WcrUdLT9d59A14Wo%0aYTffTbHf9PluxMTLcvoPHGwycL1qy0vRQJ90WlGuJHkdZ4D/8wauRReNGDrEBfXpGvisA/6%0aUr/6Lguuq1q7Vtm/xfwTUprmqqV7sHCgrEX7x01YqLivyDp8jAfEAAAQQQQAABBBBAAIFmF%0aUj+b+3NumsGR6D1CXyw/0P7wD5MeuIjyob7mtenrp+yf3D1yZvSZvaZbrP6zjBlHKuGtUpY%0a0HJTQPW8Fx/4uM7B33APVDoVFLryPZt9IHhk2YjIepX+UesUU6ZFE3tqsszY1sdNHKta50F%0aTPfJObTsGXyPvxXdLyLRzAfJ46yMdU/hw2WXK/+36H6fQ0/xEtV8b83JKfVUuRq94TRPkap%0a6AT1w2/poT63z5o24lZbb6xFqXQX/AnncPJ/SQImjDXZ1/vWiNE1jkyqhEB8379u5umvSwe%0a1ndX1I0btTa3r26l9ofuCD57xZ/YUFQ9pzLOl+3ZXfSSTNVq1qBbwWxFbxtbB3yEW5iUNXA%0afvej5T54rolO58+bFint0dC5KKtZgf/GtF+4BwInTp1rzCZZ1ze4RsGBjR89NPiY9vtI5xk%0adOD9+sv6vG2J3MmHM0Hp19qtciRb9KqCwsMAmJDm+Oy54rX4qH6TzaBMzeGzJH2Wr6xW0cx%0adq/+5VHXP9mUilqexPkGVe0q6tnzhUJWn0qw0aAggggAACCCCAAAIIZEaAwHlmnNlLMws8O%0aexxX7M7tv53Krv9T/f9xwa7qY741jPb7aNDn9TJ3G5wwyZ0KHIBUTXVM29qW3dygwtudrL7%0aBsz1kzKWuczjTw9/3tTh2K4ZBHRPafLW2KYAr4LXygJXCRY1lQu5UXnDuroyLsrsVsBX7UL%0aFBXtx1PN28top03Zql2/WBs5j65srWzze5LIvjFpoE3tOMAWzf7T+7/wYyf6hiUT1StT+j3%0al/Va+Of6K+HYrbR2qrx/apcHX0g8z62HVN+X7i2gk3Ee8iO+fqs/fu2Mu7aQLc5ce+Mk04+%0anNX73xuv9mubMuDVnj3z2BT9tOat9m264Dt3n80QjB25GBXR/yBlAPMkQ2TfFDG+pgRgyOB%0ac3W9fj3+L3NU7uMLNxHomk07/d/bk8YNt2cendvouujax5gRg/y5vPvRl7bGlYlRGRrVSC/%0areu+hk/rFa7U1tOv/Mihe38iy3E0096eg7OjrN25GTqejCxh3dZOxhtXKunby91VQP18PRT%0aRRaNu2iX+d8viDM+vt/nOXta7rc9/Mif5Vr0PUggL3S66t7h5XEFsPQ5q79XLljP7q33zL7%0a6Yw5IlIm/vYGR8BBBBAAAEEEEAAgXwRIHCeL1eyFZ/H0NIhPru6OQkUkJ/h6kDvv3TA9rka%0a0s3ZVHJC7aqrQ97Upp/3f3ZkmQsSnrOFI56xeW7yQ2XILSV43lTS0Lc7ff2Mn5wyduB/P+v%0afWgc3uaXuue9P+SO/es/5vfab3W+bfo2wwE1uGbS9bmJQPSD535v/wU9iObvfTLt0qzazMb%0aiPgr79O/ez21W1JQK0rNzV+1YQOWjFBcU+uzv43tT36LIvDY3Rs0NPe2XMS3G76fhiJ0WN2%0a7GBhXpAoZrtK8pX+QDZTPdLjMeHPBIJjitQPsJllr+z931fmkX12zWxaL9O/RoYmdXRAqod%0avdyVogiaJmp8av7sUIPmCpIuWb7ONmzdE+zGj5+oBIhKsyjrWfWnH7l/mivvUb/EUGSgFD7%0aoQYDOS8FzZYP/g6t9/j1XPqany4RP1t7+4Itkq/NyXbWKgke14gbKkkR1TemjrmlXl3mtAH%0a3Qrrj64aqjnmrbsmO/rdqww28zZ9r4yGaqPf7ar97337//7YUuG732YfajD0w3lQfSgxNlk%0a0dvE9k45A/BvkMeluEQQAABBBBAAAEEEEAgRQEC5ylC0Q2BTAl0advF7+qam+ww3aYs+dtu%0akk/VLJ/ae4qtdZnomlCS1vIC7V229XhXTz5o+y8etFtV9+rvKtgb1DdWvXvVrd92drt1aXc%0avw1VZ5SrT0tfVJV/qJsbs16mvC5xf9qVXYsupTHQTXuoVtI8PLqkTOFf2d6olUYIxsvldcw%0amsPbHe1p/aaDdd9roeRiggHl3WJjj+AZ0H2J9M+WNf1mjrmW2+RNKw0qF+glW90xoWUD3my%0a3drj6v304/MMdV9DqupNvU7i5fbYVd2JWga/6UFDyYsfTFu1BBfD/3Fpx+0/m5C0vc+WZEw%0aOz0YM9l71y4dbYHLWP/jbz7rxvrKn1+yoHnPHqU2bHB6D2BU0zoXW+yErW2LE2eCN/X8Yic%0aQVTA91aaAubLNO3Zob19/zj1Ic6VagqaY/4W7Afno+L/ut1dd31/97hP77KuN1qGkxPQrhq%0aY0Zcfvc0H48e4eDZomn13vyg411Nq5jHf92oGGAAIIIIAAAggggAACzS+Qm/9F1vwu7CGHB%0aA5dOuwCwuubXKollVMNSrXsd7WQm7t1bldbvzSdjPPoY9x9fo+9veddV4rjMkHzaJgW/tyj%0afXd7yT3QCNr/2vRTUx3yoH1+9It6ZYF0H0ZP6qqSI1N7T7YXRj3ns87f3PWWVboHJfGCw8G%0a4qbwvcUH46MlkG9qmrZu8U5nb2dDOu/I1q8vX2Jaz26wqqtzR0K5D7NClI/6V6DjbF7U3lW%0a/RGAcvHfIvGc/uN8sm9BzHRKGJ4NzyfYeOR9YqWKxJEMNqqmP+Wzcp6MXL9x4mKrP41YWPW%0aKkr2ZGoTZ0w0hQ8V2kNNZVXiQ7uJ9ou0fKgNrXKxXzj+UdNWfbJmjLc081yTzZ+Nq9rW1z3%0aXy+vJSinE30Oeghx9u6ksskeSGib6xU37crVexNtFxS0San2t47jfTdJ6KGjJ/yDj288/4j%0aPXI8+jmSfdQ+88ux8+817n9mipSv9fa+yLcnuw+jxNDntl2u22LrNu/2vF6ID5ydO1y/dFb%0a1t8LmpE+wG2/OOAAIIIIAAAggggAACqQvU/S+b1LejJwJZJaDsWb1SabE1zf/Liv+aymZp9%0aRnYZYC95GpRp9KUGat2/4B5KZegKXcTSL61+3cJh1fwPLZN6jXBSlygMLYFdbVL25XaLFf6%0aI17b5jLZK9wElbTmE/iDid91g9fY+pObfKa56vj3u1vHPNhrMGGnatg/PewJ+/3d2uO639J%0apa8rXRrLdUxlH2eotHThXpr0m/tx7fp8/dpWMGddjjA0rHWaL9i+2Hed2pnIqvs8AN0moJh%0alVAF4ldVTT/fMjy0xlXjRvAK2+QDCJodYM7NerfoeYJQpgHj520g4ePemCmCftT777XCTAH%0ad11vwvIv/vxV75+dbB8hAvKK+M2Nqs5WB+861caQdBcy15dON9UhiO6af/LVm6yAX172RMP%0azYheFfmsyU4XuWBrbPZ3ogxnBX83bd8b2T7dDxPHDre+vbqnO0xGt1etcfkHD+BuuEC3XJI%0aFxOfPm2ofL1vrj1Ofk7VTp++VmVI/TZip4Hmipgld127aZatdprnqoWui2UnjRtjSLzfU2y%0aQ4Zq349e8/jVsTf/qk0bb7wFHb4177Xeb47KljbZ6rkx77wEBj6AHLpSu1QX7110v3pa5rd%0aHvmsbnuPuxpP//1Yitx2e3ffvHx6NV26eo1e+Odpe5c7/3qqE4HviCAAAIIIIAAAggggEDo%0aAgTOQydlQATqCxQVFLkSG7UlWOqvjb+kxE0CqVcqTRM7NtQ04aRKfgRtXv+51rNDj+BrvXe%0ate3LoY/WWa8Fhl+VP4DwuTWgLFbxVW+mCt2pDug72JVj8F/cPBaXaFbYLvvpA78ry1X7C0S%0a536+RHVjbhg2qs/5tpf5p0yxqrtv+x7n8m7ZOplSXO4ujlY752+WQX9J7Tf7afRFXlb5RJ3%0apimBwGDugy0aX2mmB46rTy+2k64h1Mn3YtWX0BlVJRJG7R+Lis3UTt15ryvha6AeENt1frt%0atsxN7hkdyJwzfbwpqKr7v7EtXtB2/d166aNHDLQ+CYLTN29V+l3FBs4T7f+SK1mzfkv9h5W%0aJ+je0fGC/3jkXONc5DRnQxw65hyNBO3L8dNLAuR6IDB9S+/deQ9f3REzgvFtp8v9/Xbx0le%0a3Ye9gfymQXMH/8oZmmyWyPRJX+CY4z+l018uO1oYP62h99Y4Et/nS1D4SvdPfqqbMX/C8R1%0aF8Tox44Um77D5X77HYF69VUG33u9Ak2xf0aIjbI3rljB+te1tWV9+nvJtk94v7/usZ9v3de%0aGk8t3fI/fhD+gQACCCCAAAIIIIAAAikJEDhPiYlOCKQncOTyUft/1vyPBgdRoO6RwQ/7msw%0aKmp+9cc7+afsvXeAo+abRAfF4PRU4/NfTfmC7XBBw8YGPfJd1rt55x7vZ7dHbaMJGZepecO%0aUqtp3dEb0q8ln1o2mZETh5rbams0q5RDfdH38x+4eRRSeunfD3ixasPrHWTfQ5OrKuKR+Us%0aR1bJz12nOiAZuy6TH+Xx6tjX3alVrrXua/1cGFM91FNOhwZjO0+xr/0Z7hrSeoTDzZphzm6%0a0VU3KWN0ixeAPnXmgi9REV3SJXqb6M93XFb4Bwp07jkUWaxJEp95dI4lmgg00rERH3T/HnC%0aBTbURQxL/SqOy8o7vUxxTfsQvjPMPZQ1/5+Un4qxJvkj70Tnv2n/UZymPGNrfZk0ZZ4MH9E%0a6+YZauHT9maJ3A+Yatu03lc6LricceuoLPasky7BWE3rJzf51NB7sgfbL2wJwpdt7VLX/8w%0aRmRX0SMGTE47n50//3y7U/8cLqORXcnB40ev0vnjr7Uy8vPPOR+OXHKZa6vt0lRGeSqga9f%0aUqjplwllpZ39RKa6z2a57PRkbdTwgT5wvvfgMRdkvzcvxb6DtQ+bhqdZNz/ZvlmHAAIIIIA%0aAAggggAACdQUInNf14BsCzSKgwHZDGdrKCJ/Wp/bn6Qpuq0yKso5Vm3nHuV1pHdd0N65KwL%0aR3wcWgbXCTJsZr49yElQqcn795wZYf+ypeF5ZlSEBlQjSZq+psDy8bFtnr+pMbrSAm43bZ0%0aS/9+l7uwcexK8d9fe50JrZUPfWfbHotss/m+KCHAj/d8vO4Q2tS28Y2ZYkHTROralLQdFph%0am0JT5r3a4K6D0hkqr7eNzjZX+ZTYSUH3Hjhmb32wLCUDlXD57aLP7WRURrEmcHzl2Yf9BJ8%0apDZJip+Mnz/pa2WVdO9fJ7I3d/Nbt2mz6kpLaeyF2fex3nf+g/qkHu8+cu+hKu+yz7bsP+k%0az66RNH2fTJo03Hlctt9PBB9tFna0yBaLXzF6/Ymk07bd6MCXFPS78uWLlum193nyt78tDcK%0aXH7LV2+vk59c5U9merMkrVuLnCtDPHopuxvvWLbnTu1x6vl/Xr3sKKiwtgudb4PGdjHTRj7%0aTJ1lykhX1vzYkYNNDvtcEFy11VNpI1zWvYLtW3ce8CVg9Fl/Lo647Hedaz830S0NAQQQQAA%0aBBBBAAAEEMiNA4DwzzuwFgQYFJvYcb6XtuvoJIhUov155w7474Vs2f/BDtufCPrtTXZv12O%0aBAMR0KCwp9bWYtVpY5LXcEggcXc13ZkYk97wWbNp/easWu/E/QFCg/cPGg9XU10L8x9mv2t%0axv+3pYdXe7qew8NujT+3VXC6FSceOJFDajg9FlLbUK76AMoiMpmv3r7avSqOp+V8R6vDn+d%0aTgm+6IHDj9b/OMHa1BZP7jXJnhtZNyCW2patt1dsiY3TLoP49y77Nrr1d4E/ZY4H9ayDdZo%0ac8a1Fy3yQMFjWp1c3+5qbjLFzp9q5H4LlYbyvXLfdDzN21JCkw2kiSrWO7esHWZNu2MDKXf%0auO2JqNO03nrbrwTz48y8a4QGu8DOcGhsrK1XqIMnrEoDq/HFixdpufODZe2RyVTgmaMu/jB%0ac4PuHrisdnmMyaPqVf2JBgnU++x9/2caeNNr6Y0Bcf18GTdlt2mEjD3z5pkK9wDBdVKHz96%0aaJPKFDXlONgGAQQQQAABBBBAAAEEzO5FXtBAAIEWE1AplQcG3uf3v/xu5vDhy0fswKWDNtx%0aNbvjqmJftzV1vWVXNvUy4VA9WAVcFIJW9fPTKsVQ3o18LC2w+vcXX19avDib0uBeAUbD61p%0a1b1rlDbVBbk2K+tecdf7RPuQlCO7XtZAr46hcF+y7ut5FlI1I6E2V/a5LRoK5+24K29p0J3%0a0y6rUpd/J8r/1vSPvFWqt7/D2f+ebxVoS8rLiy23h1Sz/7VAdx0E9+eqzgf+rG0tgGv31D2%0a+DILSp2opvNLCx7yNZovX71eJ3C+ffch++yrDZHsZFkpW3fh4/c1mPHbFNfDrra1akZrEkt%0aN7JisqV61mjLfkzXVb29MW7XB1cV2JWwenjvVmfT1m55zE2gma51cHexOHZMfR7LtM73usQ%0adm+ElgA0NN0vnPb31sX3MTtcZOIqssbWVZqw1xn2ObJqCNzdrWPTVzypjYrnG/33YlXva4X%0az801KpcgDpo210Av9BlfDfURrvyKrqXwmoPuzr+e908ACvcwx1lvW/esc9PTnv/rIlh7YJx%0aEEAAAQQQQAABBBBAIAUBAucpINEFgeYUUCmIb4571QUty+zU9dO+Dnmwv3f2vGffm/gdX6b%0ajlTEv2m93/67OBJ9Bv2Tvc/rN8qvXk22ejCmr1ilb+uNDS01B3xdGLayTYbjtzHb/AKXUBb%0alvVFbY6zt+bdduXzOV4wkmFJ3nMtQ3nt5kX7iHMKkEzjXp5S/dOM+NfNZGdxvpLardxJ/lV%0a2vrPyfC0eR12d66l3SzP5z03UYdpn7h8Rv3oIqWnsA7H34ZKamhutYvP/OwKTgar33yxdo6%0aix+cM9ln2tZZGNIXleL49MvaX98oWzm2tEzsbi5drv1VRKeOiTPOq6tr7Ge/Xhy7aUrfl63%0aa5CZB3ZRS32QlTFIaIMOdVArluSfuszfe/TSyZ5X2eeOdpX6CzsnjhvuyJFr51PzZfkJRfV%0abmfdBuu9rvn7oa4ipnE92U5b3Qjd3Q9Qu2UfD+/SUrgq8pvS/+dFVK/Qb0fSHUwLnq6S94Z%0aI5zW2pvvveZnyB31oxxDT68Selg6YQAAggggAACCCCAAAIpCxA4T5mKjgiEL9CzQw97afQL%0aprrUKlmhwHh0U13013e+6QJ//8JGuYCmSre8v3+xn7gzul+iz6qLrX2o1nOiiT4TbcvyzAn%0aogcllFyxXO3jpsI3tMdpftym9J/sHKlr+zt7f22E3QaWC5GojyoabstLPu0lcFex+etiTfr%0an+oaD6hB7jXOmW+EHKSEf3ofzqSfvo4BJ/j9yKqgle6WqM/2zrP0V35TMCKQtoYsOjriZz0%0aBY8Mjdh0Dzoo3cFDBVoVV3o5mjKeP7te5+bSshogseGss11DOcuXPaHEq+8SHCMmnJAZTQa%0a0w67ySNVBkYPEzqkWAamV4+yxuwiK/oOHdTP5rq65qtc2ZGgqe75h5+t9iVIZk8bZ6OGDbS%0au7noEk78quH78xFk76bL4N27ba5ev1P69F2yv96fmz2rUfdKuXbFNa6AWusZVSZTNO2onH5%0a0yfkQksK91iZrGDrvpvtCkp0fcryPUVL6FhgACCCCAAAIIIIAAApkVIHCeWW/2hoAXKHL1q%0aWf1nWEPDXrA9FlBU2UOX7pZ/2f6yj7+1fY37NWxL5smP/yTKX/s61evPrHWZ6ElI53bb7Zf%0aveXMVqusbvxki8nGZl04AkdcMPzXu35rmoxTTQHycxX3+VrlmtA1aMNcyR7dJ6pjPqpspE3%0arPcVfU03i+rQr0RJbY/eZEU+7OuiJgzlVbsJatXUn17uJRgtM/Sf1ulcGQPdlQ/W9lXH+7t%0a733CguakhD4K6ASvgsW3kvg7p/3542cey9yW3VTSU2dM+qb9AUyH7VlfBoruCwSsYoe1cBf%0aQWqv/nCYw1mK1+9dsMHzlWGo1tpl+BQ673rXJ5/8v56y5Mt+OXbn9j18pv2wOxJNqBvr2Rd%0ac37dQ3NqJ/qMDp7rpK64kj1LvljnX6rtXuYm8axyQfULlxLPfaDtHpg92aZOaFwgWddcWe0%0aNNf0iIQicP/HQrGYpFdTQMWj9V2u3RoLm+q57VyVuSrskn3tCfWkIIIAAAggggAACCCAQjg%0aCB83AcGSWHBBSgVHkUtSBYmanD135Vf/r+AXN9LWrtd/f5vS6L/AOf8ZvoOFRv+bXNP7cnh%0aj3mA6aPDXnEBznXlK+1bed2WFV1/drnvTv2sqGlQ/yQ609ujAyt8h/JJn3sVNzR91WNa5WP%0aSdSUDa9MdlrTBW5V3fKBcmV3P+/KpKj29yL3i4Ivj62w41fK/fXWrxHUJrugtl7RTYHxhSM%0aWRC+KfE4WNNdDlN3n9/i+uidfGf2iLwcU2dh9KGxTaONd1nop+NjPAAAc6ElEQVSypqBnbe%0aD8XvAzXv9qF6Sv7RdvbeOWnblxtlEb6B7d6SbbbUw74eq905ouoDrVQZa2Rpnv6jXHNpXXm%0aDFptJ8AUesG9e9tLy54MPQJOIP9Hj95xj5YutrOX7xsmrTymy88at3LEgfCtZ3u7w/uluoY%0a4IL/sQ+ngrGb+q7M5tbSCgra+PtgyIDe9t4nKyyoeR59/spCP9tAjXdNEvv4gzNszIh7pVy%0aix8jWz40pa6VfRXz21UbbsHWPv+eedsH+g0dP2O79R+3nrhyQytOMGNI/W0+V40IAAQQQQA%0aABBBBAIK8ECJzn1eXkZFIR2Oyyr5XtrZap8iWqPT29zzRfgiMIaJ53wfBlR5e7oN7uVA7bZ%0axd/sP9DO3DxoC/LoYDqwpHP2KND5ruJIDfZWpc5fKPyRmSsOXezzfdfPGAXbl6MLB9eOtS+%0a5iYbbagN7jrI/mz6nybs9unhz21l+eqE61nRsMCSQ5+6Ej3XbI6rSR5ke//RpO/ZGzt/a4c%0auH7b/temn/gFL9/bd3MOOjtausJ0LpBT4DHEF8WrzvPXPGl/7XsGZGhekVjZ5Vc0dH/xW3f%0aLYpkC2gued3USi33D19ft07B3bJeF3bXf99nX3S4liO3LliO/XvuheZnyiDTP1Zy12/5o89%0ae0978Yu5nszCWhixeVrtkRGHz64vw+KRxZEfXj8oZkuE324e/BXbf379IhaE95H1cdetnKj%0ard9S+6CotGsne/GpB613z26RnRxyQckrV2+4khxtfFmOAjcZpALsmozy+MnaBzWzpoyN9G/%0aKBwXJNW7QVHpEE4OqdWyfO5N9Bsff1HeVbfmX31poS13N8j0uEKxgeSpN10bX4H6Xaa5fK+%0aRC08MjZdHrL2oFvdUamth1/+FyP2mu7o9Ct+2LTz/gy9hMdiVjFExfs2mn/cZlnmvi3Mcfn%0aNngeLngxDEigAACCCCAAAIIIJDNArnxXx/ZLMix5ZzAx66e8143+Z/CjocuHc7I8Ze5mtOT%0aek3w+yq/esIHuree3VanTEGqB6JMYQXDp7pSHfMGzLEubTvb7H4z/ZjBGArOj+w23H9dFzM%0ap6G2X3aygfbpNGee0pgtcdw85FEzu6rLM5w96MDKQyrNoMsvtbt3G05vt9PUzpnIuTWkju4%0a2Iu5kC8I8OftjXzVeWe2NahZuQ9G83/H2dTcZ2H13ne+wXBfn/9dQfxC5u0vf17iHRGlemK%0aNXW0T1wmNantkxEqtuobnxjs9RTHTsf+/Xo1tUF+QpciQ33QMYFqvUK2sPzktv36XUvgB1s%0aE+b71p37I0Fz1bd+9P7pvo569D5OnD5vX6zaHL2ozueZbgLRYYP71VnW2C9Llq/3tboV9JX%0aVjYpbfohe3Ut9eZLGjpfL/TVhqMra3JpfaXsOHLUduw/ZYVfHO7psj85P/fRLBL30AEYPPX%0aKpffbVBlMgPLolq93vHnvashUbfT13lSta8Ogc69e79oGS/g599IHpprJHqg2/a98RP1HoE%0a+7hEw0BBBBAAAEEEEAAAQSaT4DAefPZMnIWC2QqYB4QKEDavqi9m/jxkKtfnX7Q+k71HV+b%0aeqMLIk7uPcn0XZOLBk1ZwT9a/2NXamOsz1APlutdx/Djjf87ehGfW0CgowuQf2vc1325G9U%0aTj26qOa4M9CALXROC3nRlXW7dueWvtQIsCjJVu//pXf+L15KV2pnRd3q8Tfwy1VFXSZ94TY%0aF2/WJDx1NUUGiqvT7STVSaqL0waqFf1c1lzYfRproJU/u54+vdQJZ8YZsiG9B5gHVvX2YPR%0az2YSOUYjl45ZlduXbVubltawwKqHT1u1FDbtutAnc7zZk6sk9ldZ2WGvsxwQe8zrvyHMnSH%0aDow/Wa7WXb9R/0FgV1dLWkHbvr26p320Y0YMsvJT5yLjlHbpbINc2ZJJLuO+tTaVzNH5Bwa%0a3b1eafiFwy70XuECx6p23RHO7djXna0tk6XNT27hRQ9wvgWr/btbEp2Pd93gPinSf9XH3WE%0anbtvaoK0OjiWtnTRnnfwERu2/dRzq29a6My4OuNj4NAQQQQAABBBBAAAEEmlegTUVFRfyIS%0a/Put9WP7ty9QVlZdgdm/suK/9rqrxUAuSvwn+77jykdfHCfp9o/pUHphEBIArlwfyrbfNWG%0a7bbVBc8VSB/ralDPnpa8Rn5IPAyDAAIIIIAAAggggAACCCCAQLMI1E1zbJZdMCgCCCCAAAI%0aI5LOAyo/cP8tNfOxeNAQQQAABBBBAAAEEEEAAAQTyQeDeTFX5cDacAwIIIIAAAggggAACCC%0aCAAAIIIIAAAggggAACaQoQOE8TkM0RQAABBBBAAAEEEEAAAQQQQAABBBBAAAEE8kuAwHl+X%0aU/OBgEEEEAAAQQQQAABBBBAAAEEEEAAAQQQQCBNAQLnaQKyOQIIIIAAAggggAACCCCAAAII%0aIIAAAggggEB+CRA4z6/rydkggAACCCCAAAIIIIAAAggggAACCCCAAAIIpClA4DxNQDZHAAE%0aEEEAAAQQQQAABBBBAAAEEEEAAAQQQyC8BAuf5dT05GwQQQAABBBBAAAEEEEAAAQQQQAABBB%0aBAAIE0BQicpwnI5gggkPsCBW1q/yqsqqnK/ZPhDPJKILgng3s0r06Ok0EAAQQQQAABBBBAA%0aAEEEEAgiwUInGfxxcmGQytsU5gNh8ExINBogcbcu2UlpX78M9fPNno/bIBAcwoE92Rwjzbn%0avhgbAQQQQAABBBBAAAEEEEAAAQTuCRA4v2fBpzgC3dqXxVnKIgSyX6Ax9+6QroP9Ce04tzP%0a7T4wjbFUCwT0Z3KOt6uQ5WQQQQAABBBBAAAEEEEAAAQRaUIDAeQvi58KuZ/WbmQuHyTEiUE%0a+gMffupF4T/farytfYyWun6o3FAgRaQkD3ou5JteAebYnjYJ8IIIAAAggggAACCCCAAAIIt%0aEYBAuet8ao34pyn9Z5iPTv0aMQWdEWg5QV0z+reTbUN6NzfpveZ6ru/vecdguepwtGv2QQU%0aNNe9qKZ7U/coDQEEEEAAAQQQQAABBBBAAAEEMifQpqKioiZzu2NPgYBz9x/LynKjFMrrO96%0a0A5cOBofPOwJZKzC8dJh9a/zXm3R8r+909/nF2vt8bv/ZNr7HOOvVsac1pl56k3bMRgg4AU%0a0EqprmKs8SZJoPL3P387im3c+gIoAAAggggAACCCCAAAIIIIBA0wUInDfdLq0tcy1wrpP9y%0aabX7OyNc2mdNxsj0JwCyjT/06nfT2sXiw98ZBtObUprDDZGIAwBZZovGP5UGEMxBgIIIIAA%0aAggggAACCCCAAAIINFKAwHkjwcLqnouBc537xtObbe2JdXah4qLPjgzLg3EQaKqAssE1Eah%0aqmjemPEuy/R2/Wm5bz2yzw5eP2MWbl6y6pjpZd9YhEIpAQZsCKyspNU0EqprmlGcJhZVBEE%0aAAAQQQQAABBBBAAAEEEGiSAIHzJrGlv1GuBs7TP3NGQAABBBBAAAEEEEAAAQQQQAABBBBAA%0aAEEsluAyUGz+/pwdAgggAACCCCAAAIIIIAAAggggAACCCCAAAIZFiBwnmFwdocAAggggAAC%0aCCCAAAIIIIAAAggggAACCCCQ3QIEzrP7+nB0CCCAAAIIIIAAAggggAACCCCAAAIIIIAAAhk%0aWIHCeYXB2hwACCCCAAAIIIIAAAggggAACCCCAAAIIIJDdAgTOs/v6cHQIIIAAAggggAACCC%0aCAAAIIIIAAAggggAACGRYgcJ5hcHaHAAIIIIAAAggggAACCCCAAAIIIIAAAgggkN0CBM6z+%0a/pwdAgggAACCCCAAAIIIIAAAggggAACCCCAAAIZFiBwnmFwdocAAggggAACCCCAAAIIIIAA%0aAggggAACCCCQ3QIEzrP7+nB0CCCAAAIIIIAAAggggAACCCCAAAIIIIAAAhkWIHCeYXB2hwA%0aCCCCAAAIIIIAAAggggAACCCCAAAIIIJDdAgTOs/v6cHQIIIAAAggggAACCCCAAAIIIIAAAg%0agggAACGRYgcJ5hcHaHAAIIIIAAAggggAACCCCAAAIIIIAAAgggkN0CBM6z+/pwdAgggAACC%0aCCAAAIIIIAAAggggAACCCCAAAIZFiBwnmFwdocAAggggAACCCCAAAIIIIAAAggggAACCCCQ%0a3QIEzrP7+nB0CCCAAAIIIIAAAggggAACCCCAAAIIIIAAAhkWIHCeYXB2hwACCCCAAAIIIIA%0aAAggggAACCCCAAAIIIJDdAgTOs/v6cHQIIIAAAggggAACCCCAAAIIIIAAAggggAACGRYgcJ%0a5hcHaHAAIIIIAAAggggAACCCCAAAIIIIAAAgggkN0CBM6z+/pwdAgggAACCCCAAAIIIIAAA%0aggggAACCCCAAAIZFiBwnmFwdocAAggggAACCCCAAAIIIIAAAggggAACCCCQ3QIEzrP7+nB0%0aCCCAAAIIIIAAAggggAACCCCAAAIIIIAAAhkWIHCeYXB2hwACCCCAAAIIIIAAAggggAACCCC%0aAAAIIIJDdAgTOs/v6cHQIIIAAAggggAACCCCAAAIIIIAAAggggAACGRYgcJ5hcHaHAAIIII%0aAAAggggAACCCCAAAIIIIAAAgggkN0CBM6z+/pwdAgggAACCCCAAAIIIIAAAggggAACCCCAA%0aAIZFiBwnmFwdocAAggggAACCCCAAAIIIIAAAggggAACCCCQ3QIEzrP7+nB0CCCAAAIIIIAA%0aAggggAACCCCAAAIIIIAAAhkWIHCeYXB2hwACCCCAAAIIIIAAAggggAACCCCAAAIIIJDdAgT%0aOs/v6cHQIIIAAAggggAACCCCAAAIIIIAAAggggAACGRYgcJ5hcHaHAAIIIIAAAggggAACCC%0aCAAAIIIIAAAgggkN0CBM6z+/pwdAgggAACCCCAAAIIIIAAAggggAACCCCAAAIZFiBwnmFwd%0aocAAggggAACCCCAAAIIIIAAAggggAACCCCQ3QIEzlvo+rRp08bvubq6uoWOgN0igAACCCCA%0aAAIIIIAAAggggAACCCCAAAIIxBMgcB5PJQPLCgpq6auqqjKwN3aBAAIIIIAAAggggAACCCC%0aAAAIIIIAAAgggkKoAgfNUpULuFwTOKysrQx6Z4RBAAAEEEEAAAQQQQAABBBBAAAEEEEAAAQ%0aTSESBwno5eGtsWFhb6rW/dumWUa0kDkk0RQAABBBBAAAEEEEAAAQQQQAABBBBAAIGQBQich%0awya6nCqcR4Ez2/evJnqZvRDAAEEEEAAAQQQQAABBBBAAAEEEEAAAQQQaGYBAufNDJxs+OLi%0aYr9aWed60RBAAAEEEEAAAQQQQAABBBBAAAEEEEAAAQRaXoDAeQteA2Wdt23b1h/BjRs3CJ6%0a34LVg1wgggAACCCCAAAIIIIAAAggggAACCCCAQCBA4DyQaKF3lWsJMs8VPNeLmuctdDHYLQ%0aIIIIAAAggggAACCCCAAAIIIIAAAggg4ATaVFRU1CDR8gJVVVV2+/btyIG0a9fOB9QVWC8o4%0aPlGBIYPCCCAAAIIIIAAAggggAACCCCAAAIIIIBAMwsQOG9m4MYMX1NTY5WVlaYgOg0BBBBA%0aAAEEEEAAAQQQQAABBBBAAAEEEECgZQSKWma37DWeQFDzXAF0Bc9VskUvfachgAACCCCAAAI%0aIIIAAAggggAACCCCAAAIIZEaAwHlmnBu1FwXQi4q4NI1CozMCCCCAAAIIIIAAAggggAACCC%0aCAAAIIIBCSAMWzQ4JkGAQQQAABBBBAAAEEEEAAAQQQQAABBBBAAIH8ECBwnh/XkbNAAAEEE%0aEAAAQQQQAABBBBAAAEEEEAAAQQQCEmAwHlIkAyDAAIIIIAAAggggAACCCCAAAIIIIAAAggg%0akB8CBM7z4zpyFggggAACCCCAAAIIIIAAAggggAACCCCAAAIhCRA4DwmSYRBAAAEEEEAAAQQ%0aQQAABBBBAAAEEEEAAAQTyQ4DAeX5cR84CAQQQQAABBBBAAAEEEEAAAQQQQAABBBBAICQBAu%0achQTIMAggggAACCCCAAAIIIIAAAggggAACCCCAQH4IEDjPj+vIWSCAAAIIIIAAAggggAACC%0aCCAAAIIIIAAAgiEJEDgPCRIhkEAAQQQQAABBBBAAAEEEEAAAQQQQAABBBDIDwEC5/lxHTkL%0aBBBAAAEEEEAAAQQQQAABBBBAAAEEEEAAgZAECJyHBMkwCCCAAAIIIIAAAggggAACCCCAAAI%0aIIIAAAvkhQOA8P64jZ4EAAggggAACCCCAAAIIIIAAAggggAACCCAQkgCB85AgGQYBBBBAAA%0aEEEEAAAQQQQAABBBBAAAEEEEAgPwQInOfHdeQsEEAAAQQQQAABBBBAAAEEEEAAAQQQQAABB%0aEISIHAeEiTDIIAAAggggAACCCCAAAIIIIAAAggggAACCOSHAIHz/LiOnAUCCCCAAAIIIIAA%0aAggggAACCCCAAAIIIIBASAIEzkOCZBgEEEAAAQQQQAABBBBAAAEEEEAAAQQQQACB/BAgcJ4%0af15GzQAABBBBAAAEEEEAAAQQQQAABBBBAAAEEEAhJgMB5SJAMgwACCCCAAAIIIIAAAggggA%0aACCCCAAAIIIJAfAgTO8+M6chYIIIAAAggggAACCCCAAAIIIIAAAggggAACIQkQOA8JkmEQQ%0aAABBBBAAAEEEEAAAQQQQAABBBBAAAEE8kOAwHl+XEfOAgEEEEAAAQQQQAABBBBAAAEEEEAA%0aAQQQQCAkAQLnIUEyDAIIIIAAAggggAACCCCAAAIIIIAAAggggEB+CBTlx2nk11nU1NRYVVW%0aVVVdX+5e+0xBAAAEEEEAAAQQQQAABBBBAAAEEEEAAAQQyI0DgPDPOKe1FAfLKykofNE9pAz%0aohgAACCCCAAAIIIIAAAggggAACCCCAAAIIhC5A4Dx00qYNqAzz27dvRzZu166dFRcXW2Fho%0aRUUUFEnAsMHBBBAAAEEEEAAAQQQQAABBBBAAAEEEECgmQUInDczcCrD37lzx2eaq68C5iUl%0aJQTLU4GjDwIIIIAAAggggAACCCCAAAIIIIAAAggg0AwCBM6bAbUxQyrTXOVZ1Dp06OAD543%0aZnr4IIIAAAggggAACCCCAAAIIIIAAAggggAAC4QpQAyRcz0aNpprmQXkWguaNoqMzAggggA%0aACCCCAAAIIIIAAAggggAACCCDQbAIEzpuNtuGBg0xzlWfRi4YAAggggAACCCCAAAIIIIAAA%0aggggAACCCDQ8gIEzlvoGijbXGVa1FTTnIYAAggggAACCCCAAAIIIIAAAggggAACCCCQHQIE%0azlvoOgRBc2WaFxRwGVroMrBbBBBAAAEEEEAAAQQQQAABBBBAAAEEEECgngAR23okmVlQXV3%0atd1RcXJyZHbIXBBBAAAEEEEAAAQQQQAABBBBAAAEEEEAAgZQECJynxBR+pyBwXlhYGP7gjI%0agAAggggAACCCCAAAIIIIAAAggggAACCCDQZAEC502mS29D1ThXo0xLeo5sjQACCCCAAAIII%0aIAAAggggAACCCCAAAIIhC1A4DxsUcZDAAEEEEAAAQQQQAABBBBAAAEEEEAAAQQQyGkBAuc5%0affk4eAQQQAABBBBAAAEEEEAAAQQQQAABBBBAAIGwBQichy3KeAgggAACCCCAAAIIIIAAAgg%0aggAACCCCAAAI5LUDgPKcvHwePAAIIIIAAAggggAACCCCAAAIIIIAAAgggELYAgfOwRRkPAQ%0aQQQAABBBBAAAEEEEAAAQQQQAABBBBAIKcFCJzn9OXj4BFAAAEEEEAAAQQQQAABBBBAAAEEE%0aEAAAQTCFiBwHrYo4yGAAAIIIIAAAggggAACCCCAAAIIIIAAAgjktACB85y+fBw8AggggAAC%0aCCCAAAIIIIAAAggggAACCCCAQNgCBM7DFmU8BBBAAAEEEEAAAQQQQAABBBBAAAEEEEAAgZw%0aWIHCe05ePg0cAAQQQQAABBBBAAAEEEEAAAQQQQAABBBAIW4DAediijIcAAggggAACCCCAAA%0aIIIIAAAggggAACCCCQ0wIEznP68nHwCCCAAAIIIIAAAggggAACCCCAAAIIIIAAAmELEDgPW%0a5TxEEAAAQQQQAABBBBAAAEEEEAAAQQQQAABBHJagMB5Tl8+Dh4BBBBAAAEEEEAAAQQQQAAB%0aBBBAAAEEEEAgbAEC52GLMh4CCCCAAAIIIIAAAggggAACCCCAAAIIIIBATgsQOM/py8fBI4A%0aAAggggAACCCCAAAIIIIAAAggggAACCIQtQOA8bFHGQwABBBBAAAEEEEAAAQQQQAABBBBAAA%0aEEEMhpAQLnOX35OHgEEEAAAQQQQAABBBBAAAEEEEAAAQQQQACBsAUInIctyngIIIAAAgggg%0aAACCCCAAAIIIIAAAggggAACOS1A4DynLx8HjwACCCCAAAIIIIAAAggggAACCCCAAAIIIBC2%0aAIHzsEUZDwEEEEAAAQQQQAABBBBAAAEEEEAAAQQQQCCnBQic5/Tl4+ARQAABBBBAAAEEEEA%0aAAQQQQAABBBBAAAEEwhYgcB62KOMhgAACCCCAAAIIIIAAAggggAACCCCAAAII5LQAgfOcvn%0awcPAIIIIAAAggggAACCCCAAAIIIIAAAggggEDYAkVhD8h4uStQU1NjVVVVVl1dbfqsFw0BB%0aBBAAAEEEEAAAQQQQAABBBBAAAEEEGhtAgTOW9sVj3O+CpDfuXPHB83jrGYRAggggAACCCCA%0aAAIIIIAAAggggAACCCDQqgQInLeqy13/ZJVhXllZWX8FSxBAAAEEEEAAAQQQQAABBBBAAAE%0aEEEAAgVYqQOC8lV54nbayzPWiIYAAAggggAACCCCAAAIIIIAAAggggAACCNwTYHLQexat6p%0aMyzQmat6pLzskigAACCCCAAAIIIIAAAggggAACCCCAQIoCBM5ThMqnbqppTnmWfLqinAsCC%0aCCAAAIIIIAAAggggAACCCCAAAIIhClA4DxMzRwZi0zzHLlQHCYCCCCAAAIIIIAAAggggAAC%0aCCCAAAIItIgAgfMWYW+5nSrbXGVaaAgggAACCCCAAAIIIIAAAggggAACCCCAAALxBQicx3f%0aJ26UEzfP20nJiCCCAAAIIIIAAAggggAACCCCAAAIIIBCSAIHzkCBzZZjq6upcOVSOEwEEEE%0aAAAQQQQAABBBBAAAEEEEAAAQQQaBEBAuctwt5yO1WpFhoCCCCAAAIIIIAAAggggAACCCCAA%0aAIIIIBAYgEC54lt8nINgfO8vKycFAIIIIAAAggggAACCCCAAAIIIIAAAgiEKEDgPERMhkIA%0aAQQQQAABBBBAAAEEEEAAAQQQQAABBBDIfQEC57l/DTkDBBBAAAEEEEAAAQQQQAABBBBAAAE%0aEEEAAgRAFCJyHiMlQCCCAAAIIIIAAAggggAACCCCAAAIIIIAAArkvQOA8968hZ4AAAggggA%0aACCCCAAAIIIIAAAggggAACCCAQogCB8xAxGQoBBBBAAAEEEEAAAQQQQAABBBBAAAEEEEAg9%0awUInOf+NeQMEEAAAQQQQAABBBBAAAEEEEAAAQQQQAABBEIUIHAeIiZDIYAAAggggAACCCCA%0aAAIIIIAAAggggAACCOS+AIHz3L+GnAECCCCAAAIIIIAAAggggAACCCCAAAIIIIBAiAIEzkP%0aEZCgEEEAAAQQQQAABBBBAAAEEEEAAAQQQQACB3BcgcJ7715AzQAABBBBAAAEEEEAAAQQQQA%0aABBBBAAAEEEAhRgMB5iJgMhQACCCCAAAIIIIAAAggggAACCCCAAAIIIJD7AgTOc/8acgYII%0aIAAAggggAACCCCAAAIIIIAAAggggAACIQoQOA8Rk6EQQAABBBBAAAEEEEAAAQQQQAABBBBA%0aAAEEcl+AwHnuX0POAAEEEEAAAQQQQAABBBBAAAEEEEAAAQQQQCBEgf8fmg585zvYV7wAAAA%0aASUVORK5CYII="/>
          <p:cNvSpPr>
            <a:spLocks noChangeAspect="1" noChangeArrowheads="1"/>
          </p:cNvSpPr>
          <p:nvPr/>
        </p:nvSpPr>
        <p:spPr bwMode="auto">
          <a:xfrm>
            <a:off x="2251773" y="11753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34" name="Picture 10" descr="C:\Users\dongshuang03\Documents\Baidu\Baidu Hi\DS_1207\My Images\3d\3df7027c0d977753555f415badfd895d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431" y="3881089"/>
            <a:ext cx="4121726" cy="1381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utoShape 11" descr="data:image/jpg;base64,/9j/4AAQSkZJRgABAQAASABIAAD/4QBMRXhpZgAATU0AKgAAAAgAAYdpAAQAAAABAAAAGgAA%0aAAAAA6ABAAMAAAABAAEAAKACAAQAAAABAAAJWqADAAQAAAABAAACkAAAAAD/7QA4UGhvdG9%0azaG9wIDMuMAA4QklNBAQAAAAAAAA4QklNBCUAAAAAABDUHYzZjwCyBOmACZjs+EJ+/8AAEQ%0agCkAlaAwEiAAIRAQMRAf/EAB8AAAEFAQEBAQEBAAAAAAAAAAABAgMEBQYHCAkKC//EALUQA%0aAIBAwMCBAMFBQQEAAABfQECAwAEEQUSITFBBhNRYQcicRQygZGhCCNCscEVUtHwJDNicoIJ%0aChYXGBkaJSYnKCkqNDU2Nzg5OkNERUZHSElKU1RVVldYWVpjZGVmZ2hpanN0dXZ3eHl6g4S%0aFhoeIiYqSk5SVlpeYmZqio6Slpqeoqaqys7S1tre4ubrCw8TFxsfIycrS09TV1tfY2drh4u%0aPk5ebn6Onq8fLz9PX29/j5+v/EAB8BAAMBAQEBAQEBAQEAAAAAAAABAgMEBQYHCAkKC//EA%0aLURAAIBAgQEAwQHBQQEAAECdwABAgMRBAUhMQYSQVEHYXETIjKBCBRCkaGxwQkjM1LwFWJy%0a0QoWJDThJfEXGBkaJicoKSo1Njc4OTpDREVGR0hJSlNUVVZXWFlaY2RlZmdoaWpzdHV2d3h%0a5eoKDhIWGh4iJipKTlJWWl5iZmqKjpKWmp6ipqrKztLW2t7i5usLDxMXGx8jJytLT1NXW19%0ajZ2uLj5OXm5+jp6vLz9PX29/j5+v/bAEMABAQEBAQEBgQEBgkGBgYJDAkJCQkMDwwMDAwMD%0axIPDw8PDw8SEhISEhISEhUVFRUVFRkZGRkZHBwcHBwcHBwcHP/bAEMBBAUFBwcHDAcHDB0U%0aEBQdHR0dHR0dHR0dHR0dHR0dHR0dHR0dHR0dHR0dHR0dHR0dHR0dHR0dHR0dHR0dHR0dHf/%0adAAQAlv/aAAwDAQACEQMRAD8A+58UYpaKokSjFLRQAmKMUtFACUYpaKAExRilooASjFLRQA%0amKMUtFACUYpaKAExRilooASjFLRQAmKMUtFACUYpaKAExRilooASjFLRQAmKMUtFACUYpaK%0aAExRilooASjFLRQAmKMUtFACUYpaKAExRilooASjFLRQAmKMUtFACUYpaKAExRilooASjFL%0aRQAmKMUtFACUYpaKAExRilooASjFLRQAmKMUtFACUYpaKAExRilooASjFLRQAmKMUtFACUY%0apaKAExRilooASjFLRQAmKMUtFACUYpaKAExRilooASjFLRQAmKMUtFACUYpaKAExRilooAS%0ajFLRQAmKMUtFACUYpaKAExRilooASjFLRQAmKMUtFACUYpaKAExRilooASjFLRQAmKMUtFA%0aCUYpaKAExRilooASjFLRQAmKMUtFACUYpaKAExRilooASjFLRQAmKMUtFACUYpaKAExRilo%0aoASjFLRQAmKMUtFACUYpaKAExRilooASjFLRQAmKMUtFACUYpaKAExRilooASjFLRQAmKMU%0atFACUYpaKAExRilooASjFLRQAmKMUtFACUYpaKAExRilooASjFLRQAmKMUtFACUYpaKAExR%0ailooASjFLRQAmKMUtFACUYpaKAExRilooASjFLRQAmKMUtFACUYpaKAExRilooASjFLRQAm%0aKMUtFACUYpaKAExRilooASjFLRQAmKMUtFACUYpaKAExRilooASjFLRQAmKMUtFACUYpaKA%0aExRilooASjFLRQAmKMUtFACUYpaKAExRilooASjFLRQAmKMUtFACUYpaKAExRilooASjFLR%0aQAmKMUtFACUYpaKAExRilooASjFLRQAmKMUtFACUYpaKAExRilooASjFLRQAmKMUtFACUYp%0aaKAExRilooASjFLRQAmKMUtFACUYpaKAExRilooASjFLRQAmKMUtFACUYpaKAExRilooASj%0aFLRQAmKMUtFACUYpaKAExRilooASjFLRQAmKMUtFACUYpaKAExRilooASjFLRQAmKMUtFAC%0aUYpaKAExRilooASjFLRQAmKMUtFACUYpaKAExRilooASjFLRQB//0PuiiiiqJCiiigAoooo%0aAKKKKACiiigAooooAKKKKACiiigAooooAKKKKACiiigAooooAKKKKACiiigAooooAKKKKAC%0aiiigAooooAKKKKACiiigAooooAKKKKACiiigAooooAKKKKACiiigAooooAKKKKACiiigAoo%0aooAKKKKACiiigAooooAKKKKACiiigAooooAKKKKACiiigAooooAKKKKACiiigAooooAKKKK%0aACiiigAooooAKKKKACiiigAooooAKKKKACiiigAooooAKKKKACiiigAooooAKKKKACiiigA%0aooooAKKKKACiiigAooooAKKKKACiiigAooooAKKKKACiiigAooooAKKKKACiiigAooooAKK%0aKKACiiigAooooAKKKKACiiigAooooAKKKKACiiigAooooAKKKKACiiigAooooAKKKKACiii%0agAooooAKKKKACiiigAooooAKKKKACiiigAooooAKKKKACiiigAooooAKKKKACiiigAooooA%0aKKKKACiiigAooooAKKKKACiiigAooooAKKKKACiiigAooooAKKKKACiiigAooooAKKKKACi%0aiigAooooAKKKKACiiigAooooAKKKKACiiigAooooAKKKKACiiigAooooAKKKKACiiigAooo%0aoAKKKKACiiigAooooAKKKKACiiigAooooAKKKKACiiigAooooAKKKKACiiigAooooAKKKKA%0aCiiigAooooAKKKKACiiigAooooAKKKKACiiigAooooAKKKKACiiigAooooAKKKKACiiigAo%0aoo5oA//R+6KKKKokKKKKACiiigAooooAKKKKACiiigAooooAKKKKACiiigAooooAKKKKACi%0aiigAooooAKKKKACiiigAooooAKKKKACiiigAooooAKKKKACiiigAooooAKKKKACiiigAooo%0aoAKKKKACiiigAooooAKKKKACiiigAooooAKKKKACiiigAooooAKKKKACiiigAooooAKKKKA%0aCiiigAooooAKKKKACiiigAooooAKKKKACiiigAooooAKKKKACiiigAooooAKKKKACiiigAo%0aoooAKKKKACiiigAooooAKKKKACiiigAooooAKKKKACiiigAooooAKKKKACiiigAooooAKKK%0aKACiiigAooooAKKKKACiiigAooooAKKKKACiiigAooooAKKKKACiiigAooooAKKKKACiiig%0aAooooAKKKKACiiigAooooAKKKKACiiigAooooAKKKKACiiigAooooAKKKKACiiigAooooAK%0aKKKACiiigAooooAKKKKACiiigAooooAKKKKACiiigAooooAKKKKACiiigAooooAKKKKACii%0aigAooooAKKKKACiiigAooooAKKKKACiiigAooooAKKKKACiiigAooooAKKKKACiiigAoooo%0aAKKKKACiiigAooooAKKKKACiiigAooooAKKKKACiiigAooooAKKKKACiiigAooooAKKKKAC%0aiiigAooooAKKKKACiiigAooooAKKKKACiiigAooooAKKKKACiiigAooooAKKKKACiiigAoo%0aooAKKKKACiiigAooooAKKKKACiiigD/0vuiiiiqJCiiigAooooAKKKKACiiigC5HAuAz8k9%0aqk8iL+7+pqaikUQ+RF/d/nR5EX939TUtLSAh8iL+7/OjyIv7v6mpqKYEPkRf3f50eRF/d/U%0a1LS0gIfIi/u/zo8iL+7+pqaimBD5EX93+dHkRf3f1NS0tICHyIv7v86PIi/u/qamopgQ+RF%0a/d/nR5EX939TUtLSAh8iL+7/OjyIv7v6mpqKYEPkRf3f50eRF/d/U1LS0gIfIi/u/zo8iL+%0a7+pqaimBD5EX93+dHkRf3f1NS0tICHyIv7v86PIi/u/qamopgQ+RF/d/nR5EX939TUtLSAh%0a8iL+7/OjyIv7v6mpqKYEPkRf3f50eRF/d/U1LS0gIfIi/u/zo8iL+7+pqaimBD5EX93+dHk%0aRf3f1NS0tICHyIv7v86PIi/u/qamopgQ+RF/d/nR5EX939TUtLSAh8iL+7/OjyIv7v6mpqK%0aYEPkRf3f50eRF/d/U1LS0gIfIi/u/zo8iL+7+pqaimBD5EX93+dHkRf3f1NS0tICHyIv7v8%0a6PIi/u/qamopgQ+RF/d/nR5EX939TUtLSAh8iL+7/OjyIv7v6mpqKYEPkRf3f50eRF/d/U1%0aLS0gIfIi/u/zo8iL+7+pqaimBD5EX93+dHkRf3f1NS0tICHyIv7v86PIi/u/qamopgQ+RF/%0ad/nR5EX939TUtLSAh8iL+7/OjyIv7v6mpqKYEPkRf3f50eRF/d/U1LS0gIfIi/u/zo8iL+7%0a+pqaimBD5EX93+dHkRf3f1NS0tICHyIv7v86PIi/u/qamopgQ+RF/d/nR5EX939TUtLSAh8%0aiL+7/OjyIv7v6mpqKYEPkRf3f50eRF/d/U1LS0gIfIi/u/zo8iL+7+pqaimBD5EX93+dHkR%0af3f1NS0tICHyIv7v86PIi/u/qamopgQ+RF/d/nR5EX939TUtLSAh8iL+7/OjyIv7v6mpqKY%0aEPkRf3f50eRF/d/U1LS0gIfIi/u/zo8iL+7+pqaimBD5EX93+dHkRf3f1NS0tICHyIv7v86%0aPIi/u/qamopgQ+RF/d/nR5EX939TUtLSAh8iL+7/OjyIv7v6mpqKYEPkRf3f50eRF/d/U1L%0aS0gIfIi/u/zo8iL+7+pqaimBD5EX93+dHkRf3f1NS0tICHyIv7v86PIi/u/qamopgQ+RF/d%0a/nR5EX939TUtLSAh8iL+7/OjyIv7v6mpqKYEPkRf3f50eRF/d/U1LS0gIfIi/u/zo8iL+7+%0apqaimBD5EX93+dHkRf3f1NS0tICHyIv7v86PIi/u/qamopgQ+RF/d/nR5EX939TUtLSAh8i%0aL+7/OjyIv7v6mpqKYEPkRf3f50eRF/d/U1LS0gIfIi/u/zo8iL+7+pqaimBD5EX93+dHkRf%0a3f1NS0tICHyIv7v86PIi/u/qamopgQ+RF/d/nR5EX939TUtLSAh8iL+7/OjyIv7v6mpqKYE%0aPkRf3f50eRF/d/U1LS0gIfIi/u/zo8iL+7+pqaimBD5EX93+dHkRf3f1NS0tICHyIv7v86P%0aIi/u/qamopgQ+RF/d/nR5EX939TUtLSAh8iL+7/OjyIv7v6mpqKYEPkRf3f50eRF/d/U1LS%0a0gIfIi/u/zo8iL+7+pqaimBD5EX93+dHkRf3f1NS0tICHyIv7v86PIi/u/qamopgQ+RF/d/%0anR5EX939TUtLSAh8iL+7/OjyIv7v6mpqKYEPkRf3f50eRF/d/U1LS0gIfIi/u/zo8iL+7+p%0aqaimBD5EX93+dHkRf3f1NS0tICHyIv7v86PIi/u/qamopgQ+RF/d/nR5EX939TUtLSAh8iL%0a+7/OjyIv7v6mpqKYEPkRf3f50eRF/d/U1LS0gIfIi/u/zo8iL+7+pqaimBD5EX93+dHkRf3%0af1NS0tICHyIv7v86PIi/u/qamopgQ+RF/d/nR5EX939TUtLSAh8iL+7/OjyIv7v6mpqKYEP%0akRf3f50eRF/d/U1LS0gIfIi/u/zo8iL+7+pqaimBD5EX93+dHkRf3f1NS0tICHyIv7v86PI%0ai/u/qamopgQ+RF/d/nR5EX939TUtLSAh8iL+7/OjyIv7v6mpqKYEPkRf3f50eRF/d/U1LS0%0agIfIi/u/zo8iL+7+pqaimBD5EX93+dHkRf3f1NS0tICHyIv7v86PIi/u/qamopgQ+RF/d/n%0aR5EX939TUtLSAh8iL+7/OjyIv7v6mpqKYEPkRf3f50eRF/d/U1LS0gIfIi/u/zo8iL+7+pq%0aaimBD5EX93+dHkRf3f1NS0tICHyIv7v86PIi/u/qamopgQ+RF/d/nR5EX939TUtLSAh8iL+%0a7/OjyIv7v6mpqKYEPkRf3f50eRF/d/U1LS0gIfIi/u/zo8iL+7+pqaimBD5EX93+dHkRf3f%0a1NS0tICHyIv7v86PIi/u/qamopgQ+RF/d/nR5EX939TUtLSAh8iL+7/OjyIv7v6mpqKYEPk%0aRf3f50eRF/d/U1LS0gIfIi/u/zo8iL+7+pqaimBD5EX93+dHkRf3f1NS0tICHyIv7v86PIi%0a/u/qamopgQ+RF/d/nR5EX939TUtLSAh8iL+7/OjyIv7v6mpqKYEPkRf3f50eRF/d/U1LS0g%0aIfIi/u/zo8iL+7+pqaimBD5EX93+dHkRf3f1NS0tICHyIv7v86PIi/u/qamopgQ+RF/d/nR%0a5EX939TUtLSAh8iL+7/OjyIv7v6mpqKYEPkRf3f50eRF/d/U1LS0gIfIi/u/zo8iL+7+pqa%0aimBD5EX93+dHkRf3f1NS0tICHyIv7v86PIi/u/qamopgQ+RF/d/nR5EX939TUtLSAh8iL+7%0a/OjyIv7v6mpqKYEPkRf3f50eRF/d/U1LS0gIfIi/u/zo8iL+7+pqaimBD5EX93+dHkRf3f1%0aNS0tICHyIv7v86PIi/u/qamopgQ+RF/d/nR5EX939TUtLSAh8iL+7/Oo5IBjKcEdqtUlMDK%0aooopkhRRRQAUUUUAFFFHNAH//0/uiiiiqJCiiigAooooAKKKKACiiigDWoooqSgooooAKKK%0aKACiiigAooooAKKKKACiiigAooooAKKKKACiiigAooooAKKKKACiiigAooooAKKKKACiiig%0aAooooAKKKKACiiigAooooAKKKKACiiigAooooAKKKKACiiigAooooAKKKKACiiigAooooAK%0aKKKACiiigAooooAKKKKACiiigAooooAKKKKACiiigAooooAKKKKACiiigAooooAKKKKACii%0aigAooooAKKKKACiiigAooooAKKKKACiiigAooooAKKKKACiiigAooooAKKKKACiiigAoooo%0aAKKKKACiiigAooooAKKKKACiiigAooooAKKKKACiiigAooooAKKKKACiiigAooooAKKKKAC%0aiiigAooooAKKKKACiiigAooooAKKKKACiiigAooooAKKKKACiiigAooooAKKKKACiiigAoo%0aooAKKKKACiiigAooooAKKKKACiiigAooooAKKKKACiiigAooooAKKKKACiiigAooooAKKKK%0aACiiigAooooAKKKKACiiigAooooAKKKKACiiigAooooAKKKKACiiigAooooAKKKKACiiigA%0aooooAKKKKACiiigAooooAKKKKACiiigAooooAKKKKACiiigAooooAKKKKACiiigAooooAKK%0aKKACiiigAooooAKKKKACiiigAooooAKKKKACiiigAooooAKKKKACiiigAooooAKKKKACiii%0agAooooAKKKKACiiigAooooAKKKKAMmiiiqJCiiigAooooAKKKKAP/9T7ooooqiQooooAKKK%0aKACiiigAooooA1qKKKkoKKSloAKKK57V9dTTm8iJRLORnbnAA9SecDsODk9BwSBtLVlwhKc%0alGKuzoaK4UeKLjHMWD/vD/AOJpf+Eon/55f+PD/wCJrL21Pudv9nYn+T8V/mdzRXDf8JRP/%0awA8v/Hh/wDE0f8ACUT/APPL/wAeH/xNHtqff8w/s7E/yfiv8zuaK4b/AISif/nl/wCPD/4m%0aj/hKJ/8Anl/48P8A4mj21Pv+Yf2dif5PxX+Z3NFcQviedj/q8f8AAh/8TVyLW55E37cZ9x/%0ahXn182wdGXJUqWfo/8iJYLER3h+K/zOrormP7Yn9P5f4Uf2xP6fy/wrD+3cv/AOfv4S/yM/%0aqtb+X8v8zp6K5j+2J/T+X+FH9sT+n8v8KP7dy//n7+Ev8AIPqtb+X8v8zp6K5j+2J/T+X+F%0aH9sT+n8v8KP7dy//n7+Ev8AIPqtb+X8v8zp6K5j+2J/T+X+FNbWpUGW4/L/AAprPMA3ZVPw%0al/kH1Wt/L+X+Z1NFcsutTOoZRwfp/hTv7Yn9P5f4UPPMAnZ1Pwl/kH1Wt/L+R09Fcx/bE/p%0a/L/Cj+2J/T+X+FL+3cv8A+fv4S/yD6rW/l/L/ADOnormP7Yn9P5f4Uf2xP6fy/wAKP7dy/w%0aD5+/hL/IPqtb+X8v8AM6eiuY/tif0/l/hR/bE/p/L/AAo/t3L/APn7+Ev8g+q1v5fy/wAzp%0a6K5j+2J/T+X+FH9sT+n8v8ACj+3cv8A+fv4S/yD6rW/l/L/ADOnorFt76SaJ5pZBEqnHIBz%0aVN9YkDEIdw9Tgf0NezQnGvBVKTun/XU8+vXhRfLVdmdNRXLf2zP6D8x/hR/bM/p+o/wro9m%0azl/tDD/zfgzqaK5FNeneQoE6d8j/Cp/7Yn9P5f4V4M87wMJOMquq8pf5HsrDVWk+Xf0Onor%0amP7Yn9P5f4Uf2xP6fy/wAKj+3cv/5+/hL/ACH9Vrfy/l/mdPRXMf2xP6fy/wAKP7Yn9P5f4%0aUf27l//AD9/CX+QfVa38v5f5nT0VzH9sT+n8v8ACj+2J/T+X+FH9u5f/wA/fwl/kH1Wt/L+%0aX+Z09FY8E+ozjcE2r6nH+FXhHc95QD9BXq0a8Ky5oPT0a/NHPKLi7NfkWqKr+XP/AM9v/HR%0aR5dx/z1/8dFdFib+RYoqhIL5RmMh/yH9K5vVfE0+hRfar61lkgRlEnlKZJFDMF3BFXLBc5b%0abk4BwCeK46uMo0pKFSVr+Tt99rfiaRhJq6X5HZ0VDBPHcRLNEwZGGQRyCD71NXWQFFFFABR%0aSUtABRRRQAUUlLQAUUUUAFFJS0AFFFFABRSUtABRRRQAUUlLQAUUUUAFFJS0AFFFFABRSUt%0aABRRRQAUUlLQAUUUUAFFJS0AFFFFABRSUtABRRRQAUUlLQAUUUUAFFJS0AFFFFABRSUtABR%0aRRQAUUlLQAUUUUAFFJS0AFFFFABRSUtABRRRQAUUlLQAUUUUAFFJS0AFFFFABRSUtABRRRQ%0aAUUlLQAUUUUAFFJS0AFFFFABRSUtABRRRQAUUlLQAUUUUAFFJS0AFFFFABRSUtABRRRQAUU%0alLQAUUUUAFFJS0AFFFFABRSUtABRRRQAUUlLQAUUUUAFFJS0AFFFFABRSUtABRRRQAUUlLQ%0aAUUUUAFFJS0AFFFFABRSUtABRRRQAUUlLQAUUUUAFFJS0AFFFFABRSUtABRRRQAUUlLQAUU%0aUUAFFJS0AFFFFABRSUtABRRRQAUUlLQAUUUUAFFJS0AFFFFABRSUtABRRRQAUUlLQAUUUUA%0aFFJS0AFFFFABRSUtABRRRQAUUlLQAUUUUAFFJS0AFFFFABRSUtABRRRQAUUlLQAUUUUAFFJ%0aS0AFFFFABRSUtABRRRQAUUlLQAUUUUAFFJS0AFFFFABRSUtABRRRQAUUlLQAUUUUAFFJS0A%0aFFFFAGTRRRVEhRRRQAUUUUAFFFHNAH//1fuiiiiqJCiiigAooooAKKKKACiiigDWoooqSgo%0aoooAK8y1WL/TJpRkliCf++QK9NrzzUMG6kB74/kKpU1OLizjxGOng5U68Oj181Z3RgUU+RC%0ajY7UzFeJJOLcWfpVCtCtTjVpu6eomaMilxRUcyNhKXNGDS4J4qZVIxTk3oA9K3Il2RqvoKy%0aoE3yAdhzWvxX5ni6zrVZVO559d3dhaWm0VyHLYWjNJTWdUGWOBTSbdkPlH0jOqjLHAqlJdH%0apGpI45+tVW3OxLEk/MOnoP8AP0r3cLk1Wp71X3V+JtGi3uW3vN3yw4JzjJ96ou5fmQ5OD37%0a04A579V7f5/8Ar0mDjv0PavrsNgqGHX7ta9+p1RhGOxqwcQoPapqij4jUewp9fnFZ3qSfmz%0agkrti0ZpKOKyJsLS02igLC0ZpKOKAsLS02igLA7OUwh6HIquJZl++mfofSrFHFerhs2xlBK%0aNOo7LpuvxOKtl+Gqu9Smm+/Uri5UcMCv1+lSCaMjhh09fankA9eaiaCJuqivdpcVYpK1SKf%0a4HlT4ewrd4Nr8SGzH3m9au5qJEWMbV6VJxXx8ndtn0kkm9BaWm0VJNhaM0lPijaVxGgyTTj%0aFyajHcHZK7JIIZLhxHGMmuntNOhtwGYb39T/SnWtvHax7V6nqfWre6v0rKsmpYeKqVlef4I%0a8PEYiU3yx2JKM1Huo319RzI4rEmaKi3Uu6jmQWJK4zx94t0fwR4aufEWuRvLbwYUJGNzs7H%0aCqPqa7HNcz4v8S+HPCmiTax4onjhsYyATIM7m6hQO7ccClJRmuWSuhXa1RkfDPWb/xB4Ttd%0aZ1HT5NLmu2lk+yy/fRDNJ5ec4+8gVvxr0CuK8BeK7Txx4eg8UWEEltb3pfy45hh9scjxhiP%0a9rbuHsRXa1SiopRjshJ31YUUUUxhRRXw7+0P408T658T/AAx8LfAN/PZahBNHLNLbOyMs8/%0aCbipB2xw5du21+elAH3FRXzf8AtQfarL4LXrW9xL5ttPaAyhtrt+8VSSVxyc815NqNv8Vof%0ahD4F+I/gDWJ3Ggacsl3p33hMBkPKw6y4XhkbOANyYOaYH3TRXF/DzxTeeNPBul+J7/TZdKn%0av4RI1vKMEHpuXvsf7yEgEqQcV8y/H3xX8ffAuqal4m8PanBZeEo2t47cGO0kk3uiqwCyRtI%0acybjyenPSkB9nUV8X/DO+/an1/UPDviDXL6CXw1ftBczgpZI7WsmGzhYw4JU5GMGuej8Kft%0aLz6tLoUHxM0eTUoeXtFvSZ0GA2WjFtvHBB5HQinYR940V+anxGv/2kPhjc6Paa/wCM1uJdb%0akeO3W0kLnMZQHdvhTAzIuMZr9E9W1jTPDOjT6xrd0LeysY9887gnCjA3EKCevoKBmxRX53+%0aJvi94c8R/tE6PrEfiSSz8J6TFEHnjaZIpjErz4KKAW3SsI2yuCB6V9can8WfCl18OPEHjzw%0atqMd/a6TDOgkVWUfaVjBSPDqpyWdB070WA9Yor4B/Zn+K3gzwj4X1NvHnihor+8vB5cFyZ5%0atkMaDDDCsBuZmzj0Ga+tPDHxg+G/jLVU0PwzrkV9fOjOsSJKpKoMscsgHH1oA9Kor5c+I3x%0aX+NPhrxlqGieEvAsms6Vb+V5F4tvcuJN8SO/wA0Z2na7MvHp618mx/En4qr8c5fFC+Hpm8R%0asgDaJsnwB9kEefJzv/1YEn456UWA/VWivzq+Jnxf+OWt+B9U0vxF4Hm0TTp0jE16Le6iMQE%0aqMDvc7RlgF59ai+Fvxd+N+heBNM0rw14Jm13TYPO8m+MF1KZd00jN86HadrErx0xiiwH6NU%0aVxHw613xH4l8G6frfi3TDo+rXPm+fZlHjMeyV0T5ZPmG5FVufX0rt6QBRXxD+2Ve3tn/whf%0a2S4kg3z3m7y2K5x9nxnBGa9B/aO0v4j2Vjp/wAQfAWrXUQ8Ot51zp8Z/duoJzMUA/ebQSrq%0a2RsyRjDZYH07RXJ+Btf1LxR4S0zXtX02XSL28hDzWkw2sj9DgHkK2Ny7sHaRkA11lIAoooo%0aAKKKKACiiigAooooAKKKKACiiigAooooAKKKKACiiigAooooAKKKKACiiigAooooAKKKKAC%0aiiigAooooAKKKKACiiigAooooAKKKKACiiigAooooAKKKKACiiigAooooAKKKKACiiigAoo%0aooAKKKKACiiigAooooAKKKKACiiigAooooAKKKKACiiigAooooAKKKKACiiigAooooAKKKK%0aACiiigAooooAKKKKACiiigAooooAKKKKACiiigAooooAKKKKACiiigAooooAKKKKACiiigA%0aooooAKKKKACiiigAooooAKKKKACiiigAooooAKKKKACiiigAooooAKKKKACiiigAooooAKK%0aKKACiiigAooooAKKKKACiiigAooooAKKKKACiiigAooooAKKKKACiiigAooooAKKKKACiii%0agAooooAKKKKACiiigAooooAKKKKACiiigAooooAKKKKACiiigAooooAKKKKACiiigAooooA%0aKKKKACiiigAooooAKKKKACiiigAooooAKKKKACiiigDJoooqiQooooAKKKKACiiigD//1vu%0aiiiiqJCiiigAooooAKKKKACiiigDWoooqSgopKWgArzy//wCPuT8P5CvQ6871D/j7f8P5Ct%0aqb3PEzhXpR9f0ZnypvX3qoqM52qCT6Cr9aehJjVFPba38q8vFw55qx63DuZOjTlQntuvXt8%0azB+zT/882/I0v2af/nm35GvU5JBGVXYWLZwBjt9cU3zj/zwf/x3/GuOWGim1z/gz6f+1pb8%0an4nl32ef/nm35GnC3m7xt+Rr0/zT/wA8H/Jf8aTzT/zwf8l/xrjxOAjVhye0aX+Fieay/k/%0aE4KC3ljXOw5PtU/ly/wBxvyrt/Ob/AJ4P/wCO/wCNHnH/AJ4P/wCO/wCNeP8A6u0v+fr/AP%0aAWc7x8m7uP4nEeXL/cb8qPLl/uN+Vdv5zf88H/APHf8aPOb/ng/wD47/jR/q5S/wCfr/8AA%0aWL69L+X8TgJftCcLGxz3xVRoLlz86MeT616V5zf88H/APHf8aPNP/PB/wDx3/GvUwuV0KC9%0a169+VmscxcdoL7zzT7PNj/VnoPWl+zzf88z1b19K9K80/wDPB/yX/Gk80/8APB/yX/Gu/wB%0ahH+d/cyv7Ul/J+J5qLeb/AJ5nt60n2eY/8sz39a9M85v+eD/kv+NHmn/ng/8A47/jR7CP87%0a+5j/tSX8n4nDiKUADY35Uvly/3G/Ku385v+eD/APjv+NHnN/zwf/x3/GvnHw7Sbv7V/wDgL%0aOf69L+X8TiPLl/uN+VHly/3G/Ku385v+eD/APjv+NHnH/ng/wD47/jR/q7S/wCfr/8AAWH1%0a5/y/icR5cv8Acb8qPLl/uN+Vdv5zf88H/wDHf8aPOb/ng/8A47/jR/q5S/5+v/wFh9el/L+%0aJxHly/wBxvyo8uX+435V2/nN/zwf/AMd/xo84/wDPB/8Ax3/Gj/V2l/z9f/gLD68/5fxOI8%0auX+435UeXL/cb8q7fzm/54P/47/jR5zf8APB//AB3/ABo/1cpf8/X/AOAsPr0v5fxOI8uX+%0a435UeXL/cb8q7fzm/54P/47/jR5x/54P/47/jR/q7S/5+v/AMBYfXn/AC/icR5cv9xvyo8u%0aX+435V2/nN/zwf8A8d/xo85v+eD/APjv+NH+rlL/AJ+v/wABYfXpfy/icR5cv9xvyo8uX+4%0a35V2/nN/zwf8A8d/xo84/88H/APHf8aP9XaX/AD9f/gLD68/5fxOI8uX+435UeXL/AHG/Ku%0a385v8Ang//AI7/AI0ec3/PB/8Ax3/Gj/Vyl/z9f/gLD69L+X8TiPLl/uN+VbWmwNGplZTub%0agcdq3fOb/ng/wD47/jR57f88X/T/GuzB5LRw9VVedu391mVTFSnHlt+JW3t6Gl3t6GrHnt/%0azxf9P8aPOb/ni/8A47/jX0Pu/wAz+5nHfyK+9vSje3oasee3/PF//Hf8aPPb/ni/6f40e7/%0aM/uY7+RXDt6GnBz6GpvOb/ni/6f41JHIJF3AFeowfaqgk3ZS/AlvyIQ9ZOu+HdC8UWaaf4h%0asor+2jkWZY5RlQ65w2PUZP51c3/Ow96tIc06dW7CUBtpDFbs8MCCONAqqqjAAA4AFXarQ/6%0a6X/AID/ACqzXeYIKKKKQzzT4t/EO3+GHgi98USRG4nUiC1iwSrzyZ2byOijBZjkcDA5Ir87%0afgl4k8UD4ka94zazbW/EEWlXl+kUqsXllYxk7Qo3ZZGIUKOhwODX6geI/DWieLdLbRvENol%0a7ZPJFK0T/AHS0LrIufUblGR0IyDwTXxf8NFVP2uPFqIAqrDdgAcAAGGmI4v4o+Of2g/G3gX%0aU7bxL4PTR/D4WOW5kNvLFIqxyK6nM0ufvAZwnSj4X+GP2j/GPgXTG8JeJ4NK8PIskNsrSiJ%0a1WORlYEwwtJncDjcentX3t468PnxX4M1zw2mN+pWM9vGT0EjoQhP0bBr5r/AGOtfNx4J1fw%0andApd6JflijcFY7gcAj1EiSZoA674SfCP4jeCvE0viPxn4yl15ZrV7Y2zvPMoLMjBg8z8Fd%0amOE6E149+2d4ytWXQvAMUpLCQ6jeKnJVcGOEdepzIcH0B7194b1LlAw3AAkd8HODj3wa/Mf%0a8Aab+HGr+HvGs/jjUtQF5Br9+q2qH76Ika5VuwCcImOqjJ5oA+lPhp+0r4K8W6/o/gDQtGv%0a7MzIYIGl8ry0WCJmAO1yfupgYFeffBCe3139of4heLrmVBFbNcW0LOwHD3ASMjPfy4SPxqx%0a40mtNP8A2vfDl3cMlvbwaa0sjthVVVt7osxPQAAZJrjZ/gz+zjczyXM3xMDSSsXYm6teSxy%0aT9z1oA6T48Xlt4i/aC+Hvh5Jkkt7VrWaUhgVAkui0gJ6D5Igfxr6M+O8sU3wa8VSQurobJs%0aMpyD869xXxh4q+CXwbtfB2u694M8ZSa3f6Pa/afIjmgkGN6plwi5C5YDr1r1jw8hT9i2YEY%0aJsb0/nfSkfpQBkfCn4P/DjxD8BE8Xaxosdzq5tNRkNwZZgd0MkyxnarhflCqOnbmvDfBege%0aPPGfwn03wV4Xti2m6t4qmW9nXJCOtrbGPzQOkSrvcnnJUdCBnsvh9+zto/i/4Rr8QrjWry2%0auGt7yb7PGqGPNs8qgZPOG2c/WvZP2SNLtNc+DXiDRr8Mba+1W5gl2MUbZJa26nDDBBweCKY%0aHoOkfs1/AqbToPJ0dNS8tfKe5W8uD5kkfyOx8uYIG3A7goAByMDGK8K+HXhvRfCX7Wmp+Hv%0aDtt9k06ytZBDDvd9oa1iZvmdmY5ZieTWp8HbnxN8Fvi3d/BfWBNfaNqrG4sJURm25BKTYAO%0a1GClJeyuM5ABJseE/wB7+2T4jcfwW0n6W8C0gPpj4rah8Q9N8LC5+GVlHf6z9ojXypApXyS%0aG3n53QcHHevj9bT9phfFTeNx4E04a6wwb3y4fMI8sRdftOPuDb06V+hdfLXxM/aKTTNWPgT%0a4WWX/CSeJ5WMRMYMkED9x8v+sdf4gCFX+JuCtAHh/xB+IH7Rlj4auIviLoGlRaPc4WRLoQg%0aSlWDBVUXG5yCAcKCeK7b9l74hePvE2oDw+dItrPwlp9vMVe0tmjiSdnDhBIzMCWLMxUZPfp%0aXQeEf2cdV8S6mvjT47anJruqP8y6esh8iLuFdlwCB/zzjCoD3YGvqK4uPD3g7RPOna20fSb%0aFVTPywwQqzBVHGFUZIHYc0AVPGmgXXinwrqfh6xvm02e/gaJLpAS0RP8AEArKePZhXyFe/s%0aweMNOs59QvvihdQ21tG00sjRzBURAWZj/pPQAEmvt21ura+t47uymS4glXckkbB0YHoQwyC%0aPcV8XftBfEu/wDGerQ/Az4bk3eoahMIdRliPyqByYNwzwuN0zdFA2n+IAA+GNWXxFqVnbar%0afX11fafLdzWlpNdO7EvGI2chWZtvyvGWwT1xk4r3j4W/Dnxj8RdZ13wzfeN77Q9Y0GQpLau%0aZpiyqxjdlInT7jjB47g55rrf2kfBOm/Dzwh8OPCemfPHZveeZIRgyysbdpJD/ALzEkDsMDo%0aK9A+PfhvXPhl46sPj14JiLIHWPV4VzsbOE3OB/BKuEY4+VwrfeNMD0T4W/AnxR8P8AxWniL%0aVfGlxrlukMkRtZEkVSXAw2WmccY/u19L1xvgPxzoHxE8N23ibw9N5kE4xJGceZDKPvRyDsy%0a/kRgjIINdlSGFFJS0gCiiigAopKWgAooooAKKSloAKKKKACikpaACiiigAopKWgAooooAKK%0aSloAKKKKACikpaACiiigAopKWgAooooAKKSloAKKKKACikpaACiiigAopKWgAooooAKKSlo%0aAKKKKACikpaACiiigAopKWgAooooAKKSloAKKKKACikpaACiiigAopKWgAooooAKKSloAKK%0aKKACikpaACiiigAopKWgAooooAKKSloAKKKKACikpaACiiigAopKWgAooooAKKSloAKKKKA%0aCikpaACiiigAopKWgAooooAKKSloAKKKKACikpaACiiigAopKWgAooooAKKSloAKKKKACik%0apaACiiigAopKWgAooooAKKSloAKKKKACikpaACiiigAopKWgAooooAKKSloAKKKKACikpaA%0aCiiigAopKWgAooooAKKSloAKKKKACikpaACiiigAopKWgAooooAKKSloAKKKKACikpaACii%0aigAopKWgAooooAKKSloAKKKKACikpaACiiigAopKWgAooooAKKSloAKKKKACikpaACiiigA%0aopKWgAooooAKKSloAKKKKAMmiiiqJCiiigAooooAKKKOaAP/1/uiiiiqJCiiigAooooAKKK%0aKACiiigDWoooqSgooooAK87v/APj7k/D+Qr0SvO9Q/wCPuT8P5CtI7M8bNf4cfX9GMtQrGV%0abpU+x+Uxmdm2lR7egxnJyMVtaQJF1ELBFF9hEKmGVWLOxPUEY6Yxg55rDheNY7h70xDTxC5%0aufM6bcd+2MZzmtvQ1k+1+bBNG9g8SfZkjXG1dvr3B4x6V4dWd68bPqetl9NLDJta6nTSf8A%0aHxF/wL+VWKryf6+L/gX8qsV6NP4p+v6I1lsgooorckKKKSgBaK88uvGM0baoIIXzatEIvMi%0adR8+A24nHc8cjP0qe08R6m+pWlpOkZS4YqSAARhSeMSP6eld31Krbmf8AWlzg+vUnLlX9a2%0aO8ormNR1nUoLuKytLL5p3KJJKwC5AJzgZOMD2q3Z392+qy6bc7D5NvFIWQEZdywbqTxxxWD%0aoSUeb5m6xEHLlXoblFY97e6lbzFbay8+MDO/eF+vBrNsNd1TUII7mHTT5UhIyZFzwcHihUJ%0aOPMrW9UDxEFLld7+jOqorkNZ1+ew1O0sI5bWJJ2w7Sv864Bb7vGM4wCTWJN4sv0sbi8W809%0aXiMmIHY+YdjEAY3dTj0raGDqSSa6mE8bSg3F9D0qiuY1bW7rTre3nhgWcygFlBbIJGeiq3F%0acjY+OtWnnu43sQwjlCLgSDaNqnB+T374op4OrOLlFaBUx1GnJQk9fQ9VorndV1a5stNS6RY%0ag8gxlnwqsRxyRzzXIJ45vbhVhiW2WWFkEzmX5W4ywTj/wDVSp4OrUXNFDq42lTlyyep6jRV%0aWzne5to55FCGQBsKdwwenNWq5GrOzO1NNXQUUVy3ibxFHolq20P5/wApXETuuCwByyjGcZ4%0azV06cqklCK1ZnVqxpxc5vRHU0Vw1z4zs49SsbeITeTMJPNzby7uACu0bQTz1wDWlrGtXlkt%0apNZRRyx3TKqiQsrktzwuM8LknPpW31WqnFNWuYfW6TUmnex09FeZXfjm9g1FYUtQ0PlyNys%0aoJ2kYP+r4rr4tWuLzTbfULC1MxnAJQnYV/76ApzwlWCTktxU8bRqNqL1RvUVyMPiHU57y4s%0aY9MPm2wQuDIuMPkjH5VNrOt3el6R9uaOGGfn93NJgcehH3j7VP1afMo9X5or61T5XPovJnU%0aUV5+fEt4boW327T41ECSGSQkK7MWBC/P0GPU1aTxJdjQp9Q8oXU6zPDH9nVnRsNtDcbjt7m%0atHhKit/W5CxtJ38v0O2orz5/Ft4GigW1l80TxocxlPNRgeVD4wcjpXUxaoUt5Z9RQW7RYJj%0aQ+YwU9CQozz7VnPDVIWui6eKpzvZmxRXEN4ysBrMdqryfZjbs7fuZN28MoH8OcYJro9P1ew%0a1UyCycsYsbwyshGenDAUp4erBc0ouxVPE0pvljJXNSiiiuc6QooooAKrwfdf/eP86sVXg+6%0a3+8386xl/Ej8ylszibieX7RKA5+8U+U+p+6vqx7ntXSadI0lspZlY8j5DkDBxjPfHQ1ytx8%0a1zLjnLsoxxnnlV9B/eaul0pt1qhDBhzgqNq4z29vQ9+teNh5e8ztqrQ1Yf9bL/AMB/lVqqs%0aH+tl/4D/KrVe/0R56CiiigYV8J/Db/k7rxf/wBcrv8A9Chr7sridO+HXgzSvFV3430/TFh1%0au+Die6DyEuHxu+UsUGdo6KKYHbV8JeP7PVP2evi+Pino1rJdeF/EbMmowx9EklbdIvoCWHm%0axZwCdycDmvu2qWo6dp+r2U2m6pbRXlpcLslhmQPG6nsysCCKQHxP4Z8aD4vftM6fr/hC4uU%0a0TSNK23DfND5kah22yLnkefMowc525HAzVz9tMuNC8KmMZYX02B77FxX1Z4V8C+EPBEU8Ph%0aTSbfTFumDSmFcM5GcbmOSQMnAzgZ4revtK0zVFRdTs4LtYzuQTRrIFPqNwODTEfnRpa+PPF%0an7RuhQ/FjSksL27s57aWGD5VNs9rcKDuWSTBO5hndn6V7v4p/Z8/Z88GaJP4j8R2Vza6dal%0aBLKs91Js3sEUlYyzY3MBwO9fV9Z2r6RpmvabcaPrFsl3ZXS7JoZBlXX0IouB+bfj7xD+z54%0aZ8F61pPwkkuLrVtehitJXP2ny0hWZJn3faAvJ2YG0E819D6jotx4f/AGR30u7QxTJoiyujD%0aBVpnEpBHYgvgivYdJ+DXws0O8S/0zwxYR3EZDI7RCQqw6Fd+7BHYjpXo1zbW15A9tdxJNDI%0aMPHIoZWHoQcg0Afmr8PI/wBo6X4URx+DBbN4VaC8CKwtjKUMknngBx5mS2/Hf07V9Bfse6f%0af6b8NNTg1G2ltZG1mZgkyMjFTb24yAwBxkHmvqa0srPT7dbSwgjtoEztjiUIgycnCqABknN%0aWaAPK/HPxZ+HXw41a3t/GF0bK8urcvE4tpZS0QYgqHjRv4hypPoa+W/gPq0fj39ozxb4502%0aKQaa1rMY3cYIDyRRxBvRnRGbHbB9K+zvEvgfwh4xMB8U6Pa6obYMIjcRq5QNjcFJ5GcDP0q%0a7oHhjw74VtDYeG9MttMt2O5ktoljDN6ttAyfc80AeGftS+LPEfhT4YPJ4dMkL6jdJZ3FzHk%0aNDC6uWII+6XKhN3bdgckV4R8G/i/8BvhZ4dhhggv5NauYlN/dm2VneQjLRod/EanhQOuMnJ%0ar9AZ4ILqF7e5jWaKQbXRwGVgeoIPBFcsfh94CYkt4a0ok9SbOD/wCIoA8K/wCGvfhH/wBRL%0a/wGH/xdePfHD9o/wh8QPAtx4J8H299LdapLCrtLEqKFjkWTaAHZmZmVQAB689q+1f8AhXvg%0aH/oWtK/8AoP/AIir2n+EPCek3C3el6JYWc69JILaKNx9GVQaAPH08C+NLL9n2y8GeFLttL8%0aQxabFyCEbzW/eTQ7z9wsWZQ4IIODkVL8D/gbpnwn05768db7xFfIBdXQHyxr1MUOedufvMe%0aXIBOAAB77RQM+F/wBtP/mSf+u95/7b19uX9hZarY3Gm6jClza3UbRTRSDKujjDKR3BFcz4t%0a+H/AIO8d/Y/+Es0yPUfsBdrfezrsL7dxGxl67R19K7KgD5P+HXwE8R/DP4rXOq+HNYaLwfP%0aCzvbMd0kjHISB1Ix+7J3LL97Hy9STX1hRRSAKKKKACiiigAooooAKKKKACiiigAooooAKKK%0aKACiiigAooooAKKKKACiiigAooooAKKKKACiiigAooooAKKKKACiiigAooooAKKKKACiiig%0aAooooAKKKKACiiigAooooAKKKKACiiigAooooAKKKKACiiigAooooAKKKKACiiigAooooAK%0aKKKACiiigAooooAKKKKACiiigAooooAKKKKACiiigAooooAKKKKACiiigAooooAKKKKACii%0aigAooooAKKKKACiiigAooooAKKKKACiiigAooooAKKKKACiiigAooooAKKKKACiiigAoooo%0aAKKKKACiiigAooooAKKKKACiiigAooooAKKKKACiiigAooooAKKKKACiiigAooooAKKKKAC%0aiiigAooooAKKKKACiiigAooooAKKKKACiiigAooooAKKKKACiiigAooooAKKKKACiiigAoo%0aooAKKKKACiiigAooooAKKKKACiiigAooooAKKKKACiiigAooooAKKKKACiiigAooooAKKKK%0aACiiigAooooAyaKKKokKKKKACiiigAooooA//9D7ooooqiQooooAKKKKACiiigAooooA1qK%0aKKkoKKSloAK851GGV7yQr0OO/sK9Grh7v/Xv+H8hXy/Es5RwkXF/aX5M9DAW9rqr6f5Gbbq%0a1mlxeXTj7HDC7TR7N+4AZ+vAB4xzW3o3mzXy3cMwNjLApii2bSvGc568jHGOKz0c2wmv2Z2%0ajt4nZokXcXwM8DqTxwB1zWnpCvNfrqCyyCGeFdsDrt2HGckdQTnBBrgyh3pUvX9TqxTvKT8%0ajpJP9fF/wL+VWKryf6+L/gX8qsV9hT+Kfr+iPHlsgopKWtyQpDnHFLRQB5Jetd2s+tz6ncb%0ay0tugihUBWLKMdQxOB1q34ds/O1CSaIPJFDOVSZTGF2gA4IC7j15xXdw6LpsMxuEhBkLF9z%0aEsdxGM857cVAnh3R4pvPhtxE27fhCVUnrnaDj9K9d4yDg426dvJI8RYGopqV+vd929/mc1q%0aOlWt74ktLSKe4LJ5k8+2ZsICCFA5+XcTx7A0WuhW48UXcYnucJbwsD5z5J3P1OeR7V21tZW%0ato0r28YVpm3O3dj7mnrawJcveKoE0ihGb1C5wP1rD63JLlTe1vxudKwcW+ZpXvf8LFG51nS%0aLYvbz3sMciDBVpFDDjuCa57wxrmjRaLbxy30CMN2VMig/ePvXUy6bp8zmSa1id26syKSfqS%0aKZ/ZGlDpZwf9+1/wAKyU6XJytPoayp1nUU01pfv/XQ4LxFYT6p4j02eNY4oo3xHIyhhKxQs%0aSfVQAAPfNU7u2uE16GzRLkxSxTOQJUyxRkAIPYDcePevUJbK2nMRljB8nJT2yMcfgayj4Y0%0aMsHNou4cA5Oefxrrp42KSi+it+fmcdXAycpSi9W7/l5M5nxlGE0yBIoi07hUEjbC3pty2eS%0ae4BNcbplpNpgb7ZbRzPayrG6SeXHGPMUNgsMlmweCcDPGK9nGlaeGjfyVLRJsQnkqvse1Nt%0adJsLSKWCKIFJjmTfl9xxjktnPHFOljowp+ztf+v8iauXyqVfaXt/Xp3OT8RW0r6THLZxrZw%0axxM7O0hRYuM/cU4Y+nOKwpNAFtpekiyaWK7vXUyF5HwWZC7bgCOuO3SvS5NLsJoYraSFWih%0aIZEP3QR046HFTzWkE7RPKgYwtvT2OCM/kazhjOSKiu7/AOAa1MCpycn2S/zKukQzW9ikVxH%0a5TqTlfMMv/jx5rTpKWvOlLmbZ6kI8sVFBXCeMDqbW7W6T28cEzIEUozSswIOAAeeR6dK7uq%0abWNo92L54w06rtVjyQPb0/CtaFRU587RhiKTqQcE9zgNTHiGHU9Purye0iaPesbeXJ5eXAG%0aGbdwfSl8WytGmmxaosTSTNtMiZHlNuBLjJyF25BPrivQ7m2gvIXt7mMSRuMMrDIIqBdOsg4%0akMSsyx+UC3Pyf3ee1dcMXFOMnHbscc8HJqcYy3tvr/Wx49c6fdXGtwukbMskUpGEBBGV/wC%0amuD+lep22oWWn2Nsl/NHaHZgLIVT7vHAyf50x/DGhMdws0TP9z5R+QxV5dK05YUgNtG6R52%0ah1DYz1xnNOviYVVGLvoThsJUoylJWu/P8A4ByOm63o6+JdYma9gCSR2wVjIuDgNnBz2pPGb%0ax6zoRi0/wAu4ickvOpVhGE5IB55bpXX/wBkaV/z5Qf9+1/wqU2FmbZ7QQokL/eRQFBz9MVP%0a1imqkakU7q34Kxo8NVlSlSk1Z3/F3PL9csbvTNIheMyvInkp5kRREw0gXGz+8VPJ9TmtbWI%0aJrbww0UfnRu9zEAHbe3LqMDaRwfTNdZceHtHu3Z7m2WQtjOc9unftU0ejabFCYEhAjLrJjJ%0a+8pyD+BFa/XI2jfdO+3/BMfqM7zts1bf8A4B5IiXCXc1pNG8u64twIyDEeQ/3cs208dQa9H%0a0KCDTxcidUgmOHdfNaQhMEDczfQ9OKvP4f0qQSh4dxmYOzFm3bh0IOcjGeMUR6BpUcEtsIc%0axz48wMxYtjoCSc49qVbFQqRtqtv08woYOpSlzaPf9fL9TN0dhqmqXOtoP9G2CC3Yj76g5Zh%0a7E8D6VLo7+bretSLyqyQxgj1WME/q1bs1nbz2xs3TEJAG1TtwB0xjGKZY6faabD5FnH5aEl%0aj3JJ6kk8k1yyqxalbrovTT/I7I0ZJxv0bb9Xf/ADLtFJS1yHaFFFFABVeD7rf7zfzqeoIPu%0at/vN/OsZfxI/MpbM4O45uZQecs3XjIB7/3UHf1NdNphLWqNktnuRtz9B2Hp7VzVx/x8Te7E%0and7Hq3+yOy966XTc/ZlJ3c85fqffHb6V4eH+JnfV2NSD/Wy/8B/lVqqkH+tl/wCA/wAqt19%0aF0R5qCiiigYUUlLQAUUUUAFFJS0AFFFFABRSUtABRRRQAUUlLQAUUUUAFFJS0AFFFFABRSU%0atABRRRQAUUlLQAUUUUAFFJS0AFFFFABRSUtABRRRQAUUlLQAUUUUAFFJS0AFFFFABRSUtAB%0aRRRQAUUlLQAUUUUAFFJS0AFFFFABRSUtABRRRQAUUlLQAUUUUAFFJS0AFFFFABRSUtABRRR%0aQAUUlLQAUUUUAFFJS0AFFFFABRSUtABRRRQAUUlLQAUUUUAFFJS0AFFFFABRSUtABRRRQAU%0aUlLQAUUUUAFFJS0AFFFFABRSUtABRRRQAUUlLQAUUUUAFFJS0AFFFFABRSUtABRRRQAUUlL%0aQAUUUUAFFJS0AFFFFABRSUtABRRRQAUUlLQAUUUUAFFJS0AFFFFABRSUtABRRRQAUUlLQAU%0aUUUAFFJS0AFFFFABRSUtABRRRQAUUlLQAUUUUAFFJS0AFFFFABRSUtABRRRQAUUlLQAUUUU%0aAFFJS0AFFFFABRSUtABRRRQAUUlLQAUUUUAFFJS0AFFFFABRSUtABRRRQAUUlLQAUUUUAFF%0aJS0AFFFFABRSUtABRRRQAUUlLQAUUUUAFFJS0AFFFFABRSUtABRRRQAUUlLQAUUUUAFFJS0%0aAFFFFABRSUtABRRRQBk0UUVRIUUUUAFFFFABRRRzQB/9H7ooooqiQooooAKKKKACiiigAoo%0aooA1qKKKkoKKKKACuGu/wDXv+H8hXc1w13/AK9/w/kK+U4n/wBzj/iX5SO/A/xX6f5EMe6B%0aZr9Fkla3iciGM/6w4zjB4J4wK0dITztQGoM8qPNCoNu7cR8Z+6OA3OCazEQp5t5BGZ7qGJ/%0aKi37d5I+7zxyQBk9K09GghF+b1oRBeXMaGdd24gqOAccccjI61xZP/Cpev6nViN5eh00n/H%0axF/wAC/lViq8n+vi/4F/KrFfY0/in6/ojyJbIKKKK3JCiiigAooooAKKKKACiiigAooooAK%0aKKKACiiigAopDx1paACikpaACiikJA6nFAC0UgIIyDmkLKOCRmgB1FFFABRRTdyg4JGaAHU%0aUUUAFFFFABRRRQAUUUUAFV4Puv8A7x/nViq8H3W/3m/nWMv4kfmUtmcHccXMvbDljnnHPDN%0a6n+6tdLpY22ygqVJJOGO5uvUn19R26VzU/FzKem126c4JPb+857eg/XpdLULaooAXGeAc45%0a7nufU+teJhviZ31djVg/1sv/Af5VaqrB/rZf8AgP8AKrVfQrZHmoKKKKBhRRTSyhgpIBPQd%0a6AHUUU0soIBIBPQUAOooooAKKSkVlcblII9RQA6iiigAooooAKKKKACiiigAopoZSTggkdc%0aU6gAooooAKKKKACiiigAooooAKKr3VzHaW0t1LnZEpZsdcD0qtJqlhBBDc3EywpOoZN5wSC%0aAf607MVzRorBfxNoaf8vasfRQzH9Aav2OoQ6gjSQLIqqcZdCufcZ6im4tBdF+iqMt/DDew2%0aEgYSXCsUOPlO3qM+uKffXkNhayXlxny4hk469ccUrDLdFMjcSIsgBAYA4PXmo3ubeOaO3kk%0aVZZc7FJ5bHXAoAnoqre3cVhayXc+dkQycdfwqaKQTRJKoIDqGAPXkZ5osBJRRWVJrFkkYlB%0aZx54tzgciQnGCDii1wNWiqX9oWpFyVYt9k/1mAeMDdgHoTj3471La3Md5bRXUQISVQy7uDg%0a0WYXLFFFFIAooooAKKKKACiiigAoppZVxuIGfWnUAFFISFGWOAO9AIYZU5B9KAFopCQOTwK%0aRWVhuUgg9xQA6iiigAooooAKKKKACiikoAWisa51/SbX5WuFkc8BIvnYn0wuf1q5NqNjbBT%0aczpDvG4CQhWx9Dg07MVy7RWPba5pt7dC0tJDM3OWVW2jAzy2MVavdRs9OVHvJPLDnC8E5P4%0aA0+V3sF0XqKwv+El0X/n5/8AHH/+JpP+El0T/n5/8cf/AOJo5X2C6N6ioLa4hu4Uubdt8bj%0aKtyM/nTbu7t7GE3F04jjBAyeeScDgc0rDLNFVLu9t7JI3uGKrI6xqcHG5umfT6mrdABRVe6%0auYrO3kupyRHGMsQCTj6Cq95qVtZWyXb5eORlVSmDnf0PJHFFhXNCiqs95BbSwQyk77htiAD%0aJJAyT9B3NWqBhRRRSAKKKilnhh2ec4TzGCLk4yx6Ae5oAlooqKKaKcMYXVwrFSVOcEdR9RQ%0aBLRRUU0sUEbTTMERBlmPAAoAloqETwl1jEi73Xcq5GSvqB6VNQAUUUUAFFFN3Lu25GeuO9A%0aDqKrrdW7+aFkU+RxJz93jPPpxUyOkih0IZWGQRyCPWmA6iiikAUUUUAFFFFABRRRQAUUVSt%0ab6G7muIIs7rZ9j5HGcZ4p2Au0UVTN9aLeCwaQCdl3hDxkex6H6UWAuUVj3WvaTZTtbXVyI5%0aUxuUhuMgEdB6Gq//CUaD/z9r/3y3+FPlfYV0dBRVOzvrTUITPZyCWMHbkAjkfX61cpMYUUU%0aUgCiiigAooooAKKKKACiiigAooooAKKKKACiiigAooooAKKKKACiiigAooooAKKKKACiiig%0aAooooAKKKKACiiigAooooAKKKKACiiigAooooAKKKKACiiigAooooAKKKKACiiigAooooAK%0aKKKACiiigAooooAKKKKACiiigAooooAKKKKACiiigAooooAKKKKACiiigAooooAKKKKACii%0aigAooooAKKKKACiiigAooooAKKKKACiiigAooooAKKKKACiiigAooooAKKKKACiiigAoooo%0aAKKKKACiiigAooooAKKKKACiiigAooooAyaKKKokKKKKACiiigAooooA/9L7ooooqiQoooo%0aAKKKKACiiigAooooA1qKKKkoKKSloAK4e7/17/h/IV3FcPd/69/w/kK+U4n/3OP8AiX5SO/%0aA/xX6f5FeNQDLNbrG98kT+QHOMnHT1xnGTitHSI7f+0hPMsa6i8CiYIckD09cZzg4rMRhuk%0ajtmiXUGif7OZQSAcd8c4zjOK0dHktf7V8qZojqawKZ/LGDjt1525zjmuLJ/4NL1/U6sRvL0%0aOpk/18X/AAL+VWKryf6+L/gX8qsV9jT+Kfr+iPIlsgopKWtyQooooAKKSloAaSFBZjgDkmv%0agnVfiv468c/tAQeGPh3qstvpdpILeUJh4XWEkzSFSCp7hW+mK7D9pb49W3hfTrjwJ4Wm8zW%0abpdlzIh4t42HIz/fYH8K8E/Zb8VaP4Hj8YeMdcieSGxt7YM0a7pAJZGXj6nGaYj6f/AGrfE%0aniXwr4E0/UfDWpXGnTm9Ecklu5RmUo3BI7ZGay57n4p+J/2dtF1rwfq8v8AbH2MT3Tk5uLh%0aVzuCSE5DcfU9M14L8e/2h/CvxP8ACS+GtF0+6ikjuUnE020LhQQRgEnnNZ3gH9prxj4X8G6%0ab4N8PeHY759PiMQmbzJN4LEj5EAxjOOtMD60/Z7+Mdz8TNDm03W4Xi1vSlCzttISUdA4PZs%0a/eFfP/AMSPjN+0V4Cv7q61G0gstJkvJILOWWFDvUFimMNn7ozkivS/gD4y+KGueJ7q28ReF%0a49C0WaJ5t8Nm9ujTkg5LOSWJGa8s/ax8Tabr3xF8P8Agy5ulgsdOw15IclUaZhknHPyoB+d%0aAHb+BPHX7Tusapp93rekoNGuUMrSrCgyhQshGHLcnHbNc5J8YP2pvPeKLwsG2sQB9ikzj/v%0auvqvwR8W/hr4ru4PDPhPVo7u6igysSRyLhIwATllAwOO9fLXwn1PUNc/ag8Ru93K1rbfbGW%0aIuSnyssY46cZoEcnrn7Rv7QXhm6tLfxHpNvpr3Z/dLPaum8AgHGX7ZFfo3p800unW1xd4Er%0awo8mOgYqC2Pxr8/v2oT/bvxo8H+HFyw2wIQOoM8+D+gFfoHKoSwdB0WIj8hSGfGv7TPxk0g%0aeDrPT/AniFH1Ca8Uu9jP86Rxgk5KHIBJFetfBvxv4fXwloegav4rg1fxBcxB5RJciWYySDf%0a5fJJOwcY9q+H/ANnr4P8Ahf4t6p4ig8TT3UC6aIWi+zOiEmVpA27ej5+6MYxVLxN4dtvg38%0adIdO8Gw3Opf2dGs0EbkSSvI8LH+BVBAJzwOlMD1z4ufFrWZvj1ZaBo3iGXRNJ014rW7lSXZ%0aESDvmZhnacA7eR1FfWa/HP4SYA/4Smxz/10/wDrV8X/AAN+BNj8U4dS8Y/EZrhBfTv9mVHE%0abyuDmR+QSQDx9Qaj/aN+B3gX4W+FtN1bw2Lr7Td3ot286UOu3YzdNo54oA+2PiH8V9I8CeC%0aIvHcNu2r2Vw8axCBgu9ZM4YEjGOK+Jfiz+1Qvjvwr/Yfh7Tr7RLr7Qkv2kTgfKoOV+QA859%0aa+3vhzo+mar8KvC9lq1rFdwf2dbN5cyh1z5YwcH6181fF3Xv2ePEFlc+C5ruPQryzu8TTW1%0amS4aLcrJkKOCT69qAOG+GX7WVv4M8GWPh7XNJvdXvbYymS6M6nfvkZ1+8CeAQOvavM/iL+0%0aBqni7x5Y+J9GN9pWn2wgElmJyN/luWb7uB8wOOlfQXgTx9+zR4N8MWnh24uYtVktjITdXFk%0aTI+92fn5T0zgc9BXB+Nbz9nLxb4vtfFMGvtpkVqIh9jgsiI38pix3cD72cHigD1TRf2ydE1%0afVbHSI/DV4j3s8VuHMyEAyMFBPHQZzX2iDkZry7wdYfCvxbpdt4i8K6fp9zASCkkcKBkdec%0aEYyrA15/wDH7UfjJp50j/hVEM8ofzftXkoj4xt2Z39O/SkB9JV+bvxq8U+JLD9oq00uy1O5%0agtGnsAYUlZUw2zPyg4570p8S/tiqCxs70Acn9zB/hXy14n8ZeLdX8YHxL4huPM1q1lTLkLw%0a8BG3hfl4IpgfcHxd+Ifxq+FXxCi8S3QW88LTfuooYgfJKZyQ/dZe4Y8HtxkV9d+CfFdr428%0aM2PiW0gmto71N4jnUq6noevUehHBr85ovFP7T3jvQ47iKyl1jSrsBlzBA8TgHjgjsRX0F8D%0adT/AGgLnxf9l+I9rcW+ipavt3xRIgkBXYBsGemcCgD7CoooqRhRSUtABRRRQAVXg+6/+838%0a6nqCD7r/AO8386xl/Ej8ylszg7j/AI+Zcf3yo2+5+6v+0e7dqux6vDZWwiQK7rkbY+FHtnv%0aiqU/zXMmPm3OyjHGRnlV9B/eNZ7QvO5dWDKehAwuP9kenoe45r5l140U5ydtT3aFKFSdqm1%0ajutFuJLq2NxL95+uPYkVtVh6DH5doEznH+Jrcr6ejNTpQmno0n+B4tZJVJqO13+YUUUVqZG%0abq891badPNZRtJOFwiqCxyTjOB1xnNZFv4W017VTfI01zIoaSVmbfuI5I54wa6dmVVLMcAD%0aJJ6AVysl3feIC1vphNvY5KvckfM/qIx/WtIt20JdiPStUmh8P3V1O5mNm0iI553hcbST9Ti%0al0/w5Z3lkl3qgae6uFEjSFmBUtyAMHAx/nirWr6fFa+Griys1ISOPIHf5SGJPue9bGmyLNp%0a9tKnKtEhH5Cm3pdCS6MwtHuL9ba+0zeJbqxcpG0nRlIyhbv/8AWrPitry38T2TX9x9omkik%0aY4GEXgjCj0/nWlov7zWdZuF+4ZI4we2UUg/lSXn/I16f/1xk/kad9WHQju4v7Z119MuWP2S%0a1iWRowSN7N0zjqBUGp2dt4dMOqacDAvmKk0YJ2ujdeCTyO1aGoWMkmpreaXcxxXyR4eN+Q8%0aef4gORz3rE8Q2upz2C/2pJGZZJUjgig3Bd7HqS3JOMgdhTj01E+p39FZV9carDIq2Fotwm3%0almkCEH0wQapfbvEX/QMj/7/j/CsuUu5c1KDVLlo4bGZbeFgfNkxl/onb8axfC4mj0a6W2w0%0aqzShN/QsAMbj9etdVA0rwo06COQgFlByAfTPeuc8Jf8g+f/AK+ZP6VSfutC6mYLa+g8S6ZJ%0aqFx580qzEhRhFAQ4Cj+Z713lctqP/I0aT/uTf+gGtG8utYinKWdkk8WBhzKFOe/GKctbAtL%0amxXM69JNcT2ejQSNF9sZjIy8ERoMkA+9SfbvEX/QMj/7/AI/wqtfFo/EWkzzDb5iSIe4Dbe%0amfxxSirMGyDU9CtdMs21HR1NvcWo8zIZjuVeWDAnnitWd9S1K1tZNNlS3iuE3yORl1DAEBR%0a0zyetWNbkWLR7136eS6/iwwP1NLosbQ6RZxuMMIUyD2yM4ovpdhbWxj+EE8uzvI8ltl5IMt%0ayTgLyfeusrlvCv8AqL//AK/Zf5LXU0p/EwjsFFJS1BQUUUUAFFJS0Ac34ljv2064e2lRIVh%0afzFZcluOx7cVnMusDQ4YkjFy8kYMcibE8oBV2539c85Iq/wCJZNS+w3EVrFGYDCxkkduR1y%0aFUd8d+lYF5Z3VvpWnMbxpUuHiRo5jiL514ztIO1cdM471vHZGb3K665crqJ1GOx2n7HswGX%0ab/rMeZnpt3cfrnFdboZ1BrEW17FJGwT/XNIrly2SSME4x29qwhPfLqwiV9PEgtdu/59nl7v%0auY34689OlaHhiJ8XUvmBUSZ4RFGSYhtx8yBiSM+xx7U5bAtzLbTzNq8tneanMBaKkkTsyg7%0amznGaXVvLK2vh83r3BvZld5HIYqnQAY45I496vpZWeo6rq9xdQrKsXlxoWGcFU+bH41Hp+l%0aR3nhmIwqq3TRApJjncjFl5+tF9gsJcWN/Fqlpp8ep3JWZZHckjICgYxx3NP8eajp+i+GLvW%0adRDEWYDRFOH80kKm09ssRn2qTQbiTWb6XWZV2CKNbdF/wBrhpD+fA9q5T43f8k51H/rpB/6%0aNWuXE1JU6cpLdI9bKMNTxOOoUKnwylFP0bSZ4fqPx71nUrD7BNpsADbdzh2y2059Mc/SqY+%0aOPiADAicAf9Nj/wDE1wvw/wDC9t4x8T2+hXUz28cySMXjALDYhYdeO1eu2/wT0WW8xJqNwt%0ai87W6TAJy46Z46N0Br5rD1MfWi5U5afI/bM0wnCmW1lQxdG0mr/bemvZ+Rl2H7QGv2fmCSx%0ajud+MebIx249MCs6f44a7OSXsLYEyrMxXIy6dCa9MP7Oeg4ONWuif8AdT/CuVHwMjkvWsop%0aZy8ShpB5kZwG+6M7cA98c8VuoZk9U/yPJeL4L/59/hMxl+PGtizubI6bbbLkNkqWUgv94+5%0aNVE+N3iCKNIooiiIAoUSngAYAHy8V2+k/AXSNS+0edfXMPkSeXlTG4LD73O0dOKg034D6Xe%0aahdWM2oXCC04dgqckk7ccdCozT5Mz11/IPrfBX/Pv8JlIftG60AB/ZFufcyPSL+0brgHz6R%0aak+odwP611T/s7eH40aR9Xugqgk/InQfhVTTvgH4Y1S2F3a6veFCSPmRAcj8Kj2eY9/yH9b%0a4L/59/hMwv8Aho3Wf+gPbf8Afx6in/aH1a4he3l0a3ZJFKsPMcZBGD0rsP8AhnPQf+gtdf8%0aAfKf4Uf8ADOeg/wDQWuv++U/wpezzHv8AkP63wX/z7/CZ5f8A8Lfh/wChet/+/wDN/jVvSv%0ajlf6PJcPa6RBicj5TI5Chc4Azk9+9dbq/wF0SwW3ig1O5luLqURopVMe5OB0FWNT/Z/wBE0%0a+xlu01K7meMDCKickkAdunrWnJmb05vxRP1rgr/AJ9/hM5q8/aG1y6tnt00yCHzBgusjZA7%0a444PvUOl/H3VtKskso9KgkVM/MXbPJJ/rWtH8GPCvlr5up6hvx8223GM+2RS6H8E/DurRos%0ampXkcxDEgRrswD/eIxSdLM7b/AJB9c4Kv/D/CZzB+NV3PNJcajo8F5LITgvLIAo/uqB0FXt%0aO+Pus6arwRaZC8JOUR5HOz1AOM4+tdO/7PVjPiXTNYM8DdGO3t15UMD+lNh+Aejyas+mnVL%0ahhDAJJHVE4djwuPpzRyZk18X5B9b4K/59/hM5O8+Ompajcia+0qGWJBhIfMcID6nHJP1osf%0ajpqWm3TzWOlQxwyDDQ+Y5TP94Z5Brq9I+Amj6gbtZ9TuY2tp2iwFTovc5HenXvwE0S11Kxs%0aV1O5dbsvu+VMrsGc9KOTM9r/kH1vgrf2f4TOTv/jrqep3CSXmlwvAg4gEjhC39445Jplr8c%0adQsLwXOn6TDAhBDxCVyj++D0I9q6/U/gT4d09kt4tSvLi6m/1cKqmT7k44HvV60/Z00xoQ1%0a7qs6ynqqKhA9skc0cmZW+L8g+t8FX/h/hM53/ho3Wf+gPbf9/Ho/wCGjta/6A9t/wB/Hrq/%0a+Gc9B/6C11/3yn+FH/DOeg/9Ba6/75T/AAqPZ5j3/Ir63wX/AM+/wmcp/wANG6z/ANAe2/7%0a+PR/w0brX/QHtv+/j/wCFdX/wznoP/QWuv++U/wAKP+Gc9B/6C11/3yn+FHs8x7/kH1vgv/%0an3+E/8zlP+GjdZ/wCgPbf9/Ho/4aO1r/oD23/fx66v/hnPQf8AoLXX/fKf4Uf8M56D/wBBa%0a6/75T/Cj2eY9/yD63wX/wA+/wAJnKf8NG6z/wBAe2/7+PTW/aM1lgV/se254/1j/wCFdb/w%0aznoP/QWuv++U/wAKim/Z30CGGSY6tdYRS33U7DPpR7PMe/5B9b4L/wCff4TOH0349ahplsk%0aEOi2pKDBfcwZvqQKJvjzqM+oLqE2jWshWLygjMxH3t27kde1att8BzdWsdxFLMRKu5SXjHX%0aocbc/rWjF8A9HbVE02XUrlT9lE7kKhwxbbt6dKt08y1fN+KJ+t8Ff8+/wmZK/tFaugCpo1q%0aoHYO4FZuo/HvWdQaBxpsMD2771ZHYnOMdwR+ldXa/ALRJ9TvbFtUuQtqIyG2pk71JOeO1F1%0a8AtCg1G0sV1S5InWR3bamVCAY7dzS9nmSe/5D+t8F/8APv8ACZyP/C/PE/8AzxX/AL6X/wC%0aN01vj34lZSrQggjB+Zf8A43WpL8GvDqs5i17coJ254JHbPyHmq8Hwe0KaBZH1sROwyVbqPq%0aAh/nV+xzPv+RP1zgr/AJ9/hP8AzFsP2gdW0+0is4tJgZIhgFpGyec9hUF38e9WvbuCe40qB%0ao7c71i3ttL9mb1x2rtbT9n3w1ewLcW+s3MiNn5gqYJHB6j1qvqvwC8P6bYy3jatdEoMKu1P%0amY8AdPWo5Myvv+RX1vgu38P8JnNX37QOp6hayWdxo1uUkGOJHyD2I46g1JbftEa7BAkMml2%0a8rIAN5dwTj1966yD9nTRngjefVbpZCoLKFTAJHI6VR0j4BaJqVn9qfVLlMu6gBU6KSAelHs%0a8ytv8AkH1vgv8A59/hM524/aH8QzZVdMtVjYYKks2c9ayp/jlrk9nHYnT7ZIYmVlCl+NvIH%0aJPFdpefArw9ZzmBrzU5SADuigVl596xdQ+EPhy0EYF5qKM7DPnQonyfxEepFUqeZ9H+QnjO%0aCutP8JlA/H7xA1wt22m2hlRSit8/APXvWjF+0ZryoBLpVs7eu9x+lXV+C3htgGW41cg8gi2%0aWsHxp8JdI8N+EZ/Elnd3jSQyIgiuY1TO5gpJA578VnUjmMIucnovQ6cLPg7EVoUKNK8pNJa%0aT3fzPV/hv8X5vG2tvol/ZR2jmFpIjGxbcVIyDn2Ofwr3Svhr4Gf8lDtP8ArhP/AOgGvuWvR%0ay6vOrR5pu7ufDcZ5ZhsBmPscLHli4p231u119ArjvEUmqC4swkMRiF3EYmLHLPg4DDHAznm%0auxri/EEupTXFpAkIgjW8jEc7MGy+Dg7PQe5r1obnwstjYki1+ba6Tw2+V+ZNhfB9myKwtFt%0a9baG4NtdxIBcyhg0ectnk9eh9Kta1pjpaw3sks07WxXzyrFS8eTuOFwMjOeOwxVC40vTjNa%0a2ekSSGS5YSsyyMQsXVnPOMt0GatWsSzrLm8msYIi8Et3IQA3kKDyBycEjANcxruvq+nTWst%0alcwtOjKpkUAccn+LsOtdtJIkSNLIwVEGWJ6AD1rhr/fqdjfa1IpWFYWjtVP9043Pj/a7e1T%0aC19UOQjajFqlrbvBZXgmtSAk0aKSrLgMPvdD0INdWpi1axdbu3kijfhkl+RsDnPynp+NYiP%0a/AGJPHeNxZXqp5p7Ry4ADH2bofetvVLe4vbF7a0kCGbClvRCfmx74ol0sCOa0DRdLuIPt7x%0akl5neEb3+VFbCjG7npnmhNC0qXX7i2kgzGIFkC7m+8zHJ61naXY2sUOi3McYWaWaRWcdSBv%0aA/lV+20cTa1exC9uwII4wXEp3ktk4LY6Adq0e71J+Re8LWFpBbyXUUe2UySRlsk/Kr8Drjt%0aUc91Pba9cXstlcTRxxLFE0aAjH3mOSR34o8L2Ajha6+0TNiWVNjPlDhiM7fX3rQ1+4kFsun%0aWvNzfHykHop++x9gKh/Eyuhh6NqbLb3Mz6fdTreTSS5SMMpVuAOWGeBV3R5mtLp7eG0vI7a%0aZgUSSMBIifvfNuJ2n07VQ0uO4S1e1uNTktJLIbZI8JhVHRgSOVI71u+HnvZrWS5u5XlSVyY%0afMADeWOATgD73WnLqJHQUUlLWBoFFFFABRSUtABTJEEiNG2cMCDjjrT6r3UL3EDwpK0LN0d%0aOo+lMDkBpOmrqraZMJk3RiSF/OY78feHsR6c8c1V07RdPe51Pz3kWO2lwCJGGFC5JJ71a1T%0aT5bJElOo3Et02UgT5SzMew44HqfSueSyvUe9F3dym3WUR3bR9TlfvkdwDwfauharcyfodZ4%0ad0+3kiTVQkkZYt5YaRmyhyASD3I/xq1qbadfXa6TfK8Mpw8E33ct/sN6j0pbHSJYTDLFqU8%0asKAFVyuwr2HA6YqxrctnDao13ALgmVBHH3Lk8Y/z7Vm37xXQ525u5dOu9euoCDJH9kALjI5%0aAUk/gajE7QXFxqCavZPLKgBG0dEHAX5+9ST263p15mlWFWlgXe/3QYsE5/lTppdT+0z2Eps%0akVIPOaTy2wFJx/erT+vyJZ1OlXMl5p1vdS4DyoGbHAyaZFNqTanNBLAq2aoDHKDyW4yMZ+v%0abtT9Kg+y6bbW4cSBI1G5eh46ikj1O0l1GXS0J8+FQ7DHGDjv8AiKx6uxp2NGikpagZxE+nW%0aWp+KriG9j81FtlYDJHOQOxFTal4e0qxsJ7yyDWk0KF1kSRuoGQOSep4qKexTUPFVxFJJJGF%0atlbMTFD1A5I7VauvC8LR+ZFdT+bH8yeawkTcOmVYEEVve1tTO2+hU1yea58Ix3FwMSSLEzd%0auSRz+PWt690DSdRnNzeQeZIQBncw4HsCBXM6pfyan4PW8lUK7soYDplXxkfXFd/Uu6Wg1qe%0afaX4f0i51LU7eaDdHbyIsY3uMAg56HJ/Gu0sdPtNNhNvZR+XGWLEZJ5OO5JPasTRP+QxrP/%0aXVP5GuopTk72uOKCikpazKCiiigAopKWgAooooAKKSloAKKKKACikpaACiiigAopKWgAooo%0aoAKKSloAKKKKACikpaACiiigAopKWgAooooAKKSloAKKKKACikpaACiiigAopKWgAooooAK%0aKSloAKKKKACikpaACiiigAopKWgAooooAKKSloAKKKKACikpaACiiigAopKWgAooooAKKSl%0aoAKKKKACikpaACiiigAopKWgAooooAKKSloAKKKKACikpaACiiigAopKWgAooooAKKSloAK%0aKKKACikpaACiiigAopKWgAooooAKKSloAKKKKACikpaACiiigDJoooqiQooooAKKKKACiij%0amgD/0/uiiiiqJCiiigAooooAKKKKACiiigDWoooqSgooooAK4a7/ANe/4fyFdzXDXf8Ar3/%0aD+Qr5Tif/AHOP+JflI78D/Ffp/kV0YuJbO3k8m7mifyZNu7YQPvenBIOO9aeiy5v2tJgz3N%0avEgkmKbVkJHVT356gdKzoy0omsY3khkuInCzIAfLOMZycjPORkVp6RMY79dNfzZZIIVLTOu%0aA/GOo43cZIriyf+DS9f1OrEby9DpJP+PiL/AIF/KrFV5P8AXxf8C/lVivsafxT9f0R5EtkF%0aFFFbkhRRRQAUUUUAfOXjL4DeFNS8Zah8TLxQ7R2MjfZCo2NcIjYlb1wMcevNfMv7Img6T4m%0aufGOia3brdWVzBbCSJujASOR09xX6G+JP+Re1T/r0m/8AQDXwV+xP/wAh7xV/1xt//Q3piP%0ac/i98HfAun/CrxB/wjeg2lpdwWxmjkjjG8eWQ5wxyeQCK5T9jLVYL34fahpTqpnsL9mHHPl%0ayIhGf8AgQavrjVLCHVNNutNnAaO6ieJgfR1I/rX5mfB7xcnwE+LOseFfFjNbadO5tpZGBwh%0aQ7o5D/skHr6GgD9PpAfLYR4DYOPY1+PJ0PVNb+OkOmePI2nk1HVjHcFgVEqhyh299vGBjtX%0a2D8Ovi9r3jH49azoeh3ovvC7K0i5GVUIqqGjPUBm/CvKv2ldYl8L/AB08O63YWouZbG3imS%0aBePMYSOccAnk+1MDX+FOgaX4W/al1zQdCgFvZ2dpKsUeSQAViPUknqagT9m7406Z4j1LxD4%0ad8QWmnT38sjM8UrqxV3LYJ2VzPwzPiz4j/GDxFrpspNDu9b0u5SNyJFSKQrGikPjPbPHNd6%0af2Z/jXyT4/IH/Xxc0AeZ+Pvgd8X/AA7az/ErxL4ht7q50hUkE4ldphsb5ApKjkE8V9Sfsw6%0a34h8R/C+61jxHqE2ozzXU6o8zbiFRQMZ9M5r5y+I/gvxl8K/h5rC+LfFQ1s62YbaCHzpXI2%0avvZsSccAY4r6p/Zy0h9H+CulxyLta5jmuCMY/1jEj9KAPgz4JeBPiB441HXYvAmu/2I1r5T%0aXB3unmBy+z7gOcYPX1rp/DfhrxL4U/aW0LRfF2o/wBq6jHNGz3G5m3K0RKjLYPA4rnfgb8Z%0arT4P6nr091pkupDUxEoEThdnlFyc5BzndXUeHvHUfxK/aY0Pxbb2UllHPNGnlOdxHlxFc5A%0aHWgD1X9pHSfFXw78ZaP8AFfwzdTGzhcI0BJMUL85AUYASUZyPXPrWF+0z4803x98L/Bmu6a%0acJfXbyPH3R0j2sp+hNfcni+y8Ja5pcvh7xc1u9peAZhncJu2kHI5B4I6ivgL9qi58Ozat4T%0a8B+DFt/JslYiG1IKK0zKqLx3+Uk9+aAPv7wJCLfwVoUAGAlhbrj6RivKfF/wY+CFmt/4t8W%0a6fBAru09xcSyOoLMck/e6kngCvdNNtUsdPtrOMYSCJIwPZQBX5s/tAeJbnxf8a4vAnifUm0%0anw5YTxRM5+4qugZpSO55wD2pAcP4xl8D+MdWPhT4K+DDPIxK/az5jyN7ou7ai/wC036V7T8%0aNP2OWcxap8SLvavDCwtzyfaST+YX86+gfAviD4BeAdKTTvDGsaZbqQN8vmAySEd3Y8k/pXc%0a/8AC4fhf/0M1h/39FMDp/DXhTw94P05dJ8N2MVjbLzsiGMn1J6k+5roa+G/H3x91i4+L+he%0aH/hnqsd7p1wYLe5CKJImeSTDkHGcqh6g13P7SXj74n+ELC1svBtjttNRxCb6LLzLI3GwLjC%0ak9jzn2pAUf2kfjpb+E9Nl8EeFZhNr18vlytGcm3R+vT+NhwB2zn0r8+brwLqmmeLNK8M6/m%0aC51P7M8ij78YuSMBs/xAHJr7X+A37ON9FqEfxB+JqmW+Z/Ogs5juYOefMm9WzyB68n0ryj4%0a6YH7TFmB/z8af8AzSmBu/Cn4hax+z941u/hn4+LDRpJf3cpHyxFvuyr/wBM3HUdj+Nfo1aX%0adrfW0d5ZyrNBModHQgqynkEEdRXivxs+C+k/FjQvlCW2tWiE2lzj8fLcjnYT+R5FfPv7N0f%0axq8NeLLrwNqts39h6ccXP2rO2LPTyGHUt1A6d+KQH3rRRRSGFFFFABRRRQAVXg+63+8386s%0aVXg+6/+8386xl/Ej8ylszg7jm5lzzlmzu4yAe/og7+poBJ+YszE92GM/Qdh6D0ouP+PmbP9%0a4k7vY/eb2HYd6BnPzBuefn+8fc+n0r8/wA4/gf9vf5nu0Pj+R1mjf8AHuf89zWxWPo3/Huf%0a89zWxX3OA/3Sj/hj+SPEq/xJer/MKKKK7TMz9Usn1Gwlskl8kygAuBnjPIxkdRxWNDouuW8%0aSQQ6xsjjAVQLdOAPxrqaKpSa0FYz7K2uooHh1C5+2MxPzFAnykAbcDg9/zrHTQtQtA1vpmo%0am3tWJIjMYcpnkhWJz/AIfWuooo5mFihp2nwaZara2+SByzHksx6k+5qGbTPN1W31PzMeQjJ%0asx13Z5znj8q1aKV2FjF1HSXu7mK/s5za3UQ2hwNwZT/AAsD1FR22kXDXaX2q3X2qSL/AFSh%0aQiIT1OB1Pua3qKfM7WCwUUUVIwrK0nTf7Kt5IPM83fK0mcbcbu3U1q0U79AMq4037RqlpqX%0ambfsocbMZ3bxjrnjH0rVooobAKztT02HVLfyJSUZSGR1+8jDoRWjRQnYDmDod9eMiavfm6t%0a42DeUsYTeR03EHn6V01LRTbbEkZWlab/ZkdxH5nmefO03Tbjdjjqc4x1rVoopN3GFFFFIAo%0aoooAKKKKAMHX5LprKSytbV7hrlGQMuMKTx82T71R1ixuW0vTbWOAXDwzQ70PKkKpB3dfl9T%0aXWUValawmjhP7Hvft32r+ybTZ5Xl+VuXbndnd93r2rV8PwXVnZXu+28qQ3ErpEOARgYCk4G%0aOwPSumopud1YSicfbR6nYaWY1tGuLq+MkshDKAjv2bJ7DFAsNYa1g0OLFvbpEomnByzZ+8q%0aDt3GT/APr7Cilz+QcpykulXGiyC80JNybQs1sT98L0ZT/e/nXnvxyF7N4FlcL5dujRPICfm%0a3mRQFwPTJr22vJfjd/yTnUf+ukH/o1a5cXL9xP0f5HvcPr/AIVcL/jj/wClI+Y/hBbT3fjq%0a0treXyWkimBcdQvlndj3I4r7jOk2X9m/2VsxBt24HX1zn1zzn1r4p+B3/JRbH/rlP/6Lavu%0amvOyhv2D9f0R9h4ir/hVh/gX5yMXTm1O38yyvkM6wrmOcEfvB2BBP3vXt/XCbStS1K7a7hR%0atJWX/WMHLSSccZQEKP5129Fe3zW1R+Y2OUt4tb0yw+wW9vDIykJFIhIGDnLup54788k0w6J%0ac6UkV/pjedeJnzwxx54blvoQfu/1rrqKOdhyjI2Z41ZlKFgCVPUZ7UqIkahUUKB2AwKdRUF%0aBRRRQBkvpnm6vHqksu4QxlI48fdJ6tnPORx0rWoopt3ASs3R9O/smwjsfM83yyx3Y25ySem%0aT6+tadFF+gHMrol/ZySDSL77PBKxYxtGHCk9SpJ/StPTdMj06N/naaaZt0srfedv6AdhWnR%0aTcmxWRg3WkT/bHv9MuTazSgCUFd6PjoSCRg+4p1jpDw3Z1G/uDd3RXYrFQqovoqjp9a3KKO%0aZhZHLz6FqDanNqdrqPkPKAuPJV8KMcAsfbPAFWYNO1yOZHn1bzY1YFk8hF3DuMg8Zrfop8z%0aCyCiiioGFFFFABRRRQAVla1HdzabNBZDMswEf0DEBj+AzWrRTTswIYIVt4I7dPuxKEH0AwK%0ax7O2uW1u+vrhCibUihz3UcsfzreoouKxg2EEya5qk7oyxyiDYxHDbVIOD7U/7HcPql3ezL8%0aogWGDHOQcsxx654rbop8wWOU06z1YaPaW0LpbYjKyCWMlgST7jtVb+zb3RzZTrLJeLbEx7I%0aohnYwOc/Nk8gd+tdpRVc7FymHoUFxZ6SqzxFZcyP5fGfmYkD0zVO3sr/VrqO/1dPJhhO6G2%0azk7uzP6kdh/9fPUUUubdjsczPrGqMjxWulzeachS5UKD65z0rT0exbTtMt7N+WjX5sf3icn%0a9TWnRSb0sgsYl9e6sk5ttOsvN4B86RgqDPt1NRWOjMskl5q0gu7mVdhyPkVD1VR6ep/8Ar1%0a0FFHN0QWOWGn6ro+f7HZbm2zkW8xwV9kf09jXn/wAY7ie6+Gd5LcW7Wz+dCCjEE8SDnI7V7%0aTXkXxx/5J3e/wDXWD/0YtcuMlehO/Znv8Or/hVwv+OP5o+ePgX/AMlCtf8ArhP/AOgGvuSv%0ahr4F/wDJQ7X/AK4T/wDoBr7lrzsp/gP1/wAj63xE/wCRrH/AvzkFc7qcd7e31pbRW7CK3uE%0amaYldpCg5AGc5ya6KivaTsfmbRjXk+rSTNaWECouBm4lIKjP91RyT9cDNZVtot7oRM+lMt1%0avA86KTCFiO6MB8vXoeK66iqUraBYx7mwGrx2z3nmRRL8725IwxOMByOuPSna1BJNpFzb26b%0amaMqqr/ACFa1FK4WKiQJJZJb3CBlaMKyt06cg1Hp1gum25to5HkjDEoHOdqnooPoKv0UrsL%0aHGWOiaha2tvNcStI1mXkjtlCY3Hdgb+vOe9bejWU1rBJNd4N1dOZZcdAT0UeyjitiiqcmwS%0aMTQoJ7axeOZCjmaVgDxwWJB/GqMdtqNqX1i4g+16hNhFiVgFiQ9gT+p/+vXU0Uc2oWOPn8O%0a3OsP8AatZmVJAuI0gAwgzn5iRlvp09K0baTXbWaO2vIkuomOPPjIQgerIf6Vv0Ucz2FYKKK%0aKgoKKKKACiiigAqpem8+zP9g2Gfjb5mdvXnOPardFMDF0/Sfs0pvbyU3V44wZG4Cj+6g7Co%0adJtpY73VGnjISaYFdw4YY7eoroKKfMxWOdi0u8066U6VKv2R2zJBJkhAepjPb6dKW5trq61%0aqKV4z9msoy8fI+eVuP0Hr3roaKfMwscdbaLezWEEV1hBPO1zdr/ExJ3KvpjgZ5q1YpNfavc%0aX01rJBA1usO2YAFjkk8ZPFdPRQ5CsZek2lxYWn2SZg6xOwiI5Pl5+UHPcdK0QiBi4UBjwT3%0aIp9FS3fUoKKKKQHO3ejXsmpvqdjffZneMRkeUH4H1P9Kjk0bV7lDDd6u7xNwyxxJGSO43Am%0aumoq+disjCvtDhudIGkW7eRGu3Bxu6HPTI6/Wt2iipbYWMqx037HeXt35m/7W6ttxjbgEYz%0ak561q0UUN3GFFFFIAooooAKKKKACiiigAooooAKKKKACiiigAooooAKKKKACiiigAooooAK%0aKKKACiiigAooooAKKKKACiiigAooooAKKKKACiiigAooooAKKKKACiiigAooooAKKKKACii%0aigAooooAKKKKACiiigAooooAKKKKACiiigAooooAKKKKACiiigAooooAKKKKACiiigAoooo%0aAKKKKACiiigAooooAKKKKACiiigAooooAKKKKACiiigAooooAKKKKACiiigAooooAKKKKAC%0aiiigAooooAKKKKACiiigAooooAyaKKKokKKKKACiiigAooooA/9T7ooooqiQooooAKKKKAC%0aiiigAooooA1qKKKkoKKSloAK4e7/17/h/IV3FcJfMY5yZFKo2MMeh4r5niOlOphEoK9pJ/g%0az0MB/F+X+RFGrXAlsMSIlxE6maM7THxjg9QeeCPStPSHkh1AacYpWjghXFw5BDnGMZzktxk%0a8VlLGt1HPZzpus7iF1mfftKgjGARg8gnkHitTRhLBfJZQwgWUMKiKXfuLYGMYPPAxyetedl%0aH8Kl6/qdOI3l6HTSf6+L/AIF/KrFV5P8AXxf8C/lVivsKfxT9f0R5EtkFFJS1uSFFFFABRS%0aUtAFHU7Q6hp11Yhtn2mF4t3XG9Suce2a8A+B3wIn+EGoatey6sNSGppGgUReXs2Fjn77Zzm%0avo2imAV4R8XfgJ4W+LHl3107afqsK7Fu4VBLKOQrg/eAycdxXu1LSA8D+CnwI0n4QR3lyl2%0a2o6jfAI87IECxg5CKuT1PJOea6/xD8JvCPibxhp/jfVYpH1PTdnkkPhRsJYZXvya9Nop3Aj%0aWKNDlEAPsKjureO7tpbWUZjmRkYHuGGDU9LSA+IB+xnY3Oq/atU8S3E1n5pfyFjAO0nO0MW%0aOOOM4r7M07SbLStJt9FsE8q1toVgjUdlVdo/StOimB4j8NfgP4R+GdxqNzp7yX7akIw4ulR%0agvlliNuBxndzXrsWk6XBIJYbOGN15DKigj8QK0KWgDxT4z/AAdtPi7p1hZyXzadNYytIsyL%0auJVhgr1HHevNPh9+yZ4a8H+IbbxHqupzavNZuJIY3QIgdeQxwSTg9K+tqKLgIOOK8c+JHwL%0a8CfE6db/XLdob9F2C5gO1yo6Buxx2yK9jpaQHxlL+xX4Gdy0et6jGp6LiM4/HbTP+GKfBP/%0aQe1H8ov/ia+0KKdwsfPvw9/Zu8AfDzWI9eshPfX8IPlSXLA7CRgkKoAz71788ccgAkUMAcj%0aIzyKfS0gEr5Z8e/s53PjP4oQ/ENNaW1SKS3k+zGHcT5GON+8fex6cV9T0UAIBgYpAqgkgAE%0a9aWloAKKKKACikpaACiiigAqvB91/wDeb+dT1BB91v8Aeb+dYy/iR+ZS2Zwc/FzL2xIWOec%0aHPDH1b+6KRV28Fdp6kE5P4n19aW44uZccbXbGOcEnt6ue3oKagC/KAq44wpzj6nufU+tfAZ%0av/AAP+3v8AM9yh8XyOu0b/AI9z/nua2Kx9G/49/wDPqa2K+4wH+6Uf8MfyR4tX+JL1f5hRR%0aRXaZhRSUtABRRRQAUUlLQAUUUUAFFJS0AFFFFABRSUtABRRRQAUUlLQAUUUUAFFJS0AFFFF%0aABRSUtABRRRQAUUlLQAUUUUAFeS/G7/knOo/9dIP/Rq16zXk3xu/5JzqP/XSD/0atc2L/gT%0a9Ge7w/wD8jXC/44/mj5w+B3/JRbH/AK5T/wDotq+6a+F/gd/yUWx/65T/APotq+6K8/KP4D%0a9f8j7DxF/5GsP8C/OQUUlLXsn5kFFFFABRSUtABRRRQAUUlLQAUUUUAFFJS0AFFFFABRSUt%0aABRRRQAUUlLQAUUUUAFFJS0AFFFFABRSUtABRRRQAUUlLQAUUUUAFFJS0AFeRfHH/knd7/1%0a1g/9GLXrteRfHH/knd7/ANdYP/Ri1y4v+BP0Z7/D3/I1wv8Ajj+aPnf4F/8AJQ7T/rhP/wC%0agGvuWvhr4Gf8AJQ7X/rhP/wCgGvuWuDKf4D9f8j6zxE/5Gsf8C/OQUUUV7J+aBRSUtABRRR%0aQAUUlLQAUUUUAFFJS0AFFFFABRSUtABRRRQAUUlLQAUUUUAFFJS0AFFFFABRSUtABRRRQAU%0aUlLQAUUUUAFFJS0AFFFFABRSUtABRRRQAUUlLQAUUUUAFFJS0AFFFFABRSUtABRRRQAUUlL%0aQAUUUUAFFJS0AFFFFABRSUtABRRRQAUUlLQAUUUUAFFJS0AFFFFABRSUtABRRRQAUUlLQAU%0aUUUAFFJS0AFFFFABRSUtABRRRQAUUlLQAUUUUAFFJS0AFFFFABRSUtABRRRQAUUlLQAUUUU%0aAFFJS0AFFFFABRSUtABRRRQAUUlLQAUUUUAFFJS0AFFFFABRSUtABRRRQAUUlLQAUUUUAFF%0aJS0AFFFFABRSUtABRRRQAUUlLQAUUUUAFFJS0AFFFFABRSUtABRRRQBk0UUVRIUUUUAFFFF%0aABRRRzQB/9X7ooooqiQooooAKKKKACiiigAooooA1qKKKkoKKKKACs5Yo5bYJIoZTng/WtG%0aqMP8AqF/H+dTP4RxbUk0crc6dHa/aEuPLOmSwv5/mtjauO/bbjOSTVrQ1kS72wmI2AiQW3l%0a5J27ecnOCOmMVPq7pFFJPeNGNPjikNwJBn5QOvpgDOar6KZJL1JrZ4jpzwKYFRcHp1z0xjG%0aBivB5VGtFLuejKcpxlKW9jp5P8Aj4i/4F/KrFV5P9fF/wAC/lVivZp/FP1/RHny2QUUUVuS%0aFFFFABRRRQAUV5c/jrXJLi5jstIiligmeEO9xtLbDgnGw4/Oj/hNfE//AEBIP/Ar/wC115k%0a80wkZOMqiujqjha0ldRPUaK8u/wCE18T/APQEg/8AAr/7XR/wmvif/oCQf+BX/wBrqP7XwX%0a/P1D+p1/5Geo0V5d/wmvif/oCQf+BR/wDjdH/Ca+J/+gJB/wCBX/2uj+18F/z9QfU6/wDIz%0a1GivLv+E18T/wDQEg/8Cv8A7XR/wmvif/oCQf8AgV/9ro/tfBf8/UH1Ov8AyM9Rory7/hNf%0aE/8A0BIP/Ao//G6P+E18T/8AQEg/8Cv/ALXR/a+C/wCfqD6nX/kZ6jRXl3/Ca+J/+gJB/wC%0aBX/2uj/hNfE//AEBIP/Ar/wC10f2vgv8An6g+p1/5Geo0V5d/wmvif/oCQf8AgUf/AI3R/w%0aAJr4n/AOgJB/4Ff/a6P7XwX/P1B9Tr/wAjPUaK8u/4TXxP/wBASD/wK/8AtdH/AAmvif8A6%0aAkH/gV/9ro/tfBf8/UH1Ov/ACM9Rory7/hNfE//AEBIP/Ao/wDxuj/hNfE//QEg/wDAr/7X%0aR/a+C/5+oPqdf+RnqNFeXf8ACa+J/wDoCQf+BX/2uj/hNfE//QEg/wDAr/7XR/a+C/5+oPq%0adf+RnqNFeXf8ACa+J/wDoCQf+BR/+N0f8Jr4n/wCgJB/4Ff8A2uj+18F/z9QfU6/8jPUaK8%0aoufHniS1t5bmTRINsSlzi67AZP/LOu90bXtO1q0guLS4id5YllMaOrMu4A4OPTNdeHxdGvf%0a2Mr2MalGdP41Y2qKKK6zIKKKKACiiigAqvB91v95v51YqvB91v95v51jL+JH5lLZnBz83Mu%0aOfnKjb7n7q+5/ibtVCR2SQshXA4+T7vHGB649avz/NcyY+bc7AY4yAeQPRf7zUwbZVG4hwe%0ahC7RjttHp6eor4HN3+4/7e/zPfw0rT17HV6C5e0DHqf8AE1uViaGnl2uwdB/ia26+3wH+60%0af8MfyR4da3tZ27v8wooortMgoorO1XVtN0Owm1TVrhLW1gG55HOAPb1JPYDk9qqMXJqMVds%0aTaSuzRor408a/tEavfSSWXg2IWFsMj7TKoaZ/cKcqgP0J75HSvAdU8Qa7rchm1fULi9f1mk%0aZ8fTJ4/CvuMHwfiqsVKvJQ8t3+i/E8Wtm1OLtBX/AAP1Ipa/J+ivS/1I/wCoj/yX/wC2Of8%0aAtn/p3+P/AAD9YKK/J+ij/Uj/AKiP/Jf/ALYP7Z/6d/j/AMA/WCivyfoo/wBSP+oj/wAl/w%0aDtg/tn/p3+P/AP1gor8n6KP9SP+oj/AMl/+2D+2f8Ap3+P/AP1gor8vaK7/wDiHv8A1Ff+S%0af8A2xh/b/8A07/H/gH6hUV+XtFH/EPf+or/AMk/+2D+3v8Ap3+P/AP1Cor8vaKP+Ie/9RX/%0aAJJ/9sH9v/8ATv8AH/gH6hUV+XtFH/EPf+or/wAk/wDtg/t7/p3+P/AP1Cor8vaKP+Ie/wD%0aUV/5J/wDbB/b/AP07/H/gH6hUV+XtFH/EPf8AqK/8k/8Atg/t7/p3+P8AwD9QqK/L2ij/AI%0ah7/wBRX/kn/wBsH9v/APTv8f8AgH6hUV+XtFH/ABD3/qK/8k/+2D+3v+nf4/8AAP1Cor8va%0a3NM8TeItGcSaXqVzale0crBT9Vzgj2IrOp4fTS9zEpvzjb9WVHPo396n+P/AAD9JqK+TfB/%0ax+v7eSOy8YxC5hOB9qhULIvuyDCsPXbg+xr6l0/ULLVbOLUNOnS4tp13JIhyCP8APUdQeDX%0aweaZLi8umo4iOj2a1T+f6OzPcw2MpYhXpv5dS7Xkvxu/5JzqP/XSD/wBGrXrVeS/G7/knOo%0a/9dIP/AEatfN4v+BP0Z9Vw/wD8jXC/44/mj5x+B/8AyUWx/wCuU/8A6Lavuivhb4Hf8lFsf%0a+uU/wD6LavumvPyj+A/X9EfXeIv/I1h/gX5yCiiivZPzMKKKKACiuS8UeMdJ8LJFFch7m+u%0ajttrO3XfNM3+yo6DPUnj6niuUTTPiR4qHn6tqC+GLJ+VtbLElyR/tzHhT/uj8K9OjgJSgq1%0aWShB7N9fRK7fyVu7OeddKXJFXfl+vRHrFFeWj4QeDpudW+2ao/d7u6lZj9djKP0pf+FMfDX%0a/oD/8Akxcf/HK09jl63rT+UF+tRfkRz1/5F/4E/wD5E9Rory7/AIUx8Nf+gP8A+TFx/wDHa%0aP8AhTHw1/6A/wD5MXH/AMco9ll3/P6f/guP/wAsDmxH8i/8Cf8A8ieo0V5d/wAKY+Gv/QH/%0aAPJi4/8AjtH/AApj4a/9Af8A8mLj/wCOUeyy7/n9P/wXH/5YHNiP5F/4E/8A5E9Rory7/hT%0aHw1/6A/8A5MXH/wAdo/4Ux8Nf+gP/AOTFx/8AHKPZZd/z+n/4Lj/8sDmxH8i/8Cf/AMieo0%0aV5d/wpj4a/9Af/AMmLj/47R/wpj4a/9Af/AMmLj/45R7LLv+f0/wDwXH/5YHNiP5F/4E//A%0aJE9Rory7/hTHw1/6A//AJMXH/x2j/hTHw1/6A//AJMXH/xyj2WXf8/p/wDguP8A8sDmxH8i%0a/wDAn/8AInqNFeXf8KY+Gv8A0B//ACYuP/jtH/CmPhr/ANAf/wAmLj/45R7LLv8An9P/AMF%0ax/wDlgc2I/kX/AIE//kT1GivLv+FMfDX/AKA//kxcf/HaP+FMfDX/AKA//kxcf/HKPZZd/w%0aA/p/8AguP/AMsDmxH8i/8AAn/8ieo0V5d/wpj4a/8AQH/8mLj/AOO0f8KY+Gv/AEB//Ji4/%0awDjlHssu/5/T/8ABcf/AJYHNiP5F/4E/wD5E9Rory7/AIUx8Nf+gP8A+TFx/wDHaP8AhTHw%0a1/6A/wD5MXH/AMco9ll3/P6f/guP/wAsDmxH8i/8Cf8A8ieo0V5d/wAKY+Gv/QH/APJi4/8%0aAjtH/AApj4a/9Af8A8mLj/wCOUeyy7/n9P/wXH/5YHNiP5F/4E/8A5E9Rory7/hTHw1/6A/%0a8A5MXH/wAdo/4Uz8OBzHpTRt2Zbi4yP/IlHssu/wCf0/8AwXH/AOWBzYj+Rf8AgT/+RPUaK%0a8rb4bXWmfvfCXiLUNNkXlYpn+02/wBDHJ/PJpkXjfXPDE8dj8RLNIIZGCR6pabmtmJOAJFP%0azRE+p49gOaf9nKqv9kqKb7WtL7nv6Jt+QfWHH+LG3nuvv6fNI9XopkckcqLLEwdHAZWU5BB%0a5BBHUGn15DR1hRRRSAKKKKACvIvjj/wAk7vf+usH/AKMWvXa8i+OP/JO73/rrB/6MWuXF/w%0aACfoz3+Hv+Rrhf8cfzR88fAv8A5KFa/wDXCf8A9ANfclfDXwL/AOSh2v8A1wn/APQDX3LXB%0alP8B+v+R9Z4if8AI1j/AIF+cgooor2T80CiiigAooooAKKKKACiiigAooooAKKKKACiiigA%0aooooAKKKKACiiigAooooAKKKKACiiigAooooAKKKKACiiigAooooAKKKKACiiigAooooAKK%0aKKACiiigAooooAKKKKACiiigAooooAKKKKACiiigAooooAKKKKACiiigAooooAKKKKACiii%0agAooooAKKKKACiiigAooooAKKKKACiiigAooooAKKKKACiiigAooooAKKKKACiiigAooooA%0aKKKKACiiigAooooAKKKKACiiigAooooAKKKKACiiigAooooAKKKKACiiigAooooAKKKKACi%0aiigAooooAKKKKACiiigAooooAKKKKACiiigAooooAKKKKACiiigAooooAKKKKACiiigAooo%0aoAyaKKKokKKKKACiiigAooooA/9b7ooooqiQooooAKKKKACiiigAooooA1qKKKkoKKSloAK%0aow/wCoX8f51eqlB/qF/H+dTP4QW5j6o/2dHvZnP2aCKRpYwm8uAM8Y54APAHNV9HEs18t9H%0aMfsk0K+XCU2leM5z15BHGOKtamxtkbUD5jpbxOxhjG4vxngdzxwPeqmmkG8/tZ5pEimhXED%0ajATjOSOoY5wa8SatWi33O6PwNHTSf6+L/gX8qnyPWqclxZMAZWUgetVvtOk8fNHznH4V3+1%0aUZSaa18/JLsc/I2lo/uNXI9aMj1rK+1aT/ej5Gfw9aT7VpI/ij6Z/Cn9Y84/+Bf8AAF7N9n%0a9xrZHrRketZX2nSQT80fGM/jR9p0nJG6Pg4/E0fWPOP/gX/AD2b7P7jVyPWjI9ayhc6STjd%0aHnOPxoFzpJxho+c4/DrR9Y84/8AgX/AD2b7P7jyfTPvX3/X7cf+jDWpWPo7Rut60WChvLjG%0aOmPMNbFflGNd8RUfm/zPsMP/AAo+iCiiiuQ3EpaK8L+IfiH4n+Eba71y0k0x9NSVEiRlkMu%0a12Cjd26nmt6FB1ZckWr+ZnUqKC5mj3SivLIbz4gaZoep6n4oubILHbGSBrGGSR1bGclGxux%0a6CvB9P+J3iK+0zS7+51i6WKc3P2mSKGFDvVwI1jEmAU28nGcE4rrpZfOpdxkrL17X7GM8TG%0aNro+yqWvmIePvFVv8N11dbx5NR+2SqJDErjyVY7fMMauqHaQa8t0H4u/Em9vmY3rSQXM4WM%0aiHdkD73lgRHOPTiuinlFaak01poZyxsItJp6n3fRXzJ8VviVrmgCwfRdQSBDDHcPG0I84nG%0adsis6lQ+em3Iqn8N/iV4s8QeKEGs31uIrqLP2TYigMqnCxsJGO5mxkle3aslllV0fbXVini%0aoc/s+p9TUtfId98TfHSW+rodljJBrLRZaaORo4tgzEFCk4U87wpznHauk8C/EHxReWviG51%0aG+tZPsiQm0a6cRx5YkPuYKjY6fw055XVjBzbX/D2/zBYuDly2Ppiivkk/FHW28Oazrd74js%0axfRT/ZoLS3VAoVJQDIpJLMGGcZ7V6x468Y3dt4M/4STwlqSP5JCs0UIuQ7bfu/eAXB5LHpW%0ac8vqxlGL6u3XfTy8yo4mDTa6anrtLXyx8PPG2v+KdY0ttT12ZklDM+IY7aB5F6QoHG+XI6l%0acVa8feNfE+ieMryxtNalj0u1thcXBgsln+zFvuox3DqATk1by2p7X2PMr2v1/yJ+tR5Oe2n%0ayPp2ivn7QPHmu6t4g0rTpZwYRdyW7sE2NMgtlkDOvO07jnAr6Arir4eVFpS6m9OopptBS0l%0aLXMamZrP/IJvP+uL/wDoJqDwnZ2drrXhuW2hiieWwk3MiBCw2x44H8I9T1OTU+s/8gi9/wC%0auMn/oJqPQngTVfDP2k4Bs5M7hk58uPBY9j6L2Ffb8Nu0Kr9P1PBzRXlBep7hkUZHrWULrSW%0axho+f6UC60kjO6PGM/hX1n1jzj/wCBf8A8b2b7P7jVyPWjI9ayjdaSASWj4GTQbrSQCS0fG%0aP1o+secf/Av+AHs32f3GrketGR61lG50kdWj64/Gj7TpPHzR8nH40fWPOP/AIF/wA9m+z+4%0a1cj1qCD7rf7zfzqj9p0k4w0fOcfhUq3+nouElRRgtx6etEaqclKUlp5g4NLZnGXPNxLnncz%0aH5uMgHv6IP1oUluSWOe7DBP4dh6e1JMyvNI6/dZt3zenZm9h/CvenDOfmDDPPzn5j7n0z6d%0aq+Izhf7Pf+9/mezQfv/I6vRv8Aj3P+e5rYrH0b/j3P+e5rYr7fAf7pR/wx/JHi1f4kvV/mF%0aFFFdpmMkkjijaWVgiICzMxwABySSegFfn18V/iPdeO9aaK1dk0ezYrbR9A5HBlYerdvQcdc%0a5+n/AI8eI5NB8CTWts+yfVZBaDBwRGQWkI9io2n/AHq+CK/T+D8sjyvG1FrtHy7v9PvPm82%0axDuqMfmFFT21tc3k6WtpE880p2pHGpZmJ7ADkn6V2HiXwBr/hLSdP1XWxHCdRZ1WAMTLGUA%0aP7wYwpII4ySO+DX6HOvThONOUleWy6s8BQk05JaI4iivQ9O+Hk8+l2uq61q1joceoAtaJeO%0a4klUcB9qK22M9mP5Ywa5nxB4c1Xw1q0mi6nFidcFDGdySI33XjYfeVux/DrkVnTxdGc3ThL%0aX/Lf1t1tsVKlOK5mtDCor1RPhTfiWLTLvWdNtNanVWTTZZWE2XAKoxCFFkbIwpPOetcbpfh%0aXWtV15vDkUPk3sbOJhMdiwiLJkaQn7oUA5/TJwKmGNoTUnGaslf5d/Nea0HKjNNJrc52iup%0a17wnd6HZWuqJdW2o6feM8cdzaMzR+ZH95GDqjKwyDyvI5GaqX+gzabo+nardSqr6n5jxQYO%0a8Qodolb0DtuC+u0npWscRTkouL3dvmt/wAmQ6cldNbGDRRRW5BvUUUV7xwhRXq/grwb9v05%0atU1DSU1OG4/498ajDaFdjMr7lbLckDHA6d816Zo/w/0G8+3G78Jwwm2tJJoc6v53mSpjaje%0aWy7FbPLngV85i8/w2HlKMle29nD8nJP8AA9ClgKlRJrr5P/Kx8uUV9DT+G9T8iSCx8H6HD5%0aild0l8srLkYyCZxyOx9a8ktfD9vZeJRoHieV7YAhXa12Tnc6hkCkNtOcgHniurC5tRrqTXR%0aXsmpO3pFszqYWcGr9fJr87HKUV7/Pofw9uktPAm++TWLS6kQOlnGsz7+schDYbB5DE8D2rn%0abDwp4G+y+INYvLnUbiw0V7aMLEIopWeZmRgwYMuFYdQelYwzui4tyhJbW0eqbtFr1vp/wCn%0ag5p2TX39ld/ceRUV2+t6z4Nl0w6Z4e0F7aQsrG8uLhpJjg9NoAQAjritv4d+FJNXus6vot1%0adaXqMTwJexRyMLeTOBKu3htrDBBzj+fZUx6pUJYitBxS6O136Wb+69/IyjQcqipwd/v/yPL%0aaK9s0PwJqA0vXdB1rQroSMvm2GoLaSlvNiJAT7u4JKPUDHU84xNoPw91XSvCOq6vqmgz3uq%0aXg+x2Vq0LM0QPLzsuPlx0U9cj0Ncc88wseZX1uktVre2q8lre+1vQ1jgqjtp0b9Lf1oeG0V%0aeubC40zUDY6vBLbyRMvnRMNsgBweh6Eg5Ga9BMvwfABNprwz0+e35/SvSrYtU1Fxg5J/y6/%0aqc8KXNdNpW7nmFFenef8Hv+fbXf+/lv/hVfxtoHhrTtG0DXPDX2tYdXW5Zku2RmXyXVB9wA%0aDJz3PaueGYxdSFKVOUXJ2V1pezffsmW8O1FyUk7dvuPOaKKK9U5gr1r4VfEW48G6stjeyFt%0aIvHCzKTxEx4Eq+mP4h3HuBXktFcWNwdLF0JYeurxf9X9UbUa06U1Ug9UfqArK6h1IZSMgjk%0aEeteT/G7/AJJzqP8A10g/9GrTvgx4hk17wRbpcPvn05zaOT1KoAUP/fBA/Cm/G7/knOo/9d%0aIP/Rq1/LOcYSWFdfDz3jdf8H5n7NwzVVXMcHUXWcPzR84fA7/kotj/ANcp/wD0W1fdNfC/w%0aO/5KLY/9cp//RbV90V4eUfwH6/5H2viL/yNYf4F+cgopKWvZPzIK5Pxl4oTwtpIuY4jdX1y%0a629nbL96aZ+FX6Dqfb3IrrK8n0xP+Eq+I+oatN89l4YUWVqp+79pkGZn+qjC/lXp4CjCU5V%0aayvCCu136JfNtL0uzmrzkkow3en/B+SNnwd4OfSXk8QeIJBfeIb4ZuLg8iMH/AJZRf3UXpx%0a1+mAO/pKWuXE4mpXqOpUev4JdkuiXRGtOnGEeWIUUUVzGgUUlLQAUUUUAFFJXF694q1TR7/%0awCyWfh6+1OPYG8632bMnPy8kHIxXRQoTrS5Ke/ql+diJzUFeR2tFeYf8J9r3/Qnar+Uf/xV%0aV5/ibeWL2/8AavhnUbKG5njtxLL5YUNIcDODXoLKMW3aMU3/AIo/5nO8XSWrf4P/ACPV6KS%0auO0LxHd6r4o8R6HNHGkOjtbLEy53N58Zdt2SRwRxgCvOp0J1IznHaKu/S6X5tHRKai0n1/w%0aAr/odlRXmk/wAT9LglkibSNYPlsVJWzcqccZBzyKk0L4naL4iubaDTrHUSl021J2tiIeMgk%0ayAkAAjH1rueU4xQdR0nZdTFYqi3yqWp6PRSV594j8cQeGvFWl6RqMkFtp97BNJLPMSpVk+6%0aAc45PqK48PhqmIn7Okruzf3K7NalSMFzSeh6FRXJWnjzwbf3MVlZazazTzsEjjSQFmY8AAe%0aprramrQq0narFx9VYcZxlrF3CikpawLCiiigAopKWgAqtd2lrf20llexJPBMpR43AZWU9QQ%0aas0U02ndbiavozxywa6+GeuW+h3MjTeGNUk8uylkOTZztyIWY/8s2/hJ6H8SfY65/xRoFt4%0an0G80S6AC3MZCMf4HHKOP8AdbBrH+HeuXOu+FraXUCft9mz2d3nr50B2sT7sMMfrXtYp/Wq%0aCxf207S877S9XZp+aT3ZyUl7Ofsuj1X6r/L/AIB3FFFFeIdgUUlLQAV5F8cf+Sd3v/XWD/0%0aYteu15F8cf+Sd3v8A11g/9GLXLi/4E/Rnv8Pf8jXC/wCOP5o+d/gX/wAlDtP+uE//AKAa+5%0aa+GvgZ/wAlDtf+uE//AKAa+5a4Mp/gP1/yPrPET/kax/wL85BRRRXsn5oFFJS0AFFFFABRS%0aUtABRRRQAUUlLQAUUUUAFFJS0AFFFFABRSUtABRRRQAUUlLQAUUUUAFFJS0AFFFFABRSUtA%0aBRRRQAUUlLQAUUUUAFFJS0AFFFFABRSUtABRRRQAUUlLQAUUUUAFFJS0AFFFFABRSUtABRR%0aRQAUUlLQAUUUUAFFJS0AFFFFABRSUtABRRRQAUUlLQAUUUUAFFJS0AFFFFABRSUtABRRRQA%0aUUlLQAUUUUAFFJS0AFFFFABRSUtABRRRQAUUlLQAUUUUAFFJS0AFFFFABRSUtABRRRQAUUl%0aLQAUUUUAFFJS0AFFFFABRSUtABRRRQAUUlLQAUUUUAFFJS0AFFFFABRSUtABRRRQAUUlLQA%0aUUUUAFFJS0AFFFFABRSUtABRRRQAUUlLQAUUUUAFFJS0AFFFFAGTRRRVEhRRRQAUUUUAFFF%0aHNAH/1/uiiiiqJCiiigAooooAKKKKACiiigDWoooqSgooooAKpwf6hfx/nVyqtt/qF/H+dD%0aV0LqZOqrJBG+pQRy3E1tFIUt42A804yFwSBk4wCemawXja0tp9fispmvLuKJpLYyAkFRwoy%0adgIyc4612zLXLeIbgRolsh+Zzk49BXk4mmrNs9DCxdSagjNu4Hto576COW5kuNgMJkACjoS%0aM8AAHLY64rMZXiO6NWnMzAYzgYHU842xr+be+avRqyxgEn3p+3/Cvg6maQ5mlD8T1/YtfaM%0a7Y0LKFVpRMxZmY8KP7zDsvZVFObdG6RKrENlmc87PRm7lj/Co6Ve20bTWf9qQ/wCff4/8Af%0asn3M0RvGVtQsm0ISZSQSpPQerSN+QFL5bHNpsdFVQu9W5yf4VPUt3Zq0tppNtH9qQ/59/j/%0awAAPZPuUVVndodjBUwqspwHPdV7gD+Jj1puxrksjIyKrDac4EgXBPTpGOhz976ddDaaNtH9%0aqQ/k/H/gB7J9zi/DhzaXJBz/AKXPzjH8Z7Vv1g+H/wDj2uf+vuf/ANDNb9eZXlzVJPzPRpf%0aAgooorA0EPTivn/4iWvxP8Wabd+HrTw/brbGdWjnN0mWSNwykrjjcB07V9A0V04ev7Gamop%0avzv/mjKpT51yt2PI4/+Fg+JdOvNA1zSo9Ft7i1aMXUNwsrhuBgKAOozz2rwO/+GWv2nga20%0aPStCuZr2cSvM58hlVvMKqP3p3JlFBJTGe9fbFFdlHMZ0n7kUle9tf8AMxnhlP4mz5hPh3xh%0ad/DgeFbPRHtrue4Cv5yWiptwDvcJlcDpkKWOK4fw58KPF2lW97f6VaXFtPZ3EZg3GGO4kAB%0a8wo3zDaGxhcqGXrX2tRWkc1qRUoxirN3JeEi2m29D538Y/D+/8TeL9A1EWdw8sXkzXNxPIn%0a2eJY+WQRAnMjng9QOxrQ0P4ciXx1rniW9jns/LuFFqISEjmhEYGCoGCN2eete8UVz/AF+ry%0aci2tb8bmn1eHNzedz48X4a+JFW7Ol+G41MupXF2DePG7vbhFVIS5LEFmLEZ49a6T4f6JrPh%0a3wreWN/4Tlu76K0VQk0VqqSOGxtDqdzjJDEv6etfT9FbzzSpOPJKK6d+nzM44SMXdM+bb74%0aVvZfDCWwOmW91rtxIJ5TFGmQ7yhmVDj7qjj6V13j/AMDy6zoVhoOjaZbrZrKJrgKxiChV5A%0ajj2b2boMnGcE17JRWH1+rzKTeqbf3/AOXQ0+rws15WPkbQPhPqz2c2pwaMls0WpiS3tbtys%0a62w248uVXbyypBPfNd74q8AT+LfGFvbw6fJpunxlJdRu1lwt6CF/dbFPzfdALMOPxr3yitJ%0aZlWlPn66236krCwUeU8Rk8LT2HxE099K0+4NqJ5b25umKeSC8PlhFGd2RgcYr26kpa4q1aV%0aTl5uisbwgo3t1EopaK5zQzNZ/5BF5/wBcX/8AQTWJFD50/heIFtotZOEYhSdkZIyeT/tN+A%0arb1n/kE3n/AFwf/wBBNYSMwuPC5QBma0frwSuxOg/hX0HU8mvsMhV6Fden6nj41XrUkdsm6%0admDIVCt8pPAcD+I46IPQ9aYitcYmkVotjFgGPUDgOwHb+6v50mCh/dDdub5uegoGUwsYyrE%0a7jnpXb7DyOj6s/5hUDSBbmRXiZMnYTk89CwHBY/wjtSYcILto5FdU/1QIJBPOOuDIfXOBQB%0atCogzGc5OelIBx5QH7rb1z/n86PYeQfVn/MSNvji84RMXwF8tTk5P8Ck8Z/vNSOrxBpY0aZ%0apMIEU4HHBC54Cr1Y9+3apbfdvKgfIANpzVvbXi4rGRoVHTcDN0Wna5nlGiOURpvPcZycKFH%0aU8/djX06k/WrYAPJI/vZb0H8Te391am20bc1gs2iv8Al3+P/AIdFv7Q0ccnIwd5LDOPRmHd%0aj/CvapFQpwU2HqQW3Nzz8x9fX3oAp+KxxuZrEUlSULa33Jp0eSXNc6jR/wDUH/Pc1sVj6P8%0aA8e5/z3NbFfpmA/3Sj/hj+SPAq/xJer/MKKKK7jM+Uf2npGCeG4gflY3bH6jyQP5mvk2vsf%0a8AaY0uSfQ9H1heUtLiSFvbz1BB+n7vH418cV+4cLyTyykl0v8A+lM+MzNNYmXy/IuWGoX2l%0a3cd/p0721zFkpLGdrLkEEgjkHBPNen+JZZbj4U+F553aSSS+v2Z2JLMSykkk8kmvJK9B1fX%0aNLuvh34f0KCfdfWNzdyTxbWG1ZSCh3EbTnHYnHevXxdNurRlGO0tfTll+F3+JyUpWjNN9P1%0aRqfGg+V4/u9Pj4t7C3tbe3UdFjWBGAHtlia7jTbaHVJvhPdX4DyyGaFt3JMdrcfuQfUdgK5%0aTUrrwh4/hsdX1jWxoer29vHbXqywSTLP5ICrNGYx94rgFDjkcdMnI8R+NbYa9osnhYOmn+G%0aUjjsjLw0rRvveVx2MjdR6flXjRo1KlGjhoxalBNNtNL4XHfZ3bT0OxzjGc6jejat96f5aHK%0aeJr26uPFOqX8rsJ3vZpC2eQ3mE8emO3pXtniPW9L0P4pahcasTBba7pK291LGu4wtdWyAyb%0aRycMATjnBOMniuZv7X4Y65rb+K59ceytLqT7Tc6X9nka4EjHc8UcgHllWbOGyAoIzXn3jDx%0aHL4s8SX2vyp5IunGyPOdkaAIi546KAPrXTGksTKEXFxSg09LWb5bJX3tbpdbdzNy9mm7ptt%0aNde/wDmekWdpomoaHp3gCy1Nb6GK+m1jU76JJEit7eOIIwXzVVidgz90DcQOaqaj4ZvvGt9%0aa6zLe2mkjWCYNFsJzJuaCDEUSDYjKg4CqWI3Nk981yY1Kx0jwYdN0+YSajrUm69K5zFbwt+%0a7hzjrI/ztg9Ao9a7LTfEPhLUofCmo6zqElhc+GAqS26wvIbhIZfNj8pl+VWb7rbyuOuaxnT%0arUm6lO+8le131bdkuskltsvO5SlCXuyt0/r5LX19Dx65tp7K5ls7pDHNA7RyIeqspwwPuCK%0agrV17UzreuajrJTyzf3Mtxs/u+a5fH4ZrKr6SDk4pyVmefK13Y3qKKK+hPPPXfhhp2n3en+%0aIry8t7CaWzhgaFtSz9nQs5UliCCMjjjvivVPCHk41vbH4UH/ABKrjP2FpDkfL/r8sf3H9/H%0aPSvH/AABqFvpljfmXV9NtBelYpbXULaW4DpHhlbCqVxuJ69x9K9i8IX+jyjW/s954fk2aVc%0aM/2TT3i2oNuWlyg3xD+JBknjivzTPY1PaV5atNq2krbRXa29z6PBOPLBaX17eZk+HtN0rVb%0a57S/tPCk8Rgmfbpxka4yqEgqGYjAIyfavBvCixyazHE+jNrxdWC2iNIjMQM7gYvm+UAmvZr%0afX9LsnaWw1nwzaSsjJ5kGmTRuA4w2GVARkGvJ/CejXWoeNLXRtIu3Obkp9qty0Z8hSd8inh%0agCgJ5x6GvVy/mhTxMqrajyrfmVrc13fTy2dzlr2cqajq7+Xl6/ifRCz3ps38fHwNOPEQuhZ%0aiLfceaYTBt87p6fJu25981xml3Wkab4c8ZSar4Xa1ton05ZdLeeaNtzMxDGRv3g6hsd/oav%0axa9Zp4YlumvLt9IXxULfebmXzPsnk4/1gYPj+PGa5vxTZ3Hh3wNqlte3ZvJtW1rZDM0nmNN%0abWikCTdk5AbCnng8V4WGoXl7Gaa5pRS1ne0ZKVl7ztyq/mr6Pc7ak9OddE3st2mr7dfxIfE%0av/CA2ng3SdZsfCwhuNeju1jb7bO32d4HEathiRJyd2CAO3NYVt40so/Dvh3QPtOo2aafLct%0aetZsI2dJXDJsO7DEd9wAHal8V/8k38C/TU/wD0oWsnRvEvhfT9NhtNR8LwajcR7t9w9xKjP%0aliRlV4GAQOPSvpaGGUsNzOMqjVSf2rtWlOC+OXRaeup51Spapa6j7q6eSfRdzvNM1Xw1rN4%0alhpV/wCMru4fpHFNExx3PDcAdyeBR4yudG8OWscemeJdam1cSKZLWS6WVYlB+YSNEdm72Vz%0az1rX+HXiXwxe6rfpp/hiDT5I9NuZGdLiVyyKoymG6BvXqK8//AOEy8E/9CVbf+Bc9ebTo1X%0ai3FUZ8sbNq9O7vff3rW06a+a69MpxVJPnV3197/IwPHmvWfifxZqGu6esiW90yFBKAHG2NV%0aOQCR1HrW54d8UaRfaUvhDxqmdOTcbS9jTM1m7c5GOXjJ+8v/wBbHIX8+m6vrYls7aPR7O4e%0aNfLDNIkIwqs2T8xGcsfyFdyf+FXeGT8oufFV4nrm1tAR+cjYP4Gvfr06UcNSw3s5XSXLbeN%0alb4vhTW2rs9d0cEJSdSVTmVnvfZ/Lf8Dz6LR9RurW61CytpZ7Kz5lnCEIoJCjcegJyOM5ru%0a/GB/4oTwQnpBen856wvEXjnXvEUS2MrpZ6dHxFY2q+VboB0+VfvfVs1ueOg1t4b8G6fIMOm%0anPOQeu2eVmU/iBTqOtKthvbpJ8zdk76cklq9Ndeit+YRUFCpyO6sv8A0pHmVFFFfQHAFFFF%0aAH1P+zfM7W+v25+4j2zj6sJQf/QRXoPxu/5JzqP/AF0g/wDRq1yn7O+mPb+HdS1V1wLy5WN%0afdYV6/m5H4V1fxu/5JzqP/XSD/wBGrX80cazjLMMW4/1aKT/E/X+C01isDf8Anj/6UfOPwP%0a8A+Si2P/XKf/0W1fdFfC3wO/5KLY/9cp//AEW1fdNfD5R/Afr+iP0HxF/5GsP8C/OQUUUV7%0aJ+ZhXlvwgHneDv7VP39UvLq7c+rNKyZ/JRXqVeW/CA+T4O/sk/6zS7y6tXHoyys+PyYV69D%0a/cK9t+aH3Wn+tjkn/Hh6P9D1KiiivIOsKKKKACiiigAooooAK8q8a+Mf+EV8XeH1vrp4NLu%0aIro3Kqhk3Mqr5fCqzcMe3416rXl3iL/kqPhH/AK97/wD9FivYymNN15e1jePLN29ISemjs+%0azs7HJinJQXK7O6/ND/APhcHgL/AJ/Zv/AW4/8AjdcT458e+GfFFnpmmaLPLPcDU7STaYJUG%0a1X5OXQDv619CUVth8bgqFSNWnRldbXmrf8ApCIqUa04uMpqz8v/ALYxtd0HTvEdgdN1VXeA%0asrkI7RnK9PmQg/rXz7pPhfwJpfjDxSNbmNpaaVLZG2MlzIhy8ZdhnfmQ5AwDn0Fet2d/cfE%0aLwyl5pd5caIHuHUyQ7WdkiZkIViOAxGQQMjFcJ4F8I6NH488Vx38bapNpz2YhuL4ieUGSIs%0azFmGCxIHOOMcV62WznhcPiqdWrKLitYx3T54Ju+2u3XS/ocuIjGrUpSjBO73fo/n5nu03+p%0ak/3T/KvNfg1/wAk20b6T/8Ao+SvSp/9TJ/un+Vea/Br/km2jfSf/wBKJK8Ol/yLav8Ajh/6%0aTUO2X+8R/wAMvziX9U8c3Wm6hPYp4a1i8WFtomt4FaN/dTuGR+FeVa94q/tPx7ol5e+F9Sd%0aYLa4X7JPbo0ku4D5kQsQQvc54r6VrxXxva6td/Efw7Fod4tjeCzumSR4xIhxglWU9mHBI5H%0aUV6uTV8O6rj7JJ8kteaX8rvt+nyOXFwqcqfNfVaWXcmi8U2EEizQeANUjkQhlZbGIEEdCCG%0a4NemaHqsmtaet9LY3OnMzMvk3aBJBg9SATwe1cbaeOrzS72DRvHGntpt1O4ihuoN0tnO54A%0aVgNyMT0Vhn1NelV52Ze6kpUrX2lzOSa8ndr/ACOjD6ttSv5WsFFFFeGdoUUUUAFFFFABRRR%0aQAV5d4HH2Txj420lOEjvLe6A/2rqLex/EivUa8u8D/wCl+MfG2rJykl5b2gP+1axbGH4Fq9%0afBf7tir7cq+/nj+lzkrfxKfq/yZ6jRRRXkHWFFFFABXkXxx/5J3e/9dYP/AEYteu15F8cf+%0aSd3v/XWD/0YtcuL/gT9Ge/w9/yNcL/jj+aPnj4F/wDJQrX/AK4T/wDoBr7kr4a+Bf8AyUO1%0a/wCuE/8A6Aa+5a4Mp/gP1/yPrPET/kax/wAC/OQUUUV7J+aBRRRQAUUUUAFFFFABRRRQAUU%0aUUAFFFFABRRRQAUUUUAFFFFABRRRQAUUUUAFFFFABRRRQAUUUUAFFFFABRRRQAUUUUAFFFF%0aABRRRQAUUUUAFFFFABRRRQAUUUUAFFFFABRRRQAUUUUAFFFFABRRRQAUUUUAFFFFABRRRQA%0aUUUUAFFFFABRRRQAUUUUAFFFFABRRRQAUUUUAFFFFABRRRQAUUUUAFFFFABRRRQAUUUUAFF%0aFFABRRRQAUUUUAFFFFABRRRQAUUUUAFFFFABRRRQAUUUUAFFFFABRRRQAUUUUAFFFFABRRR%0aQAUUUUAFFFFABRRRQAUUUUAFFFFABRRRQAUUUUAFFFFABRRRQAUUUUAFFFFABRRRQAUUUUA%0aFFFFABRRRQAUUUUAZNFFFUSFFFFABRRRQAUUUUAf/Q+6KKKKokKKKKACiiigAooooAKKKKA%0aNaiiipKCikpaACsHTdc0i7u7nR7e8ie+sSongDDzIy6h1yvXBVgQa3q+bviD8JPD/iTU5vF%0auhaxNoPihNqvcWz53lUUIJEBz9wL0xxjrQ2km2CjKUkoq7Poe6uIrWFp5jhVH514J46+I2g%0aeEoX1bW5wZnyLe2Q5lkPYKvXHqeleWTaN+0ldRLpcmv2UtuPlFy6/vAPX7uc/hmtTRvhf4W%0a8BpL42+Iep/wBralCN73V0f3cZHQRoe/pnJ9AK+WzLMcO4+zU7vtHd/wCR7OHUqUXaNpPq9%0akU/DvxzuYNQSz+I2lSaBFf/ALyzndWEZjb7ocnofU/mBX0Pa3VrewpcWkyTRSAMrowYEHoQ%0aRXzzp3xa+GvxOuZvC3iOyFvBK2LRrwYScdAyN/C2enP402b4Fato0rS/DvxZd6PA5z9nc+Z%0aGM9lIxx9QfrXyWIw1HmtUXspdndxf6r8TWFSVvdfMvxPcPEnifQ/CemS6rrl0ltBGP4j8zH%0asqr1JPoK4T4a+LPFXjW4v9evrQWWgyYXT0dcSvg8uT6H/9VcppvwSsobn/AISL4l67N4glt%0aQXAuDst4wOSSpPOPqB7V1ngT4jw+M/EGoaX4e04jQdNQIl+OEeUH7iLjpjkf/XFYyo0o0Z+%0ax99reWyXpfq/6RaqSclz6eR61ijFOxRivGOq6G4owKdijFAXPKdX0yXRtUt0XXJ7CyvZJ5J%0aSwi2ofvYUshJJPQE1MUsAefGEg+bkeZak89FH7vGfU9B716a8Uco2yKGHoRmofsdp/wA8k/%0a75Fe/hczo06ahVoKT7/wBI5alObd41GkebhLA4A8YuxORnfbAEjqeY/ur69W7Um3Tsbv8Ah%0aMZAMBs7rYkLnGceX1Y8Beo6mvSfsdr/AM8U/wC+RS/Y7T/nin/fIrr/ALYwv/QKv6+Rn7Gr%0a/wA/Web7LDOD4vkzuxgSWvUjhQfLxkdWboOnJpu2w6f8Jm2Spwd9tjIPLf6vhR0A6selelf%0aY7X/nkn/fIpPsdr/zyT/vkUf2zhf+gVf18g9jV/5+s84K6dy3/CYSKvB5e1yF6dPL5Zuw7d%0a6NlhnH/CYOTuK4D2vUjgA+X2/ibp2HNej/AGO1/wCeSf8AfIo+x2v/ADxT/vkUf2xhf+gVf%0a18g9jV/5+s8226ftyPGT8qTkvbY46tjy84HYdTSldO5/wCKwlwCDjfa5APQfc5ZvyUda9J+%0ax2v/ADyT/vkUfY7T/nkn/fIo/tjCf9Aq/r5B7Gr/AM/WebbLHIB8YPnJXAkteT6A+X0X+Ju%0a/QUm3TyuR4yfG3O4tbdB1Yjy84P8ACvU98V6V9jtf+eSf98ik+x2v/PFP++RR/bGF/wCgWP%0a8AXyD2NX/n6zzfbp4Y58YSYDDKh7UkAjhf9XgsepPRR1pRHYkhR4wck5X/AFlqAW+vl8Kvc%0a9z0Fej/AGO1/wCeKf8AfIo+x2v/ADyT/vkUf2xhf+gVf18g9jV/5+s82A07Gf8AhMpMFQ2d%0a1sPl7sR5ff8AhXr604pYBufGEn3gNoktSeRwgPl4z3J6AV6R9jtf+eSf98ij7Ha/88U/75F%0aH9sYX/oFX9fIPY1f+frPNQlgQAPGLkkEZ32wBI6t/q+FXp6senFLt07BP/CYyAYDfetiQvr%0ajy+rfwr2716R9jtf8Anin/AHyKRrS0VSxiTj/ZFOOb4VtJYRf18g9jV/5+s8526eDg+MJPv%0aYI8y16nooPl9urN0HbNNC6fjH/CZMSQQDvtsZHVv9X90du7dq7A2tqh/wBJSI7n+T5fyH1p%0aFtbZXWKeONpGLFCE4A//AFV9csLhf+fMfuN/qlb/AJ+v+vmcgRp3JPjGRRweXtSQp4HAj5Z%0aj0HbvShdP3bf+EwcncRjzLXk9lB8vt/E3TsOa65bW2XbHKkRnIOCEo+y23+q2Rfadmc7ePr%0a9M0/quF/58x+4Pqlb/AJ+v+vmcVPb6ZcW7wSeMmKSRspJe2xj+J8eXkL2A6n2q691p8utaL%0aZaNdpdC1hlDYdXIXagDSFf4iB0HA6V05tbZt0USRC4CjcSnFSpFEC/2NEjkVgHO3Ga1hClT%0ai404JX7BHBz54znUvYkAAJ+zbc7/AN5/X8aECjH2baY9x349e/45pRhyfsrKCr/vOPzH1pE%0aKvhrZlEYZg/HU/wD66nkR6YKFwoh2+QQd2P6f1pMJswNn2bZ17f4YoDKUE0TL5ChtwwcnHp%0a+tHAXzCVFtsyVI5/8A1Yo5EBbtQ28hceVtG3FX8VRtAxcsrKYSo2gDmtDFfnmcq2Ll8vyOa%0ab1G4oxTsUYrxSLiUUuKWgVzptH/ANQf89zWxWPo/wDqD/nua2K/Z8B/ulH/AAx/JHzNX45e%0ar/MKKKK7jM5fxn4ag8XeGb/w/OQpuo8Ruf4JF+aNu/AYDOO2RX5p6hp95pV9cabfxGG5tpG%0ajkRuoZTgiv1Trwv4ufCNPGqHXNDCRazCmGU4VbhV6Kx7OOiseMcHjBH2/DGdQwk3h67tCXX%0as/8meNmWDdWKqQ3X5HwpRVzUNPvtKu5LDUoJLa4hO145FKsD7g1Tr9gTTV1sfJtW0YUUUUx%0aBRRRQAUUUUAFFFFAG9RRRXvHCdxpnxH8W6RYw6bYXUSW8C7UVraByBnP3mjLH8TWknxd8ex%0a7vLvol3DacWtsMg9Qf3fSvNaK8yeVYKbcpUItv8Aur/I6FiayVlN/ez0f/hbPjn/AJ/IP/A%0aS2/8AjVc9ceMPEVxqc+sNdmO7uYGtpXiRI90TDaV2ooXkdwM985rmaK0p5dhKbbp0Yq+miW%0awpYirL4pv72dXqnjDUdT0G08N/Z7W0srRll220XlmWVU2eZKcnc5XqeM1lajreparbWFney%0a74tNh8iBQAAqFi3bqecE9SAKyaK2p4WjTtyQSs2/m938yJVJy3Zu6h4hvtS0XStBnWMW+j+%0af5BUEOftDh33kkg4I4wBxWFRRWtOnCmuWCsrt/Nu7+9u5MpOTuzvLb4h61Y6O2j2FtY2okt%0ajavcRW6rcPERtIaQckkdT1zz1rg6KKyo4alScnTilffzKnUnOyk72CiiiukzOx0LxtqPh+x%0a+wW1nYXCbzIHubZJXBIHAZuccZArI1/wAQar4m1FtU1ibzp2UIMAKqqvRVUYAA9qxaK5IYS%0ahCq60YLmfXqaurNx5G9AooorrMgq9pmm3msahb6Xp8ZlubqQRxqO5Pr6AdSew5o03TNQ1i8%0aj0/S7d7q4lOFjjG4n39gO5PA719pfC74XQeCoDqmqbZ9XnXBI5WBT1RD3J/ib8Bx1+bzzPK%0aGW0HKTvN/DHv5vyPQwWCniJ2Xw9Weh+F9Bt/DGgWWhW3K2kYVm/vOeXb/AIExJrhPjd/yTn%0aUf+ukH/o1a9Zryb43f8k51H/rpB/6NWv5ozCrKpTq1Ju7abfqz9f4dio5nhIx2U4fmj5w+B%0a3/JRbH/AK5T/wDotq+6a+F/gd/yUWx/65T/APotq+6K8vKP4D9f8j7LxF/5GsP8C/OQUUlL%0aXsn5kFeT6Y//AAivxHv9Jm+Sy8TqL21Y8D7TGMTJ/vMMN+VesVyXjLwuninSfs0Uptb62kW%0a4s7lfvQzJyrfQ9D7e4FengK0IylSrO0Jqz8uqfyaT9Lo5q8JNKUN1r/wPmjraK4Dwd4xfVn%0ak8P+IIxY+IbEYuLc8CQD/lrF/eRuvHT6YJ7+uXE4aph6jp1Fr+DXRp9U+jNadSM480Qooor%0amNAopKWgAooooAK4jxb4Ok8SXOnapYajJpWpaW0hguI0WTiUAOrI2AQQPX19a7alrow+IqU%0aKiqUnZ/J7qz0ejuu5nUpxnHllseYf8In8RP+h4f/AMF1v/jUcvg3x/PG0M3jiXy3GG2WECN%0ag9cMrZB9xXqdFd6zbEbpQ/wDBdP8A+RMPqtPu/wDwKX+Zylj4en8PeFIvD/heZYZrWPbDLc%0aLvXcW3MzhcZ3EnOPWs/wAH+FtT0S91fWdbvI7zUNYkieUwxmONRCpVQoJJ6Gu6pa53jqzhU%0ag38bvJ2V3qnvvuk/U09jC8X227djifEFh45u7t/+Ef1OztLR4wu2eBncNyCQwIH0yK0vCHh%0a1PCfhyy8PxzeeLRWBkI27mdi7HGTjljgZNdJRUzxlSVFYfRR0eiSu1dK73e7+8aoxU/adfU%0aK43UPDl1eeNNJ8TRyxiDT7eeF0Od7GUcEcYwO+TXY0tY0a86TcodU18mrP8C5wUkk/X7hrK%0arjDAMAQeeeRyD+FOoorAsKKSloAKKKKACikpaACiiq13d2thbS3t7KkEEKl5JHIVVUdSSaa%0aTbstxN21ZkeKNftvDGg3mt3WMW0ZKKf43PCIPdmwKxvh3odzoXha2i1AH7feM95d56+dOdz%0aA+6jCn6Vytgt18TNct9cuI2h8MaXJ5llFIMG8nXgTMp/5Zr/AAg9T+IHsde1il9VofVPtt3%0al5W2j6q7b82lujkpfvJ+16LRfq/8AL/ghRRRXiHYFFJS0AFeRfHH/AJJ3e/8AXWD/ANGLXr%0ateRfHH/knd7/11g/8ARi1y4v8AgT9Ge/w9/wAjXC/44/mj53+Bf/JQ7T/rhP8A+gGvuWvhr%0a4Gf8lDtf+uE/wD6Aa+5a4Mp/gP1/wAj6zxE/wCRrH/AvzkFFFFeyfmgUUlLQAUUUUAFFJS0%0aAFFFFABRSUtABRRRQAUUlLQAUUUUAFFJS0AFFFFABRSUtABRRRQAUUlLQAUUUUAFFJS0AFF%0aFFABRSUtABRRRQAUUlLQAUUUUAFFJS0AFFFFABRSUtABRRRQAUUlLQAUUUUAFFJS0AFFFFA%0aBRSUtABRRRQAUUlLQAUUUUAFFJS0AFFFFABRSUtABRRRQAUUlLQAUUUUAFFJS0AFFFFABRS%0aUtABRRRQAUUlLQAUUUUAFFJS0AFFFFABRSUtABRRRQAUUlLQAUUUUAFFJS0AFFFFABRSUtA%0aBRRRQAUUlLQAUUUUAFFJS0AFFFFABRSUtABRRRQAUUlLQAUUUUAFFJS0AFFFFABRSUtABRR%0aRQAUUlLQAUUUUAFFJS0AFFFFABRSUtABRRRQAUUlLQAUUUUAZNFFFUSFFFFABRRRQAUUUc0%0aAf/9H7ooooqiQooooAKKKKACiiigAooooA1qKKKkoKKKKACvlD4g/DHxNP4rvPHHw/1ttP1%0aa58vz7eU5gl8uNY14wcHao6g/hX1fXyX480P4paJ4w1Hxh4CvBqFtctF9o0mfhd0cMaZj+o%0aXJwQc+tePm0pxoLkmou632ej0fqb0Lc+q6dDm18efHuyQ6bdeDobq6+6tzG5EZ9yA39RTtP%0a+FXifxfeJ4i+MWpiWCA+ZHpkJxBHjnLnpx7Z+tPi/aDuLKM2viHwjqltqS8eVFHvRm9mOD+%0ahrOfTvip8ZJBFrcbeFPDLH54FP+kTr6HI6HvnA9jXx3LVp3k4RpLrJav8A7d1f4feeheMtL%0auXl/mdJcXHwY+KUsvgmJoGn04eXbtEBGygf88G7gY5HT2rFXwH8afBJ8jwZ4hi1bTV4jgv/%0aAL6DsM4IOPZh9K6vWfgF4HvdGtrDSIW0q8shmC9gOJdw53Of4ufX8MVyUep/HrwAfsV1p0X%0ai+yTiOeMkTbR03Ywc+vB+tZU6kZR5cNNNfyzt96e2vqvmVKLTvNfNDv8AhWnxP8fSqPiZra%0aWulKQzWNiceZjsxxgD8TXo/hPxT4Jsdfb4aeE4DnTYd8jwqDChBwVZs5L+vH45rzO41L44/%0aEf/AIllvpo8H6dJxNcuxMxU9QnfP0A+tez+A/h9oXw/0r+z9ITdNJ809w/MkzerH+Q6CscX%0aO1PlryV+kY2svN20/UqmvevBfNndUlLRXzx2hRRRQAUlLRQAUUUUAFJS0UANZlX7xxSgg8i%0aq9yu6LcOqfMPwrNXj7px7g/lzXt4HLFiqblGdmuhvCkpK9zborKE0o/i6+vT/AB61LHcys4%0aTAJOB79cVpUyLFR+Gz+YOjJGhRWo+kXS8rhvpVR7K6T70bflXn1cvxNP46bXyOONWD2ZWpK%0acVZThgRSVwtNaM1CiiikAVDO4SIk/T86mqC4fy4icFuQMD3NdeDV8RTXmvzKjujNyYT+9Yv%0avb5eOmegoDGIrHI5dpCdpx074o5h67pPMb/vnP8ASgZiKxkvIZCfm9O/P9K/VztEUlNsDuW%0akIOGxSc4+z7z5uz7+P19Pwpy5jC25LsSD8/p+NJhsfZcvnZ/rOPp19aAEJL7rdHKyqoy+Kc%0aWMu6ONijIRk4/GkIaQNbAupVR+845+h9aU5mLRjdGUI+b1+lABkzHETFPLcbuOvt/9ehW80%0arJExVVJDDHXFHMxwC8flv8ATdj+lAJm2yDfGEJBUjG7tQIFbzAs6MVjUHK4603fkfadx8rZ%0a9zH6+tOUmQLON6BQfkI6/X+lIGJH2r58bf8AV4H8vWgZbtQxkaTcdjKMLjpV6qNqpMhl3Nh%0alHyHtV+vzjO/98l8vyOSp8QUUUV4hmFJS0UAdNo/+oP8Anua2KxdEYPbFwDjJXn1ViDW1X7%0aRgFbC0U/5Y/kj5up8cvV/mFFFFdpmFFFFAHL+JfBvhnxdAIPEFhHdbRhJD8sidfuuuGA5zj%0aOPUV4dqn7M+hTy7tI1i4s0P8M0az/kQY+PrmvpmivWwmbYzCrloVWl23X3O6OWrhaNV3nG5%0a8n/8Mwf9TL/5J/8A2+j/AIZg/wCpl/8AJP8A+319YUV6H+s+af8AP7/yWP8Akc/9m4b+T8X%0a/AJnyf/wzB/1Mv/kl/wDb6P8AhmD/AKmX/wAkv/t9fWFFH+s+af8AP7/yWP8AkP8As3Dfyf%0aiz5P8A+GYP+pl/8k//ALfR/wAMwf8AUy/+Sf8A9vr6woo/1nzT/n9/5LH/ACD+zcN/J+LPk%0a/8A4Zg/6mX/AMkv/t9H/DMH/Uy/+SX/ANvr6woo/wBZ80/5/f8Aksf8g/s3Dfyfiz5e/wCG%0abf8AqYv/ACU/+3Uf8M2/9TF/5Kf/AG6vqGiuj/W/OP8An/8A+Sx/+RM/7Jwn8n4v/M+Xv+G%0abf+pi/wDJT/7dR/wzb/1MX/kp/wDbq+oaKP8AW/OP+f8A/wCSx/8AkQ/snCfyfi/8z5e/4Z%0at/6mL/AMlP/t1H/DNv/Uxf+Sn/ANur6hoo/wBb84/5/wD/AJLH/wCRD+ycJ/J+L/zPl7/hm%0a3/qYv8AyU/+3Uf8M2/9TF/5Kf8A26vqGij/AFvzj/n/AP8Aksf/AJEP7Jwn8n4v/M+Xv+Gb%0af+pi/wDJT/7dR/wzb/1MX/kp/wDbq+oaKP8AW/OP+f8A/wCSx/8AkQ/snCfyfi/8z5e/4Zt%0a/6mL/AMlP/t1H/DNv/Uxf+Sn/ANur6hoo/wBb84/5/wD/AJLH/wCRD+ycJ/J+L/zPl7/hm3%0a/qYv8AyU/+3Uf8M2/9TF/5Kf8A26vqGij/AFvzj/n/AP8Aksf/AJEP7Jwn8n4v/M+Xv+Gbf%0a+pi/wDJT/7dR/wzb/1MX/kp/wDbq+oaKP8AW/OP+f8A/wCSx/8AkQ/snCfyfi/8z5e/4Zt9%0afEX/AJKf/bq3NM/Z38O27q+q6jc3gXnbGFhU/X75x9CK+haKzqcV5vNcrrv5KK/JFRyvCJ3%0aUPz/zMDQPC/h/wxb/AGXQrGO0Uj5mUZdv95zlm/E1v0UV81VqzqSc6km2+r1Z6MYqK5YqyC%0avJfjd/yTnUf+ukH/o1a9aryX43f8k51H/rpB/6NWuHF/wJ+jPoOH/+Rrhf8cfzR84/A/8A5%0aKLY/wDXKf8A9FtX3RXwt8Dv+Si2P/XKf/0W1fdNeflH8B+v6I+u8Rf+RrD/AAL85BRRRXsn%0a5mFFFFAHJeKPB2k+KUikufMtr61O62vLdtk0TezDqPY8fjzXKJqfxI8K/udW09fE9knC3Vk%0aRHc4/24Twx/3D+NesUV6dHHyjBUasVOC2T6ejVmvk7d0zmnQTfPF2fl+vRnlo+L/g6HjVvt%0amlv3S7tZVYfXaril/4XP8ADX/oMf8Akvcf/Gq9RorT22XvV0Z/Ka/Wm/zJ5K/Sa/8AAX/8k%0aeXf8Ln+Gv8A0GP/ACXuP/jVH/C5/hr/ANBj/wAl7j/41XqNFHtcu/58z/8ABkf/AJWHLiP5%0a1/4C/wD5I8u/4XP8Nf8AoMf+S9x/8ao/4XP8Nf8AoMf+S9x/8ar1Gij2uXf8+Z/+DI//ACs%0aOXEfzr/wF/wDyR5d/wuf4a/8AQY/8l7j/AONUf8Ln+Gv/AEGP/Je4/wDjVeo0Ue1y7/nzP/%0awZH/5WHLiP51/4C/8A5I8u/wCFz/DX/oMf+S9x/wDGqP8Ahc/w1/6DH/kvcf8AxqvUaKPa5%0ad/z5n/4Mj/8rDlxH86/8Bf/AMkeXf8AC5/hr/0GP/Je4/8AjVH/AAuf4a/9Bj/yXuP/AI1X%0aqNFHtcu/58z/APBkf/lYcuI/nX/gL/8Akjy7/hc/w1/6DH/kvcf/ABqj/hc/w1/6DH/kvcf%0a/ABqvUaKPa5d/z5n/AODI/wDysOXEfzr/AMBf/wAkeXf8Ln+Gv/QY/wDJe4/+NUf8Ln+Gv/%0aQY/wDJe4/+NV6jRR7XLv8AnzP/AMGR/wDlYcuI/nX/AIC//kjy7/hc/wANf+gx/wCS9x/8a%0ao/4XP8ADX/oMf8Akvcf/Gq9Roo9rl3/AD5n/wCDI/8AysOXEfzr/wABf/yR5d/wuf4a/wDQ%0aY/8AJe4/+NUf8Ln+Gv8A0GP/ACXuP/jVeo0Ue1y7/nzP/wAGR/8AlYcuI/nX/gL/APkjy7/%0ahc/w1/wCgx/5L3H/xqj/hc/w1/wCgx/5L3H/xqvUaKPa5d/z5n/4Mj/8AKw5cR/Ov/AX/AP%0aJHl3/C5/hr/wBBj/yXuP8A41R/wub4cHiPVTI3ZVt7jJ/8h16jRR7XLv8AnzP/AMGR/wDlY%0acuI/nX/AIC//kjys/Em61T914S8O6hqUjfdlmT7Nb89zJJ/LFMi8Ea54nnjvviLeJPDGweP%0aS7TctspByDIx+aQj0PHuRxXq9FP+0VSVsJTUH3veXyb2+ST8w+ruX8WV/LZfd1+bYyONIo1%0aiiUIiAKqqMAAcAADoBT6KK8hnWFFFFIAooooAK8i+OP8AyTu9/wCusH/oxa9dryL44/8AJO%0a73/rrB/wCjFrlxf8Cfoz3+Hv8Aka4X/HH80fPHwL/5KFa/9cJ//QDX3JXw18C/+Sh2v/XCf%0a/0A19y1wZT/AAH6/wCR9Z4if8jWP+BfnIKKKK9k/NAooooAKKKKACiiigAooooAKKKKACii%0aigAooooAKKKKACiiigAooooAKKKKACiiigAooooAKKKKACiiigAooooAKKKKACiiigAoooo%0aAKKKKACiiigAooooAKKKKACiiigAooooAKKKKACiiigAooooAKKKKACiiigAooooAKKKKAC%0aiiigAooooAKKKKACiiigAooooAKKKKACiiigAooooAKKKKACiiigAooooAKKKKACiiigAoo%0aooAKKKKACiiigAooooAKKKKACiiigAooooAKKKKACiiigAooooAKKKKACiiigAooooAKKKK%0aACiiigAooooAKKKKACiiigAooooAKKKKACiiigAooooAKKKKACiiigAooooAKKKKACiiigA%0aooooAKKKKAMmiiiqJCiiigAooooAKKKKAP//S+6KKKKokKKKKACiiigAooooAKKKKANaiii%0apKCikpaACsXUdJ+1P58DCObGMkZBHoRkZ9RyMHvyc7VFZVaUKsHTqK6Y02ndbnKf2E7EFwr%0aMO+0f40/wDsefHB/Qf4109LXkf2Fl//AD6/GX+Z0fWa3835f5HMf2PP6/y/xo/sef1/l/jX%0aT0Uf2Fl//Pr8Zf5h9arfzfkcx/Y8/r/L/Gj+x5/X+X+NdNS0f2Fl/wDz6/GX+YfWa3835f5%0aHMf2PP6/y/wAaP7Hn9f5f4109FH9hZf8A8+vxl/mH1qt/N+RzH9jz+v8AL/Gj+x5/X+X+Nd%0aNS0f2Fl/8Az6/GX+YfWa3835f5HMf2PP6/y/xo/sef1/l/jXT0Uf2Fl/8Az6/GX+YfWq383%0a5HMf2PP6/y/xo/sef1/l/jXTUtH9hZf/wA+vxl/mH1mt/N+X+RzH9jz+v8AL/Gj+x5/X+X+%0aNdPRR/YWX/8APr8Zf5h9arfzfkcx/Y856n+X+NUv+Ebn/wCenr2H/wAVXZ0tdeHy3C4dt0Y%0aWv5v9WVHGV47S/Bf5HF/8I5P/AH+vsO//AAKpYPD80MqSFtwRg2MAZx75rr6K7fZQ7FPHYh%0aqzn+C/yK/mT/8APH/x4UeZP/zx/wDHhU9LWtzht5lRvMf71uD9SKz7mwM4HlwiM9yCD/UVt%0a0Vy18LRrxcasE1/XXcuE5Rd4s5j+x5/X+X+NH9jz+v8v8a6alrzP7Cy/wD59fjL/M3+s1v5%0avy/yOY/sef1/l/jTX0WdlK5/l/jXU0VUMkwMJKUaeq85f5h9arfzfl/kcZH4bmj3YkJ3HJz%0az+XzUkfhuaNSqyEgknnB6/jXZ0tet7OHYv67iP5/wX+RxSeGpo4vKEhI5GTyeffNH/CNTeT%0a5HmNjGM/xfnnrXa0Uezh2D67iP5/wX+RxT+Gpni8kyEDGMjr+eaWTw3NIu0yEAEHjAPH/Aq%0a7Olo9nDsH13Efz/AIL/ACOLk8NzSbcyEbGDDHHT1+ah/DczurmQ/IcgDofr81dpRR7OHYPr%0auI/n/Bf5HFt4bmaRZDIcqCMDpz6jNH/CNzeb53mHONuOMflurs6Wj2cOwfXcR/P+C/yOPi8%0aPzRStMHJLADHGOPbNWf7Hn9f5f4109FedXynB1pupUp3fq/8AMl4us9XL8F/kcx/Y8/r/AC%0a/xo/sef1/l/jXTUtYf2Fl//Pr8Zf5i+s1v5vy/yOY/sef1/l/jTf7DuHcB5Nsf8QA+Y/Rge%0aPyz6EV1NFVDJMBFqSpfi3+bE8TVatzfkQwQx28SwxAKqjAAGB+VTUlLXtHOFFFFABRSUtAB%0aRRRQAUUlLQAUUUUAFFJS0AFFFFABRSUtABRRRQAUUlLQAUUUUAFFJS0AFFFFABRSUtABRRR%0aQAUUlLQAUUUUAFeS/G7/knOo/9dIP/Rq16zXk3xu/5JzqP/XSD/0atc2L/gT9Ge7w/wD8jX%0aC/44/mj5w+B3/JRbH/AK5T/wDotq+6a+F/gd/yUWx/65T/APotq+6K8/KP4D9f8j7DxF/5G%0asP8C/OQUUlLXsn5kFFFFABRSUtABRRRQAUUlLQAUUUUAFFJS0AFFFFABRSUtABRRRQAUUlL%0aQAUUUUAFFJS0AFFFFABRSUtABRRRQAUUlLQAUUUUAFFJS0AFeRfHH/knd7/11g/9GLXrteR%0afHH/knd7/ANdYP/Ri1y4v+BP0Z7/D3/I1wv8Ajj+aPnf4F/8AJQ7T/rhP/wCgGvuWvhr4Gf%0a8AJQ7X/rhP/wCgGvuWuDKf4D9f8j6zxE/5Gsf8C/OQUUUV7J+aBRSUtABRRRQAUUlLQAUUU%0aUAFFJS0AFFFFABRSUtABRRRQAUUlLQAUUUUAFFJS0AFFFFABRSUtABRRRQAUUlLQAUUUUAF%0aFJS0AFFFFABRSUtABRRRQAUUlLQAUUUUAFFJS0AFFFFABRSUtABRRRQAUUlLQAUUUUAFFJS%0a0AFFFFABRSUtABRRRQAUUlLQAUUUUAFFJS0AFFFFABRSUtABRRRQAUUlLQAUUUUAFFJS0AF%0aFFFABRSUtABRRRQAUUlLQAUUUUAFFJS0AFFFFABRSUtABRRRQAUUlLQAUUUUAFFJS0AFFFF%0aABRSUtABRRRQAUUlLQAUUUUAFFJS0AFFFFABRSUtABRRRQAUUlLQAUUUUAFFJS0AFFFFABR%0aSUtABRRRQAUUlLQAUUUUAFFJS0AFFFFABRSUtABRRRQBk0UUVRIUUUUAFFFFABRRRzQB/9P%0a7ooooqiQooooAKKKKACiiigAooooA1qKKKkoKKKKACiiigAooooAKKKKACiiigAooooAKKK%0aKACiiigAooooAKKKKACiiigAooooAKKKKACiiigAooooAKKKKACiiigAooooAKKKKACiiig%0aAooooAKKKKACiiigAooooAKKKKACiiigAooooAKKKKACiiigAooooAKKKKACiiigAooooAK%0aKKKACiiigAooooAKKKKACiiigAooooAKKKKACiiigAooooAK8l+N3/JOdR/66Qf+jVr1quQ%0a8d+GX8X+Fr7QYpRDLOFaN2+6HjYOucc4JGD6ZzWGIi5Upxju0z1smrwoZhh61V2jGcW35Jq%0a58WfC7X9L8MeMrXWNYlMVrFHKrMFLHLIQOFBPU19T/APC8Ph1/z/yf9+Jf/ia+dW+BnxDVi%0aotIWA7idMH8yDTf+FG/ET/nzh/7/wAf+NfNYeeLoR5IU/wZ+35zhOHc0rrE4jGJNK2k4pWV%0a31T7n0Z/wu/4df8AP/J/34l/+Jo/4Xf8Ov8An/k/78S//E185/8ACjfiJ/z5w/8Af+P/ABo%0a/4Ub8RP8Anzh/7/x/410/XMd/z7/Bnif6t8K/9Bv/AJPD/I+jP+F3/Dr/AJ/5P+/Ev/xNH/%0aC8Ph1/z/yf9+Jf/ia+c/8AhRvxE/584f8Av/H/AI0f8KN+In/PnD/3/j/xo+uY7/n3+DD/A%0aFb4V/6Df/J4f5H0Z/wu/wCHX/P/ACf9+Jf/AImj/hd/w6/5/wCT/vxL/wDE185/8KN+In/P%0anD/3/j/xo/4Ub8RP+fOH/v8Ax/40fXMd/wA+/wAGH+rfCv8A0G/+Tw/yPoz/AIXf8Ov+f+T%0a/AL8S/wDxNH/C8Ph1/wA/8n/fiX/4mvnP/hRvxE/584f+/wDH/jR/wo34if8APnD/AN/4/w%0aDGj65jv+ff4MP9W+Ff+g3/AMnh/kfRn/C7/h1/z/yf9+Jf/iaP+F3/AA6/5/5P+/Ev/wATX%0azn/AMKN+In/AD5w/wDf+P8Axo/4Ub8RP+fOH/v/AB/40fXMd/z7/Bh/q3wr/wBBv/k8P8j6%0aM/4Xf8Ov+f8Ak/78S/8AxNH/AAvD4df8/wDJ/wB+Jf8A4mvnP/hRvxE/584f+/8AH/jR/wA%0aKN+In/PnD/wB/4/8AGj65jv8An3+DD/VvhX/oN/8AJ4f5H0Z/wu/4df8AP/J/34l/+Jo/4X%0af8Ov8An/k/78S//E185/8ACjfiJ/z5w/8Af+P/ABo/4Ub8RP8Anzh/7/x/40fXMd/z7/Bh/%0aq3wr/0G/wDk8P8AI+jP+F3/AA6/5/5P+/Ev/wATR/wvD4df8/8AJ/34l/8Aia+c/wDhRvxE%0a/wCfOH/v/H/jR/wo34if8+cP/f8Aj/xo+uY7/n3+DD/VvhX/AKDf/J4f5H0Z/wALv+HX/P8%0aAyf8AfiX/AOJo/wCF3/Dr/n/k/wC/Ev8A8TXzn/wo34if8+cP/f8Aj/xo/wCFG/ET/nzh/w%0aC/8f8AjR9cx3/Pv8GH+rfCv/Qb/wCTw/yPoz/hd/w6/wCf+T/vxL/8TR/wvD4df8/8n/fiX%0a/4mvnP/AIUb8RP+fOH/AL/x/wCNH/CjfiJ/z5w/9/4/8aPrmO/59/gw/wBW+Ff+g3/yeH+R%0a9Gf8Lv8Ah1/z/wAn/fiX/wCJo/4Xf8Ov+f8Ak/78S/8AxNfOf/CjfiJ/z5w/9/4/8aP+FG/%0aET/nzh/7/AMf+NH1zHf8APv8ABh/q3wr/ANBv/k8P8j6M/wCF3/Dr/n/k/wC/Ev8A8TR/wv%0aD4df8AP/J/34l/+Jr5z/4Ub8RP+fOH/v8Ax/40f8KN+In/AD5w/wDf+P8Axo+uY7/n3+DD/%0aVvhX/oN/wDJ4f5H0Z/wu/4df8/8n/fiX/4mj/hd/wAOv+f+T/vxL/8AE185/wDCjfiJ/wA+%0acP8A3/j/AMaP+FG/ET/nzh/7/wAf+NH1zHf8+/wYf6t8K/8AQb/5PD/I+jP+F3/Dr/n/AJP%0a+/Ev/AMTR/wALw+HX/P8Ayf8AfiX/AOJr5z/4Ub8RP+fOH/v/AB/40f8ACjfiJ/z5w/8Af+%0aP/ABo+uY7/AJ9/gw/1b4V/6Df/ACeH+R9Gf8Lv+HX/AD/yf9+Jf/iaP+F3/Dr/AJ/5P+/Ev%0a/xNfOf/AAo34if8+cP/AH/j/wAaP+FG/ET/AJ84f+/8f+NH1zHf8+/wYf6t8K/9Bv8A5PD/%0aACPoz/hd/wAOv+f+T/vxL/8AE0f8Lw+HX/P/ACf9+Jf/AImvnP8A4Ub8RP8Anzh/7/x/40f%0a8KN+In/PnD/3/AI/8aPrmO/59/gw/1b4V/wCg3/yeH+R9Gf8AC7/h1/z/AMn/AH4l/wDiaP%0a8Ahd/w6/5/5P8AvxL/APE185/8KN+In/PnD/3/AI/8aP8AhRvxE/584f8Av/H/AI0fXMd/z%0a7/Bh/q3wr/0G/8Ak8P8j6M/4Xf8Ov8An/k/78S//E0f8Lw+HX/P/J/34l/+Jr5z/wCFG/ET%0a/nzh/wC/8f8AjR/wo34if8+cP/f+P/Gj65jv+ff4MP8AVvhX/oN/8nh/kfRn/C7/AIdf8/8%0aAJ/34l/8AiaP+F3/Dr/n/AJP+/Ev/AMTXzn/wo34if8+cP/f+P/Gj/hRvxE/584f+/wDH/j%0aR9cx3/AD7/AAYf6t8K/wDQb/5PD/I+jP8Ahd/w6/5/5P8AvxL/APE1558Ufih4N8T+DrrSN%0aHu3lupZImVWikQYVwTyygdK82/4Ub8RP+fOH/v/AB/40f8ACjfiJ/z5w/8Af+P/ABqKmJxs%0a4uDp6PyZ14PJeGMLiKeJp4z3otNXnG11r2H/AAL/AOShWv8A1wn/APQDX3JXzf8ACb4T+IP%0aC+vtr/iAxQ+VE0cUSPvYs/BJI4AAz3JJPtX0hXpZZSnTo2mrO58PxzjsPi8zVTDTUoqKV1t%0ae7e/zCiiivUPggooooAKKKKACiiigAooooAKKKKACiiigAooooAKKKKACiiigAooooAKKKK%0aACiiigAooooAKKKKACiiigAooooAKKKKACiiigAooooAKKKKACiiigAooooAKKKKACiiigA%0aooooAKKKKACiiigAooooAKKKKACiiigAooooAKKKKACiiigAooooAKKKKACiiigAooooAKK%0aKKACiiigAooooAKKKKACiiigAooooAKKKKACiiigAooooAKKKKACiiigAooooAKKKKACiii%0agAooooAKKKKACiiigAooooAKKKKACiiigAooooAKKKKACiiigAooooAKKKKACiiigAooooA%0aKKKKACiiigAooooAKKKKACiiigAooooAKKKKACiiigAooooAKKKKAMmiiiqJCiiigAooooA%0aKKKKAP/U+6KKKKokKKKKACiiigAooooAKKKKANaiiipKCikpaACiiigAopKWgAooooAKKSl%0aoAKKKKACikpaACiiigAopKWgAooooAKKSloAKKKKACikpaACiiigAopKWgAooooAKKSloAK%0aKKKACikpaACiiigAopKWgAooooAKKSloAKKKKACikpaACiiigAopKWgAooooAKKSloAKKKK%0aACikpaACiiigAopKWgAooooAKKSloAKKKKACikpaACiiigAopKWgAooooAKKSloAKKKKACi%0akpaACiiigAopKWgAooooAKKSloAKKKKACikpaACiiigAopKWgAooooAKKSloAKKKKACikpa%0aACiiigAopKWgAooooAKKSloAKKKKACikpaACiiigAopKWgAooooAKKSloAKKKKACikpaACi%0aiigAopKWgAooooAKKSloAKKKKACikpaACiiigAopKWgAooooAKKSloAKKKKACikpaACiiig%0aAopKWgAooooAKKSloAKKKKACikpaACiiigAopKWgAooooAKKSloAKKKKACikpaACiiigAop%0aKWgAooooAKKSloAKKKKACikpaACiiigAopKWgAooooAKKSloAKKKKACikpaACiiigAopKWg%0aAooooAKKSloAKKKKACikpaACiiigAopKWgAooooAKKSloAKKKKACikpaACiiigAopKWgAoo%0aooAKKSloAKKKKACikpaACiiigAopKWgAooooAKKSloAKKKKACikpaACiiigAopKWgAooooA%0aKKSloAKKKKACikpaACiiigAopKWgAooooAKKSloAKKKKACikpaACiiigDJoooqiQooooAKK%0aKKACiijmgD//1fuiiiiqJCiiigAooooAKKKKACiiigDWoooqSgooooAK8m8Tan4o1rxPFon%0ag11h/sYrcXsk7OkMjt/q4CUGWBGSR0PrkV6zXnfilrTXNct/BN3Cy/abZr2K7jcrJBLC2EZ%0aAB1Gc5z7Ypgc/onjXxjcaTdeItVtbE2mnmaO4tbdZzdrNHkBNp3KPm2knJAU5rJttW+Kfhy%0aDS7fU/sM39sTkCa5M7mCWUblik242j+FQoIGDk45qxf6vZa0q6dJH4iu5tGlls57nTI/KSW%0aZCBIW2PgnIyB2z71lS6bpl/4U1vXNI1LX7e40kTRmO7unVlliQNgqCeOR3FAj3PR/wC2vsS%0a/2/8AZvtm45+yb/L29seZ82fWue8VeLRo7RaRpEYv9cvflt7VT0/6aS/3UXqScZ7dyHxRa3%0aqXguwj0i9W0vp7S3zcSr5hAZV3tgnlsZIJ7/mOUh0yDwN4i0DTtO/0mfXJbhb68ufnuJfLj%0aDj5yflGew4/HmgYgu/FfgGSO/8AEl4+taTdYN3MF+ezlY8sqjrD2x27AdD6ta3VtfW8d3Zy%0apPDKNySIQysPUEcGuQ+IGsXeh+HWvLMRs7zwwssq71KSuFYEHrkGq+n+B/7A1tL/AMNXr2O%0anzMTdaeRvhbIOGjB/1ZzjOO3sMUCO2u7y0sIGub6eO3hXALysEUZ4GSxA5NWAQwDA5B5BFY%0a+vaBpXiXT20vWYfPt2ZX2hmU7lOQQVINakEMVvDHbwLsjiUIqjsqjAH4CkMlooooAK5Dxxr%0asnh/wAOXN3ajdez4trRB1aeX5UwO+PvY9q6+vIvEl4bvxykdxGz2/hvTpdUjg/iuJjlVKju%0aExwezUwJdAfWLjxRZ6Gb+ae38N2Si/kLk/aLudeFc/xBBlhnkHg10PxA1240Tw9IunE/2lq%0aDrZ2ar94yy/KCPdRk59QKrfDSyEPhaDU5JFnutYZr+5kX+KSY5x/wEYXHYg1574psden8c6%0aHrusMIbZNYjs7G2U5/dKSTM3vIQDjrj8KBHc+OW1XRvhrd+VfSm/tYIQ10jFJGYOgdty4I3%0ac/gauXUnimx1ix1SwLanpd8sUNxa/KHgJHE0bcZXn5wx/TpynjLwZ4huPDurXN/4lu7xY4J%0aZhbrHHFGwQFwrBRyOKl8PfDvw3reg6dqWpT31/8AaraKUrPdSFQXQEgBSvAPGKAPTtYTV5t%0aPddAlhivCV2POpaMAH5sheemce9eZ+FtT+JHiDzLz7Xpos7e8e3Y+VIDKkTAMyHPQ8gZrqP%0aEF7Y+AfB7rpMOzyl+z2UALOWmkJ2KMkseSSRnoDXmPgXWvFei6L4WgZbA6TqlwbdQqy/aBu%0aZ2ZmJbZkkHkA/SgDtPK8Z3mr32mWHiu2E1oVeSD7CCYkly0YLE4ORVjwhqHiaTxPreh65qE%0aeoJpkdv86QrD886l+gz0Uetc3pHiVNC8T+J7zUtM1KSS9vAkbw2rurRW6+WhDcdece1Hgbx%0aNb/8ACWatDf2d5a3XiC8Z7Xz4GjVoYIsjJbHIUHgZxxQBe+JXjnT9ORPDtpqElpqD3Nv9oe%0aJJA0NuxDs4ZVweABhSSc4xXSz+PtBufC2q+IdGuvPj0+N1JZHj/e7fkXEiqTkkD8a5FvEun%0aeHPiT4hfUEncT29mF8iJ5fuoc52A4696wtDsIfFb63qg86XT7XWZL6SyEeJLnZEDGhDEYO7%0a+E9fyoA3PCfxS8IWHhzT7XW9aknv0iBnaSK4dt7fMQW8s52525yRxxXor67NqegJrXhGJNT%0aM+DCsjGBWUNtY5dcjGD1FP0vX9P8AEfh46xpzkxSRPuU8MjgHcjDsynr+fSsD4VDHw/0f/r%0am//ox6BnE+IPEPxFi1/wAPxyaXHaPLPKEgivMpcEJ92TAAAXqMg80eOfEPxEt9BMlxpcelp%0a58I8+3vMvkuML8oBw3Q89K62TwNrZJkbxbqIAyeRHx+lef3UWv6ndPpXg3xFqWszxttluCY%0a0s4T/tS7TuI67UBPvQI9S0zVfHc9/DFquh29rasf3kqXQdlGDyF2jPNdk9zbxsUklRWHYsA%0aaxvDOmappOkx2es6g2p3YJZ5mGOv8I9h0B71n6v4E8Ia1ey6pq+nRz3EgG+RmcZCgKM4YDg%0aCgZj+PtXktP+Ec+wXhi87XLOKbypNu6Jt+5WweVPGQeKtanda1p3ia01DT7gX+l3u23urUu%0ag+zkZxPGSRx/fBOfrxjwLU/CmgapeWusaZai10i+1y00u1CFv3sPziaUEkk72GFPoK9C8Ee%0aCPBt7b3Oh65pUR1nSJDDc5ZwZEPMcwAbo64/GmI9X8T2t/qnhy9g0S5eC8eMtBLE2DvQ7gM%0ajsxG0+xrzvRvF13Preh63NO503xFb/ZJIWJ2W9/CTwAfu7zlQOp6ntXq+maXYaNYxabpkIg%0atoc7I1JIG4lj1JPJJNeHa3pUUeo+LPDMMgjg8hdet5QcC1uVPzAn+HeRkei5pAfQFFYfhnV%0aJdb8P6dq08Ziku7dJWUjGCwGcex6j2rcpDOH+IGu3GieH3j04k6lqLrZ2ar94yynGR/ujJz%0a649a4fx34j1Dw8mg+Hkubu5nhCXepTWoJmNvBw5OMYVzkkkgADms7xPp2vv4+0TXdYkVITq%0agtbG2U5UQrk+Yx/vSEAn0H4Vux+GtSsPDfizxH4kZX1nVLO6DhDuSGFI2CRofTGCfwzyKYj%0aUg+KNpcwpcW/h7XZYpVDI6We5WU8ggh8EEdCK7jRNXGuWAvltLqwyzL5d5H5Uox325PB7V5%0ad4U1b4hxeGdJjsNAtZ7ZbSERSNdBS6BBtYrjgkdq9OewGvaGLHxFaqv2qIC5gRyQDwSodSD%0agHuCKAOVsNT8S21rrek+IUZp7CGSaDUI02RzRMGK9OFkTGCB9fc63gG5urzwbpF3fSvPPLb%0aqzySEszE55JPJrzrxv8O/AHh/wpqerQab5c8MJELGec4kf5EODIQcMRwQRUvh/wCHnw0u1G%0ajXFn5urWEEP2xGmuEbe6AlgN4BBJ/hGB0oA9vrgtR0fx/PfTzab4hgtrV2Jjia0Vyi+hYnn%0a61y3hnw9pHhv4n3thokH2e2/shXK73f52mGTl2Y9AO9afxJiku7zw1pouJreK81ARSmCQxs%0aVKHjIoGYmry/EnS9Y0fRh4ht55tXkkVSLNBsWJd7seTnA7cV0f8AYXxM/wChotv/AACT/wC%0aKqN/hP4eeZLh7zUmliBCObpyy7uuD1Ge+K5bxr4RtfDGlQappuo6iZhd28f7y6dl2u4ByPp%0aQI9Y02PWtN0eU63eJqF3HvcSJGIlKgZA2g+3WvM7Xxr4+ufDaeK3tdJt9OZPMLyPPuVQ23l%0aVDHr6Zr17U2C6bdseghkP8A46a+dbH4fWWofCyPU7KC5n1Sa23oiTSFWYydo923p2xQB2tk%0anxXtry81fOmz296sciwyTztHEFXkxgrlQ3Uj1rd8K63401w2mo3EWmNpFwGJlt3m8wgAgbV%0akVf4hg57V5uuh6KLQRt4W8R+d5eCRI23dj08/pn2rs/hv4Es9J0nS9VvoLi31WJH3o8sgVS%0axZeY87fun096AK3jzx9pFhqWk6fa6qYJrTVIft6JvXEADbw+Bhl5GRzXTXXxD0uJYJrCw1H%0aVLe4j8xJ7K2aWMjcykZ45BU5GPSua+KOq6LY3Hh8zSxGW31e3nmiTDy+Wqtk7BliOg6dcVo%0a694113StO07VNO0PbZ3rrERdv5DxO7lU3oAdqtgHJ6ZGaAOc8PfEeZdW103enazdxNcqYIk%0atmkMC7BlGXPyEnnFevaTrEWracmp+RPZIxI8u7TypBg45UnjPavHEvPHfg3+3vEt9o9p9nv%0aJBdS5uh8m1QoVcLliTjHua9ajtofE/hyCLX7MBb6COSe2YnCscPtJGD8p/lQBr/bLP/nvH/%0awB9D/GvL/C93d61pviuyl1aSCb+2L2C2n8wM0KLs2BNxOFHYDHGcYPNYHjjwR4NsLS20XRN%0aKiXWNXlEFtguTGvBklI3dEXJ+uK8803wnoOl3V3rOpWgutIsNbu9Mug5b93D8ghl4IPyMcM%0ae4NAH0f4S1PVr3TfI8QxpFqFvI0LMjKVnCdJUAOQGHYgc54xXP+P/ABQmlWwGlazbW2p2Ei%0aTvZyyRqZ48ZMbbuRuU5GMZ/lt6R4E8H6PeRarpGnRwXEYPlyoznAZSDjLEcg1j3Pg67k8Qe%0aINd+z2F29/FbLZrdqZFR4kKvvG3IB/2Sc96AMPWvG9gdT0TW9H1u2Mat5V9YNdRBfKlGS/3%0atpeI+hOe3HWHXPHuman4r0vStN1yCz02zP2u9uVmVVlI4SBWz82erDpg+opmo6Z4j0e0e+1%0aSx8I2tunV5IpVGew5XknsByaPCNtq/iC5kk1Lw7o8OlFGEdzHatG0rEfKY1lG7b7sg9qAOz%0a8ZeJWs/A174j8O3UcjIitDMm2RDmVUOM5B7iuQuNU8caDrdrbXesRapF9iub+4iFskO2KFP%0akywLH53IHHpUXiDQ7vw38FbnRL9kee1iUOYiSp3XAYYJAPQ+la1pLbWnjbXF8RKCl3pkT2z%0aEFlNpEp89MYyW3EkqMkjtQBlTap8TfFWl6bqekadBZRmSK7R0uyPMQc+XIuBlWB5BrobbxX%0a4st/EelaJ4g0m3tI9VMwSSKcyEeTGXPG0ewrgpdY+GZlYWvinWbKLqlvbPdRxRqOiogi+VR%0a0ArofCerfD2TWLdLLWL7WL+RiLVr8TymIlWDeWzxqE3KcNzzgUAe00VwOpeNdQsL6ezi8Na%0apdrCxUTQxqUfHdTnoao/wDCwdT/AOhS1j/v0v8A8VQM9MqOaaK3ieed1jjjUs7McKoAySSe%0agFeb/wDCwNT/AOhS1j/v0v8A8VWzJbQePfDr2msWV5psU0gDwyHypSI2Dc4J+Vun/wBfBoA%0a860nxZ4t1LxHqXiTSNJu9W0aQfZbNVnWGLEZw0gRzyWI4OOBkduN1PiL4kl1SXRk8Jzm9hj%0aWZ4vtUWQjHAOcY5PvTTeeLD4mvvCfhF7CxsdIgtyiTROeJFzgbT2INczZ2vxA/4WHqEcV7p%0a41EWERkcxSeUY9/ygDOd2epoEeo6H4g8R6jfC21Tw7LpkG0nznnjkGR0G1eeaz/ABtqeoPd%0aaX4V0OdoL/U51eSWP70NtEd0j+2cBRng8itnw/B4whlmPia6s7iMqPLFrG6ENnnduJ4xXmf%0ajDSvEGkeIJtV0XXGOra66WtnarbxsyxJyw8xt22NOWYhRzjPPNAG78Qtc13TtKufEHhjWYF%0ag09kt5rcRJMTMZQjAuSdpUMMqR296o65J8QfDsulGbxBDef2hfw2YiWzRDiQks2cnAABqj4%0a60KLQ/h3aeFNMbzrq9vYLfeT80txI3mMzH1YjPPQYq/rZm8SeEtK8bRamdOm0a3lunAiSXN%0awqbXUhzgFWDKMg8mgD2WvGtP+J+lx+Ktft9c1SO2sLSVLe0iZMksgIlfcqkkFhxk49K3muf%0aGcvw9tJrLF1rt7BEGkbbH5ZnxlyAAP3at2HbODVXQrrwD4Q02Lw9danYm6tMrcNK6b2mJy5%0abPP3s8HoMCgDB8N/E7w+mq682r6yPszXYNlv3keVt52/LwM16VonjDw14jnkttEv0u5Yl3s%0aqhgQucZ5A7mvLPCHiPwZba54nlvb6yjiuL4PAXZAGTZ1TPbPpXrOi6v4b1Zpf7Buba5aIDz%0aPs5UlQ2cZ2+uP0oA89+JXjnT9ORPDtpqElpqD3Nv9oeJJA0NuxDs4ZVweABhSSc4xXSz+Pt%0aBufC2q+IdGuvPj0+N1JZHj/e7fkXEiqTkkD8a5FvEuneHPiT4hfUEncT29mF8iJ5fuoc52A%0a4696wtDsIfFb63qg86XT7XWZL6SyEeJLnZEDGhDEYO7+E9fyoA3PCfxS8IWHhzT7XW9aknv%0a0iBnaSK4dt7fMQW8s52525yRxxXrWk6tYa5p8Oq6XL51rcAmN9rLkAlTwwBHIPUVm6Xr+n+%0aI/Dx1jTnJikifcp4ZHAO5GHZlPX8+lcr8ObuLTfhjp9/PxHbW00z/wC6jux/QUAdb4k3zaf%0a9gtdUXSb66YLbSkplpFO4KFf72ccgc4rkB421Kw8Mazc+ILQ2mq6LHtchT5E0jjETxMeCHb%0aGR1Fcktzqt9YfD/UNamM13d6gZmYgD5XDMgGAOiEV1PiFx4v8AF1l4Sg+ew0llvtSYfdLj/%0aUwn6n5mHp7igDvdCbUn0ayfWCDfPCjT7V2gOQCwx7Hiua+IGr3un6PFp+jyGPVNXnSztSvV%0aS5+Z/YKueexIqTw9rOpN4g1nw3rTh57WQXNo4ULvtJeFwB1KMCrH1Nefa3Y63J8SND1rV2E%0acBv5LWyt1OQIY0JMpP96Q847AD2oA6PxT8RLDRNAlTSJZNQ1IedapiNsiW3GJZH+UDbHncx%0aHB7cZI5mLxP458LeErbUbt9N1G22Dy7h7iaWa4ZzkBflyzHOAOwHPSrGhTeJ47HVxoKWCRN%0aq+oefc3zMFiG9eir1z7nHHNclo/he2i1MX/AIa1uK7utNdpGmuLdRpSyysB5cTBsI+SMGMH%0atjB4pgfRumyajeaRby6ggs72aFWkROfKdl5AzkHafXNcJBqXjLRdN1qw1tftMmnWUtxaami%0aqElCqxVZE6CRSOQAQR17Ft02PivWNCjhv7xNF1ISkvJZDzVKLkADzOzcH1Fcn4cn1PVfC/i%0arStY1IXEsF7eabFc3G2MYEaou7aMAbmz3PNIDhpvG+vR6do94njWzkm1GW3juIBbQbrVZly%0a7ud3IiPByF/Cu48IeItTvPGMuiSeIINfsxpxufMghjiCSiVU2nYWyQpz179K8+1201vTtO8%0aN6dM+gSraX9nFG8DOXZo1KqZyQP3ZxlyK9H8M6bqC+L217VLjR0L2Js0h052yx80SbirAZ4%0aBHB9OKAOt8Qab4qvp4n0DWY9MiVMOj2yzFmz1yxGOOMV554mf4j+G7eynbxJDcfbLyG0wLK%0aNdvmkjd1OcY6frXZaprPjy21CaDS/DkV5aocRzNdpGXGOpUjI5rzbx5rHji5stLXVPD8Vmi%0aanbPGy3aSb5QTtQgDgN/e7UAd3/AGB8Sf8Aoa4f/ACP/wCKrvLm8h0vTpL3UpgsdrEXmlIw%0aMKMsce/oPpXA/wDCQfEv/oVIP/A6P/CtufTLzxh4Xm0rxRbNpb3Z2yR28qSMFRwww+0r82O%0aeOlAznIPG3jDU7b+19G8LNPprAvE0tykc8qdmWPBxkdBk57V2fh/xLpviLRU1yzYxwEN5iy%0afK0bJ99X9Cv8uaq6/4j0bwVpMRum5VBFbW6cyysowqoo/AE9BXmDabqvhr4Ra5cagphvtSa%0aW6liH/LP7SyoV9sL1HbJFAjpLfx94j1iN9S8MeGpL/S42YLPJcJC8wU4JjjYE4yPx6deK7D%0aQfFmk69oX/CQRSfZ7dNwnExCGFk++rk8Db1z6c1b8NW0Vn4d0y1hACRWsKjHsg/nXn3hK0t%0apPFnjnQp41lsnngmaJhlCbiNjJkdPmIGaBmjp3xM0zWfFdv4d0i3e4t7hJGF6SUjLRgkiNS%0avzjjBORz61e8TeL9U0fW7PQdF0c6vd3cLz7RcLBtVDjq6kH8xWDqcEFt8VfDVvbRrFFHYXI%0aVEAVVADcADgCotdXxKnxMjvND003ONK+zxzz7kto5GlLFncA5wvG1fmOfSgRtW3ibx9LcxR%0aXHg0wRO6q8n9oQtsUnBbaFycDnA610XivxJZ+FdEuNVumXeilYYz1klI+RAOpyeuOgya4y6%0a8UeMvCl3aSeMYLGfS7uVYTc2PmKYHfoXVycr7j+eAe01LwrpGr6zY63qCNNNpwbyUZiYgxI%0aIfZ03DHB/POBgA818K638QtI0aO11Pw5e6lcszSPPLdRgnecgBWJKgDA29vatLS/iL4k1q1%0a+26Z4Tnnh3sm4XUQ+ZDhhyAeDVLwvqnxO8U6Hba7a3umQxXO/ajwybhsdkOcNjkrWJ8O7b4%0agSeHd2i3unRW/wBpn+WeKRn37zuOQcYJ6UAezaBqeq6payTatpb6TKr7VieRJCy4B3ZTgcn%0aGPauB1bxL4n03UZ7ObXPDdqUY7YrlpVlVDym8eYOdpB6Yr0XSI9Zj05E1uWCa++bc8CssZ5%0aO3APPTGa8H8bax4i0O4httVk8Pz6jfkIubch0U/KJHeVtqqvYt6dCAcAEOleNPEt14g1S9f%0axFokKxbLZUuJZRbPt5MkKeZ68Fz17V6BoXiPxLqmqQWo1rw9eJu3SxWjStMYx97aN5GcdyM%0aV55o1rFomnRabBrfhGZYs/vJ8SSMWJJLMX56/lWp4N1nXta1O6t9Lk8PQXdlIUcQwNukiz9%0a+J0chlI/LuBTA9B+IPi7SdA0W+sJr/wCyalcWcrWoXeHLFSFKso4O7ocisS2+IelxfDp9Xt%0ar4XV9YWUMcu7du+1PGFUMWHzEuCSRnoTXQfEW/0i08KatDfXEEVxNZzJCsjKHZmQgBATkkn%0a0rxDxJCfEnw6t9Th863sdCsbaMI0flrPdMY42kBP30RSwB9TxxmkBtj4labZaf4XePXZrq6%0atJUXUkeObEiSqRISSgDmIn5RnntzXtvh7xd4f8VCc6FdG5+zbfMzHJHjfnb99VznaeleQeN%0adT8bzQ6ANS0S3twmr2jwFboP5kw3bEPy/KG5y3avZdAu/EF3BK/iCwj0+VXwiRyiYMuOpIA%0axz2oAoaX4gur7xZrfh+SNFh0tLZo3GdzeehZt3OOMcYArJtr69b4oXmnNPIbVNJjlWEsdgc%0ay4LBemccZrMn0TxhF4q1fxD4UvNMeHUBDE63PmOytAm0j93wDknIye1cjbx/ET/AIWPdqk2%0alf2n/Zib2KzeR5PmcADO7fu/DFAHq9x4guYfGtp4ZWNDBcWUlyznO8Mj7QBzjH4V1teW6bo%0anipfF9r4j8V3enDZbPaRJa+YhYuwYcSdT16H8K9SoGFFFFIAooooA8+1bxnfDWpfDnhbSzq%0a19aqGuWMqxQwbvuhnIOWP90f0OJtB8Y3N7rDeG/EOmtpOqCPzo08wSxzRjgsjgDJHcY4/Ot%0abStB0vwzJqupJM4/tCdru4knZQqE84BAXCL2yTj1rg9LuT438f2/iXTUYaPocMsEdwQQLia%0aUFW2ZxlVB6+o96YjpvEPjKfT9Xi8N6Dpz6vqskfnNEHWJIo84DSOwIGT2/xGWaF4zurvWv8%0aAhGvEemtpGptGZYl8xZY5kGclHUDkYzj0zWR4D/0nxZ4y1CXmb7cluCeoSFSFA9qX4j4ttW%0a8IalHxNHq8UAI67J+HH4gUAaPi/wCJGieFUlgQHUdRiG42sJ5RepaRgCEABHUZ5HFdZBrFs%0adCi169ItoGtluZNxyEUoHPOBnH059K474i6dYWvgzxBeW9vHHcXMIMsiqA7kFQNzdTgDiuZ%0a8dXa23ws0mGZzHBdCxhmYZ/1e1WbpzjC9qANtPG3i6+tf7Y0fws8+mEF42kuFjnlj/vrFtJ%0aGRyAeT2rtvD/iHT/EejQa5YMVgmUkh+ChXhlb0KkHPbv0rjn1L4kS241DRNL0+KwC5htLh5%0aBdNGB8v3cRoxGMKTx0JzVrRB4f8deDZre0tm0y3vGeO6ggxE8coI3glQASeMkjkHkdqAONt%0a/FnifVfF95rnh7TrnV9DtozZwrFOsMLyKQzSkOcMeSAcdMVtn4i+Ixqo0M+Ep/tzQ/aRF9p%0aiz5W7buzjH3uOuabPN4jsPEq+CPBRsbCystPS4UTxu3WQqRlTkknBJPU5JNczJbfED/hZMU%0aZvdP/ALT/ALIJEnlSeV5Pn/d25zu3c56YoA9M0fxH4m1DUIrTUfDU2nW77t1w9xE4TCkjKr%0ayckY/Gu3rktBt/GsV27eJLuxntjGQi20bo4fIwSWJGMZ/HFdbSGFFFFABRRRQBzni3Xk8Ne%0aHrzWGG54UxEn9+VvlRcd8sRn2rz/Q21+TW9E8MT388kmkWv27VpS5JeabPlwMe4XJODwVA7%0air/iqQ6p430bQrlGNpYQyasyY5uJYjtjjX1Kn5iO4NW/hhF9q0ObxNOyyXmu3ElzMV52gMU%0aSLPogGMdiTTEbvjbxAfDfhu61CLm6YCG2QclppPlQAd8Hkj0BrH1ePWdH+Gl0txeyyana2D%0aM9wHIk8wLuYhhzweAeuBXA/EWx1+71/T9X1JvI06y1W0tbKBTnzC5DvM3pyNoHsfqet8TeD%0aPEOpWOqvceJbuSGSOdo7WOOONNpDFY2IGWGMKT1NAFgT+LLe10PxDpbvqlpPa20d5ZNt3ne%0aoPnxucfMC3zBjgj8x3mqLqUunzLo0kUd4RiJ5gWjByM7gvJ4z+NeP+DPAGgeIPCul6lqVzf%0aXnnQLujkupPLUr8pVVUjCgjAGeBXf38mj/DzwnPJp8HlW1mreTAGZi0kjfKoLEsdzn1oA4v%0aQtS+JuuXGoJBe6YsWnXbWjuYZMO8YG/bz0Gcc962LtPF9z4gu9K0/xRbwyqpuFtjZB2jhZi%0aEy5OD6ep64rzrwXrvjHRvD+kXhWwbT9T1UW0odZftJeeZhIxO4JnggcemQa6iHxAuiePPEe%0ao6hpuoTLP9ngt2gtnkXZEnz/ADDA5Y9qANzw3feK4vGl54e1vUo9RgtrFZy0cCw4kkcBRxk%0a/dBPXv7VV+J/jaz0XTZ9Cs717bWLhYihRJMxxtIA0m5VxwobgHPtWL4Y8VWw8d6td39lfWp%0a16W2t7IzQNGMQxkEEtjGTzjmr2q+ILHw98Uri6v0mdJdIjQeTE0rZ84nkKCQOOtAHXWHjvw%0azfaNqGo6ZeG6i0iHfMXSSM8KSuTIq5LbT071wXgr4peGLLw5bR+JNakl1Jy8k++KdypZyQo%0aYIRhVwOCRWdp1lB461rxRJC8y6e15YzzwGMpJcRwwt+6w5XbucDrivZPDPiHTvEumLfaeGi%0aCMYpYHG14ZE4aN17EfyoAii8QrrWgNrXhFV1IsSIVctCrlW2sCXUEY57dq8t8V+IfiJDc6G%0aJtMjsDJqMSosN5kTsQcRSYAwjd85HtXW/CXnwZC3964uT/AORmqa58Ea1cXEky+KtQjV3Lq%0aiiPCZOQBkdugoA5Hxx4g+Itv4Wv5rjSo9MjVUzdW95mSPLqMqFAPPQ4PQ12Olav4/mmtI77%0aQreK2coJJhdhmCHGW27eTjnFec6hHrV1dyaN4U8Sanrd8nEhQxrawn/prNtIyP7q5J6cGvY%0aPCOk63o+k/ZvEGpNql47mRpCMBQQBsXuQME5IHXpQB0T3FvE22WVEb0LAGvPfiPq8lnoVvL%0ap14YZTfWylopNrFS/zAlTnBHWt3WPBHhXxBef2hrGnpc3G0JvYsDtHQcMBXzl4i8MeHrye8%0a1jRLNbfSbS8ttOhKFsTyNJ+/kBJJwPuAjg9RzQB71r91rVhrNjrOjXAvrNittd2G9BhWbia%0aMkj5lJ+bJwR6dR02s202raLeWenXTW888TpFPE2Cj4+Uhh0weuO1eN+DvAvg5ri/8L69pkc%0auqaZIxEjFwZ7ZzmKUYYA8Ha2OhAzya9p0jRtM0GyXTtIgW2tlJYIpJGWOSeSTQB5Dpni3Uv%0atXh3xBfTyC1ud2j6lAx+WG9U/LIV6Auw5PZTXuNeHa5o1tJ4o17wvuC2mv6f8A2iT0Ftcwt%0agSn0ViASe54r0bwPrFzr/hPTNVvFKTzQ4fPG5kJQv8ARsbh7GgDq68l8deLJ9L1bTotOW98%0ayxuo3ukjhkaGW3dfnBZQQSoIIHY+9etV5D8VvGdno2nL4ciuPKvdVxG7qCxggc7XkIHOSMh%0aQOTyR0oGa978RbZYdGl0bTrjUzriztbom2N8W+N2Q/wBSfoK5DTPGvig+MNZU6Hf3CCK3xZ%0aean+j/ACnLYLbfn68fjWVqOum0vfB+qeH9JkntdPh1EWsJkCPNbRwovncj5cgMwBG5sepqa%0az13xTbXer+P38N79M1SzhckX0K7IokOWyPmJIPQKGB460CPVNG1y78YeF21TSFOmT3HmJC0%0awEoUoxUsQOCMg1wlrN8SbvxNe+HItfts2EEc0k32Rcbpc7U2564Gc5rttO1PR/DPgW11Z7Z%0atPsILRJhb5MjJ5gBCZPLMWbGT3POK8k0Cw8GeITq+r+OonTXS8t3PbTPNA8duq5QIoZN6hB%0anPJ9eMUAeiajqHi3wZ4b1XXdavoNXeBYjCiw+SFy4VtxUknO4Y9MVb8RanfQeL/CNpbzPFB%0aevd+fGpwr7IQy7h3weRXmh082XwJvZWQxm+xdBCSdiyTpsAJJJGwL1Nd54m/wCR28D/AO9e%0a/wDohaAPUa80udT1fwn4qjTVbprzRNcl8uGSQAG0uCPljyAP3b4wvofxJ9LrxvxzYHx14hi%0a8G2spRNNtpb2d1OAs7rstlJHcEliO60DPZKzNYt9UudOlg0a6WyvG27JnjEirhgTlTjORkV%0aieCNek8Q+Hre6uhtvYCbe7Q9Vni+VwR2z97Hoa66kB5p/YXxM/6Gi2/wDAJP8AGuc8NSfEn%0axJb3l1F4ht4Yra7ltUY2aN5giIHmDkYBPbnpUXh3wvb+KtS8SXWpX9+jW2sXMEaw3LxqEUg%0agBRxxk10kHwn8PWsfk215qUMeSdqXTqMnknA9aYi5aaL8RI7uCS78R280CyKZIxZqpdARuU%0aNnjI4z2qbxh4i1zSNS0bSNAt7ee41Z5lH2ksqr5Shuq88gntWJ4Fs20nxj4q0WO5uLi2tFs%0aTF9olaVl8yNnblvUmmfEHTLXWvFvhDSrwMYp5L0sEYo2EiVuGUgjp2oAo6pqHxI1WW58KId%0aMtL+S2E+bea4SVIy+0OrhcfeGMZz7Yq0+ufErS5dP0q+j0c3V5mOEs8+ZWjXLE7UwDjk5wP%0aSuU1jwPYaP4uMiaPquo6W9ioBtJXZxP5hJy7SKcbR0zjJ6VW/wCEPstX8Q6PFa6DrFjZpJL%0a9rku5HxtKHZtYSuV+Yc4xTA9rh1i80jQ5NV8atbWRhb941uXeMKzBU6jdkk46V594Q+IWkX%0aOra7BPqL3bTXjvYQgO7PEse7bECMDODgcc16bpukaT4c0xrKElLRCXY3EhfGeuWkJ4/GvKv%0aBGv6d/wlOv2On273z3epNJHNboHhjjCAb2lHyhSRgYzk0gI/HPxHmk8LXyaZp2s6bdHy9lz%0aLbNCifvFzmTdxkZHvnFdvYePre/vYLJdE1iEzuqCSa0ZI1zxlmzwB3Nefa9qXjrxxYaz4NX%0aRra2ngMKzn7TyoLLKjKCoDBguM5rtdG8WeJ7jxVH4Z1nSoLZjbNcyPDP5uxAdq7vlAG5uAM%0a570AeiPcW8TbZZURvQsAa89+I+ryWehW8unXhhlN9bKWik2sVL/MCVOcEda3dY8EeFfEF5/%0aaGsaelzcbQm9iwO0dBwwFfOXiLwx4evJ7zWNEs1t9JtLy206EoWxPI0n7+QEknA+4COD1HN%0aAHvWv3WtWGs2Os6NcC+s2K213Yb0GFZuJoySPmUn5snBHp1HaTX1nbWsl9POkdvECzyMwCq%0aB1JPQYrw3wd4F8HNcX/hfXtMjl1TTJGIkYuDPbOcxSjDAHg7Wx0IGeTXpOp+ErRPB9/4X8O%0awx2i3MMiRqxbYGfuT8xxn60AcppnjywtfE2o2Woa5aXmk3Ki4tbjz4lMDfdaAgEEjupAPuc%0ak1B4Z8dabotlqlnr+t299HYzO9pcfaEkluIWBcLtDFt6n5eQM8AcCtK68Ja1aw2Vtoml6BJ%0aHFbRpM15C5czKMMQUXBU8YJ5zmuK1W51zS7waWmk+Gb7Um6WdpbTSTc92G0Kgwc5cgYoA63%0a4deKbfUoZbjV9ahm1HVp2lhsRMrGCP+GNVzkHAyR+fOan1e+8Wah41udA0bV49MtrWxjuSX%0at0myWYqeWII/OktvCGp3N14a1q5sdP028sJZpb2O1XYCrqVRVIB3EDGctjOcGsbxJBqd14t%0a8TW2j83kugIsY7nMhBA/wBorkL74oAg0Xxz4ze00i2W3h1a81lrqWF5CLYeTAQFJCgj5gC3%0a4itXTn+K1jf6hdSadb3MN7IskcMt4SIMDDBCR91jzjAxVa81j4ft4X0Ka9up9ND2oWzntVk%0a+0RLHtWRBJGjbTkbX9ea5oax8OTjHjPX/AJun7665+n7qgD1Xw34w/tLw5d6/rcS2K2Ms0c%0a4QtIFEH3jwMn8BXCaN8UfDzeJdZvtR1WVLCUwRWERimKbVX53wEIUsx74Nbl7eeG7z4aa7J%0a4XbfaLb3CuxR0LS+XlmYOqkscgk45NcL4l8ZaRqHw4ttEgjuhcCKyTLwSLHmNo8/ORtxxxz%0azQB2XjTxrZaJ420TT73UHsrK3jlubsR723lhtiRljBPUE4I6V02l/ErwVrWoQ6Xpuo+ddXB%0aKxp5My5IBJ5ZABwO5rNszYeDvEkg1h5JbvxNcuy3rKBEuziG2znIIXpxgn9F8Yc+NPBi/9P%0aF0fyhoAzfiH4o1C00jxHp9ozWVxp8VjNBPG5Duk8wVyMYxgqVODyDWjq3izVom1mS0ubCxt%0adLu4rYT3iSsrbolZwdjD5g7AD261xPxm/tmzsLy6lXTlsb3yLSN8S/bGVGE23r5eA6sen3f%0aetu6u9asfDB8Q3Wq2mmQzz+cX0i2Fwtx5+1QzLcAnfu64/HkUAcbH8Qtb/4SqWQ+ItJ8n7E%0aoBK3H2Td5h6Jvz5uOrdNvFe8eF7+81TR4r+8ubW7MxYpLZq6xMoOOA5JyCDmvDd+px6o+u/%0a2lrgvGgFu0h0RMeUG3Y27do55zjPvXrfhPUyfDLeINQ1d9Rs3V51mlgSAxxR5DZSIc42k9z%0aQBiaxf+LdQ8cy+G9C1OLToIbBLol4FmyxkKEckEdu9W/wCwviT/ANDRb/8AgCn/AMVXD614%0ag8C6nr58Q2HjCXTLhrdbZvIiYgorFv4oz3P6Ve1M2+jQWd1qfj6+gi1CPzbdjEp3pgHIwhx%0aww60Ad18O9a1LX/CttqerSCW5eSZGZVCg7JGUcDgcCrniuHxQIINQ8Lzp51mxeS0kUbLlcf%0ac3dVYfwkHGetcv8P8AXvBNjaWvhLQ9Y/tCfdK6bkdWYktI38IXgZqt48j8S6GRr1jr06QS3%0acEYtBHHsVZGCkbiC3vQBD4n8V6umpaHbrqS+F4dQtJJ5jdxRyFHXbhGDEYPJHUe4zXKWnjH%0aWriXVEm8c2UK2L7YGNrB/pI2bty/OMc/Lxmu98Y6be3HiPT9X0250vzLKCWJ4dRcgHzSCCF%0aUHsO+K850NNdn1DxHDCfD6tLcBZTMzhATGBmAgfdx696YHt/gvU7zWPCumapfuJLi5gV5GA%0aCgk57DAFdRXL+DLH+y/DOn6WbiG5eziETvA29Cw64PHr3FdRUjCiiigDl9f8V+G9Df7BrWo%0arYyzxllySG2nK7gQDjkHFeeeDPiPotlpkum+JNahmls53jhuWYs1xDnKO3BIbnBzzxXoup6%0a94QtbtrXWL+wiuYgA0c8kYdQRuGQxyMg5H1rzDwFrng2B/EUuoX2nw+frN08IlkiGYfl2su%0a4/dPOCOKYhsPxH0TUPHUt5NrYtNG02Dy4o9zBbqWT7zlQOQnQZ7gEdTXrLeJNKbQz4itXa7%0assZVoEZ2Ybth2qBk4NeUaVrfg1PiJrl1NfaeLOS1tlidpIvLZgPmCknBI74r1u01rQJNNl1%0aGwvLZ7C13eZLC6tGm0bmyVJAIByR70AedeAvGhnvZvDmqtdyXM1zcSWUlzE6s9sBvG4sBgr%0ayPyFYHiL4kazq/gm61PSNHvbGCVB5d+sqAJtkCk/KQ3UFeKj8LeNbHxJ44utXhikuLiUiys%0a4SNogs0+eW4diNuS2Plzu6DvXJaPqviLVvAFv8PtO0Myy3lrJNDcG5jQPGtySzBHxyG427s%0a/xYxQB7FpnjvUJNR0rRtS0K6s5NSyscsrxkN5abnbAJOAOT9a6zxObuPSXmtNWj0UxMrPdS%0axrKgXpghyoGSRzmuK0HVLjVPF1tp2u6AdP1HS7BpI5vtSzBUkKxkbY/lBfHc5wPStHxdqni%0aKxu4rSD+xxY3rLFEuoSSK0kmMlcBSuOOPfHfFAHJ/wBtXv8A0UzTv/AS3/8AjtWfDfiXVpf%0aGlrojeJLfxBZz2ssrtBDFGEdMAAlCx9+oqlr0/i3w9b29zfaH4fZLi4jtlEayE75ThScqOP%0aWqeq2Pi3w7rFr4vvI9B04QRm0VEaZUczNxwse4t9OgyTwKAPaPEGs2vh/RbzWLtgqW0ZcZ/%0aiboq/VmwB9a8KufG3jSHT/DSanp+opdm+jM8gVIhdq24iJVUqOQRwQM45r1u8std1XwvcW+%0auzWNhekhzMkf2i3jSNg+4rNgE4B5PTr2rxXxXe30lzoZk8dWGolNRiZWjht1FscH98+2Q5V%0ae4bA560Aet3Hja/g0DVdauNDurFtOiWRUutqiXJIIUqW6Y5+oqDW9Xvj4i8GCCV4IdQadpo%0alY7XHkBgGHfaTxmuR1ue/ufB/iF5/Flp4hiSzIMVtFChjYsuGLROx6AjB/pW3q/wDyMHw++%0ak//AKTLQB2Pi2XxHaWEepeG9s0tm/mzWrKCbiID5kVuqt3XHUjHscDVNXvZ/GHgxLd57WC+%0ajvZZ7d8oSBArIJU9UY9D0NbeveA/Cnia9XUNcsftNwkYiDebKnygkgYR1HUnnGa8b1Xwb8P%0a9O8aTW1xZmLSNL0w3V5tkuH/ePIFQEhi4wvPHGOtAH0nVDVL/APsywmv/ALPPd+SAfKtk8y%0aVuQMKuRk8/lXlOqfDP4dDw5eavpunhgtpJPDKtxOynCFlYfvCCO9dZ4IuLew8AaRd3sqwwx%0aWUbu7nCqu3OSTQM4jR/Hd5p3iS8i1XTdZTT9YuoUsftduymKaQbXjy7YCZGVCngZ4ol1vxZ%0ac3HiHUG8RQ6Tpuj3rW2HtFmwvG05HzdWA6Gs/SvHGieLPiBHc6nI9rZacPL0xZVKxyzSjmR%0a2PAZl/wBWp7c8Hg52stjwp8QYwMtLrAjUepaSICgR3miah4ssvHEfhzW9Vj1K3m05rxSlus%0aOD5gQdMnpnv3rZ8QeI7u01qTw/CgVZNKuLwTAkOrx/KAMfn61luuz4tWaf3dCYflPWV4v8N%0aQza/NqU3iK5tbuaznMVtGiE/Z41BlRSR0J557nigA8J6/4q1nwnBbvHLpjraCUaxdGOaNtj%0aAsWVmz8y7uWPHWsGXxF4pj8R2+hL40sHhlt2na68iDy0KttCH5sFj161DaQRaf4NeNdfupo%0ar7Q7yW20+aNcCNYTyWQEDbnjJ57ZrR0HS/D5vvC2jy6Jp8seoaOt1NI9ujSNIqJzux3yScg%0a5pgep+GF1I6c0mo6xDrJkcmO4gjSNAoAG35CwJDA8/hWDpt14v0i6vtJ1oHULdYZbi11JVV%0aen/ACzmQYAYZ+XA5H44wvh7p95qHw2tbPTb59NlM0+2aNVYqBO+QA3HI4q54TutVf8A4SfS%0adb1M3gsJhbxzzhYwA8ffaAByaQHm7eO/EK+H7PVx4xtDd3DxrJZ/Zod8QdtrEndn5ByflFd%0av4c8S6pN4xtNH/wCElt/EFpPbTSuYII49jJjaCUZjzn1Fef65p2taN4UsdKml0KeK2uLdFk%0agd2nYiQYLkgDbn73tXo+iadqUni2z1vVLjRYlgglgWLT5G3O0pGMhhz09aALvj/WfHWgWV7%0arGknT1021RGzKJGuCWIU4HCYye/aqGvz+MvC3hS51O410Xl7cTWyxv9mjRIQ7hWCryGyD35%0a4rm/jbYW1rp736Xd613fsq/ZhMfs6xxAb3MXTAwo6/eYGtCC20Cbwo8AtdZ16O6mRLm1Mpl%0antpoOdrZZCmD6Hng9KAOk1HSPiBYafdX3/CWrJ9mieXb/AGfCM7FLYzuOM49K6zwfqF3q3h%0afS9Tvn8y4ubdJJGAC5ZhknAAA/CvDFj8I3F5Ppa+GvEUlzCgaWHzXLKr9Cw87oa9z8JtD/A%0aGFbQW2n3OmQ248mOC7GJAqcAnlsg9jmgDpKKKKQwooooAKKKKACiiigAooooAKKKKACiiig%0aAooooAKKKKACiiigAooooAKKKKACiiigAooooAKKKKACiiigAooooAKKKKAMmiiiqJCiiig%0aAooooAKKKKAP/1vuiiiiqJCiiigAooooAKKKKACiiigDWoooqSgopKWgArzS//wCSraX/AN%0agqf/0YK9LrEl0Gym16DxG7P9qt4Gt1AI2bHO45GM5z70AeCabqGnafqfiGLUfEWo6NI+sXj%0arDbQM6Mpfh8iGTk4I69AOK0dFKv8PPHE0c8t1HLc3jpPMpR5VMKYcgqvJ+gr6ErlPEXg/T/%0aABPIp1G5vEhCeW8EM7RxSLnPzoOD9adxF/wx/wAi1pP/AF5Qf+i1rjL6Qa58T9MtbY74/Dt%0atPPcMOQstyoREP+1t+Ye1elwwxW8KW8KhI41CKo6BQMAD6CsfQvDmleHIJoNMjKm4kaaWR2%0aLySOxzlnbJOOgz/PNAzkPiz/yKX/b5a/8Ao1a9MrG1zQrHxDY/2dqIYw+YknyHad0bbhz9R%0aWzSA53xRpusatpD2ehagdMu2ZSJgM8A8jjkZ9q3LdJY4I45pPNkVAGfGNxA5OB0yecVNRQA%0aUUlLQAV5p8QYpNKk03xxaqWfR5dtyq9XtJsLIMd9uQw9OTXpdVry0t7+0msbpBJDcI0cinu%0arDBH5GgDzfwNKmi6xqfgwMDbKf7Q00g8NaznJVfZHOPfNP+If/IT8I/8AYZh/ka6O08HaTZ%0aTaRcRNMZdFhe3gdnyWjddu2Tj5gAOBwBV/WNAstbn0+4u2kVtNuVuothABdQQA2QcjntimI%0a2JI45o3ilUMjgqwPQg8EV5t8Prk6P8Aa/AeoNtutIdmt9x5ltJGLRuvrtztbHTgV6bXMeI/%0aCGheKVi/tWEmWDPlzRMY5EB6gMvOD6HIoGVdC1aPxb4f/te5tUVPNmMGfnBETsiSDI4Jx/8%0aAXrxDw54g0q90vwLodvKzXlnfhpUMbgAHzOjkBT1HQmvpKw02y03T4dLsoxHbQRiNEHZQMd%0aep9zVK18OaJZ2llY29ogg0599srZby255UsSc8nv3oEcl9m+K//P7o3/fqb/Gsy4/tZ/G3h%0aC11uWCXULaPUJ5jbBlQI8YRCAxJ5zjnuK9D1vRbbXrIWNzLPAocOHt5DE4IyPvL256VlaB4%0aJ0Dw3dS39jHJJeTLse4nkaWQr1xlicDIGcUAcC/iXT/DfxJ8QvfpO4nt7ML5ETS/dQ5ztBx%0a171q/DK9h1K58T39uHEc+qM6iRSjAFF6qeQfavRINJ0+21K51eGELd3iok0mT8yxjCjBOBj%0aPYCrFvZWdo80lrBHC1w/mSlFCl3PG5iOp9zQM5SXQNP8Pf2/r1tM8MV9A000OQIVkRG3SAY%0ayGYdef/AK0Xw0iMPgPRlYYzb7vwZiw/nU2ueAvD/iK9a91UXEm8KHiWeRIm29MopA/Kuvhh%0aitoY7eBAkUShEUcAKowAPYCgDyq2S7+Jskl1PM9t4XjkaOKCJisl6UOGaRhyIsggKOT3xxX%0aqFnZWmnW0dlYQpbwRDakcYCqB7AVw0vwq8CySvKNPaIuSxWKeZFyfRVcAfQDFM/4VR4H/AO%0afOX/wJuP8A45QI1r7xFcReM9M8NWaxyJPbz3F3nJeNVwIyMHAy2Qcg5rndfuNb8YapP4R0q%0aOax0y3YJqV8w2M4IBMMGeu4EZbpg+n3us0Dwd4b8MPLLolktvJMMPIWaRyOuNzljjPOAcV0%0a1Azynx5ZWum2fg+wsYxDb2+vWEcaDoFUOBWv4u8O6jLdQeKvC5WPWrFdpRjhLqHqYX/9lPY%0a+nBHS6zoNjrv2H7aXH9n3cV7FsIH7yLO3dkHK88jitqgDmtK8SwX3h0+Ib23l05IkkeeOdS%0arRmLO/rjIBBwe/seK8VigvNbtLeymymoeObv7ZdY+9DpsHKLntlQAvrkiveNd0W08Q6VPo9%0a+XFvcAB/LbaxAYNjPocc+1Q2/h7TbXWpNeiVvtL2yWign5EiQ5CoP4cnr9KBGzFHHDGkMSh%0aEjAVVHAAHAA+lSUlLSGeY+P/APkN+EP+wqv/AKCa6vxj/wAijrf/AGD7n/0U1T6toFjrN1p%0a13dtIH0ycXEWwgAuBj5sg5H0xV/UbGHVNPutNuCwiu4XhcqcNtkUqcHnnB44pgeSeFNJ+IU%0avhjSZLHXrWC2a0hMUbWgYohQbVLbuSB3r1mwW8ttPiXVbhJ7iNP30yrsViOp29hRpenQaRp%0atrpdqWMNpEkKFzltqAKMkAZOB6VBrei2HiHTpdK1RGe2mKl1VihO0hsZUg4459qAPNL2/X4%0ajeIrbSdK/eaDo863F7cj7k8ycpCh/iUHlj0I/DPYa94VOp6xpviDTrj7DqFhIA8oXcJbc/f%0aicZGQexzxzXSafp1jpVpHYabAltbxDCRoMAf/AFz3PesnxB4YsfEawC8muYDblirW0zRH5s%0aZzt69B1oEcvohW9+JfiK8iO5LO1tbUsOm9suR+Hf0rP+KNnY6hd+GLLU1DWs2ohZQWKAqUO%0afmBBH1BrvtA8OaT4ZsjY6TEY0dzJIzMXd3PVmY8k1X8R+E9H8VLaR6yjSx2cvmqgOFY4xhu%0aMkfTFAzj/wDhXHwt/wCfaL/wMm/+O1x3jjwd4H0XSYL7QYUS7W8t1BW4kkODIM/K0jD9K9K%0a/4Vj4C/6A0H/j3/xVV7j4V+B5gnkaetq8ciyLJCxDZQ5A+bcMHvxQI2PHWpJpPg/V71ztIt%0apET/fkGxP/AB5hXH33w8+3+D9NtY7qWx1LT7KKNXErpFuVdzrIqkcFs5Ycj8MH0fVtG0/XL%0aeO11OLzYo5o5wuSBvjbcucdR6g8Gue1PwDoGtahLf6wbm8EhBEElxJ5CYAHyoCAAcZxyM0A%0aeESav4OWAabHbXja/wCZ5Hkf2jJ9m3/3/P8AN27Px3duOte6eAvC0/hjSmW9vGvLu7Iklbe%0azxp6JHuJO0A9Tyetb3/CNeHhp/wDZP9m232P/AJ4+UuzPrjHX361iad4B0HR7+G+0drqyET%0aFjBFcSeQ+QRhkYkEc5wMDNAHJeNfD2iaXqvh7UrCzjhu73X7d5pgMu5bezZY5OCecDjPavR%0aPFFvot3oN5aeIJUhsJYysruwUL3BBP8QIBHuKpzeDNEudeXxFciaa6icSRo8rmKNwoXcsed%0aoOB+fNF/4L8P6rrA1rVYGvZkVQkc7s8KY7rETtye/Hv1oGeK6dr8/iS80rQ/GF15WiQOzwX%0acsbxLqjRNiHczgBQBgsCfmPuRj3jxFrieH9KfUvs014wKpHDApZndztQcZwCT1/mcCr2oaX%0ap2q2bafqNtHcWzjBjkUFeOmB2I7EciqmhaDYeHLD+zdM8wW6uzqskjSbd38KliSFHYf1zQI%0a5nwn4e1MXs3izxUQ2sXi7EiU5S0gzkRJ2z3Zu5/EnK8A2dtqFp4vsbyMTQT69fxyI3RlYIC%0aDXqlY2jaDZaF9u+xFz/aF3Ley7yD+8lxu28DC8DAoA4jw8+t+D9Xh8IX8U1/pNwWGnXigu0%0aSqC3kzY6bQPlb09uF29X8O+Jb/UJbvT/Es2n28m3ZbpBE4TCgHDNyckE8+tdtRQM+fPiB4c%0a8SWemWL3/iSa+STULaNUeCJArMxw/y9SvoeDXd/wDCI+Mv+hyuf/AWCtC48AaPe6surX1ze%0a3JS4F0lvLcM1usgOQVj6AA9B07dK7igR5T8QbS9sPhbqdrqF62oXCIu64dFQvmdSMqvAwCB%0a+FSJZeJNY8ZaXq95p6abp+iJcqJjMsjXKypsGFUZVeA3zV3Wv6JZ+I9IuNFvy6290FDmMgN%0a8rBhgkEdR6U/VtGsda0uXR78M1tOoRwrFCQCD1XB7c+tAzzfSLmPxH4u8QeJrM+ZYWViNMg%0amH3ZWBMkpU9wrcZ78Gl8Ca9aaL4E8LRXKPI2pTfY4xHg4Z3kO5skfKNvOOfavT7DTrHS7OP%0aT9PgS3toRtSNBhQP/r9Se561yemfDnwppGoRalZWziS2ZngRpZGjiZupRCxA60CO5ooopDC%0asnWo9ZlsHTQJYYbzK7WuFLJjPOQvPTpWrS0AeOWvhX4k2mtXuvRalpn2q/SOOXMUm3EQwuB%0anj35rn7O1+IB+IeoRx3unjURYRGSQxSeUY9/ygLnO7PU19B1hw6BZQ+ILjxIjSG6uYFt2Uk%0abNiHIwMZzn3piMHS7X4iR6hC+sX2nS2YP71IYpFcjBxtJOBziuI8WW3w7HiO51XWtfujfOo%0agNpazsxUKADEEiUuMsMlSwGTXuFUYNL0y1uJLu2tIYp5mLSSJGqu7HqWYDJJ96BniuiwaLq%0avibStN8P2clhpWhLJqV3HOGVxcyApEJN7MQ2Bv5PTrXJ63qemS+Ibuws7iVvBtzfwz6lNHG%0azQrcclkVx/wAs5GCliO/TjGfdp/A3hyfTb7SmgdYNSuDc3BWRg8jlgxy+c47Y9OnPNbVvom%0akWumf2Lb2cSWG0oYAo2FT1yO+e5PJoEXYZ7WS3juIJEaB1BR1IKFT0II4x6VlTaR4ZuJWnn%0asrKWRyWZnjjLMT1JJGSaoQ+CfDcOgP4Y+yl9NkkMhheRzyX3gA7sgAgYAP171i/8Km+Hv8A%0a0CE/7+zf/F0DOf8ABeleH5tf8VpcWdo8cV+qxB44yFXZ0UEcD6V6nY2ejWDMNNgt7dpMBvJ%0aVELY6Z2gZxXG/8Km+Hv8A0B0/7+zf/F1c074beCdJvYdS0/TFhubdt8biSU4PrguR+lAjjX%0a8S6f4b+JPiF79J3E9vZhfIiaX7qHOdoOOvetX4ZXsOpXPie/tw4jn1RnUSKUYAovVTyD7V6%0aJBpOn22pXOrwwhbu8VEmkyfmWMYUYJwMZ7AVYt7KztHmktYI4WuH8yUooUu543MR1PuaBnK%0aS6Bp/h7+39etpnhivoGmmhyBCsiI26QDGQzDrz/9bjtI0HU9c+Eml6HYSLbtdxxCZnJBEDS%0abn24B5K9jwRXZa54C8P8AiK9a91UXEm8KHiWeRIm29MopA/Kumn060n019JK+XbPEYNsZK4%0aQrtwpHIwOmKBHhHxF8Q2B1Tw94e8J3MB1HT7oKgJHlQnb5aBm+7lf7vJ45HY91HZ6d4B8E6%0alKl6JbwwzTzXTsPMmuWU4Oc5yWwFH9cmtyPwH4Rj0gaENMhNnuDlSCWZwCAxf7xbBPOc846%0aVQh+F/gGCVZU0aEshyNzOw/FWYg/iKAM7T9F1u/HhHxSsym/gtlS/MvymWGeMMw+Ucsr4Kj%0agZ6mpvGn/ACM/g/8A6/pf/RRr0gAAYAwBWNqehWWq32nahclxLpkrTQhSACzLtO7IORj0xQ%0aM89j8K36eHtVtr3RoNTnl1ie8treeVVQrI+FkLDI4UklTyRx1rlLqT/T7eyvXt9e1a3/489%0aF01NtjauP8AlpMc4O3/AGsY9Ocj2bxD4asPE9vFaalJOsEb72SGVoxIMY2vt6r39ferej6D%0ao+gW32TRrSO0i7iMYLH1ZurH3JJoEN0G31a10qCLXLoXd9gtNIqhV3MSdqgAcLnAPU4zXhe%0ai69oy3HiXS9bs1uNHbWry5u7mXHkovHlKo6vI7rwq845we30ZWY+jaTJCLeSzhaJZvtAQou%0a3ztxbfjH3snOetAHzhqfg/S7r+y9dm0pdOttV1qztLe027GFod+WkAPDynk+gAFdx4R0jw1%0a4c1uPw9rGnwW+r2zMbC8KBftcXRWVunmgHDr17jOa9S1jRLLW/sX23f/oF3HeRbDj95Fnbn%0ag5HPIq7c2FleSQS3cCTPbP5kTOoJR8Y3LnocGgC3XmXxRP8AxL9EHrrVn/Nq9LZQylW6EYN%0acHZ/Dfw5aXtvfyNdXclo4lhFzcSSKjr0YKTjI96BnfVzfi/xAnhbw5e64yeYbZBsQ9GdyFQ%0aH23EZ9q6OlpAfOHhPxf8PbOUeJPE+sG/8AEFwu55ZIJmWDP/LOECPaoXpkdeccGvVpb7RPi%0aR4U1O10O68+GdHtvMKOm2XaGXIdQcAlT0ruaKYHjugfEnRdE0WHR/FjyWGrabGtvLA0bs0h%0ajG1WQqpVt4APB/Tmtn4d6dqGzVfFGqwNa3OvXPnrC33kgQYiDf7WCc/h9K9GaONmV2UFk+6%0aSORn0p9AHlGtf8lb8O/8AXjc/yatLXfFl74V8Rq2uoV8PXUIEdzHGzeTOCMrKVyQrDocd/Y%0a49FpCAwKsMg9QaAPEPGHiDT/iHaxeDvCTNfvdTRNc3CIwit4kbcWZmA5OOAOvTrxXouv2/j%0aGWeI+Gbuzt4QmJBdRu7Fs9QVPTFdPHFFCuyJFRfRRgfkKkoA8c8P+FfiT4a0mDRdN1LTPs9%0avv2eZFIzfOxc5OR3Y1z/AMO7X4gyeHS2i3unxW32mcbZ4pGffvO45BxgnpX0HWH4f0Cy8Na%0af/Ztg0jReY8uZCC26Rix5AHGTxxQIzdJsfFz217b+JL62YzIEgksUaN4yQwZsvnkZBX6V5X%0a4v8H2Hh+58Opo9vHe391fnzZtQYyGdth/1rkE49gMe1fQNcz4k8I6P4sFmmsq8kVnKZVjVs%0aK5Ixh+M4+hB96AOF/sfxV/0L3hr/wAe/wDjVYHgvwdp3iOz11dVhWyv7XWbjyp7FjG0DhUy%0aInwDsB6AjHtmvQP+FWeAP+gNF/31J/8AFVueGvCuk+E7e5tNHV0huZ2uCjNuCswA2rxnaAo%0axnJ96AOe8eeHdGl8M6pql3ax3N7a6bLFFcTAPIoRGIIJ6Nkk5HOTXNeLP+SHx/wDYOsP5w1%0a6F4h8H6J4oeJtYSWRYgV2JK8aspIOGCEZHFW9Y8O6brWhSeHLlWjspESPbEdpCxlWUA4OMb%0aRQM8L8Y6SsEOhkeLLm+8zVbVMPLE3k7t371do4KdieOea9p8MWsdlBNAutya0xYMXlkR2QY%0axgbAMA471SHw58DAY/sW1/74rZ0jw1oOgNK+jWMVm0wAcxjG4LnGfpk0CPOPh7r2h6Zba5b%0a6lqNraynWbxgk0yI2Cy4OGIOOOtR23iPw8PileXx1O0Fs2kxxiUzR7C4lyVDbsZxzjOa7W1%0a+H/hC2a5kl0y3u5Lqd7h3uYklbdIckBmXIXPQdqt/8IT4O/wCgFp//AIDRf/E0AcL4y1vRd%0aU1nwnFpl/bXbpq0bMsMqSEDBGSFJ4r0PxFrqaBYpc+Q91PcTJb28EZAaSWQ4Vdx4UdSSegF%0aZsngPwo13ZX1tpsFnNYzLPG1tGkRLL0DFVGV9q2Nc0Sy1+xNhfb1UOssckTFJI5EOVdGHRg%0aehoGZ2g+IrjVLy70rU7BtN1CzVHeIyLKrRyZ2ujqACMqQeBg11Nc7oXhqz0KS5uUnuLy7uy%0avnXF0/mSMEyFXICgKuTgADrXRUgCiiigD5u1/xl4b8QeLb3TPFuovaaHpMvlJaIkrfapkJD%0aNI0an5FYcDIzwfWvUdA+IXgTVLu20DQLxTK4KwwpBLGuEUsQMoqgBQa7+lpiPHZb+L4e+M9%0aUvtXV49F1/y5VuQpdYrhBhlcKCRvzkHHp7kNk1KD4ieLdI/sQPNo+hym7nuipVHnAxGibgC%0acEZJ6YP0z7EyhlKsAQeCDQqqihEAVV4AHAAoGcN8Tf+RD1n/rh/7MKxfEHh658TfC+00+yG%0a66S0tpoVOMM8aKdvPHzDIHua9UpaAPMIvi14SWw82+lktr9BtksWifzxL0MYG3BOeAc49cV%0aD4K0bxLY+Er+eIR2Oq6teS3yR3Csyw+ay/K6jBztU8dsjPSvUTFEZBKUUuBgNgZA+tSUAeO%0aJ4V+JKa/J4kXUtM+1y2wtW/dSbPLVt449c981z8lr8QP+FkRRm90/wDtP+ySRJ5T+V5Pn/d%0a25zu3c56Yr6CrEbQLJvEa+Jy0n2tbQ2YXI8vyy/mZxjO7PfOMdqBHOWFp8SkvYH1G/wBMkt%0aQ6mVY4pA5TPzBSTgHHSr/irxppnhGXTo9TjmZdRlMSvGoKpjGS5JGPvdBk4z6V2Fc3r+hS6%0a+9pbT3Aj06KRZriALlp2jYNGpcn5UDDLADJ6ZFAzpKKSlpAFFFFAHnXxFtLiCwtPFmnpuvP%0aD832nA6vAflnT6FOT9KzfB95b6T4mvtCt2zp2sxjV9NYdMS485B9Dhgo6CvU5I45o2hlUOj%0agqynkEHgg+xrk7TwRotlFo8UJmzobu9q5fLgSAhkY45U56cdAOlMRg/FL/kHaL/2GbP8Am1%0aenVh67oFl4hhtoL5pFW0uY7pPLIB3xZKg5B455H61uUDPL/BMi+HNV1HwHd4j8qV7vTsniS%0a1mYttX1MbZ3fn0FdL4f1eLxVa3stzap5FrfywQk/Osgt3GyUAjg7hx15GateIfC2jeJ4I4d%0aWhLNC26KVGKSRt6q64I9x0NX9H0mx0LTYNJ0yPyra3Xai5yeTkkk9SSSSfWgD5r03xBpUmg%0a+H/DySsb+LxDHKyeW+0Kblznft2H7w4BzXsc1v8UjM5gvNIEW47A0U2dueM4PXHWunt/DWh%0a2tlDp0Nmn2e2n+0xI2W2y7i+8FiTncSRVjWNJg1qwk0+5kliSQqd8DmOQFSDww5HTB9qBHm%0aeqjW213wjp3iGa2mv2v55x9lDKnlRQk5w5JyCTk1DqviCx8O/FG4ur9JnSXSI0AgiaU584n%0akKCQOOtdpofgTw/oF8dUtkluL4qU+0XMrSyBT1ALHAz7CugXSdPXVX1tYQL14RbtLk5MYbc%0aFxnb15zjNAHm/w+1O31jxV4u1K1WRYppbMqJUKPxEVOVPI5Fdpb+HrDStdv8AxNBM8H2yFR%0acxAgQs0fPmkY4YDjOQOpPJrchsrO3uJ7qCCOOa5KmaRVAaQqMLuI5bA4Gelcz4g8D6H4muR%0ac6obgnYI2SOZ442UEn5lUgHr1oGY3wjVh4B06RhgytO/PvM+P0qkXv/AIjX13aw3D2Xhuym%0aa3lMR2zXsiffXcOViHTjlv5em2dnbafaQ2NlGIoLdBHGi9FVRgD8q4m6+GHgm8upbyTTyks%0a7F38qaaNSx6najhR+AFAjsdO02w0izjsNMt0treIYVIxgfX3J7k8mud1nxFcWPibQ/D9ksc%0ajai0zThslkiiTduGCMEngZyDWR/wAKo8D/APPnL/4E3H/xytzQfBPhjw1cSXej2Kw3Eg2tK%0azvI5HpudmIB7460DOe8S3+veINTl8G+Ho5bOJQv2/UWBURxuM7Ic/edgeo6fqM7x/pVjong%0avTtK02Pyra2vrREX28zkk9yTyT3NeuVja7oNl4hs0sb8uI45o5xsIB3RnK9QeM9aAMHxf4a%0avNSa313w/ILfXNNyYHP3ZUP3oZPVW7eh9Oa0vDviFtY0ZtT1C0l0yW3Z0uIpxjY0f3yGP3k%0a9G/wAK6as3V9Mg1rTLnSbpnSG7jMTmM7W2twcHmgDwKSa81yznvIsx6h46u/sttn70OmwcM%0a2O2UBLeuQa+hrO0t7C0hsbRdkNvGscajsqjAH5Csa38L6Ta6pa6tCjCWytBZQJn5EiBB+Ve%0azcYz6cV0VABXj/j7Q9Ms77RtVhhH2rUfEOnmeRuSQisoUZ6LgZx6mvYKxda0Gy10WIvS6/Y%0aLuK9j2EDMkOdobIOV55HH1oA8x0XSNMs/iLJY6UGGn6FZSvLvbKRTXj7/AC1zwqhOQO3PfN%0acDcanZi6fwVFe58GC/UyXqq5SNTmQ2nmgbdpk6Nngc5xXut94E8N6hDd29xA/l390Ly4VZH%0aXzJAMYYg5299ucZ5GK3otG0mHTf7Gis4VsdpTyNg8sqeoK4wc96BFsC1uLZSAkkDAMvRkIH%0aII7Y7ivF/E6ad8TdctvD2kRRXFrp0gkv9RAzsXP+oicdS/fHHfsa9HsvBugafo95oFrCy2F%0a8XMkRkcgbwAQhJyo7gA9a2tM0vT9Gs49P0u3S2t4hhUQYH1PqT3J5PegZz3jTw9PrvhC88P%0aaUI4pJkjSIOSqKEdTjgHAAXjisDxSuzxz4IjPUPe/pAK9IubdLu3ltZCwSZGRipKnDDBwRy%0aDz1rktH8B6Fo2pJq8bXN1dxKyRSXU7ymNWGGChjgZHtQITxf4xtvDcSWdqn2zWLz5bSzTln%0aY8BmA6IO5OM44qTwX4bn0DT5ZtTlFxquoyG4vZh3kPRV/wBlBwO3XGM4rYt/D+j2ur3Ouw2%0aqC/uwqyTHliFAAAz90YAzjGe9bNAzybXluPAniGTxhaRNJo2pbU1SJBkxSA4W4UDt2f8APq%0aePULO8tNQtY72xmSeCZdySIdysD6EVM6JKjRyKHRwQykZBB6gjuKy9G0LSvD9tJZ6PbrbQy%0aSNKUXONz4zjOcDjgDgdqAPFvDnhTwbr2qeJ7rxFEklwms3SIWnkiOwEEcI6g8k84rrP+Fcf%0aC7/n2i/8DJv/AI7Wqfhj4Mlu7y+vbEXk97O9w7TMThnOSF24wueg5+tP/wCFY+Av+gNB/wC%0aPf/FUCOa+H2m6VpHjTxbp+iKEs4lsPLCu0g+aN2b5mLE/MT3rVvwNV+KGn2q/Mmj6dNO5H8%0aL3JEYX2JUZ+ldF4f8ABuheF7u+u9FiNuL8Rh4wcovlAgbR1GdxJyTzU9z4W0ydtTmiaa1uN%0aXEYuJ4JGSX90MLtb+HA4wOD6UDPHPFPhjSfBt+NVv5rm60ScKjxfbZEuIH6bowXHmqe68sO%0ao4rM0nRtL8c6x5Phae5stIs3/f3El5K1xNj+GOJnOxT/AHmH05GK9l0z4feEtLuBeR2Iubo%0af8t7pmnfPqDIWAP0AqzrHgjwvrsoudQsIzcDkTxExS59d8ZVj+JNArGvqmi6ZrVh/Zmq263%0aNtlWMbk4JQgryDnqPx71wXw6traz1LxVa2kSQwRamVSNAFVQEXgAcAV1Vt4Vs7bRZ9C+1Xk%0a0E7E75bh2lTpgI/VQMcAe/rRpvhHSNI0i60bTvOhjvS7TSiVjMzuNpfzCchsAY/lQM4Tx1q%0acOgeI7HWfDz/AGrXnUW82nRgu1zb5z8wQEoyHlWI6ccgYq/8MpbG/gvdbnvFutcv3DX6EFH%0ag2cJCI2wyqg4z3Pc12Og+FNB8NIy6PaLC8n+slOXlfv8AM7ZY884ziotS8H6Bqmp2+tT2/l%0aX9u6utxCxikbb/AAuVI3A9CD24FAjmvEt/r3iDU5fBvh6OWziUL9v1FgVEcbjOyHP3nYHqO%0an6jO8f6VY6J4L07StNj8q2tr60RF9vM5JPck8k9zXrlY2u6DZeIbNLG/LiOOaOcbCAd0Zyv%0aUHjPWgZg+L/DV5qTW+u+H5Bb65puTA5+7Kh+9DJ6q3b0PpzVnSdT1DxX4dldY59Dv8tA+9A%0azRSoRuKbuHXPQ/wCFdfRQB5v/AMIj4y/6HG5/8BYK4Tw54c8ST+LvFFvb+JJree3ktRNOLe%0aJjPuiJUkHhdo44617frGlR6zYvYSzz2wcg+ZbSGKQbTnhh69DWf4d8K6Z4ZW5+wNNLLeOHn%0amuJDJJIQMDcx9KLiMjTvDXim0vobm88UT3kEbZeFreJQ49Cy8j8K5q+vNUsPiRqdxpGn/2n%0acDS7cCASrDkGU5O5sjivYKxY9Csotem8Rqz/AGqe3W2YEjZsVtwwMZzn3oGeYK914E+HNxa%0aauUXU79rhba1iO8iW5Y7I0x97buycfn0y2bS30TUvhzpUuBJbCdHx03+QN3/j2a9Mk8MaLN%0ary+JJ7cS38cYjjdyWCAZ5RScKTnqBn9aTxB4Z0jxNDDDqsbMbd/MieN2jdG6ZVlIPIoFY5b%0axNr1rrPhLxbb2yOp02O4tZC2NrOseTtwTxz3xzXmviXxnpOofDm20SCK6FwIrJNzwOseY2j%0az85G3HHHrXt1h4S0DTtGuNAtrY/Y7veZ1Z3ZpDIMOWcndkgdc1qPpOmS6fHpM1tHNZxqiLD%0aIodcR42cNnOMDBPpQBV8Q6DY+JdIn0fUAfLmHDD7yOOVdT2Knn9OlcNrsXleN/A+m+c1xJb%0areM7uQXYLAFDvgDliDzjk16TfWcOoWc1jcbvLnRo22sVbDDHDDkH0I6Vzeg+B9A8O30mp2M%0acsl3InlmaeV5XCZB2gsTgcCgZ5l8UtM1W+0vX9a1ZQlpp629vp0YOc+ZNC0s5/2j9wegBHu%0adD4haAuieFNYazmkNtfXttNHbLgCF2lXzPLPbe3zY6A9O9epeINCsvEukT6LqBdbe42bzGQ%0aG+R1cYJB7qO1Lruh2XiLTzpt+XEJkST5Dg5jYMvJB7jmgR4/PY60IZCbXxTjafvX0BHTv8/%0aStPw3/AMkQk/7Bd7/KWvTtb0W316y+wXM08CFgxa3kaJzgEYLL1Ug8jpTIfD+l2+gnw1BEU%0asDA1tsBOdjghvm65OTz60AeWnXvC/8Awqr7F/aNj9s/sTy/K86PzfM+z427c7t2eMdc1UW8%0asLHVvh5c6nNFb266TIGeZlRBm3jAyWIHWvRv+FfeDP7N/sz+yLXZ5Pk+Z5Sebjbt3eZjdv7%0a7s5zz1qe48FeHLttM+22i3K6TCYLdJvnQIVC/MrZDHCjBPegDitS1TRdT+JHhE6Pd212I0v%0a8AzPs8iPtzCMbthOM4OM1f+LtzDaeFYppjgC+tjgdTtfcQB3OAeK6mLwZ4ZttVtNZstPhtL%0amyEgjNuixA+Yu1twQANx0z07V0FxaW135YuokmETiRN6htrr0YZ6EdjQM8L1iXSvF5Fougx%0aDxLqRxiVRI9pbZ2rPcY4RgmCEPOcDHrzVp4E0+C81m507Tl1H+wb5ENq43Ge3MS+Yoz/AMt%0aB99T65HOcV9LQWFlbXFxd28CRzXRVpnVQGcqNo3HqcDgVS03RLLSrzUL22L+ZqUomm3HI3B%0aQvy8cDAouKxmeDpfC82jLP4SSOKzkcs0cY2lZMAMHXqrDAyD/KovCPjTTPGMV5Jp0c0LWUv%0alSJOoVvY4BPBwevORXSW9haWXntYwRwNcuZZCigb5CMFmx1JwMmsjw9oT6OLu5vLj7XqGoS%0aia5mC7FJChVVFydqoowAST3J5oGdHRRRSA4DxvN4S0LT59b1jTrS6vJBthSSGN5Z5MBUUZB%0aY9s+gqn4J8B6Tp3hmyg1vS7Wa/dTLO0sMbsHkJbbkg/dBC4HHFdRceFNDu9fj8S3dv599DG%0ascRkJZE2kkMqHgNz1/LmujpgeM6R4e0CT4k6/ZyaZaNbxWlqyRmFCilhyQuMAnvivRrrwto%0aF3pcmimyihspZElkhhURKzIytyEAznaAfUcVNbaDY2ut3niCLf9qvY44pMnK7Y/u4GOD681%0atUAfOcNro1nofivX7tTFNo+uX5tGiOw75ESNY+OqMSMr7ema0tagg8KeDPDVx5623iDSo4z%0aawYLPM0oAmgKLkkNnBPYgcivS08D6D5NzBPG88d1qR1RlkbgTkg8YA+Xj7pz1NWLDwf4f0/%0aV7jXorbzNQuXZ2nlYyMu7sm7O0duMccdKBHGfDK8t9Sl1bVtQmA1+9n/0u1YFHt0jysUYVs%0aHaq/wAWOScHkV0HjbWfCdvYNo/iJRevdjEdlEvmTyE9NiLyD6Nkc9DWtqfhPQdW1K11i7tg%0aL6zdXjnjJR/lPCsVxuX2Oa1F0nTU1F9XW2jF7IgjafaN5Vegz1xz+P4CgD568VaF4hn8PaT%0aJrlxPZ2i3trbW1iJN8qIxI82eXHzTY6ADCdu9dB5beG/E8d58R5Z9Qt4Nq6bqDDNrFxj96i%0aj5Jif42yD1GMZr0C+8DabqWsprF/eX04inS4S0ecm2WSP7pEeOMdcZ7ntXYywxXETwToskb%0agqyuAykHqCDwRQBg67c2954V1O5tJUmhkspyrxsGVh5bcgjINeJy6Loy+G/h/P9gtg91eWa%0azt5SZkVkJYOcfMD3z1r3qx0XStN086VY2kcNm2/MIX5D5hJYEHqDk8enHSqWoeGNK1BdMjK%0aGCPSLhLi3jhwiBowQqkYxtwegxQB5BBpFh4j1XxrpfhJrQW9zZ2kMbw4FuHIYnmMEdjnAPN%0adV4gga18U+A7WQgvE1yhx0ytuAcV6ImkabBZzWFpbx2sM6sriBRF94EEjaBzz1rm9J8A6Fp%0aGpRauj3V1dW6ssL3U7y+WHGG2gnAyOKANLxN4p0nwpp7X2pyfMeIoV5klfsqL1OfXoO9YPg%0afQ79LXUNd8SRAajr7+bPCwyI4QNscJz12qeQfXB6V0DeFNBk18+JprUS6gEVFkclgm3oUUn%0aCn3Az+ueioGeS6hoo8D+CfE8H23fpssUxsoWHMHnIV8sMScgu3Axx7kmuq0zw7Y3vgzS9B1%0aiATQx2tqJI26FolRucf7S8jv0qg3w28NzX4vrw3V0BL5wgmnd4Q+cj5CcYB6Dp26V39AjyX%0aw/pWm6j4w8ZWN9axz26TaeyxuoKgpDlcDtjH9KxvFEem6vrLeGPDUYIS4Oq6xNGdyBolJRG%0aJJG52Ayo6Y+uPTD4T00za1OJJ0fXVRbgo+0r5aFFMZABU4PfP5cVc0Pw5ovhyx/s7R7VIIT%0a9/HLOemXY8sfrQBwPh7WNOg8OaF4z19XudUvUSwFwoy582U4XbkLjIycDNXvEVhpmk6hq/i%0arxHqaQxXNj9htVK8xIwJkCrnMjM2CMYOOOlXbH4Z+ENOvYL22tZM2snmwxvNI0cbg5DKhbG%0aQema17nwd4cvdc/4SK9s1uL0Kqq0pLqu3oVQnaD747UAeXeDfCOpah4d1C+1Rjbtc6W+lae%0aJk2GO12nEki5OC7HcRk4HcjFV9F1a2stVbxCFkv9K8L6XBpRntkLiSXK+bKmcZRAPmI7YPI%0ar2XX/AA/pviWxGm6qrvb71kZUdk3bezFSCVPcf1xV6x06x0yzj0/T4Et7aIbVjQYUDvx79/%0aWgDl/h7p0Ol+E7O2t7uO+iYySpNFnYwkkZxjPORnBz3FeYWmuabF4m8V6VqNot1ps98Hvp5%0aSBBDFGgHzH+JzIAFQckg+le06H4f0vw7DPbaTGYYZ5mnKbiVVn6hAeFXjoOKsTaNpNxBLbT%0a2cLxTyiaVCgIeQENuYY5OQOTQB82634Y0e+09vFVvpSafYTXdrbWMOzY0kLSjfM46/vOig9%0aF+ua7Xw/oXhbwp4gTQNc06GK4E3m6VfuuPOXO5UL9POjPHON3B6nn1jW9Dstfs0sb7eI0lj%0amGw4O6Jgy9jxkc1du7Cyv1jW9gjnEMiyoJFDbXTlWGehHrQB458R/D9xFovinxJqE4neWGG%0a3s1HAhtxJGzDH95pMkn0A+g9AvdFmEMt14euotJ1G9MTT3DRCXzFjUqAVYgZ561r67otn4i%0a0m40bUN32e5AD7DhuGDDBwe4rO1vwZ4Z8RvDLrdkt29umyMszrheuPlYUDPJNL03xe3j7Wo%0aIfEMMd2ltbmW4NohWRSPlUJvwu31zzXuelx3kNjFFqF0t7coMSTIgjDHPXaCQOPeuL/4VR8%0aPv+gOn/fyX/wCLrqdD8OaL4atntNDtRawyv5jKGZstgDPzEnoBQI26KSlpDCiiigAopKWgA%0aooooAKKSloAKKKKACikpaACiiigAopKWgAooooAKKSloAKKKKACikpaACiiigAopKWgAooo%0aoAKKSloAKKKKAMmiiiqJCiiigAooooAKKKOaAP/X+6KKKKokKKKKACiiigAooooAKKKKANa%0aiiipKCiiigAooooAKKKKACiiigAooooAKKKKACiiigAooooAKKKKACiiigAooooAKKKKACi%0aiigAooooAKKKKACiiigAooooAKKKKACiiigAooooAKKKKACiiigAooooAKKKKACiiigAooo%0aoAKKKKACiiigAooooAKKKKACiiigAooooAKKKKACiiigAooooAKKKKACiiigAooooAKKKKA%0aCiiigAooooAKKKKACiiigAooooAKKKKACiiigAooooAKKKKACiiigAooooAKKKKACiiigAo%0aoooAKKKKACiiigAooooAKKKKACiiigAooooAKKKKACiiigAooooAKKKKACiiigAooooAKKK%0aKACiiigAooooAKKKKACiiigAooooAKKKKACiiigAooooAKKKKACiiigAooooAKKKKACiiig%0aAooooAKKKKACiiigAooooAKKKKACiiigAooooAKKKKACiiigAooooAKKKKACiiigAooooAK%0aKKKACiiigAooooAKKKKACiiigAooooAKKKKACiiigAooooAKKKKACiiigAooooAKKKKACii%0aigAooooAKKKKACiiigAooooAKKKKACiiigAooooAKKKKACiiigAooooAKKKKACiiigAoooo%0aAKKKKACiiigAooooAKKKKACiiigAooooAKKKKACiiigAooooAKKKKACiiigAooooAKKKKAC%0aiiigAooooAKKKKACiiigAooooAKKKKACiiigAooooAyaKKKokKKKKACiiigAooooA//0Pui%0aiiiqJCiiigAooooAKKKKACiiigDWoooqSgopKWgAooooAKKSuG+IWt3mkaELfSjjUtUmSxt%0aMdRJMcbvbaMkHscUAd1RXA+I9Xm+H/gpbyMHUJbJYYiZnbdIWYKzMxycknNd9QAUVS1G/t9%0aK0+51O7JEFrE8shAydqAk4HfgU3S9Rg1fTbXVbYMsN5EkyBwAwVwGGQCRnB55oAv0Vh6L4g%0asNeN+LDfjT7p7OUuMZkjA3beeRzjJxW5QAUUlLQAUU1mVVLMQABkk9q4HwFd32tR6l4mupp%0aGt9SumFnEzHYlvD+7Qqp4UuQS2BzwaAPQKK5vxdrg8OeHL7VxzJDGREvXdK/yxjHfLEfhXM%0aXuran4D8FabLel9Rvd8MM7TyMzF5jlzuOSdpOB7AUwPS6KKKQBRSUtABRRRQAUUlLQAUVyO%0at+JZdJ8SaDoSQLImsNcK0hJBTyUVhgd85rrqACikpaACiuZ8Q6/daJLp0VvplxqAvrgQu0A%0ayIQcfO3B4+uBweRXTUAFFcp428RS+FPDV3r0MK3D2xjxGxKg75FTqM9N2a6eJzJGkh43KD+%0aYpgSUUUUgCikpaACiiigAopKWgAooooAKK8+0u9vNb8d6nLFPIumaNEtmI1YiOS5f55GIHB%0aMYwvPQnivQaACiiigAopKWgAooooAKKSloAKKK5Xxrrj+HvDV7qMPNzs8q3UclppDsjAHfk%0a5x6CgDqqK4K61HU/BXhPT/ADLS7168TyoZvLZpJC7gl3JO4kBuB9QK7wHIBxjPY0wFooopA%0aFFcz4w16Twx4bvddhhE72qqRGxIDbnVeo+tbtnObq0guSNpljVyPTcAcUAWaKKKACikpaAC%0aiuR8K+JZfEU2sxywLD/ZeoTWSlSTvERwGOehPpXXUAFFYcPiCwuNfuPDkW83drCs8hx8gVz%0agDOck856fjW5QAUUUUAFFcifEko8cL4S8hfLOn/bfNyd2fM8vbjpjvmrfiPX/AOwI7ArB9o%0ak1C9hskXdswZifmzhvugE4/WmB0dFc5Jr+3xXD4XSDcXs2vHl3Y2KHEYG3HOSeuR0ro6QBR%0aXn3hu9vNd8V65qonk/s2xZdOt4gx8tpI/mmk252khiFDenFeg0AFFFFABRSUtABRRRQAUUl%0aLQAUUVDcS+Rbyz43eWjNjpnAzigCaiua8IeIf+Er8O2mv/Z/sv2rf+63b9uyRk+9hc5256C%0auloAKKZJIkUbSyHaiAsx9AOTXnvhnxprPim4hubPQHi0WdpAt9JcRhsJuAPk43csNvB4/Cg%0aD0WikpaACiobieK1gkuZ2CRQqXdj0CqMkn6CuB8E6jdP4du/FuvXLpFfyy3iLKxKwWw4jVQ%0aeANo3cdc0AeiUV5ZbeN/FmrQf2roPhhrjTDkxPNcpDNMo/iWMg4HpknPau08N+IrHxPpi6l%0aYh0wxjlikGHilX7yMPUUwN+isjXdasfD2lz6tqDbYoR0HLOx4VFHdmPAFZXgvxOfF+hJrRt%0afsZeR4zEX342HHXav8qQHWUV5p/wm2uaxd3UPg7RRqFrZyGF7uecQxtIv3ljGCWA/vVseG/%0aFr6xfXWiarYPperWaiSS3dhIrRscB43XAZc4zxwTTA7OivPtW8Z3w1qXw54W0s6tfWqq1yx%0akWGGDdyoZyDlj/dH9DibQfGNze6w3hvxDpraTqgj86NPMEsc0Y4JRwByO4x/WgDu6K841i+%0auvDnjfTr2WZ20vXQLF42YlIrleYmUE4G8fKcfU16PSAKKKKACimsCVIBwSOo7Vw3hu88UWe%0aqXHh3xJG14saGa21KNAqSx5xskA4WQZ6DqPzLA7uivJtP1Dx54mvNY/s3ULKwtdP1CeyTdb%0atJIRFjDHL46MPxrqdD0HxDYXpvta8QS6mShXyRDHDEM4Odq5ORjg5oA7CiuR8U+LIvDn2W0%0at7WTUdS1BilraREBnKjLMzHhVHc4P5ZxzcvjrxBoUsEnjHQf7PsLiQR/aoJ1nWJm6eYoAIH%0aq35A0AepUVgeJvENj4Y0a41e/cKsSnYpPMkmPlRfUsfy69BXl3hPXPiHpmk7dT8O3mp3FxI%0a85lkuo1wJOQqo5JRQP4exzwKAPcKK8k0z4i+JNYhkuNN8JzzxxSvCxF1EMOhww5A6V3fh/V%0aNW1SCWTVtJfSXRtqpJKkpcY65Tp6UWA6CivPLzxj4htryW1i8LXk6o7qkiyxASKpxuAJzgj%0an8a4r/hN/Ff/CebP7Dvtn9mZ/s7zU6+d/r+u3/Y9fwosB7xRXnFr42165vFs28L3cZ3KJCZ%0aoj5YY/eYA5xjmvR6QBRRRQAUUlef/wDC1PAH/QYj/wC+JP8A4mgD0GivDf8AhZ3h7/hP/P8%0aA7Z/4kv8AZe3GJPL+0+dn7uPvbO+Oneux/wCFp+ADx/bEX/fEn/xNMD0GisXX7PVr7TJINE%0avfsF7lWjlKB1ypztYEH5W6HHP8q848QeK/FFp4Y066vAvh+/l1OKxuZZFSSJUO4NMgY4MfG%0a4ZI6HnHJAPYaK+dv+Eu1f8A4SD+yP8AhPLL7J9k+0fbPssGzzPM2eTjfjO35s7unbvXo3w7%0a1vUtd0vU5L6+j1F7XUJraG5RFRJI0VCrBU4wck9T160Aeh0V4re6h8TpfEGn+HLu/wBO0x9%0aRjlkWWzhaYosQBIImIBJz2q/fy+Lz4psPCOn679n26X9pluHto5WldJNhJU4xkY6Ht05oA9%0aboryDVJPG/hrUtDN54hXUbfUNRhtJIvscUPyvkk7gWPbHGPrXpGvaxa+H9Hu9YvCBFaxl8E%0a43H+FR7scAe5oA16K+f9L+It3F4MuI9Zj1OTVpYJ285bVlSNmDeXtcAYVRg7u3rW14Y+Jln%0aH4e06PULXVLq5W3QSzC2eQO2OWD/AMWfWiwXPZqKyNE1m312xGoW0U0KFiu24jMb5X/ZPOP%0aSuK1HxD4yuvFd94c8NQ6dtsYYpWkvTKCfNHQeXnoaAPTKK84Np8VbgbZL/SLXPeGGZyPp5j%0aYq5pfhvxXBfw32r+J5b1YmyYI7eKGNgRjBxkke/WgDu6K5nxF4kfw/9n26VqGp+fu/48YfN%0a2bcff8AmGM549cGvJvEvxD1HVtR03RtK0nWrOSGdLu8iWEpcPbocbVVXztYnBJIHTrQB7/R%0aXmn/AAseX/oVdf8A/AMf/F10Ph7xO+vyzRNpGo6b5Sht19D5Stk4wp3HJHegDqqK4W3XxtY%0a67dWcjxahpt4ssttcuAjWsmPljkVcF0zjBHPXNeUeJfiBra6TfW8fiLSfPVGXbaR3Ec+4HB%0aCMWwG96BH0jRXgukeOtcvjZ2Nv4h0SS4nEcaxtDcmRnbAAJ3YLE9T617LrWt6Z4f0+TU9Xn%0aW3t4+pbqT2VR1JPYCgZq0V554EvtX8RLdeLb+Zo7PUG2WVnkFY4YyRvb/po5zn/APVjltE+%0aIotIdSsLjz9X1j+0rqO2s4Ruk8pGwm4gYRB6ntzg0Ae2UVh+Hzr76csniUQJeSMzGO3ztjQ%0a/dQkk7mXoSOP5ncpAFFeex397J8UptOE8n2OHRlcw7j5fmtPw+3pu28Z64r0KgAornfEuq6%0afp+nyQXeqxaRNdI6QTSMoIcDqA/B25GRXlbeNRrHgd4JtetdN1+0PyOlzHtneBuG4b7koHI%0aOOT0x1YHu1FeJeJ/iXaSeFra20u/tYda1MRwP5c6MtqXH7x2kUkALyAc5zgjpXpnhzVNKv7%0aBLbTdUj1VrSNI5plcOxbGNz4JwWwTQB0NFJS0gCiiuY1/VfEWnSwromhtq6OpLsLmODYR0G%0aJOufagDp6K8g8Qar8R9X0i40+y8MT6fcSgeXcRahAGRgQc8EEg4wRnoa04PEvxDWCNbjwcz%0ayhQHZb63ALY5IHOAT2zTsB6ZRXMaBq3iLUZZk1vQ20hEUFGNxHPvJPIxH0x71xWt/ErV9Fs%0aZry68MXluifIkkjpsLtwnAOTk44HNAHrlFeLeGPEnjHSNFgstT8O6pqF2NzSzySISzMxOBu%0abIABwB7V0cXjTxBJKkbeEr9FZgCxaPCgnqee1FgPRqKKKQBRSUtABRXNeJfFekeFrTz9Qk3%0aTScQW8fzTTOeAqL1OTxnoK4P7F8SzH/wl/wBpAvM7homf3P2f/nnu/wCe3fd68dOKYHsNFc%0az4a8V6T4ptDPYPsnj+We2k+WaFxwVdeoweM9DW5fSvBZXE0Zw8cbsp9wCRSAtUV4x4ZT4ke%0aJNCs9cTxJBbi7QuIzZRttwSMZyM9PSrOt2fxJ0bR77V28TQSiygknKCyjG7y1LYzk4zjrim%0aB69RWL4cvJ9R8PaXqF226e5tIJZCABlnjDMcDgcmq2vXmvRQrL4Zitr2W3k/0i3lcqzLtzs%0aRhwrnII3cY+tIDo6K8n8S+JL+607wxf2kd1pbXeu2tvPDKDG5XLq6MAeVJH0I5r1igAorO1%0aXVtO0Sxl1LVZ1traIZZ3P5ADqSewHJrw6z8T+MfFPjE3ejSQWMMEJNpp+ovPAZ4nH+vKIuJ%0aM9hkhfTuWB9BUV4zeeLfiFZ63a+H1t9Iu764OWitnnZoo+8kpYKEX6nJ7A17NSAKKSloAKK%0aK8/8f6rrenR6Pa6FcraT6lqEdo0jxiQBXVudrehAoA9Aorye/tvHWmNbJfeLraI3ky28INg%0ap3yMCQowT1weTxRqFt460pIZNQ8X20K3EyQRk2C/NI/3VGGPJxTA9YorzjwTqfiHVbPXbLV%0aL1JrzT72aziuFiVVGxFw2wcH5jnBPtmuFXWPiI2ieINa/t6EDQrq5tjH9jj/e/Z8fNnPy7s%0a9MHFFgPoGivIL7W9e0vQdI1GfWba51FXjuZ7VjDbm4t5hgoAxGCmchsgEgk9KsTeMbXUPHU%0aFna6vBbaVpduZblvOjCTyzDCRgk4YIPmJB4OQaLAer0V5/4/1nULWwg0DQSw1jWnMFsykjy%0a1GDJKWH3Qi9xyOo6VzWg678Q5ru70O5/sqOXRfLSdpzcb5ItvEytyGDAE5ODnqBQB7LRXgN%0ax4h+Ienpf+NIool0q8uUijt7wTM1tAh8sTeWhACseXxknqOOa9d0A+J2SVvEbWLbtphNkJM%0aY53bvMJ9sY96AOhorgbDUb6T4jarpjzu1rDYQSJET8quzHJA9TWpp3iI6nq2u6QIPJOjtEn%0amb8+Z5se/OMDbjp1OaAOqorzPwH4kt4vAelal4j1JVlmWTdLdSjc5ErgcscscYAr0vpyaQC%0a0V57ofiDUvE3ii7m0yQDw/pyG3L7QftNyTlijddqDjIOD754TXNc1Dw14tsrjUpidB1OMWu%0aSAFt7kElSxxna44ye/oBTA9DoprZ2kryccV5Nf+K/HOksiapBodm0gJQT3vllgOuNwGaAPW%0a6K+e7Xxb4sttXvNR/tPQ5YLtUAtpNSVo4mX+KPnK7u49foK6mw8V+OdVZ00uDQ7xowC4gvf%0aMKg9CdoOKLAet0U1dxUbuDjmnUgCiiigAopK89+IOsX9taWXh/Q5jFqutXCwQup+aOMENLL%0a9FXr9aYHodFeIeOfGsmieJ9K05JLySx0lBdak1qNzNuG2JZcFVCk4LZIB3DvXRr8TIXUOnh%0avXmVhkEWWQQf8AgdAHplFZNjfSazpC3lvHPp8lwjbFuY9ssbcqC0ZJ784zyK89utb8SxeCf%0aEEOtxyWuqaVDIgu4gUjn+XKSxMMYPTcB0Pp0AB6xRWRoEk0uhabLcMXle1hZ2Y5JYoCSSep%0aJrXpAFFcHqF14r0XxHHOsZ1XRdQkSIxxoBNZueA3GN0ZPLEnj+dTXfHEEP27SE0zWBKBJCL%0ai3tWZQ2CA6MDzg8g0wPR6K8R8P/E86Zomm2PifTNV/tIqISxtmPmuuQNpYgsxUAnjOc16dd%0a+JdN07w+PEupCW0tAiOwkjYSIJGCqGQZIOWAI7UAdBRXBaJF4m0zX9U0i8Mt7p1wDdWV5Id%0a3lFjgwPk5O08rjt9eK39m/E7/oNad/4Ct/8VQB6NRXnHhfVvEzeKdT8O+Ibi3ufsdvDMjwR%0amMZkJ4OSfSr3iWTxZpWoQ63oudRsVAjudOCqJME/62FuCWGeVJwQPyAO5orxfXvE2qJ4vv8%0aASD4lt/D1rbQQSRi4gikLtICWALMvTHqetcQPHviI+GJ9bPjC0F9EXC2H2aHzH2vtBB3Z+Y%0afN93p+dFhH0/RXP6u/iR9Mhfw39kN45Usbzf5YQqckeXzuzjHbrXA+D5/G/iO+ub7VdYigg%0a0rUJbOW0trcbJjDgMfMY7wpzxQM9eorxrwyfHnimwl1SPxKtmguZoVi+wxSYEblR8xK5/Kt%0a7wdf+IT4k8QaBruojUhpgtDFKIUh/wBejO3yp+A5J6UAej0V4v43+IOk22tabottqMtqbS/%0aV9RaNJflijUnyyVX5g5IHy5962vFHjzS28Aaj4i0G7Lhg1tBIFaNvOc7flDBWyud3TtQB6d%0aRXkmk/FbwJZ6VZ2t5rTzzwwxpLI8FwzO4UBmJMfOTk13F9Pqmr6PbXvhK6gia5CTJLcRsyt%0aC65Hy/KwJyDz09KAOjorybwnrvjTWLvW42nsr2DT1MFvMkbxxSXQwSucklF6MR6gjNUfEWu%0afFLRbWCe6/saJLq5itVMInkdWlOAfnwuB3osB7PRXL+HtI1/Tmmm13Wm1WSYLhfJSGOPGfu%0aheec85PNYnxA1W/ig0/w7ok7QanrVysUciH5ookIaWT6KowfYmgD0OivO5fiLpNteXOmxWO%0ap3j2MpgleC2aVd6dfmU9e9cZ4L+JaWnhO3k1y21S9mi85pbpbdpYyokcg+ZnGFXAPpjHaiw%0arnu9FUtOvoNU0+11K2z5N3Ek0e4YO2RQwyPXBq7SGFFFFABRXnvxB1e/trKz0HRJTFqutXC%0a28LqfmjQENLJ9FXr9aj+It3faX4fspbO6lidL61R5EYqzIWwwYrjIbuOlMD0aiuKJ8U6Z4p%0aH3tS0bUm54VXsnVfw3RNj6g+/3tfxCuvPYK3h24tredXDO90rNH5YU5xt75wc+maAN6ivJf%0aBmo/EPxFZ2WuXdzYJYXDMTGInEpRWK5HJAzjI9qdZW/jnUZ7q2svF1tLJZSeVOBYKNj4zty%0aWwePSgD1iivO/Aep6/f3WuWuuXiXw067FrHIkSxAsq5fge5A5J6VDres/EGBL9bXQ7c20Yl%0aEc/2sK+wZ2vt25BxzjPWgD0qivEvB2v/ABGn8M6fLDpEWoo0eRcz3mJJOTywYE57cmqng/x%0aD8RZ01jydMj1HZqlwjGe8x5LDbmFNwPyJ/CRgc9KAPeKKzrC5u20+G41iJLO5YfvIw4ZVb0%0aDcZqx9ss/+e8f/AH0P8aQFmivHPClxq2vfD4rHrL22pmeYxXEjh2zHKxRX35JQ4AI9PyPoX%0ahrVL3VNJgm1aBbS/wAETQhlb5lO0suCflbqM+v40wOhorhfE0nizSr+HXdEzqNiiiO500KP%0aMIz/AKyFupcZ5U8EfoXurahH490nSklZLS5sp5ZIiF5dSNpJ5ORnscUAd1RXmf8AwlOp33h%0avxjeDZBPo019bW7xA5xBEGRm3FgWyeeg9q6PSNYEPgux17Vpc7dOiuZ5DjJPlB2P1J7UAdT%0aRXlWha/wCIrLw1ZXVzAdX1fVZHulsjNHDJHbyZZdu/BKoNox1G70Fc+/jDxtf+MY4bXQbhV%0a0u3JubFLqLDNP8AcZ2+6cAZUcnvRYVz3WiuP0TXfEmo3v2fVPDsmmQbSfOe4ilGR0XanPPr%0aXYUhhRRRQAUUlLQAUUUUAZNFFFUSFFFFABRRRQAUUUc0Af/R+6KKKKokKKKKACiiigAoooo%0aAKKKKANaiiipKCiiigAooooAK8t8Wf6T8RPBtlJ/qlN5Pg9C6RAqfqCM16lXlnxG/4ld/4c%0a8XniLSr3y7hv7sNyAjsfpgD8aYCfGc/wDFAXv/AF1g/wDRi0zVvDvi+fSpdeXxDc2uqRxNO%0attFtFopA3eVs25bGNu5ic9cdqd8ZSG8AXhHIMkHT/rotejap/yDbv8A64yf+gmgR5JrNxf+%0aMvhiviMX8tiV0+4e4hhC+XOyqVYNkZC5Q4x2Jq/4M8M6rJ4Qs3XxBeRi8sbcxKAmLfhHxH8%0avoNvPY1S8KW0958EjaWyGSaawvERF6sxaXAHuTwK6L4a+I9I1bw7Y6RZTFrzTLSGK5iZGUx%0asq7edwAPIPQmgDi/hloOove6zdDWrpY7PWrhJYQE23BTbl5OM5bvirmjS+LPFXiHxFpJ1aa%0ax03T7518yHb5xByFiRmBCKoBJOCeQPWpvAetadouv6/4Y1R2t9RvdYuZ7eNkf8AeRuAVZWA%0a24IUnkis3wr4ltfDvibxY2sBodPm1NwLnBZElGflfaCV3DG0njgj0oA6O1u9b8G+KtO0HUt%0aQl1XS9ZDpby3GDPDNGAdrMANysCOo6+mDnsLRvFX/AAlF6t4tuNCEK/Ziv+t8z5d272+9/w%0aCO471wE2pW3xA8Z6K2gbp9M0J3ubi72lY2lIASNCQMnIyfb6V39p4ptLzxRe+FUt51uLGFZ%0amlZMRMG28K2c5+YducH0oAyfiNqFxbeHjpdgcX2sypYW/sZjhm9gE3c9uK67TNPt9J0610y%0a1GIbWJIk+iDGT7nvXBp/xUXxIeT71p4Yg2D0N3cjk+h2xjHsa9IkdIkaSRgqoCzE8AAdSaB%0anm/iX/if+M9F8ML81vYZ1W8Hb92dsCn6uSSD2qv8AF7/kV4P+v+2/9Cq18PEfU11TxncAh9%0acuSYc9VtYMxxD2zgk+vBqr8Xv+RXg/6/7b/wBCNAibxdrupT+IrLwXo14umvPCbq7vGALRw%0ahtoWPdxuYgjJ6DBFYer3Oo+Ao4ddtfEE2sWCSol7bXbpK/lyMFMkTKFIKk8L059qi8e6Rpt%0aj4xsvFfiCwF9ostqbS6OwyC3cMWSVgOcHO3I6c+oByr1vh3qE9rpfgfRLPWL+4kUPiJxFBF%0a/FJI2BjHYZ/oCAek+KLXxRqd7a2Wl3w0rSfLaS6vEKmUn+GNN33R3Lf8A6jxVxf3Xg7W9G+%0axeI5dbsdRu0s7m3upY5pEMnCyKygEAHqMe3fiPxfJpKeO7W18blo/D0dmDZo277O1xuAPmb%0aepC9m4xj155vxNL4Vur/wAPSeDtLhS0h1e1Wa/hhESs5b5YlbAL8As2OBgdzQB2HiC/8WXv%0axFbwtod8bS3uNOWSRyA3kDzPmkRe7kAIOeN2feoPFy+JvBPh7TY9P1i41G7udYhQPcHlkeN%0av3LHk7Cy59ea27f8A5LJdf9gNf/R60nxV/wCPXw5/2HbT+UlAFLxLoXi3RdHufE9r4lupr+%0ayjNxJC6oLV1T5nVYgPlGM4ySf5j03RNSGsaNY6sF2fbLeOfb12l1DEfhnFZXjf/kTdd/68L%0an/0W1cvp3iiy8I/DfQtVvoZp4zbWsW2BQzZdByckADj164HegDL+I76gnjLwZ/ZSo120l4k%0aZk+6pdI13sOpCgliO+MVZ1/RfFfhrTpvEul+Ibq/uLFDPPb3YQwSogy4VVVdny5IwT061T+%0aI19cWXi7wZqFpbyXLRNeSGJB+8MYSMybVOMsE3EDqTxVjxR8Q9A1fQbrRvDMranqeqQvbQ2%0a8SPvBkUqWfcBtCgknP8uaAOm1LUPEHiDw5p134PKWz6n5TyTy7SbeFxlmCnhnHTH19jXB+I%0aU1Dwhpkmu6X4unv7yzKvJa3csckcy7gGUIACvBzwSfp1pvi6wfw9oHhPQ9WklXQoCsWqyQb%0asHaq7Q2z5tjNuzj+eKxPGU3w+n8MX1r4K0u1vLpIt73EEAxbxggl2lYD5iOAAdxJoA9F8X6%0a/fRDwjc6bM9vHqmpWqSqP4opRkofYg0/xTqus6h4lsvBGgXP2CSaA3l3dKoZ44Q20LGDxuZ%0ahgntkVzvij/kG/D3/sI2H/AKAK0vFEjeFPHVn42uY3fS7izNhdyRqW8g796yMBztJwOBxj1%0awCAcx8TtG1zQPBV5Guq3GrWNw0STLeFWkiYSKyyI6qpIJG0qc9QQeOe41XVdRtvHPhPS4J2%0aS0vILozRD7rmOHK5+h5riPij410nX/CF5p3hyQ6guYpLqWNWEcMYkUruZgBuZ9oCjnqT0ro%0aPG8x0PXvCnjC4jdtP0/zobp0Ut5YnjCKxA5xyc/l1IpgbvxS1XUNF8HXN/pc7W1wksIDp1A%0aZwD+Yr0Svnr4p+NNK1/wAKS2Xh1jfxiWJ7mdFYRxLuG0FmAyzNjCjJxkmvXtY8VWWjazpei%0aXEE8k2rOyRvGmUUrj7xyPXsDgcnikM5jX9T1vW/FieCtCuzp0UFuLq+ukUGUKThY488AnIJ%0aOP5YKDR/FvhjVdPl03UbvXNNuZhDeQ3ZR5Ilb/lsj4U4Xuv8+2frFyPBfj+TxRqSP/ZGrWq%0aW8twilhBNGRt34yQrAYB9T7VpS+PE1zV9P0fwQ63xeYPfT7GMUNuPvfMdo3t/D1/WgRXv77%0aXPFviy98NaPfPpWnaOkZu7iEDzpJZQSqIzZCgDqcZyD7VBcTa74B1nS1u9Tm1fRdUuFs2N3%0ahpoJnzsYOANynHORwAe9QNfRfD/AMbavfa0rx6Pr/lSx3aqzJFPGCGjfbkjdkkHHp74g1zV%0a7T4i6vpGheGi13ZWN5He312FYRIsWdsYYgZZ8np7e+ACxf3PifVfiRe+GtP1N7GwWxjmkZA%0aGZBkZ8vIwHYkDJzgZxziqNy3jHQPFVp4NstZku7fWoi8Vzdqsk9t5WWkKnADkqMDcMZI9Od%0azTf+Sv6v8A9guH/wBDWjX/APkqvhb/AK9rz/0WaAKN6Nc8D+ItFJ1i61TTtYuhZzRXhVmSR%0a/uMjKBgZ7Adu/b0jxFrEPh/Q73WZ8FbSJnAP8TdFX/gTED8a4T4l/8AH/4Q/wCw5bfzqz4z%0a/wCJ74g0PwanzRSSf2hej/phbn5Fb2eTA/CgDa8BaPNovhm1jvMm9u913dMepmnO9s+4yF/%0aCvPfBw8WeNbe/+3a1c2VjZ3k0KvbbVnlYEHBcg7UQYAAHJJyeK90r5/8Ahz4tsPD1hqVvr7%0aG0tJdRuGguWBMbNkB4yVB2sOCM9QeOlAHYaJqOteH/ABcPBut3ranb3tu1xY3MgAlBQ/PHI%0aRgHABIOP54Db7SfEmq6jeXXiDXZdB05JSlpBZyxxs8Y/wCWjyEHlv7vaqOl3aeN/iBa+I9K%0aV20jRLaSJLllKrNPLlWCZwSFU8n1+orkNCvPBZvdVuPiWUbXVupA0d6jOqwgjyxEuCpX0wM%0an6YoA7nwZrV/F4o1Hwhd6mNZt4IEurW6JUyBCwVkdk4Ygkc9fzwKOif298RJLvXDq9zpOkx%0azvDZw2RVHcRnHmSOQ2cn+Hp/XJ8FfZG+KF9Np+mDSrKbSd9vEIxEXj85B5hQY27iDgHnGM1%0ae8NapJ8N47nwtr1ldG1juJJLK7ghaWOSKQ5CnZkq4Pb3/EgFixv/FOnfEix8Mapftd2f2OW%0aVJMBTMuTtMijjehBXIwCADjNMs7/AFDx5fahdtrsmi6TZztbW8Vq6RzSmPG6V3bJAJ6AD+X%0aNO01G+1f4s6ZqFzaSWVu+nzC3jmG2UopbLun8O5s4B5wAT1rB0nSvBHhW/wBQ0Lx9YQxyfa%0aXms7uaNjHNA+CAGAI3L3B9cUAeg+HdY1HS/FTeD9T1EatBcW5ubO6O3zRtOHikK8Egcg4/w%0aHI+H7u88Z3N42t+KbrR9SiuJIk023dLfygpwoKsCZPc/rW34Oj8P6j4lmvfCWiW8Gl2cRVN%0aR8tkaSZuCsecZUDIY4/mKoyeIvAuuQS2vxJsbaw1i3Zo5o5Y2DbQTtaOUDcVI6Yb9MUAeke%0aFI/E1tZTWfid0uJreZkhuV2gzQ/wMyr91vUfzOTXO65/xUPjzSdBHzWujKdTuh2Mv3LdT7g%0aktj0rL+GN08Vnrc8c07eHYJ92nSXO7IiVSZCpb5vLHG3Pv3zWx8OYZbyzv/F12pW41+5adQ%0aeq26fJAp+ijI+tAD/idquo6P4cju9Mna3mN3BGXTrtZuR+NZfjbU/EkPjHw5o+gXQt/7QS5%0aWQMNycL98r/EYxllGcEgZ4p/xh/5FOL/AK/rf/0Kl8Sf8lR8H/8AXK+/9EmgDI8TQeIvASW%0aviaDXbvUrYXEcd5bXhVlZJDglNqjYR2AHfr2PReLtX1m51/TvBXh+4+xXF7G9zc3W0M0UCH%0aHyA8bmIIz2/UVPjL/yIlz/ANd4P/RgqLxeZPDfjPTPHMsTy6aLZ7G8eNSxhUsWSQgc7dx59%0aMepAoA534jaJrmgeCr8x6tc6rZTCNLhL0qzoTIpWSN1VT97ClTkYOeMV0ev+INRiGgeE9Fu%0aUsbrU4A8t3IARBBGgyVBOCzdBn+uRzvxJ8caPr3hC/0zw1IdQeRUeeSNWCQxK6sWdmAGWOF%0aC9efapPGOj2sd34c8WarYf2jpVtaC2vowhcxoy5SXaOSFYkn0/GmBd1n+1fBVkfEOmeI5tX%0ajtmVrqzvJI5PMjYgMYyoUoy5yB0/keg8W6hrWlpY+NNElkudNhQNe2Q5D27jPmoOodAcnnG%0aPYHPB6lcfDS5SGy8FaLZ61qty6rHCsThEUn5nkbA2qB6n9K6/xXqF3dy2nw38MlYru4hUXc%0asY+W0tAADj0ZhwoznBHqDSAk0nXdQ8b+JBeaLcSW/hzS+GkUbTeTkA7eRkInGfX8ePUq8b0%0atT8Mddi0GZ2bw5qz4tJZDn7Nckcxs391+oPr/AMCNd7D4qsp/FVx4SWCcXNvbi4aUp+6KnH%0aAbOc/MO2M5GcigDynwdpmsazqviyyt9Ql0yxTWblnkttonkkZiNoZgQiqBk4GST2xz0nhu5%0a17TPFepeBdU1KS/iNmLyzupAPORS2whjj5iCeCfT3wJfhn/AMfXi3/sO3X8xQP+SzH/ALAX%0a/txQBxuneGNWk+IuracviG9SaKyhdrkBPMcEjCt8uMDtgV0V7ceKNT+It34YsNUks7FLGKW%0aV1AZ15APl5GA7E4yc4GcDNRXmtaf4U+KGoX+vu1ra6jYwpBKUdkZ1IBXKg88f54rV03/kr+%0ar/APYLh/8AQ1oAw7lvGGgeKrTwbY6zJd2+tRF4rm7VZJ7bystIVOAHJUYG4YyRxxzevRrvg%0afxFopOsXWqadrF0LOaK8KsySP8AcZGVRgZ7Yxx37XvEH/JVfCv/AF7Xn/os0nxL/wCP/wAI%0af9hy2/nQA5/+SzJ/2Af/AG4NY/i7wtY6h450GyNxd/6dJc3U4FxIAghjGwxjOE+Y4yuK2G/%0a5LMn/AGAf/bg1zw8OanqHxFubZdfvQbCwV/PAi3o08hPlj5Mbdoz0z70AO0Hwfp1z481wC5%0avWi0hbSKNjcyFmZ1MrKzZyVBx8p4r0zxhrn/COeG77VV5mjj2wr1LSv8sYx3+Yj8K87+HGh%0a3811qWvvrF1IjanOhQ7NtwkP7tXkO3Of93A4rf8Rf8AFQeNtG8NL81tpoOqXY7blOyBT/wI%0akkHqKAOi8J6OnhfwvZ6fMfnt4vMuHPOZGy8hJ7/MT+FcLoMHiH4hWr+JLrWbvSdPnkdbK2s%0aisbCONioeRyGLEkHI6cehxXrd1brdW01q/CzIyH6MMGvGvBfivS/Bekjwf4vl/s290x5FRp%0aFbZPEzsyyRsAQRzigDqNGvvEfh2DWofFbte2Wlx/aLa+wqtNEELMjAH764xnuaxdD0nxT4x%0a06LxJquvXemfbR5tta2JVI44z9zeSCXJHJz61oWV9qXxBsPEEKRiDRLqA22nyyIyvKzIQ0p%0aBOdgbG3gZ+oNZfhbx9ovh/RLfw/4ukbSdS0qJbeSKVG+dYxtR0KghgygdP5YNAGx4X17WRP%0arPhXxBKs+o6OgdLlFC+dDIuUcgcBh3x6/U1f+GWp3+seCNN1HU5muLmbzt8j9W2zOoz9AAK%0aw/B1tdeINe1zxpPBJa2mpRJa2SyrtdoUXmQjsGOCP85wfAHjLQ/Cfh1fCviaY2GpaXJNG8T%0ao5LhpGdSm1TuB3YGOvXoRQBt2uuas+p+P4WunKaZDG1qOP3RMEjEr+IBrJ8Iab4z8X6Pp+v%0aanr9xYxhR5UMAGZQhwzzHjJcg8dAMVneHLy4v5/iRe3Vu9q80CMIpOHVTBNs3DsxXBI7Hiv%0aS/hv/AMiLov8A17L/AFoA4JtSuvEXi7VtI1zxHP4fWxm8u0tYHW3aWPtJ5jg793Bx6e1dvo%0ah8ReHItWHiS6/tDTLJPPtbxtvnNGqlnVwMZK44Pfn2A5vUfEfhe61C/wBD+JNjbW0ttKwtJ%0aJoyyzW5+66SYOG/vAEY6etYfhGyttWv/EmieFpZj4WubJoI2k3mJLmQbT5Rf5toBOffHtQB%0ap6Iur+MrFfEWreJJtJF0S9tZ2ckcaxRgkL5hYEuSOTn/AOsNvwzr2oXK674Y1m4S9vNIT5L%0aqMACeGVCUYgZAYdGxx+prz3w4vw20nTF0jxzp1vYaxYgxzieJj5oBO2RGAIYMPT+Vdt4Mhs%0abi11rVtL0SLSdPlRo7SQIyS3EYUkuwPRScFeP5UAcZa6rqOi/Aiz1DS52trhHIV06gNduD+%0aYrt9T8NeMJtLl1v/hIrq21VIjOLeIKLRWA3eVsxlgPu7mJJ6kdq85uP+TfbX/rp/wC3bV9I%0a6j/x4XP/AFyf/wBBNAHmQk1Lxx4Hstfj1OfTHNpMZ47cLtlZcq27cDgZQ4A7Gs74VaPe2/h%0anS9dl1i5NosUrGzIXyQNzj03cH5uvWtD4d/8AJJLb/r2u/wD0ZLWh8MoEuvhtplrJ92aCVD%0a9GkcGgDG0KLxF8Q7d/EdxrF1pGnTSOtlbWRVG8tGK75HIYkkjkdOPQ1s+GNW1rTvE114I8Q%0a3H26RLcXlndlQryQltpWQDjcp4BHXBPpXO+DvFOneB9MHg7xjIdPutNeQRSOjeXcQs7Mrow%0aBHfGOvTvkDR8NvJ4t8cz+NbeJ49KtLP7FaSSKUM7FyzSKDztHI5HPHfIABrfEe5muNMtPC1%0akxW68QXC2oI6rCPmmf6BBg/WtDxnos154G1DQ9Hjw4tRHDGvcR4IQfULgVkaT/wAVD8QNS1%0ak/Na6DH/Z9v6Gd/mnYe6jCH2rvdTfUE065fSlR71YmMCy52NIB8obBHBPHUUAcJ4Z8feED4%0aatHuNRt7J7WBIpreZwkkbRqFZdhO48jjAOawfhrfyTeJPGUs8TWkD3EF0qy/LtWVXbcwP3S%0ayBWYHp0PSorTx18PprdNT8S2Nva6/AAJ4HtCbgTDqEJUnk/dy3AxkitHQ/CV7rvh/XbjWjL%0apt14om81lXHmRQLgRoR67chgexwec0AXdKR/HWtp4kulP9iaa5GmxMMCeUcNcsD2HIjz9eO%0a7Pg/8A8iav/X3cf+jDU0HgTXLWGO2t/Fd9HFEoREWOIBVUYAA28ACuT+E+h6lN4da8TV51h%0ad7qIW2F8vcSV35xuznn60AM8L+Ir7w7cal4e8P6ZL4h023uZXiubTKiMuSxiYuNrFT3VjkV%0at+C77/hIfGmpa7qq/wBn6pBaraJpzqwljtw+/wAxmYKG3N/dGACOeRVDwL4s0TwdocXhPxS%0a39kahp7SK6yowWUM7MJEYAhgQeuee3FXNLvY/GPxFtvEehxudL0y0kgku2Qos7uThE3AFgu%0ac+x/DIB32l6DpfhmTVdSSZh/aM7XdxJOy7UJ5wDhcIvOM5x61wel3J8b+P7fxLpqMNH0OGW%0aGO4YEC4mlBVtmcZVQevqPeuP1/xl4b8QeLb3TPFuovaaHpMvlJaIkp+1TISGaQxqfkVhwMj%0aPB9a9R0D4heBNUu7bQNAvFMrgrDCkEsagIpYgZRVACg96AM34w/u/Bj3y/62yureeM9w4kC%0agj3wTXqPavLviSDq0mh+EIPml1O9SSVR2toPmkY+nbHr0r1KgYUUUUgK14Ls2k4sCi3Rjby%0aTKCUD4+UsBztzjOOcVwOgaz4sXxfL4Z8SPZSgaeL1XtEdeTL5YB3sfQ9vSvR68C1fxLb3Hj%0anULnRblUeXSn0q2upAy25vRKX2CXG3cAeOcZ4piLPhLwiPEcWq66dX1SwW91S7kSOyuTDGV%0a8wqGKgHLcYJ9AKf8P/DlzrOmx61fa/rDSw3cq+X9sYxsIZCAGUg5BA+YZ5r1Tw1okPhzQbL%0aRYDuW1jCs395z8zt/wJiT+Nc98ONPvdM8OG21CB7eX7XcvscYO1pCQfoR0oA6uTR9Nm1WHW%0a5YA17bxmKOUk5VG6gDOOc9cZrxnxzr954hhh8K6pp02g6ffXCLLf3g+TCMGCoUDKGYjgswG%0aBz7dh4p17VvCviOy1e7MknhuaEw3IjTf5E2crK2Bu2kYHXHXvgHmPG3i/RfGWiSeE/CbHVr%0a/UjGqiNH2RKHVjJIzKAoGPw70Ael6p4T0fWdR0/UtRRpm0zcYYmYmLccYZkPBK44P554x59%0a4c1T4l+J9N/tayvNMghaWSNUkhkLDy3K84bHau01Ow8YRW9lbeG7y0iWCERzG6R3LsoABG3%0a6HOa47QfCvxJ8OacNM07UtM8lXeQb4pGOZGLHnjuaAOf8Ah/bfEB9KvTo97p8UQv7gOJopG%0aYyBvnIwfuk9BXtejrrUGnf8VBLDPdqWLNbKyoV7YDc5xXifw/tfiBJpV6dHvdPiiF/cBxNF%0aIzGQMN5GD90noK9a0GPxZam4k8VXdlNEFBjNsjR7cZ3FixxjFAHmHiTxZp+p6jpOt6Vaalb%0a3+mT53PZy7ZIH4ljOPUdPQ+mc1lf8LJ8P/wDCyf7d8q78j+y/sOzyT5nnfaN2Nmc+314r0C%0a+8XXXiW5k0DwGwmcHbc6njNvbKeuw9JJMfdA475xnHML4R0cePf+EVKMbP/hG9u7P7zf8Aa%0a93m7v7+/wCbPrQBV8I+MLPTp9T1vWtO1I6nq1wXfZayMI4U+WKMH/ZXr/8AWr31TuUMOMjP%0aNeaWPiy78MXUfh/x03lknba6njEFwo6CQ9I5APvA8HrnpnqvE3iay8L6JJr11HJcQR7RiAB%0aid5wDkkDHPXNAHR0VR0zULbVtOtdUtCTDdxJMmeDtcAjI9eeavUhhXJeKtXsfDmmG4W2Se8%0auGENpbhRumnfhVA9M8sewrp52mSCRrdBJKFJRWO0M2OATg4BPfBryi38NeNZJV8W3jWVx4g%0aY7Ybe5L/ZrOBgdyx+XkmQ8Zb0yMnrTA4pfBB/4S3+wGlUakdA+1m5x0vftnmeZ06b+On3eK%0a9j8K6xZeIdPLy20dvf2jGG8tio3RTLwR/unGVPce+a8r3fEX/hZedmk/2r/Y/TdP5HkfaPX%0aG/wAzf+GPeunufDHjWSQ+KoJLGz8RxNsMdqZDbXduAuEm8zB3g5ww6DAz3DEbvjmx137Bd6%0a3pOtzacthZyy+RHGjLI0as+SWBIzwOKwdXt77xJ4K8MXH2yzS/RrLUWN82yOVkj3MCFBJ3M%0a3IA6V2fi6Rk8F6w91tRzp04bB+UMYmGATjPPA9a8e0/XNA1HwvpkOt6CL2e3s4LXS4pBumu%0a5RGFlKJ1WIMo+c8EZPXikBBv17/hPs48PfaP7K/vP9l2ef64z5ufw216f4D0mbT9P1S2vbq%0azlnv72a7YWDkpGsyqMLkArgg4/DmvIP8AhWlufEP9hGOIagdFN/0/ci7+1Z27enl4/d4/u8%0a9a9S8HnQJrDUIvDdjDouvJEYrm3ZcNFMAdpYfxR7jkMOCPyoA8f1200rTfiDBYS3+rS6fZx%0aOlxdC4Z5YnKhnKtjIRAyeYBz19K9A8RWGhPd26z6Hrer/YbWOGK/tnJWWIjeD5iyLv5bk46%0a0+18Ow6F4u8L6RM32p3s797qR+fOllCmRmz13E457YFdbqeha5bQpaeGNZg0nTraARLbG2W%0aYjaDk72cHketMDzDRn8K3LWevaV4X1+7SGQTW8m9pU3xsRkAzEHBBFejfEKBb4adaz6Rf6r%0aBFMLlktCuwtH0SUN1Bz0Fcj8L9P8Uv4W0i6tteig08M7G0NsjNsEzb18wsD82DzjjPtXtt3%0ae2lhbPeXsyQQRDc8jkKoHuTQB5DrXxAvr6C68Mr4a1CO+vrOURxsEztZSm/Ab7oJqr4Y8ca%0ajo1hZeEpfDeoS6hYWcZkRAmdg+XfgnoTW54Pkl8U+LNR8dCN49PW3XT9PLrtMsatvkkwecb%0ahwfQ46g1PakD4vXoJwTo0ZH4TCkB03h/xBf61LNHeaNd6WIlBDXIXD5PQbSeleb3mjQ618Q%0avElxPq17pEOn2lqZZbOcQcFCx8xiCNqgZ9q9IsvEL3firU/DwiXy9OghlaUNzulydpHToM5%0azXmdi39qeGfH/ipeY9UW6jgb+9DbQtGjfQ80AP/ALP8Hf8ARRtR/wDBtF/8TVm00Pwzf3CW%0adl8QNUuJ5ThI49UjZmPXgBcmtjwrpvgZ/C+jvd2ultO1lbmQyJCXLmNdxYkZznrnnNZOu2n%0ahy28ZeEToUNnEzXU/mfZVjUkeVxu2D8s0wO68TeJ9M8E6Kt1qErTOFEcEZOZZ3AwB9e7Njj%0a8hXn/hLXtC8P6UnjDxbfLFqXidnm3lHYCOMgLEm0NhUBHX174r0TxBoOk3Zl125tlkvbS0m%0ajikbJ2hlJ4HTPocZGTWR8ODb/8ACCaKJSmRbjG7H94+tIZxFl8T/DSeN9Su7jWW/sqS1hWA%0aESmPzQfn2pt4PqcDNet6H4j0XxPayXWiXQuoY38t2VWXDYBx8wB6EdK4fS/s3/C0tbzs2/Y%0aLbHTGc16fGYeVhK++3H9KBHn2m+G/FOkXN9pVjqrHSbhDJbTzfvbm1lLAlRvBEiEZ+90+vX%0azjU7y91eK/0W41zWNQt0kktLj7PpUboWjOGXfGvr6HNehaDNJ4g8daxrYdjZaQg0y3AJ2tL%0anfO2OmVOF+leb6La6jNe6+9pBrcif2xeDOnXUcMOd/dXYHd6n0xTA1tM1HV3vrHQk8Q6tZS%0aXOY7cXOlQxKfLXOAzrzgD3r1DV/Cul6r9kvtYQ31zpsLiMv9xnZRmQxj5d2VyOwz9MeSRW9%0a9B458Lm8i1eIGa42/2ncRzg/uTnZsY4PrnrxXsXiHSNc1Uwf2PrT6QI93mbIUl8zOMZ39Nu%0aD09aQHnnhjw4mrfDvRF1PUrvS7S1hla5SKQQB13sf3rEZCgDnkcGqXhCW48DxX9ja+HLu/h%0auLqSa2u7IRypLbPgxfvNwJ+XkZJ61e8U+F/F9v4Z1ae68WTXMMdnOzwm1hUSKEJKlhyNw4y%0aOlO8MeF/F9x4a0me28WzW0MllA8cItYWEatGpCBjydo4yaAOn8KyeI9W1DWNU1u3n0+xuvK%0ajs7SZhvRVUiR8DO0sSP8APNVP+FV+G/8Anvf/APgXJ/jXSeHtH1zS2nOsa1Jq4kC7A8KReX%0ajOcbOucjr6VzvjDxTcGX/hEfChFzrl6pUlT8tpGeGlkIztIB+Udc49gQDxODw9Yf8ACWzak%0a8tyPDx1D+yPNFw/mCQJw5kzkp5nHpzXtX/Cq/Df/Pe//wDAuT/Gtm38EaND4QHg1032pi2O%0a38TSH5jJ/vb/AJh6cdqxfC/iW6028XwX4vcRanAAttcMcJexDhWUn+Psy9SfxwAafiHwq+t%0aa34eu2SGay0ppzPHP8xcSRhUwpBDEEZOcVzVx4c8VxtLImleFlgUsQ0kMoIQd2O3HTr2ruf%0aEGkazqv2f+ydZk0jyt3meXEknmbsYzv6bcHp61xGt+FfF0WjX8s3i64mjS2lZozbQgMAhJU%0akcjPTNAHJ6Zda9q+qJZaVofh3UbZXAnure2k8iMZ5AkcKHbHZN1eo+GvDEmg69r9+iQRWep%0aSQNbxwjbtEUZVty7QBknIxmuG8FeGPFF14U0u4s/FM9nBJbqyQrbxMEB7Ank/U16X4f0jWd%0aK8/8AtbWZNW83bs8yJIvL25zjZ13ZHX0oA6SiuWbxVa2/iP8A4RzUYZLOScA2k0mPKuePmV%0aGHRlPG08nr3FdTSGFYHiuSSHwvrE0TlJEsbhlZSQQRGxBBHQg1v1geJNf0fw7pct7rUiiEg%0aoIyNzSkj7ir/ET6dPXigDw7Q08B3OjWNxqvi69ivZYI2nT7ey7ZCoLDHbBzxS62ngO20a+u%0aNL8XXst7FbyNAn29m3SBSUGO+Tjiu1awlu/AWsanrmk2djcTWl1LBDHCoeGLyiYw5x/rB1J%0aGMccA5pmn6VcL8PdFvtA0yxu71LS2lkiniXMyBAXVWxw7dic1QjvfCcsk3hbRppmMkj2Nuz%0aMxySTEpJJPJJPWvLPEuuNeeOIoda02/bSdDYSwJBbvKLi5I4kYjjagPyj169SB6b4Y8R6V4%0ah0kXunj7OsH7uaBwEa3dOCjr/Dtx9MVzEXibUfF2vRWXhKQxaRYShr2/wBoKzFf+WEO4YIP%0a8TenTtuQHL33xIU+MtMeG31SOxFtMJbY27hpH/hYR/xBfXtXeab480/VL6Gwi0/UonmbaHm%0atXRBxn5mPAFZer/8AJU9A/wCvG6/pT7/X9Y8Ia+zeIJftOgalKBDdbQps5G4EcmAAYz2bqO%0a9AHpVFZWsahPpumTahaWkmoNEAwhhI3suRkrk8kDJA6noKTRda03xBp0WqaVKJYJe/Qqw6q%0awPIYdwaQzWqKdJJIJI4pDE7KQrgAlSRw2DwcdeeKlooA8n0nTPBPhLUpLvxDrdveeIDgzXF%0a9MglXcMgIjN+7GDx3weuOKzrjV7LRtRbUfC/iyxuYLmbfcWF9do0fzn5mhkyWQjOdvI/QV6%0aldaBoV9O1ze6da3Ez43SSQozHAwMkgk4HFc7r1t4A8NWLahrNhp8EQ+6DbxlnP91F25Y/T8%0aeKYjB1bS/BPi7UUu/D+s29pr6gmK5sZkMrYGTvRW/eLgc55x3xxXod4kkWjTxzSGaRLZg0h%0aABYhOWIHAz1wOK848C+Hmu9Yn8cXunR6WJ4/JsLNI1jMUPeRwoHzv8AmBx0xXpup/8AINu/%0a+uMn/oJoGeK+AvEfi2z8IaZbWHhaS+t44iEnF1FGHG487W5HpzV/xX4m8Y3HhnVYLvwnLaw%0ayWkyyTG7hYRqUILbRycDnA60vw98ceEdM8GaVYX+qwQXEMRDxs2Cp3McGtDxf498HXvhXWL%0aO01e3lmns5440VuWZkIAHuTQI7TweceEdEJ7afbf8Aopa8o1fX/hzcXz634e8RDRtWcgvNF%0aHI0c2O00RXa/wBeDnnmvV/B/wDyKOif9g+2/wDRS0mu614Z8NWpu9Zkgt1wdqkAu/siDlj9%0aB9aBnkvjPx94R1a68NxWuppNFaapDd3DhHG1YQeSCo6k9BXe/wDC1fh//wBBiP8A74k/+Ir%0ajINE8XeI9VPj2zgh09oF8vT9PvI/9ZAc72kxzG754I57HjBPdeHvE+laxdPo+oWX9l6xCMy%0aWc6ruI/vRNjEi+4/LFAiXxXezslraW/h1/ECykTJlo1iRkIKlmk+6eeOOmfeuL8S6H4n8S2%0aL6l4sNto1hpitdBbMefeKI13NtmO1VOB/D1716B4xi8Ly6HIvi8ounKwYh3ZMsvIA2EMT6A%0ada8jHgnwbqXgvV/EUPh19NMdtcS2RlnmLuiRlo5ShfC5PIU549QaANjw1oHijQbFNW8Gz2u%0aqWWqKt0yaghiuiJBuG6ZM7jz/ABcDJxXovh7VvEWoyTQ69op0owgFXE6TJITn7u0AjGOc14%0awng3wlp3g3RfEU3ht9UWa3ilv3iuJhIitGC0ixhwG55IGMD26e0eDovDMWgwf8Ilt/s1yXQ%0aKzNhm5YHeSwOeoPSgDqKK5ZvFVrb+I/+Ec1GGSzknANpNJjyrnj5lRh0ZTxtPJ69xXU0hhX%0amPxHQS3HhaMkgNrUAypIIyr9COQfcV6dXmfxFO278KHBONbtzgdT8r0wOOto9Uh8e6L4K1y%0a6FxDpYuLu1uGf97NG8ZSFX/6aRkNz3AzjuWKuuyeNNC8C67KblNLuX1GG7dstPDGh8ncO7q%0a25WP4+51bLwfdeJbDUvFWtCTTdXvbhbmzYIWltI7biFdvUkjO5R97I4zVKz8L6v4ttbvx4C%0abTWp5o59K8z5fLhgGEVx2EwJ3DpyD0piOt+Hn/H54s/7Ddx/Ja8P1RvA4t/GI1eRl1z+077%0a7KoM4BG75MhP3f3t33vx4xXtHw+meFvFs9wuXj1i4Z1jy3IRSQvQn29a83k1XWYfCXi2CPQ%0aL37Pql5eXguJlECJDNjDEP8zEAZwB+NAHbXmt/DO1ttOt/FkMEt9HY2/Mto8xCFAVG4RsMc%0ak4zXCeCda+FFvoEaeIbe2e9MszPvs3lIUyMUG4RsMBcYGeOlegXev6vpfw/s7O6WE6zqsK2%0athBbliSJECqxzzlFO5j90HApvhy1T4a6vB4dunxpesJEYJz91b1ECSoSenm7Qy+/ApAdZ4l%0a8T6DZWUdte3dxam/hLwzW0MjuqkfeUqjBTz3H4V47reo6JPo1/DbeKdduppbeVUhkifZKxQ%0agI37gfKx4PI4719A61a6veWYi0W/XTrjeCZXiEwK4OV2kqOTjn2rzTR5/GGtXV9YW/ipIrv%0aTpTHNBNpqI4/uuB5hyjdVPegDhtI1bw/Z6Np0F94s1yylEEMbQJG+xJAgBjT9wcgEYXk8Cv%0aZvDuu6J4gsJNGsbu6umhgEcss8ckUjBht3bmRAWPtXm/jrSfGUA0D+0dfiuvM1m0SHbZrH5%0acp3bZDhzuC8/Lxn1r1vTYta0jTbmbXr7+1pY90qmGARNsVc7AgY7mJBxyOuKAPH7HwRYRfE%0aDU7G2nu3NnZQXEO64fLSFjhXbqVyOlR6FovirW/Enilb7V/7JkWS3N3Hp658wmI7AssnzLt%0aXg4HJP0rasl8b6r4rvPEuiaWNNt723itw+qfK6rGSSwiQlsnPG7Arf8LLv8Z+Nox94y2n6w%0aHFMDx6HwpoEfwltvEC2obU7mSJfOZmZh/pQXCgnC/KMcD1r3bxlouva9EljZXn2bTTG5u44%0auLiYj7sSOflVX5BPb3BIrj/+EPsPDHgqzv8AxKovbjw7BJKsMczrbySLI0iZBAycsBkr+Br%0a1i0v0n0uDU7kC2SSFZnDsMRhlDEFjgcdzxSA8nXxnq3hW10/SU8Gy2cM0i2trEtzEdztkgc%0aAnJ5JY/Umk8U+MNVXQbs+J/Bsv9mFQsxe6iIG5gqn5QTncRgjkHmtDS7g+O/GMPiC3Vv7D0%0aFZEtZCMC4uX+V3X1RF4B9fxxc+K0iS+HINGyDLqt9bW0ad2/eqx49tvNAG54T0PXPDyz6be%0a6gL/AE2IKLIyA+ei85R26MF4Cnr9BgV538Q77SG8UWc/9paUlzpsTxS22pRySJmUKwO1B1x%0agjmvbrl547aWS2jEsyoxjQnaGYDgE9snjNedPqXj6Ri8nhSzZj1JvEJ/9AoA8x/4SGw/5+P%0aB3/gHPXU/Dq50tvFF9cpqOlSXF9AiJbaZHJGgEWSW2uPQ881na7qnju916y8PDSIrE3EMkz%0aQ21zGryqhwf35jJQD0UAn1FdFo8Hi3QEZNJ8HWUBf77i9DSP7u7KWb8SaYHsFFc5rGvNoej%0aRajeWzPdTGKJLWIglp5SFEYY4H3j949hn2qvoXiO51HULnRtW09tM1C3jSfyjIsyvE5Kh1d%0aQOjAgggYPrUjOrooooAK+eJNP8TQfEzSNb1Vo21C/XUBbWxb91FHDCwhUsP7xbLEDvnrkV9%0aD15j4k/wCSl+D/APrnqH/okUxHKav4ZutB+GOv3usP52saoFuL2Tg4Yuu2MEcbUBxxxknHG%0aK6Wx1n4lLZW6xeHbRkEaBSbwDI2jBxtrV+KX/Igaz/1yX/0YtZdjo/xJaytzF4itFQxIVBs%0awcDAwM7qAO41PRbHxJpI07X7bzIpQjyRB2UB1wcBkKng+/NeM/EP4d+C9E8NPLpOneVqFzN%0aDbWxM0zfvJHA+6zkH5Q3avdVkNnYrLqU6AwxgzSnCJkD5m54UZ59q8tsrp/iH4rttTtVYeH%0atBkZ4ZGGBdXeMBlB52x9QfX68AEelfDz4U6rJdWljZedNp8nkXCma5VlceqlxwecEDB5xT/%0aAOj6foXjbxfpekxeRaW4sAibmfG+JnPLknkknk11174VL+KrPxVplx9jnVTFeIFytzFj5Q3%0aIwykDDen0ArF8ElbvxN4v1aI7opb2K2DDoTbRBWx9CaAItZ1jxvoWs6d9qk0+TTNS1OOzRU%0ajk85Y5SxUkltu4KvJA69q1vEtv4ssb1PEHhuY3scSBJ9MkwFkQEndE2MrJz3zn8ADzPxL1/%0aTbe/0KyLPJNp2owajdLEjP5NtHuVpH2g4GWH+cVavD4w8bvJZ2MkOkeH3babuGQSz3UXrEV%0a4RWHryPfkUAUtA1iL4h+MYNZto3i0/w9AQqSjDm7uBhsrnoigj69OtbPxe/5J3q3/bD/wBH%0ax1U1PwEdCjt9Y+HyLZ6jYRhDBn93dxjkpLnqx7MTnPUjgiT4qPPJ8MtRkuohDM6WxkjDbgr%0aGePK7sDODxnvQB6jRRRSGea6T/wAlR17/AK8LX+ZrMvI/Evh/xfoME2vT31rqlxMrwPHGqq%0aqRlgAQM9/0rT0nn4o697WNr/Wsr4laqmkeIfCl55L3MkU9wywRDMkhMYUBR7sQKYhNX07U4%0afFmoa1pdxokqXccMLR6hIxdGhBBwFHGSeea840LTNa1vwTLpMMuhQQXMky+ZO7rcKfOJOCA%0aRjI+X/ZrqrjRvD/jXUoNMstHgjvGdbjW7qMBhAx+d4VlHDSu/BIztGe/TlPD/hrRtP0az8W%0a3ulpqGnmS5gv49m9okSZ/LnQdcIPlcD+HBxxTA948R2Om6j4eE17qFxa2tkn2hprKbyyRGh%0aB+YdR149cV4d8KxZG6uptQn1KHUYrqeeG284+XcmNQZEKniSZc/MDgnIPrXsN74fsPEek6P%0aZaJPEnh9JVmmih+7NEmWRAR/DvxuH9RWP4E03T77+3J76FJGs/El7NCzfwONoDD8D/nikBw%0aF6nhDTSst54Y8QWgu59ifvGRXllJIUATAZY54r0PwHDpthqN1Dp2garpjXaK0s9/llbyshV%0a3M7nPzHFcf4803xfDBop1HxDDeB9WtViC2iR+XKd22Q4c7gv908GvW9AsvEVpLKdc1mLU1c%0aARqlusJUjqcqxzmgDzjRvFml+HfFPiuG/S4dpr5WXyYXlGBGByVBxWJ4Ys47nRB4uuFmvLH%0aRr++u1sY0G+SUuuyQhiP9WuTg8jt6VtaP4t0zw54q8VQX8dy7TXysvkQvKMCMDkqDiui+E8%0ayXPhy7uIwQsuo3TgMMHDPkZB6GmBta/qljrHw/1bVdOlE1tcaZcujD08puD6EHgjseKx4hP%0aJ8MdJsbTUItMub2ws7aGeU4G+SNBtXvvYZC45B57VHr+g2HhTwb4qazmdLa+hmkWBiPLieV%0aNhEfGQHY9M46AAd57/AEzTrn4YW1jrFwLKKLTrdvPbgxSRxqUYd8hgOByeg60gMjwoNc8O6%0ahN4Iums2tLHSzco1rG6MHdyo3FmOScMxOOprmL2a+vvhT4ZlNwzXct9bYmlJkO/zXCs2eWx%0axxmrPw78RW9/c6peeKbpbPW9UihSJJwYVe3SPajRl8A72LMQPqBT08D/ABFPh7TfDyXOjta%0aadNHPC4+0F2aNi67jjBBJ5wBxQB6xoFj4ls2mPiDU4tRDBfKEcAh2YzuzhjnPH0xXk1tYa8%0avxU0fWfELhZ78Xqw26nKwwQoRGM9y24sfr68D0/Qh47F43/CTNpZtPLO37EJhJvyMZ8wkbc%0aZz36VheIP8AkpXhP/rjf/8AosUAcz4dbxqNX8T/APCNJprW/wDa82/7a0wfftXp5YI24x15%0azmuW8Ot44/4VTOLJNMOk/ZL3cZGm+0bN0vmYAGzdndt5x0zXpMXw3lOo6pfvr2o2gv7t7hY%0a7GbyUAfH3gVbLcdeOMcVw3gbwK/iD4fxSJrmp2pukuYxBHPi2B8yROY9uSp6uM85PTNAHsv%0agz/kT9C/7B9r/6KWulrnLcJ4T8KQrdFrhNIsUVzEuWcQRgEquep28An8ad4W8SWPizRoda0%0a9XSKUspSTAZWU4IOCR7jnpSGdDRRRQB88tp/iF/iboGta7L9nudSa/jt4FwwtoYYGEfsWbc%0aWP8AkCf4heEPEFv4SvtT1DxHd6k9p5coi2JDGcSLklUH8IJI54IrsfFH/JRvBP8A3Ef/AEQ%0ateganp8Gq6ddaZcjMV3E8T/RwQfxGaYjz6D4YeFL6GO4v5L7U1lUODc3UrZDDIztK0vxG1e%0aDwl4Jk07TUIluITZWsa5YqgQhm7nEcYJye+M1L4F1z7NoE+iaywj1Hw2hguUJ5MUQzHKPVW%0aQDBp95ff8JH8Np9evrRIbiXTLmZF+95e+FxlWIBG5T+RxQBzPg3WfFWmy+E9D1BbD+zdVsm%0aeD7OsomVIYFcbyzbdx3DOAc81V8IeLItCj1U6lpWqNcX+pXF2THaSMu1yAoB46AVl6Nr9nr%0aOq+BbHRJt17p+m3MT+bHIqJKbVFXJIG4blOdpPH1FehfZviv/AM/ujf8Afqb/ABoA5/4Ya/%0aB9ovtGvbW6tdS1G7utSKzxGNSjso4LYJ4x2rvfEHh7Udanils9butLVEKslvtw5znJ3A89q%0a5Wx+3TfEmzi1KSKW8s9DY3DQAiPfJOAAAeRkDODW34q1/Uob608LeHAn9rairSebIMpbwrw%0a0rD+I9lHQnr6EA4nXrCXw0scN14x1SS6m4gtLdY5J5T6JGBn8Tge9avgfw/45h1D+1/EWqT%0arafN5djKyySNuGA0rIAoI64Gfc8V2Ph3wjpnh7fdKWvNRuOZ72c7ppD35P3V9FHHTr1q74m%0a1ddB0C/wBXLKrWsDum/ozhTsX3y2BQBY1jRNK8QWf9n6xbrc2+4PsYkDcOh4INeL+LfAng4%0a6hpvhXQtNji1DUJRJNIjOTBaRnMj8sQC2Nq5HPPevQ77xVqOneGNN1JtOkvNU1KOJY7aBTt%0a8+RN5DMc7VXnJJ7fjT/CHhq60r7RrOuyi61vUsNcyj7qKPuwx+iL+p/CgD5+8J+GfD1sNK1%0ajX7NbjS9UknspGcsBBcJK3ksSCMK6jZ6AjJr6P0XwV4X8PXbX2jaelrOyGMupYnaSCRySOo%0aFcV8PNIsdd+HJ0nUo/Ntrma5Vx3/1zEEHsQeQexrW8K3viHR9S/wCEN8QxSXYjjZ7PUVBKy%0awpgbZT/AAyLkDnr+RYAyNVi8TeHvEehs+vz3ltqV/5L27xxqoQgtjIGeMYrW1Pn4o6Ljtp1%0ayT/30tZvxQ1SLSb3wxeOjztFqBkWGIZkkwhGFXuSSB+Io8PXV34g+IMupXdv9mfStKjt54g%0awYR3Fw/mFdw4O1Rg46GgDL0//AJFL4jf9f+q/+iRWvdaFd+IfhpodhBfR2EC2lnLcvKm9Gi%0ajiVirDI43AE8jgVkaf/wAil8R/+v8A1X/0StbFzpthq/wy0bTdS1YaPbS2VoZJSypvQRLlC%0aXIGD1P09KAMLw1pN5rOl6p4z8R6ndK08Ris7q3VbeaOygfzNyKAQvmlemCdvfmvNNP1KysN%0aLi8Sx+J7pdXv76E3Fv8AaQT9nV9q+dhQWZU6nIABxivSNJ1L4eaDLc6jbahea1cadbOWuZn%0aeSJFwFESnCxDfkKoAPpSa/a3UngLRr3W7eBL+5v7SSQJEse1ZJcqhAHZSAfemB6rpfi7wzr%0aV19i0rUoLqfaW2Rtk7R1OK6OuA0+6bTvHF3od3FCsN3brc6e6RqhAT5ZoywALEHDfSu/pDC%0aiiikAUUUUAFFFFAGTRRRVEhRRRQAUUUUAFFFFAH/9L7ooooqiQooooAKKKKACiiigAooooA%0a1qKKKkoKKSloAKKKKACqGqabZ6xp1xpd+nmW91GY3X2PcehHUHsavUtAFDS7BNK06202OWS%0adLWNYleUguVUYG4gAE474q/RRQAUUlLQAVwnhHw/qGkal4jub9VEWp3zTw4IbMZ9R2PtXd0%0aUANREjUJGoVV4AAwB+FOpKWgDE0TQbLQY7pLMu7XlxJdTPIQzNJJ1OQBxxgDtVvVdOi1fTb%0anTJ3eOK6jaJ2jID7WGDgkHGRx0rQooAp2Fjb6bY2+nWi7ILaNYo19FQYH6CrlJS0AJTI4oo%0aQViRUBOSFAHP4VJRQBHJFFMmyZFdT2YAj8jTlVVUKgAUcADgUtLQAUUUUAFJRS0AFRrHGrt%0aIqgM/3iBycepqSigBrKGBVhkHgg02OKKFdkKKi+igAfkKfS0AFFFFADEjjiXZEoRfRRgc/S%0anEAggjIPUUUtADI444lCRKEUdAowPyFPoooAQgEYIyDTI4ooV2QoqL6KAB+lPpaAGlQwKsM%0ag9QaRI0jUJGoRR0AGAPyp9FABRSUtABWJbaDZWut3niBS73d7HHExcgqiR9FQYGATyeTk1t%0a0UAFcF4C8PX2g6Re2OrRpuuL6ecKCGBSTGM/l0rvKWgBAAoCqMAdAKjaCGR1kkjVnT7rEAk%0afQ9qlooAK80K+PvDuo332K2XxFp91M00AkuRDNBu6x5kBBQfw4/8ArV6VS0AedeHtB1668S%0az+MfFCxW9wbf7Ja2kLeYIot24lnwAzE+nY/gPQZIo5l2SoHU9mGR+tSUUAIAFAAGAOgqKW3%0agmIM0aybem4A4+malpaAMvWNKg1rSrnSLl5IobpDG5iIVtp6gEgjkcHjpVy0tYLK1hsrZdk%0aMCLGijsqgAD8AKsUUAFFJS0AFFFFADEijiXbEgQZzhRgZP0p9JS0ARRwxRbjEipuOTtAGT6%0anFS0UUAFFJS0AFFFFABRSUtABRRRQAUUlLQAViafoNlp2p6jrERd7nU2Qys5BwI12qq4Awo%0aHatuigAqOSGKYASorgHIDAHn8afS0AJ0pjxRyFTIisUOVyAcH1HpUlFABUbRRM6ysil16MQ%0aMj6Gn0tABRRRQBFLDDOu2eNZF9GAI/WnqqqoVAAB0A6UtLQBFJDFLtMqK+05G4A4PqKlooo%0aAKKSloAKKKKAI5IopQFlRXAOcMAefXmn9qKWgDE0DQbLw5p/9n2Jd1Mjyu8pDO7yMWZmIAy%0ae3TpituiigCMwxGQTFFLjgNgZA+tSUlLQAUUUUARSwwzgLNGsgHOGAP8AOpAABhRgDtRS0A%0aFFFFAGFF4fso/EE3iV3klu5YFtlDkFIo1O4hAACNzctkn2xW7SUtABRRRQBFPClzBJby52S%0aqUbaSpwwwcEYIPuDmsODwroMGgx+GTZpLp0aBPKkG4HvuJ/vE85655roKWgDzn/AIVX4OXi%0aCG4gXssd1OAPoN5oHwt8Khgx+1tg5wbqYj8fmr0aincBMZ4PSo44YYQRDGqAnJCgDJ/CpKW%0akAUUUUAYeg6BZeHbWa0sWkZJ55LhvMIJ3yHJxgDj0rZkjjmjaKVQ6OCrKwyCDwQR3Bp1LQB%0aUsbCy0y1jstPgS2t4hhY41CqPwFZ/9g2P/AAkX/CT5f7Z9k+xYyNnl7/M6Yzu3d89K26KAK%0ad9YWWp2r2WowJc28gw0cihlP4GqGt6ZdajpbaXp1yLBZQI3dUDFYiMMsYyAGI4BOcdcVtUt%0aAFSwsrfTbK30+0XZBbRrFGvXCoMD9BVuiigAopKWgDE/sCx/4SP/AISjL/bPsn2LGRs8vzP%0aMzjGd2e+enatuiigCG4t4LuCS1uo1lhlUo6OAVZTwQQeCCKg/s6wF3HfC3jFxFH5KSbRuWM%0anO0HsParlLQBj/ANiWX9v/APCSZf7X9k+x9fk8vf5nTHXPfPSrq2Fkl6+orAgupEEbShRvK%0aKchS3XAJq3RQBjXOh2V1rNnrsu/7TYpJHHg/LiXAbIxz045rnbz4Z+Br+7mvrvSkknuJGlk%0aYvINzuSWOA+OSe1d1S0wPO/+FUfD7/oDp/38l/8Ai62tV8F+Hdb/ALPTUrYzQ6aMQwl28vG%0aABuXOGwBxn8a6qigCOKKKCJIYUWOOMBVVQAoA4AAHAArlfEHgfw94lu4tQ1KKQXUKeWssMj%0axvsyTtJUjIyTXW0tIDl9F8HaBoNnd2enW5C3wIuGd3d5OCPmYnPQnGMdatr4c0yPw63heBD%0aDYtbNa4Q/MEdSrHJz8xyTk9+a3aKAOBt/hh4Ft7eKA6TDKY0VN8gy7bRjcxGASep461LB8O%0avCVnqdlq2nWQs57F2dPJ+UMWG3Dgg5A7YxXcUtAEFxAl1by20mQkqMhx1wwwcVwp+F/gua1%0atLa+sjeGyhFvHJLI4fYrFgDsKg8se1eg0UAedf8Km+Hv/AEB0/wC/s3/xdb2g+DfDXhiWWf%0aQrIWrzqFch3bIByB8zGumpaAMrR9F07QbP7BpcXlQmR5CCxYlnYsSWYkn8T0qPRtDstCW8S%0ayLkXt1LeSbyD+8lILAYAwOOB+tbNFAHIweDNKi14eIpZbq5uo3keFZ5mkjhMuQ3loThQQcY%0a7D6V11JS0AUNT0+DVtNutLuiwhvInhcocNtkUqcHnnB44pdMsINK0610u2LGGzhSBCxy22N%0aQoyRjnA54q9RQBHLGs0bxPna4KnaSpweOCMEH3HNYXh7wtonhe2a20i3EZkOZJWO6WQ+rue%0aT9Og7CugpaACsTXvDukeJbI2GsW4njzuU9HRv7yMOVP0/HituigBkcawxpEmdqAKMkk4HA5%0aPJ/GuW8Q+D7HxLKJL28vYU8vymit52jjdSSSHQcHOcH24rq6WgCnp9ha6XYwadYp5dvbRrH%0aGvXCqMDk8n6mrlFFAGNrug6b4jsf7P1NCyB1kRkO143Q5VkYcqw9RWwBtAUdAMc80UtABWV%0aeaJpOoX9pqd7apNc2O7yHcZKFsZIHTPAwT07Vq0UAcn4h8HaX4mlSTUpbpUVPLaOGZo43XO%0acOq8GuktbWCxtYbK0QRwwIscaDoqqMAfgBU9LQBmW2jaXZ313qVrbJHc3237RIo5k2AgZ7d%0a/x71ZtrG0s7VbGzhS3t0UqscQCKoPoBjFWqKAOL0PwLpOh6kdXWe7vbwRmFZbyZpmRCckLn%0aGM4/zmurvLO01C2ezvoUuIJRh45FDKw68g8dasUtACKAoCqMAcACsXTvD+m6VqF/qNijRSa%0aiyvMgY+WXUEFwnQM2fmPetuigAopKWgArlW8GeHpdefxLdW32m+bbsaZi6x7RgFEY7VPfpw%0aeRiuqooAKiniS4hkgfO2RSpx6EYNSUtAHNaT4R8P6Pp0Gm29nFJHAu1WlRHc85+Zsc1Nf+F%0a9B1CyuLCayhRLiNo2aONFcBhglTjg+hrfooAp6fZQaZYW2m22fJtYkhTccnbGoUZPrgVzWm%0aeA/DGlXz6pFafaL12Lefcu00gJORtLk4x0BHPvXYUtABWBrfhnR/EP2dtThLS2kiyQyoxSR%0aCCD8rqQwBxyM/rg1v0UAZGpaDo+sTWtxqlpHdPZOXhMgztYjBOOh7de4B6gVkeIvBun+Jph%0aJf3V7HH5flPDBO0cUi5Jw6Dg5zg+1dbS0AVrS1t7G0hsrVBHBboscajoFUYA/ACqmmaLpWj%0afaBpdrHai6kM0ojGAzkAE47dOg4rUooAxtd0HTfEdj/AGfqaFkDrIjIdrxuhyrIw5Vh6itg%0aDaAo6AY55opaACsXV9CstaksJbwuDp1yl3FsIH7xAQN3ByOelbVFABWTrWjwa5YtYXEs0CM%0aytvt5DFICp7MP1rVpaAMLw/4d0zwzYtYaWrhJJGmkaRi7vI2MszHqTgVa1jS7fW9LutIu2d%0aYbuNonKEBgG4OCQRn8DWnRQBzFh4R0XT9UXWY42lvI7eO2SSVi+xI12/IOilh97AGefU50d%0ab0TTfEOmy6VqsQmt5hyOhBHRlPUEdjWrS0wIoYkghSGPOyNQq5JY4AwMk5J+p5qqNL08akd%0aYFugvWi8kzY+fy85259M1fopAcDB8PNLTUbfUby/1HUDaTCeGK7uWliSQcqwUjqvau+pKWg%0aArjNZ8A+Gdd1BtVvYJFu5FCvJDLJEXCjA3bWAOAK7OigDzf8A4VT4NZl8+C4nRWDbJbiVkJ%0aHTILc11WveG9K8SWcWn6qjvbRSLJ5aOyK23OFYKRlfat2lpgYmoeH9Ov8ASP7EAe0tQFCC1%0abySgUggKVxjpj6Vz+lfDrw5pepxav8A6ReXdvnynupnl2E8ZUE4zXd0UgCql9aC+s5rNpZY%0aBMhTzIWKSLkY3Kw5BHY1apaAOO0XwTpujamdZN1eahe+UYVlvZjMyRkglVyBjJH+cmuxooo%0aAyda0ay17T306/DeWxVlZGKujodyujDkMpGQao6H4Ys9DnuLwXFzfXlyFWS4u3EkhRM7UGA%0aoCjJOABk9c10dLQAUUUUAFYd7oFjfa1p2vTGQXOmCZYQpAQ+cu1twxk8dMEVt0tAGRrujWn%0aiHSbnRr4usF0oVzGQGwCDwSCO3pWlBEsEMcCZ2xqFGeuAMVLRQBh694d0rxNaR2GsRGaBJV%0al2BmUFlzjO0jI56Vq21tb2cEdraRrDDEoVEQAKoHQADgVNS0Acrr/hDTvEc8dxeT3cDxIUH%0a2adogVJz8wXg1q6Loum+H9Oj0vSYRBbxZIXJJJPJLE5JJPUmtWigDFsNA0vTbvUL62i/f6n%0aIJLhnJYtgbQvOcKOcL0GTjjiuZm+GHguWV54rJrVpDlhbzSxLn/dRgo/AV39LQB5yfhb4UP%0aX7Z/wCBc3/xVbl54O0e98Lt4RbzY7Bgo+V8yfLIJPvPuzlhznNdVRTAKrXlrHe2k1nKzKk6%0aNGzIxVgGGMqw5BHYjpVilpAcz4e8J6R4aa5l08SyT3ZUzTTyNLI+zO0Esegyelb0lrbS3EV%0a3LEjzQBhG5UFkD43bT1GcDOKsUUAVLOwstOiaGwgS3jd2kZY1Cgu5yzHHcmqOh6FY6Bpo0q%0ax3NAHkf94QxzIxZs8DjJNbFLQBUsrKz062SzsIUt4I87Y41CqMnJwB6k5rDi8IaImn6lpcs%0aTT2uq3Ml3cJIx5kkIY4K4IGVGBXT0UAed/8Ko+H3/QHT/v5L/8AF1paT8PvB+h38eqaVpqW%0a91Du2SB5CRuUqeGYjkEjpXY0tAGbZaTp+n3F3d2cPly30glnbJO9wMA4JIHHpirFpZWdhG0%0aVlBHbo7tIyxqFBZuWYgY5J6nvVqigDhtS+HnhrV9SbUtSSe4LyCRoWmfySw6Hy84/DpW9rP%0ah7R/EC2yavbi5S0lE0aNnbuAI+Zc4Yc9DxW1S0AZWp6Jo+swC31Wyhu41+6JUDbf8AdyMj8%0aK5BvhX4JBLW9lJbE8nybiZB+QfH6V6JRTA4nSfAHh7RtRi1Sz+0meHdt824kkX5lKn5WYg8%0aE1t3eg2V7rWn69K0guNNWVIgpGwiYBW3DGTwOMEVtUtIArF8PaDZeGdJh0XTi7W8BcqZCC3%0azuXOSAB1Y9q2qKAKl8l5JaSx2EqwXDKRHI671Un+IrkZx6ZqjoGiwaBpkenQO0xBaSSV8bp%0aJJGLO5xxksTx26VsUtABRRRQBh32gWWoazpmuztILjSfO8kKQFPnqEbcMEngcYIrcpKWgDk%0aPEXgbw54omS51S3bz0XZ5sTtG7IeqMVI3KfQ9O2K6KXTrKbTm0l4h9keEwGIZA8srt2jGCB%0at44q7RQBlw6LpUH2AxWyA6ZGYbUnlokKhCFJyeVAB9aqa/4dtPEMEUN1Pc2/lMWDW0rRMcj%0aBBK9R7VvUtAHM+HvCOh+GPPfS4WE1yQZZpXaSR8dMsxJx7Ck1/wAHeHPE8sU+tWnnSwArHI%0arvG4B6jcjKSPY109FAHnH/AAqjwP8A8+cv/gTcf/HKkh+FfgWGZJzpvnNGcqJpppFz7q7lT%0a+Ir0KlpgIOBxS0UUgMXQNBsfDemrpenlzCru48whmy7FjyAO5rapKWgCtLZ2k88N1PCkk1v%0auMTsAWQsMNtPbI4OKztE0DTfD8M8OnIw+1TvcSu7F3d5DkkseTjoM9vfJraooAyLvQ9NutO%0av9MEK28WprKLgwqqMxmXa7kgcuR/EQfeqjeFdBm03T9KvrRL2DTY0jgFwofARQgJBGCcDnj%0a8K6GlpgZdxomkXVkunXFlC9rGyusWwBAynIIUcDBrEv/BGi6nrKa1ftcTPHIkywtM/kCSMA%0aKwjztzxn0POetdfRSApT6dY3N3bX9xAklxZ7/JkYZZPMGG2ntkcGrtJS0AFFFFABRSUtABR%0aRRQBk0UUVRIUUUUAFFFFABRRRzQB/9P7ooooqiQooooAKKKKACiiigAooooA1qKKKkoKKKK%0aACiiigAooooAKKKKACiiigAooooAKKKKACiiigAooooAKKKKACiiigAooooAKKKKACiiigA%0aooooAKKKKACiiigAooooAKKKKACiiigAooooAKKKKACiiigAooooAKKKKACiiigAooooAKK%0aKKACiiigAooooAKKKKACiiigAooooAKKKKACiiigAooooAKKKKACiiigAooooAKKKKACiii%0agAooooAKKKKACiiigAooooAKKKKACiiigAooooAKKKKACiiigAooooAKKKKACiiigAooooA%0aKKKKACiiigAooooAKKKKACiiigAooooAKKKKACiiigAooooAKKKKACiiigAooooAKKKKACi%0aiigAooooAKKKKACiiigAooooAKKKKACiiigAooooAKKKKACiiigAooooAKKKKACiiigAooo%0aoAKKKKACiiigAooooAKKKKACiiigAooooAKKKKACiiigAooooAKKKKACiiigAooooAKKKKA%0aCiiigAooooAKKKKACiiigAooooAKKKKACiiigAooooAKKKKACiiigAooooAKKKKACiiigAo%0aoooAKKKKACiiigAooooAKKKKACiiigAooooAKKKKACiiigAooooAKKKKACiiigAooooAKKK%0aKACiiigAooooAKKKKACiiigAooooAKKKKACiiigAooooAKKKKACiiigAooooAKKKKACiiig%0aAooooAKKKKACiiigAooooAKKKKACiiigDJoooqiQooooAKKKKACiiigD//U+6KKKKokKKKK%0aACiiigAooooAKKKKANaiiipKCikpaACuE1q78bQalKml3OixWnymJbwzCbG0Z3bWC/ezjHa%0au7ryjxX4Ut5NX1bxhqtra39pbaSwhhmyx86HdJkjGApHGQ2famBi+F734mR6Sq3F7pO/zJP%0a8Aj/kmabG44yVfG3+77Yo0q9+Ji6tqzSXuk7Gkj2faJJjBjbz9nAbIX+9nvWHp+iQajYW1+%0aml+FYluYklCSSSh1DqGwwwcEZwR61Pp+gaXqet3XhW60fRPOk0yW5huLEu6o+8RqGLDjBOT%0agelMR7bp39sz6MP7Qmtl1B0f97ahmhBJOxlDnJwME5PJz2rjv+Ef+JP/AENcP/gBH/8AFVr%0a2drrvhnwfY6fptpHqWoWUMUJjEvlI20AMQ7AdOoyKxv8AhIPiX/0KkH/gdH/hSA53w+3xH1%0a641aBfEkMP9l3j2hJso23lADu6jGc9Oa9F8P6d4osZZm8QaxHqaMoEapbrDtOeSSpOc15H4%0aN1jxxBe+Im07w/FdPLqcr3CtdonlSkDKAkfMB/eFekaXrXjy41CGDVPDkVpau2JJlu0kKDH%0aXaBk80AS+IvGEml6nB4f0WwfVtXnQy+QriNI4gcb5HOQoz0GOfbIzT07xpqcOs22g+LdJOl%0aT32RazJKs0MrL1TcANregPX8s9HaeHLCx8Qah4mR5Gur+OOOQOV2IsQAAQBQRnGTknmvO9T%0avo/HvjHSbHQv32n6Bci7u7xf8AV+Yn3Ikb+Invg4x9KAOz8U+Ll8Pz2em2VnJqeqagSLe1j%0aYISF5Zmc5CqPUj9ASMqx8b6nb6xaaJ4u0c6TLqBK2syTLNDI4/gJUDa3OBnqfrVHTf9L+Lu%0asSzcmx02GGLPYSEO2PxNO+MQ8vwY+oJxNYXVvPC3dXEgUEfgxoA6LxR430TwtGY7pzcXzIW%0ais4fmmk644Gdq8H5jxgHGelQ2PirU9X8H23ibSNIN1c3IytmJ1TjeVP71lA4Az932rU1vT7%0aD7BqOqi2j+1vZSIZio8zYEYhd3UDnpWD8K/wDkn+j/APXN/wD0Y9AygfFvxCAyfBLYH/UQh%0a/8Aia6DwR4pl8YaJ/bMll9hBmeNU8zzQwTA3Bgq8ZyOnbrWd8StYuNN8NvY6fzqGryLY2yj%0arum4J/Bc89jiuq0HSINB0az0a2/1dpEsef7xA+ZvqxyT9aBGvRRRSGY+vWmqX2lT2+i3v9n%0a3rAGKYoHAYEHBVgeDjB74NcrD4plt/C8t144B8P3KyPZvKOUaTBxLCfmO09VyOo797HjTTN%0aduLSXU9I1ybS1s7eRzFFGjiRlBYEl8kdMcVBoerandfD3TtZktG1m/ktopDDlEaVmIBOWwo%0awCT+Fe9RpR+rQk+WScku0k305muWzt1ul5anDOb9o0rrT1T+S1/I4HSPi9pmmeEbpNW1GK9%0a1ewEsUBUk/awnEUh4+Xdxu3c8E967j4a+INP1TQrfT11j+19SgiEl25LFlaQk4yQOFPyj6V%0a5prGta7J478O3MnhGSGeKG7EdqZYSZgyDJDD5Rs689e1ev6RqGr3umX88+gvo9zGjCGMvG5%0alO0kYKcDnjmvazTD0I4fmhTs6j5vjg7O7jZJK7W700u/7pyYapN1LOV+XTZ9k/v9f1OUfxn%0aZJ8RbZv7SJ0a60ZWjClmhad7wQq2ACASfl3HgdzVTxP4z1rRtTvdPfXtDtNhJSGaKczKjDK%0abir7d20jkCuV0Xwitxrth4T1YPC0nhFVlxw8chuw+R23I/P1FaWs3+uWGrXOgv4k1S9uIER%0apRbaRbz7UkHy7mVc8j6V1rB4X28YU7O0eq3V9JaQl89ulmYutV5G5aXf421W6/q5i+DfH/i%0aGbRdPtX8SaR9qkygS+S4kuSzOQA7BwCTxj2xX0wm/YvmYL4G7HTPfFfMujXF5oUOnaDaa3r%0aGm20s6Wtt9p0aJUEkz/ACgySgnkknknj6V9J2cVxBaQwXc5upo0VZJioQyMBgsVXgZPOBwK%0a8riOnTVVTpJJNt7NPf8AwRX4s6svlJx5ZO9rf1u/0LVFeI/EDQ/EPh/Wx8SfCTyTyxoqX9m%0aSSssCDGQPQAcgdD8w5zXpPhTxVpXjDSI9Y0l8o3yyRt9+JwASjD1GfoRyK8avl7hhoYqlLm%0ag9H/dl2f6PqdkK6dR0pKz/ADXdf1odLRXNeK/FWleD9Ik1jVnwi/LHGv35JCOEUepx9AOTX%0am3w/wBD8Q+INbPxJ8WvJBLIrJYWYJCxwOMZYehB4B6n5jzjBQy9zw88VVlywWi/vS7L9X0C%0addKoqUVd9fJd3/Wp7dRSUteUdIUUUUAFFJS0AFFFFABRSUtABRRRQAUUlLQAUUUUAFFJS0A%0aFFFFABRSUtABRRRQAUUlLQAUUUUAFFJS0AFFFFABRSUtABRRRQAUUlLQAUUUUAFFJS0AFFF%0aFABRSUtABRRRQAUUlLQAUUUUAFFJS0AFFFFABRSUtABRRRQAUUlLQAUUUUAFFJS0AFFFFAB%0aRSUtABRRRQAUUlLQAUUUUAFFJS0AFFFFABRSUtABRRRQAUUlLQAUUUUAFFJS0AFFFFABRSU%0atABRRRQAUUlLQAUUUUAFFJS0AFFFFABRSUtABRRRQAUUlLQAUUUUAFFJS0AFFFFABRSUtAB%0aRRRQAUUlLQAUUUUAFFJS0AFFFFABRSUtABRRRQAUUlLQAUUUUAFFJS0AFFFFABRSUtABRRR%0aQAUUlLQAUUUUAFFJS0AFFFFABRSUtABRRRQAUUlLQAUUUUAFFJS0AFFFFABRSUtABRRRQAU%0aUlLQAUUUUAFFJS0AFFFFABRSUtABRRRQAUUlLQAUUUUAFFJS0AFFFFABRSUtABRRRQAUUlL%0aQAUUUUAFFJS0AFFFFABRSUtABRRRQAUUlLQAUUUUAFFJS0AFFFFABRSUtABRRRQAUUlLQAU%0aUUUAFFJS0AFFFFABRSUtABRRRQAUUlLQAUUUUAFFJS0AFFFFABRSUtABRRRQAUUlLQAUUUU%0aAFFJS0AFFFFAGTRRRVEhRRRQAUUUUAFFFHNAH/1fuiiiiqJCiiigAooooAKKKKACiiigDWo%0aooqSgooooAK4Dx1q+q2P9l6VpUdrI2sXBtJBeI0kW1kJOVVlyD0I54rv65nxJ4T0fxWtpHr%0aKNLFaS+asYOFY4xhuMkfQimB59/wguu/9Azwr/4AP/8AFVS1GDxN4EtG163svD0PzxwObS0%0aeKQrLIq43BxxnBx7V2v8Awq3wD/0Bov8Avp//AIqq9z8J/As8YWHTxaurK4khdg4KkH+IsM%0aHoeKLiPR6KK5rX/C2n+I2ge8muYTbhgpt5mizuxndtPPTikM5f4eYOo+Lcf9Bqf+S16bWHo%0aHh3SvDNidP0iIxxu5lcszOzu2MszMSSTgVuUAfP/j7xjpd54qPg/WdRfTNGtI1e8aJXZ7l2%0aAYQgxqxVNrDd68j0rr9B+Inw0g+yaBoN2sQkdYYIUgmUFnIUDJQDJJ5JPuTXqNFMDyXxHI/%0ag/wAbReNJonk0m+tRZ3roCxhdW3JIVAztOAvHTnvgVmeI9csPiTNY+FPDDNeWpuI59QuQrL%0aHHDGc7csBlmOMY9Prj2ympGkS7I1CL6KMDmgRma7/yA9R/69pf/QDXKfCv/kn+j/8AXN//A%0aEY1eg0UhnksR/4Sv4nvL9+w8KxbF9DdzdT/AMBUY9iteja3q0GhaTdavcpJJFaRmRliG5yB%0a6DitSkoA46+8a6dY+Eo/GElvcNayJG4iCDzQJCAMgnA68nOPTPFS+IPGFh4d0GDxBdW9xLB%0acNEFSNMyDzRkbgSAMDrk9eO9dbRQBheI5UHhrU5mO1fsczEtxgeWeueleUeA73xbrvgvT7b%0aw4U0mKxihiW5uovMFwQpEmxMghVbADd+fSvbLq1t762ls7uMSwTo0ciMMhlYYIPsRT4YYre%0aJIIEWOKNQqIoAVVAwAAOABXrYfHRpYaVLkTk5JpvVKy7db366fPblnRcqileytb+mfPOs6b%0a4/Tx74chudZtJL54bw28y22EjUIN4Zc/NuHT0r1rw/YeNbW9eTxHqttfWxjIWOGDymD5GG3%0aZPGMjHvWpeeH7G91zT/EExk+1aakqRAEBMTAK24YyeBxyK3a6cbmntqVOmox0jZ+7Fa80no%0a7aaNbdbmdHDckpSbe/d9lueYH/AJLMv/Yun/0rFcPrVvfT/ErXRZQ6rKRbWm7+y7iOAj5Tj%0azN7LuHpjpzXtn9gWJ8RDxP8/wBtFp9i6/J5XmeZ0x13d89KLXQbG01u+1+Iv9q1COKOUEgr%0athBC4GOOvPNb0M0p0nzJXfs1H58yfTpZETw0paN/av8AKx8+a3a6nBqHhx7y312JP7ashnU%0aruKeHO/oFRid3ofTNfT1cnf8Ag3SNT1yDXr97maW2kSaKFpn+zpLGMK4iztDD1rrK5szx8M%0aTCiorWKd+2vq2aYahKnKbfUK+ffFPh7VPhvrL+PPBcTSadKc6np6/d25yXUc4HJPA+Q8/dJ%0aA+gqK5cBj54WbduaMtJRe0l/Wz6M1r0FVjvZrZ9j598LeHtU+JGtL488aRNHp0Rzpmnt93Z%0anIdhxkdDyPnPP3QAfoKiilj8fPFTTtywjpGK2iv63fVhQoKkt7t7vuFFFFeadAUUUUAFFFF%0aABRRRQAUUUUAFFFFABRRRQAUUUUAFFFFABRRRQAUUUUAFFFFABRRRQAUUUUAFFFFABRRRQA%0aUUUUAFFFFABRRRQAUUUUAFFFFABRRRQAUUUUAFFFFABRRRQAUUUUAFFFFABRRRQAUUUUAFF%0aFFABRRRQAUUUUAFFFFABRRRQAUUUUAFFFFABRRRQAUUUUAFFFFABRRRQAUUUUAFFFFABRRR%0aQAUUUUAFFFFABRRRQAUUUUAFFFFABRRRQAUUUUAFFFFABRRRQAUUUUAFFFFABRRRQAUUUUA%0aFFFFABRRRQAUUUUAFFFFABRRRQAUUUUAFFFFABRRRQAUUUUAFFFFABRRRQAUUUUAFFFFABR%0aRRQAUUUUAFFFFABRRRQAUUUUAFFFFABRRRQAUUUUAFFFFABRRRQAUUUUAFFFFABRRRQAUUU%0aUAFFFFABRRRQAUUUUAFFFFABRRRQAUUUUAFFFFABRRRQAUUUUAFFFFABRRRQAUUUUAFFFFA%0aBRRRQAUUUUAFFFFABRRRQAUUUUAFFFFABRRRQAUUUUAFFFFABRRRQAUUUUAFFFFABRRRQAU%0aUUUAFFFFABRRRQAUUUUAFFFFABRRRQAUUUUAFFFFABRRRQAUUUUAFFFFABRRRQAUUUUAFFF%0aFABRRRQBk0UUVRIUUUUAFFFFABRRRQB//W+6KKKKokKKKKACiiigAooooAKKKKANaiiipKC%0aikpaACiiigAopKWgAooooAKKSloAKKKKACikpaACiiigAopKWgAooooAKKSloAKKKKACikp%0aaACiiigAopKWgAooooAKKSloAKKKKACikpaACiiigAopKWgAooooAKKSloAKKKKACikpaAC%0aiiigAopKWgAooooAKKSloAKKKKACikpaACiiigAopKWgAooooAKKSloAKKKKACikpaACiii%0agAopKWgAooooAKKSloAKKKKACikpaACiiigAopKWgAooooAKKSloAKKKKACikpaACiiigAo%0apKWgAooooAKKSloAKKKKACikpaACiiigAopKWgAooooAKKSloAKKKKACikpaACiiigAopKW%0agAooooAKKSloAKKKKACikpaACiiigAopKWgAooooAKKSloAKKKKACikpaACiiigAopKWgAo%0aoooAKKSloAKKKKACikpaACiiigAopKWgAooooAKKSloAKKKKACikpaACiiigAopKWgAoooo%0aAKKSloAKKKKACikpaACiiigAopKWgAooooAKKSloAKKKKACikpaACiiigAopKWgAooooAKK%0aSloAKKKKACikpaACiiigAopKWgAooooAKKSloAKKKKACikpaACiiigAopKWgAooooAKKSlo%0aAKKKKACikpaACiiigAopKWgAooooAKKSloAKKKKACikpaACiiigAopKWgAooooAKKSloAKK%0aKKACikpaACiiigAopKWgAooooAKKSloAKKKKACikpaACiiigAopKWgAooooAKKSloAKKKKA%0aCikpaACiiigDJoooqiQooooAKKKKACiijmgD//1/uiiiiqJCiiigAooooAKKKKACiiigDWo%0aooqSgooooAKKKrfaoP736H/AAp2Fcs0VW+1Qf3v0NL9qg/vfof8KLMLosUVX+1Qf3v0NJ9q%0ag/vfof8ACizC6LNFVvtUH979DS/aoP736H/CizC6LFFV/tUH979DSfaoP736H/CizC6LNFV%0avtUH979DS/aoP736H/CizC6LFFV/tUH979DSfaoP736H/AAoswuizRVb7VB/e/Q0v2qD+9+%0ah/woswuixRVf7VB/e/Q0n2qD+9+h/woswuizRVb7VB/e/Q0v2qD+9+h/woswuixRVf7VB/e%0a/Q0n2qD+9+h/wAKLMLos0VW+1Qf3v0NL9qg/vfof8KLMLosUVX+1Qf3v0NJ9qg/vfof8KLM%0aLos0VW+1Qf3v0NL9qg/vfof8KLMLosUVX+1Qf3v0NJ9qg/vfof8ACizC6LNFVvtUH979DS/%0aaoP736H/CizC6LFFV/tUH979DSfaoP736H/CizC6LNFVvtUH979DS/aoP736H/CizC6LFFV%0a/tUH979DSfaoP736H/AAoswuizRVb7VB/e/Q0v2qD+9+h/woswuixRVf7VB/e/Q0n2qD+9+%0ah/woswuizRVb7VB/e/Q0v2qD+9+h/woswuixRVf7VB/e/Q0n2qD+9+h/wAKLMLos0VW+1Qf%0a3v0NL9qg/vfof8KLMLosUVX+1Qf3v0NJ9qg/vfof8KLMLos0VW+1Qf3v0NL9qg/vfof8KLM%0aLosUVX+1Qf3v0NJ9qg/vfof8ACizC6LNFVvtUH979DS/aoP736H/CizC6LFFV/tUH979DSf%0aaoP736H/CizC6LNFVvtUH979DS/aoP736H/CizC6LFFV/tUH979DSfaoP736H/AAoswuizR%0aVb7VB/e/Q0v2qD+9+h/woswuixRVf7VB/e/Q0n2qD+9+h/woswuizRVb7VB/e/Q0v2qD+9+%0ah/woswuixRVf7VB/e/Q0n2qD+9+h/wAKLMLos0VW+1Qf3v0NL9qg/vfof8KLMLosUVX+1Qf%0a3v0NJ9qg/vfof8KLMLos0VW+1Qf3v0NL9qg/vfof8KLMLosUVX+1Qf3v0NJ9qg/vfof8ACi%0azC6LNFVvtUH979DS/aoP736H/CizC6LFFV/tUH979DSfaoP736H/CizC6LNFVvtUH979DS/%0aaoP736H/CizC6LFFV/tUH979DSfaoP736H/AAoswuizRVb7VB/e/Q0v2qD+9+h/woswuixR%0aVf7VB/e/Q0n2qD+9+h/woswuizRVb7VB/e/Q0v2qD+9+h/woswuixRVf7VB/e/Q0n2qD+9+%0ah/wAKLMLos0VW+1Qf3v0NL9qg/vfof8KLMLosUVX+1Qf3v0NJ9qg/vfof8KLMLos0VW+1Qf%0a3v0NL9qg/vfof8KLMLosUVX+1Qf3v0NJ9qg/vfof8ACizC6LNFVvtUH979DS/aoP736H/Ci%0azC6LFFV/tUH979DSfaoP736H/CizC6LNFVvtUH979DS/aoP736H/CizC6LFFV/tUH979DSf%0aaoP736H/AAoswuizRVb7VB/e/Q0v2qD+9+h/woswuixRVf7VB/e/Q0n2qD+9+h/woswuizR%0aVb7VB/e/Q0v2qD+9+h/woswuixRVf7VB/e/Q0n2qD+9+h/wAKLMLos0VW+1Qf3v0NL9qg/v%0afof8KLMLosUVX+1Qf3v0NJ9qg/vfof8KLMLos0VW+1Qf3v0NL9qg/vfof8KLMLosUVX+1Qf%0a3v0NJ9qg/vfof8ACizC6LNFVvtUH979DS/aoP736H/CizC6LFFV/tUH979DSfaoP736H/Ci%0azC6LNFVvtUH979DS/aoP736H/CizC6LFFV/tUH979DSfaoP736H/AAoswuizRVb7VB/e/Q0%0av2qD+9+h/woswuixRVf7VB/e/Q0n2qD+9+h/woswuizRVb7VB/e/Q0v2qD+9+h/woswuixR%0aVf7VB/e/Q0n2qD+9+h/wAKLMLos0VW+1Qf3v0NL9qg/vfof8KLMLosUVX+1Qf3v0NJ9qg/v%0afof8KLMLos0VW+1Qf3v0NL9qg/vfof8KLMLosUVX+1Qf3v0NJ9qg/vfof8ACizC6LNFVvtU%0aH979DS/aoP736H/CizC6LFFV/tUH979DSfaoP736H/CizC6LNFVvtUH979DS/aoP736H/Ci%0azC6LFFV/tUH979DSfaoP736H/AAoswuizRVb7VB/e/Q0v2qD+9+h/woswuixRVf7VB/e/Q0%0an2qD+9+h/woswuizRVb7VB/e/Q0v2qD+9+h/woswuixRVf7VB/e/Q0n2qD+9+h/wAKLMLos%0a0VW+1Qf3v0NL9qg/vfof8KLMLosUVX+1Qf3v0NJ9qg/vfof8KLMLos0VW+1Qf3v0NL9qg/v%0afof8KLMLosUVX+1Qf3v0NJ9qg/vfof8ACizC6LNFVvtUH979DS/aoP736H/CizC6LFFV/tU%0aH979DSfaoP736H/CizC6LNFVvtUH979DS/aoP736H/CizC6LFFV/tUH979DSfaoP736H/AA%0aoswuizRVb7VB/e/Q0v2qD+9+h/woswuixRVf7VB/e/Q0n2qD+9+h/woswuizRVb7VB/e/Q0%0av2qD+9+h/woswuixRVf7VB/e/Q0n2qD+9+h/wAKLMLos0VW+1Qf3v0NL9qg/vfof8KLMLos%0aUVX+1Qf3v0NJ9qg/vfof8KLMLos0VW+1Qf3v0NL9qg/vfof8KLMLosUVX+1Qf3v0NJ9qg/v%0afof8ACizC6LNFVvtUH979DS/aoP736H/CizC6LFFV/tUH979DSfaoP736H/CizC6LNFVvtU%0aH979DS/aoP736H/CizC6LFFV/tUH979DSfaoP736H/AAoswuizRVb7VB/e/Q0v2qD+9+h/w%0aoswuixRVf7VB/e/Q0n2qD+9+h/woswuizRVb7VB/e/Q0v2qD+9+h/woswuixRVf7VB/e/Q0%0an2qD+9+h/wAKLMLos0VW+1Qf3v0NL9qg/vfof8KLMLosUVX+1Qf3v0NJ9qg/vfof8KLMLos%0a0VW+1Qf3v0NL9qg/vfof8KLMLosUVX+1Qf3v0NJ9qg/vfof8ACizC6LNFVvtUH979DS/aoP%0a736H/CizC6LFFV/tUH979DSfaoP736H/CizC6LNFVvtUH979DS/aoP736H/CizC6LFFV/tU%0aH979DSfaoP736H/AAoswuizRVb7VB/e/Q0v2qD+9+h/woswuixRVf7VB/e/Q0n2qD+9+h/w%0aoswuizRVb7VB/e/Q0v2qD+9+h/woswuixRVf7VB/e/Q0n2qD+9+h/wAKLMLos0VW+1Qf3v0%0aNL9qg/vfof8KLMLosUVX+1Qf3v0NJ9qg/vfof8KLMLos0VW+1Qf3v0NL9qg/vfof8KLMLos%0aUVX+1Qf3v0NJ9qg/vfof8ACizC6LNFVvtUH979DS/aoP736H/CizC6LFFV/tUH979DSfaoP%0a736H/CizC6LNFVvtUH979DS/aoP736H/CizC6LFFV/tUH979DSfaoP736H/AAoswuizRVb7%0aVB/e/Q0v2qD+9+h/woswuixRVf7VB/e/Q0n2qD+9+h/woswuizRVb7VB/e/Q0v2qD+9+h/w%0aoswuixRVf7VB/e/Q0n2qD+9+h/wAKLMLos0VW+1Qf3v0NL9qg/vfof8KLMLosUVX+1Qf3v0%0aNJ9qg/vfof8KLMLos0VW+1Qf3v0NL9qg/vfof8KLMLosUVX+1Qf3v0NJ9qg/vfof8ACizC6%0aLNFVvtUH979DS/aoP736H/CizC6LFFV/tUH979DViiwXCiiikMKKKKAMmiiiqJCiiigAooo%0aoAKKKKAP/9D7ooooqiQooooAKKKKACiiigAooooA1qKKKkoKKSloAKKKKACikpaACiiigAo%0apKWgAooooAKKSloAKKKKACikpaACiiigAopKWgAooooAKKSloAKKKKACikpaACiiigAopKW%0agAooooAKKSloAKKKKACikpaACiiigAopKWgAooooAKKSloAKKKKACikpaACiiigAopKWgAo%0aoooAKKSloAKKKKACikpaACiiigAopKWgAooooAKKSloAKKKKACikpaACiiigAopKWgAoooo%0aAKKSloAKKKKACikpaACiiigAopKWgAooooAKKSloAKKKKACikpaACiiigAopKWgAooooAKK%0aSloAKKKKACikpaACiiigAopKWgAooooAKKSloAKKKKACikpaACiiigAopKWgAooooAKKSlo%0aAKKKKACikpaACiiigAopKWgAooooAKKSloAKKKKACikpaACiiigAopKWgAooooAKKSloAKK%0aKKACikpaACiiigAopKWgAooooAKKSloAKKKKACikpaACiiigAopKWgAooooAKKSloAKKKKA%0aCikpaACiiigAopKWgAooooAKKSloAKKKKACikpaACiiigAopKWgAooooAKKSloAKKKKACik%0apaACiiigAopKWgAooooAKKSloAKKKKACikpaACiiigAopKWgAooooAKKSloAKKKKACikpaA%0aCiiigAopKWgAooooAKKSloAKKKKACikpaACiiigAopKWgAooooAKKSloAKKKKACikpaACii%0aigAopKWgAooooAKKSloAKKKKACikpaACiiigAopKWgAooooAKKSloAKKKKAMmiiiqJCiiig%0aAooooAKKKOaAP//R+6KKKKokKKKKACiiigAooooAKKKKANaiiipKCiiigAooooAKKKKACii%0aigAooooAKKKKACiiigAooooAKKKKACiiigAooooAKKKKACiiigAooooAKKKKACiiigAoooo%0aAKKKKACiiigAooooAKKKKACiiigAooooAKKKKACiiigAooooAKKKKACiiigAooooAKKKKAC%0aiiigAooooAKKKKACiiigAooooAKKKKACiiigAooooAKKKKACiiigAooooAKKKKACiiigAoo%0aooAKKKKACiiigAooooAKKKKACiiigAooooAKKKKACiiigAooooAKKKKACiiigAooooAKKKK%0aACiiigAooooAKKKKACiiigAooooAKKKKACiiigAooooAKKKKACiiigAooooAKKKKACiiigA%0aooooAKKKKACiiigAooooAKKKKACiiigAooooAKKKKACiiigAooooAKKKKACiiigAooooAKK%0aKKACiiigAooooAKKKKACiiigAooooAKKKKACiqV1qFjZf8AH1OkRPZiM/l1qrDrujztsju4%0a8n1O3+eKdmK6NeikBBGRzmlpDCiiigAooooAKKKKACiiigAooooAKKKKACiiigAooooAKKK%0aKACiiigAooooAKKKKACiiigAooooAKKKKACiiigAooooAKKKKACiiigAooooAKKKKACiiig%0aAooooAKKKKACiiigAooooAKKKKACiiigAooooAKKKKACiiigAooooAKKKKACiiigAooooAK%0aKKY8iRqXkYIo6knAH40APorGbxBoqNsN3Hn25H5jitG3ura7TfbSpKvqhB/lTsxXRYooopD%0aCiiigAooooAKKKKACiiigAooooAKKKKACiiigAooooAKKKKACiiigDJoooqiQooooAKKKKA%0aCiiigD//S+6KKKKokKKKKACiiigAooooAKKKKANaiiipKCikpaACvPZ59S8TalNZWcxt7O3%0aOGYZ57ZOOuecDOMV6FXAeFHFjqN9pU/wAspbK5/i25z+hyKuPVmc90iOfw9qmiqb7SrppTH%0ayyYxkd+MkN9KhgTWvFjGWWX7LaJxhc4J74GefxPFekU2ONIlCRqEUdABgc0+cXs18jzq70z%0aVPDCC/sLozQoQHRhgAH1GSCPfgiu9srtL60iu4xhZVDYPb1H4GsXxXdxW2jyxuRvnwij8QS%0afwFW/D1u9ro1rFJw20sQf9olh/Oh6q7CKtKyNqikqlqOoW2l2Ut/eNtiiGT6k9gB6k8CszU%0aivtX07TJbeG9mEUl04jiXBJZiQOwOByOTxV+SSOGNpZWCIgJZmOAAO5NeS6vYXbnS9e1Ybb%0a271K3VY+0MPzFY/r3b3rvPE+k3etaemn20ixo8yGfcSN0QOWAwDyTj/ABqrCuVF8ceGWlEf%0a2vCk7RIUcR5/3iMfj0ro7q9tbO0e/uJAsEa72cZYbfXjJP4Vl642mWGg3K3aolqkJQJgAHj%0aCqo9c9K4q8+1WfwvCXeRKYkXDdQryjaPwQiiwXOh/4T/wl/z/AP8A5Cl/+Iro9O1Ky1a1W9%0a0+TzYWJAbBXkHB4YA1y48WWVrbqYrC9ns4VA+0xw/uyAPvAkglffFdZZXlrqFrHeWTiSGUZ%0aVh3/wAPehoEW6KSlqRhRRRQAUUlLQAUUUUAFFJS0AFFFFABRSUtABRRRQAUUlLQAUUUUAFF%0aJS0AFFFFABRSUtABRRRQAUUlLQAUUUUAFFJS0AFFFFABRSUtABRRRQAUUlLQAUUUUAFYXiH%0aUjpmmySxnEsnyR/U9/wABzXP67qeqLrC6dDcLZwsBtdhwcjqTgnrxVu38L3L3MVzql8115T%0abghyRn6k9PXjmtFFLVmbk3dIytLN5oGp20d85MWoIC249HPr7g4BPvXo9ZGs6RFrFsIHYxs%0ajbkcDOD9PeuP1KHWtBhE/8Aa28E4VXyWb6A7ulHxeotYeh6PRWdpNxc3enQXF2uyWRcsAMd%0a+D+I5rRqDRO5n3epW1lPa285Ie7fy48DOWxnn04qlFqs0niKfRiiiKK2WYNzuJZsY9MVmeJ%0aP+QtoH/X2f/QDWHrGpyaT4l1G7gjMs5sIo4kUZzI8m1fwyf6U7CudDpXiWG+u9RjuZYIYrW%0a4MMRLBWbaPmJyfXoRXQxXlpcBvs0yTFRkiNgx/Q15voGk+H5PC8l/fWcct1bCb7S0oywlQk%0asD+mPaui8E6Ta6foVpcRwqk9zCryOB8zBvmGT7A0NIE2U9V8Y3dnp81zDo95E8YyGnjAjHI%0a+8VfOKsf8JZc/ZfO/sa/3bN2fLXZnGc/fzj+lcqup6jNbWGhSPc28895IksksW4GMs5UAyA%0ag8YwKbHrF3MIY4b7VZFuA3lBbWAhwnDbeeQO9VYVzodM8a3F1YW89xpV28kwPzQIvlsQT9z%0ac+TwK71TuAbGMjoa8ctdK8qa4judTmh+z6miQiOJOZnUbWxjjOcEDj2r2NAVRVZtxAAJPf3%0aqZW6DQ6iiipKCikpaACiiigAopKWgAooooAKKSloAKKKKACikpaACiiigAopKWgAooooAKK%0aSloAKKKKACikpaACiiigAopKWgAooooAKKSloAKKKKACikpaACiiigAqpfsyWNyynBETkEd%0aiFNWqp6j/AMg+6/65P/6Caa3E9jhdD8MafqemxXtw8okkLZ2kY4YjuD6etbtt4Q0y1uI7iN%0a5i0bBhlhjI+ig1N4T/AOQFb/V//QzXRk4BPWrlJ3epnGCsnY5vxBpelXK/b9TlkjWFdvysB%0annOACDz9K8/t7OW3u7K/jRoYJrhREHOXIBHJwB1rsoLG81+7F9q0bQ2kR/dW7Agn3Yf5/Lr%0au6jpMeoPaszmP7LIHAA64xx7dKalbQlx5tUa1FFFZG5FNLFbxPPMwSONSzMegA5JNZeiaq+%0as6f8A2gLcwpIzeUGPLoDhWPHG70/nXHa9fNqE/k66W0vRY5Sjb8+ZdOhzgbc4j4znv/LcTx%0ap4SiRYo76NUQAKArAADoANtVYVzS0DWRrNm8skfkXMEjRTw5yUdTjH4jvVrU9Th0q3W5uEl%0akVmCYiQu2SCeg7cda4SbULO51c6t4PuUuL0pm5tMMqzxr3BIADjsf8A9R9Dsrh7u0iuXhe3%0aaVQxjkGGXPYihoEcrP40s/Jk+z2135u07N9u+3d2zjnGetQWHjeGSzifULK6iuSP3ipA5UH%0a2PoetYGzUhdXv9oLrrE3MvlfZHxH5W75cbmH6cYxTnSXYdkfiXdg4y4xntn5qqyJudxpviO%0ay1S5+ywQ3CNtLZliZF49z3rK1TxVqGlSlZtHlaJpvJicSJ+8Ykhdo6/N1xWx4ZF8uhWY1Lz%0aPtIQ+Z5pJfOT1zz0rk7+bXJ/EB1GbSXltNNDi3DSxxpu6NKzMfT7vHA561NtRm/ba7rM1zH%0aBLoksSMyhnMsZ2AnG4gc8dat3euwDTtUu7E+ZJpokVwwIHmRrnHbI+lcrGfECazB4jisoxb%0a3myG4jgl84up+7LwoX5PUHp+JqOP/AJA/jD/rvc/+ixTsFzv9MuXvdNtL2QBXnhSRgOgLqC%0aQPzq9WRoH/ACAtN/69Yf8A0AVr1LKCikpaQBRRRQAUUlLQAUUUUAFFJS0AFFFFABRSUtABR%0aRRQAUUlLQAUUUUAFFJS0AFFFFABRSUtABRRRQAUUlLQAUUUUAFFJS0AFFFFABRSUtABRRRQ%0aAUUlLQAVzGt6pdLPHpGlDN3OMlv7i+v1/kPwrp64rQnje+1bWLk8I5Xcf4UXJP6AflVR7kS%0afQvWXhbT4B5t6DdztyzyEkZ9h/jmorKx8P67aPNDZiNVcpwNhyMc/KfQ1Y/4SzQv+e5/74b%0a/Cuc8Ma5pum2EkF3KUdpWYAKx4IA7D2q7Stci8bpF0m88KXCBpGuNMlbbzy0Z/z+f1ruFYO%0aoZTkMMgj0NYEt5p3iDTbyC1fzNqc5UjBwSp5HqKPC87XGiW5fkplPwUkD9MVL1V2VHR2Wx0%0aNZOsX93ptqLu2tGvFRv3qocOE7so/iI9K1aw9cuNZs4o7zSokuEhJaeA53umP4D2I64xz+h%0alFkE2u3U1tbXuh2DalBcKW3LIse3HGCH79fpism28V6zdzXEFtoUjvavslAnj+VsZxk8H8K%0areILqaK0j1W21O4sxcogt7NI13s5HChSM5559KxxoPifStIe/s9Rla6eTz7uCMISS338HnL%0agY479qqyFc9H0u8v7yJ31CxaxZWwqtIsm4euV6VU1fVZtOvNMt4kVlvZ/KctnIGM5GD1qn4%0aZ3XERv01d9ShkUAK6qpQ9eQvIPsa5TW/DUUGq6Parf30huZ3yXmLFAq5JQ44PvSsrhfQ9Te%0aRIkaSRgiKMlicAAdyaof2xpH/AD/W/wD39T/GvO5IJbE+KNN+1XFzDDYqU8+QyEFkYnr/AI%0aU3XtE0iDwH9vhs4UuPs9u3mBAGyzJk5685OaLBc9C1W+vrFYzY2D3xckMEdV246Z3etczZ+%0aMNSv4TcWeiTSRBzHuEsYG4HBAJ688cVpeK59ZXT/smi2zzS3WUaRCB5a9zyRyQcD061zUtt%0aql/pY8M2mmRWf2dVZDJdKZIyDlZNsYJBJ5z35ppA2dpDrSrHaDUoHsri9kaNImO85GepXjk%0aDNR2OrT3Wu6npToojslhKMM7j5i7jnnHHauUmudQupfDjapC0N1HdvHICMBiikbh7N1/lxW%0atpOf8AhMPEGOuy1/8ARZpWC43UfHFjYGVVsrubynMZYR7Y9+cYLsR3qW71zXLPQb3Vrywjt%0aZYdpiiZ/MyCQDu249e1cz4uh8VJo5Oo3NpJD5sfEaMGzuGOSemetXfEVn4vk0O9F5c2bwLE%0azOscbhiq/McEn2p2Qrs6K88RnTLuEanbmKxuFXZdKdyBz1Dj+Eeh5/njpXkRIzK5ARQWJ9h%0azXnEc/iU6dYtcX+nLFerEsKyxsdxYBlHXBP8AWrXi22FxbaHa6tsk8y8iWfblUOVbdjuAfr%0aSsO50nh3UrnV9Jh1G6jWJpyxVVz9wMQuck8kDNR6dq09/rGpWSov2axMaBxnczsMsOuPl6d%0aK4q60zTNE8R6bJ4bt0aZoLtvLVy29lj+QEljjk1oaT4N8PXcDHVFW+1IMTduJWyJX+YqQrA%0aDGcdKdkB6LXOXOvHT9XSw1KAwW1xhbe5zlGc9Vb+6fT1rA8O6daaT4m1qz0yLy4o4YCqbie%0aSCerEnk1ftdZ1WbWLfR9a06GHzkaZCJBJzGQQcY6g9KVguOn8Tal9svraw0lrqOwbbJIJkT%0a+Hd0YZ6fWqSeMdRNpb6lLo7JZ3Loqy+eh++doO0Dd+lYGoWvlarrMt3aamRM+6J7UOIiAgG%0aWIIB5rFs7UXOjaclpaanJOJIWLEObbAcEkDJGMdOKqyFc9g1bVv7KSNhZ3N4ZSQFtk3kY/v%0acjA96xdJ8S6hrGLuHTGi0/DkzPIu4lM8BBz1GK09el1e3tvtWmS28KQq7zG4Vj8qjIxtP1z%0aXDeCLnUH0PzJrq0j02PzhKDkSIWJOWJO0DJz9KSWg29ToLHxNr2pWsd7Z6CZIZRlG+0xjIz%0ajoQDWxoOtTawLpbi1NpLaTGF0LiTkAE8gAd64jTp5tMsorC08UaeIoRhQUUnrnrv8Aeul8J%0apbRNfbNTg1Ge5l8+Qw4GMgDoCfShoEzsaKKKgoKKSloAKKKKACikpaACiiigAopKWgAoooo%0aAKKSloAKKKKACikpaACiiigAopKWgAooooAKKSloAKKKKACikpaACiiigAopKWgAooooAKK%0aSloAKKKKACikpaAKt5dw2NrJdznCRjJ9T6Ae5rkLTTrvxIw1HV3ZLYnMUCnAx6n6+vU+wxV%0arxXmdtP07OFuZwG+gwP/Zq61VVFCKAFUYAHoKvZGe7sczNaeH7K7ttNayQtc52naGxj1J55%0aqC98MrAftuhO1tcpyFB+Vvbnpn8vajWP+Rk0n/gVdfTbasCSd0Ymh6t/alu3mr5dzAdsqdM%0aH1/GtuuOCiy8YhY+FvYCWHbIz/8AE/rXY1MkVF6ahWDdarNBr9lpKopiuopXZjncCnTHOP0%0arbkRZEaN/uuCD9DXlGp+GvD9j4jsLaXdFayQTPIzzOMFcYO4tx+dCGzrrzxFfRarPpWn6Y9%0a69uiO7LKiYDjI4aoh4l1OK8tLXUNIe1W8lESuZkfBPPRcnpWLa6zomjeJb1rm5WK3ktbUQs%0adzblCnHIBPTHWm2+o6TqOuWk93r63nlTE21usPl4d/lUFsfMRn2p2Fc7DxJrA0HR59SCh3T%0aARW6MzHAH9apW3jHw9PCXN7GWjjDy7Q+F6A9umTUXiOw1G5u7a9iiS6trAGYW5fYZJsgAkk%0aEAIpLD1PHequma3reqaf/AGjZaPDEsi5jLTjDDdg5woIxjvStoF9SjD8QtNaHUWluIlkheQ%0aWgCv8AvFC/IW+p4PT8K6Tw54istetI2ilVrpYkadEDAIzDkc++e5rjoLfxNBBqkAtbQ/2nJ%0aJIT9oHyeYu3A45xXUeGBrVvbQ2F/bQxwW0KxrJHLvLMuAMjHGRk02kCbOsopKWoKCiiigAo%0apKWgAooooAKKSloAKKKKAMmiiiqJCiiigAooooAKKKOaAP/T+6KKKKokKKKKACiiigAoooo%0aAKKKKANaiiipKCiiigArkfEWizTsuq6blbuHBIXqwHp7j9RxXXUU07CaurHO6Dr0WrReXJh%0aLpB86evuPb+Vat/f22m2zXN021R0Hdj6AdzXN654fkeX+1dIPlXaHcVXjd7j39fX+eZYabq%0aHiO5W/1olbePhUxt3Y64HYZ6nv0Htdk9TPmktOo7TrS58TX/wDa2orttIziOPscdvp6nueP%0ap6FTERI0WONQqqMADgAD0p9S3cuMbBXE+IbDXbvV7S4tIIrqztV8xYpH2AzZPzHg52jGPeu%0a2opJlHk/im58TSJpn26yt4gt/CY9kpbdIN21TxwDzk12l1rc+kaK+pa3CsUynasUTbtzE/K%0aAcdT39K1r7TrPUhCLyPzBbyrNHyRh0zg8EZxnoeKh1XR9O1uBbXU4vOiRt4Xcy/MARn5SOx%0aNO5NjnLDQbrVZ49Y8UsJJF+aGzH+qh9Mj+JvXP68Y2fEd5Y2Oltc6jai8tldQ6FQwAJxuIb%0ag4OKy/8AhX/hL/nw/wDIsv8A8XXRWelWFhYDS7WELagMPLYlxhiSwO4kkEk9aLoLE32m0W0%0aFyJEFsE3b8jZsx1z0xiuR8AoRpFxIilbea7me3BGP3RwBj2yDVr/hBvDXmb/sp253eX5j+X%0anr93dj8OldXHHHDGsUShEQAKqjAAHQAelHoMfRRRUjCiiigAooooAKKKKACiiigAooooAKK%0aKKACiiigAooooAKKKKACiiigAooooAKKKKACiiigAooooAKKKKACiiigAooooAKKKKACiii%0agAooooAKKKKAMvVdLttWtTBccEco46qfX6eorH8IXdzc6a6ztvWF9iMeuAAcfhmuivRKbOc%0aQjMhjbaPfBx+teb6Nd60LP+ytJtyj72MkzD7pPHfgYA75PtWkVdGUnaSZ6lXn+mWv9t65eX%0aOptvNm+1Ij90ckD8Bjp3PWn/YvE+jf6TBP9uU8yRnJOe+AeT9Rz7UeGJZrnWb68ELRRTLlg%0aez5HGcD3ppWTaE3dpNHeUtFFZGxxPiz7Yt9o89nZy3hgnaRliHQBcck8DOe9U9Env7nxjeS%0a6lbC0lNkmIg4kwu/jLDjP0r0KuQ1HQNTudVuNR0+9FmZ4Eg3BdzAK2WxngZHQ1VybHEeK5I%0aLPW57G2uCtnqPlNqSoC3k4cfPkfdLjqPz6ivXVVXtAlm4RTHiJ1AYAY+UgdCB27Vmab4e03%0aTLKSxjj81bjPnvL8zSk9S571T0jQLnSftVlFeO2nSL+4jPMkJbOdrnsO2R1/UbBHF20ur39%0a7o1zf35uka/lWNDEifLDuG/KgHkDpXP2gY6VZraJqf9pMk32RkZRD9759nzZAxjdx1r1W08%0aNQ2d3pskUhMGmQyJGhHJkkxlyenIzkY61n/8IPaxIgs9QvYpIFcQHzRiMv1wAo4J6gEZqro%0aVjFkgkbxvLbSMq2kTR6lKxPCmOLyxn0+Y5+lenqyuodCGVhkEcgg9xXn8/geU25ktr9l1C4%0aDrdXDjPmpKAHXb2AwNuOld9FEkMSQxjCxqFUewGBUspElFFFSMKKKKACiiigAooooAKKKKA%0aCiiigAooooAKKKKACiiigAooooAKKKKACiiigAooooAKKKKACiiigAooooAKKKKACiiigAo%0aoooAKKKKACiiigAqnqP/ACD7r/rk/wD6CauVTv1LWNyqjJMTgAd/lNNCexj+E/8AkBW/1f8%0aA9DNdJXnGh+J9P03TYrO4SUyIWztAI5YnuwrW/wCE20n/AJ5z/wDfK/8AxVXKLuzOM42Wp2%0aNcl4mkdLjS9jEZuB0PuKj/AOE20n/nnN/3yv8A8VWPqWt2mtXunRWaSBo51J3ADqR0wTRGL%0aT1CUk1oz0miiiszUguZLeGB57sqsUQLMz9AB3rkPCUAvTf+IZogo1KXMKsORDGNqcds81d1%0aPw/ca1qAOpXRbTY9rLaoNu9h18xu4z0H8u9nUrbxAZUGiXFtb26oF2SxkkEZ6Y7YxxVEmYF%0aRvHgEagCHTcnA/iaX/CtrWtT07T7XbqRcR3AaP92rMeRz9wEjjvVPQtDudPuLrUdSuftd7e%0abQ7hdqqq9FUeldLSYzyTPgP+9e/wDkzXPeboF/K6wyXFhbo5Xfm4mlfHcDhEz77j7V7Nqg1%0aw+X/YxtR18z7SHPpjbsP1zmq/h3SZtHsXguZVlnmmeeRlGF3OckDPaquTYyPDeq+H4BHo2l%0ayXEjyFmzMkmWIXJJZgAOB04FHiKz8Rvb381vqEUdn5LnyjCC20J8w3Z78812tcheaF4g1B5%0a4p9aMdrKWURRwJnY2RgueenBpDKHhK08QDTtNnkv4msvJU+SIgG2leBvz29arG3ng0bxY08%0aTxiWW5dCwI3KYxgjPUe4rWsPBljZm3aW7u7n7MVMaSSnYpQgjCrgYGOlSa3pfiLUzc2dveW%0a8NjcLsIaMtIFIw3OQOead9Qtoa2gf8AIC03/r1h/wDQBWvVaztlsrOCzQkrBGsYJ7hQAP5V%0aZqCgooooAKKKKACiiigAooooAKKKKACiiigAooooAKKKKACiiigAooooAKKKKACiiigAooo%0aoAKKKKACiiigAooooAKKKKACiiigAooooAKKKKACiiigArjNHYWGuahpU/AuG82LPQg5JHv%0awf0NdnWFrWjDU0SaB/Ju4eY5B+eD7fyqovoyJLqjR+wWP/AD7Rf98L/hXKeD7W2m0yVpoUk%0aInYZZQTjavrUieI77TR5Ou2cilePNjGVb39PyP4VFb+JdJtYzb6RZyyMxLbEXGWP4k/pV2d%0aiG43TNvWZ7XSdKuJI0SMupRQoAyzDA6enWn+HrR7LR7eGQYcguw92Of0BrHtdL1DV7tNR10%0aBI4+YrcdB7t/nJ78cV2VS9FYtau4VieItUOj6Pc3qcyhdsQ65kbheO/JzW3WFq+jtqt3p8j%0ayhbezm8548Z3so+Tn2PbHNSimc88KWOtaW8sS3esXwUTO5JEUcafvGQdFyenrzVPTtUfSbn%0aU5zGHgk1gxTPnHlq6gBvpuxmutuNJaO8utY08qdQmiSJDPkxqqnJAC4IB74PWsq08MzPpGp%0a2Oqyo0+qSvK7RA7EZgNu0NydpGeaq6ER+G7a2bVNQnuIVi1S2kaGYx5VZEc743KZxkjv165%0ap1wRqHja1hT5k0q3eVz2Ek2FAPvt5rctdHitrz+0RK73Jt0t3Y/dfZ0dl/vfj0rJs9C1TTr%0aKd7W7jbU7uXzZ55EJVuoChQQQAOlK4WOf1D5r7xkf7tnCv5wsateI/+Sc/9u1t/wChR1p23%0ahi4j03VYru7E97qysJJdu1R8pVQF9FzWXd/D62m0n7HDdzLcbEXc8jNHlSM/JnpwcDtT0Fq%0adlqkOpz26ppVylrMHBLum8FcHjH1xzXnlrZeJj4qvok1KFblbeIvIYQVZSeAFzxj1rvtVtN%0aXuhEulXy2OM+YxiEpPTGAxwMc1zy+C3lupL2/1e7lnlUK7RFYdyr0B2jp7UIbJNUtNRa78P%0a8An5uZILgmaSNCFHynkgZ2inaR/wAjj4g/3LX/ANFmtQ6Vdafpi2WgSrC6vu3XG6TIOS2ec%0a5JqHQ9GvbC8vtS1O4S4ur4x7vLXaiiMEADJ9DSuBxXi2DxW+kGXVrm1SHzYx5VujHksMHc/%0aPHWuqOk6bodrdX2r6hPP50TRSS3Mm4bW6hVAxz2AyaXWdC1fWZ/s817GmneaknliP95hMHG%0a7OOT3q7J4Z0651RtVvjJdSAgxxytujiwP4U6deec07hY4TwXG19GurarKDFocZhgiwQVGNx%0akYHuV4H09q3vFcljqcGhSttltLm9ib5sgMjK3XOMAitDW/Cz6jcS3Wn3jWL3cfk3QChllj6%0acg9GA4B9OKuar4btNUtrCychbexkR/LIyHVFK7DyMcd6L6hboc2dP0aw8X6MNIjijDpc7/K%0aIOcIMZ5+tdDd6Pcxa3b61pRVGkIjvEY4WSPs3APzr29fpTrfwnotlqVvqdjD9mktw4Cx4Ct%0avGPmyCeO2CK0tTi1SaFRpM8dvKGyTIm8FcHjGRznFK4WOf0n5vGGvn+6lqPzQmqmu39ppni%0auwvb2QRQxWk5LH6jgDuT2Fbmg6LNpZurq9uPtV5euHlkC7RhRhVA9AKmvNA06/1OHVbtTJL%0abpsjUn5FOc7sf3vQ/8A1qNLgcPqtvqPnx2FhrV1NLNG00qtt2xwAZJbAzlsgKKzPDsGo+XY%0a2Vxq9xaQ3kCvabNu0kcPHyPvDqPUH1r0iw0C102yuLe3LST3Kt5s8p3PIxBGWPt2FV7fw3b%0av4dt9C1PEvkoF3pwVYdGQ9QRTuFiLV7S/vG0/Q13SWrjfdzt/EkW35DjvIcZ9s471zvhHSI%0a30eDVYQWcLcRywDG24HmPsVt3GQeh/DpXotrAba2it2keYxqFLucs2BjJPqa5zTtC1Gw0CP%0aSoL4W1wkjv50aBxhnLYw/saV+gWOI1hrk6ppG7w6luRM+Ig8J875funHAx15r0PQw7CV5tJ%0aXS3GAMGNi4+qenvWFceE9au57e5uNed5bVi8TfZ4xtJGCeDg8etbumabrFpcGW/1Zr2MqR5%0aZhROeOcrz+FNtAjfoooqCgooooAKKKKACiiigAooooAKKKKACiiigAooooAKKKKACiiigAo%0aoooAKKKKACiiigAooooAKKKKACiiigAooooAKKKKACiiigAooooAKKKKACiiigDkvFkciQW%0aupRDJspg5HsSP6gV09vPFdQJcQtuSQBlPsadLFHNG0MyhkcEMD0INcYsGr+GpGFnGb2wY52%0aD76Z9O/6EfSrWqsQ9Hc3L2OybVrFp45GnG/y2UfIMDnd/StuuRHjPSwP3scyOOqlRn+dVpd%0aS1jXR9m0u3a1gfhp5ODj2/wDrZNHK+ouZdCW0cap4qmu4+YbKPyg3Yscj+rflXZVnaXptvp%0aVotrBz3Zj1ZvU1o0pMqKtuRzK7xOkbmN2UgOACVJHBweOK8xl8PxJ4s0yDVLiTVPNhmdvtG%0aCuVxjanQD25r1KuTtNH1eXXI9X1e4gYW0bxwpArDO89WLE849KExsxbjS49V1vxBpgATzLS%0a3VDjhWAJU/QECodOvJvEmsafbSwmJtHDS3gIwPtAyiAfiCw9q3LzQtWk1O/vdPvEtPtqQx7%0awpZ1VAQ2BwATng5/KoT4Mgso4ptCuHs7+EHM5+fzcnJEoPDZP5U7isbWt6W2pRBlvbm08pX%0a4t3CB8gfeyDnGOPqa47wppbR+GYtS+23LB7eX/AEdnHkj7w4XGffr1r0WWKWW1eAybZHjK7%0a1HQkY3AHPfnBzXJ6d4MtdOt1U3M11NFG8cJkYhI96kHag4GcnOc0kwscXodlp0mk2ry+GZr%0atygJmXbh/cZYV1ngJUS11RI4DbKNQlAhPVBtT5T16dKXTfCus2djDanW5ovKXbsiVCg9lLL%0anH1rX8N6NdaNFeR3c4uHubp5w/chgo+YYADcc44ptiSOkoooqCwooooAKKKKACiiigAoooo%0aAKKKKAMmiiiqJCiiigAooooAKKKKAP/9T7ooooqiQooooAKKKKACiiigAooooA1qKKKkoKK%0aSloAKKKKACikpaACiiigAopKWgAooooAKKSloAKKKKACikpaACiiigAopKWgAooooAKKSlo%0aAKKKKACikpaACiiigAopKWgAooooAKKSloAKKKKACikpaACiiigAopKWgAooooAKKSloAKK%0aKKACikpaACiiigAopKWgAooooAKKSloAKKKKACikpaACiiigAopKWgAooooAKKSloAKKKKA%0aCikpaACiiigAopKWgAooooAKKSloAKKKKACikpaACiiigAopKWgAooooAKKSloAKKKKACik%0apaACiiigAopKWgAooooAKKSloAKKKKACikpaACiiigAopKWgAooooAKKSloAKKKKACikpaA%0aCiiigAopKWgAooooAKKSloAKKKKACikpaACiiigAopKWgAooooAKKSloAKKKKACikpaACii%0aigAopKWgAooooAKKSloAKKKKACikpaACiiigAopKWgAooooAKKSloAKKKKACikpaACiiigA%0aopKWgAooooAKQKq9Bj6UUtABRRRQAUUlLQAUUUUAFFJS0AFFFFABRSUtABRRRQAUUlLQAUU%0aUUAFFJS0AFFFFABRSUtABRRRQAUUlLQAUUUUAFFJS0AFFFFABRSUtABRRRQAUUlLQAUUUUA%0aFFJS0AFFFFABRSUtABRRRQAUUlLQAUUUUAFFJS0AFFFFABRSUtABRRRQAUUlLQAUUUUAFFJ%0aS0AFFFFABRSUtABRRRQA0qCQSORTqSloAKKKKACikpaACiiigAopKWgAooooAKKSloAKKKK%0aACikpaACiiigAopKWgAooooAyaKKKokKKKKACiiigAooo5oA//1fuiiiiqJCiiigAooooAK%0aKKKACiiigDWoooqSgooooAKKKKACiiigAooooAKKKKACiiigAooooAKKKKACiiigAooooAK%0aKKKACiiigAooooAKKKKACiiigAooooAKKKKACiiigAooooAKKKKACiiigAooooAKKKKACii%0aigAooooAKKKKACiiigAooooAKKKKACiiigAooooAKKKKACiiigAooooAKKKKACiiigAoooo%0aAKKKKACiiigAooooAKKKKACiiigAooooAKKKKACiiigAooooAKKKKACiiigAooooAKKKKAC%0aiiigAooooAKKKKACiiigAooooAKKKKACiiigAooooAKKKKACiiigAooooAKKKKACiiigAoo%0aooAKKKKACiiigAooooAKKKKACiiigAooooAKKKKACiiigAooooAKKKKACiiigAooooAKKKK%0aACiiigAooooAKKKKACiiigAooooAKKKKACiiigAooooAKKKKACiiigAooooAKKKKACiiigA%0aooooAKKKKACiiigAooooAKKKKACiiigAooooAKKKKACiiigAooooAKKKKACiiigAooooAKK%0aKKACiiigAooooAKKKKACiiigAooooAKKKKACiiigAooooAKKKKACiiigAooooAKKKKACiii%0agAooooAKKKKACiiigAooooAKKKKACiiigAooooAKKKKACiiigAooooAKKKKACiiigAooooA%0aKKKKACiiigAooooAKKKKACiiigAooooAKKKKACiiigAooooAKKKKAMmiiiqJCiiigAooooA%0aKKKKAP/9b7ooooqiQooooAKKKKACiiigAooooA0Y5A69ee4qWsmilYdzWorJoosFzWorJoo%0asFzWorJoosFzWorJoosFzWorJoosFzWorJoosFzWorJoosFzWorJoosFzWorJoosFzWorJo%0aosFzWorJoosFzWorJoosFzWorJoosFzWorJoosFzWorJoosFzWorJoosFzWorJoosFzWorJ%0aoosFzWorJoosFzWorJoosFzWorJoosFzWorJoosFzWorJoosFzWorJoosFzWorJoosFzWor%0aJoosFzWorJoosFzWorJoosFzWorJoosFzWorJoosFzWorJoosFzWorJoosFzWorJoosFzWo%0arJoosFzWorJoosFzWorJoosFzWorJoosFzWorJoosFzWorJoosFzWorJoosFzWorJoosFzW%0aorJoosFzWorJoosFzWorJoosFzWorJoosFzWorJoosFzWorJoosFzWorJoosFzWorJoosFz%0aWorJoosFzWorJoosFzWorJoosFzWorJoosFzWorJoosFzWorJoosFzWorJoosFzWorJoosF%0azWorJoosFzWorJoosFzWorJoosFzWorJoosFzWorJoosFzWorJoosFzWorJoosFzWorJoos%0aFzWorJoosFzWorJoosFzWorJoosFzWorJoosFzWorJoosFzWorJoosFzWorJoosFzWorJoo%0asFzWorJoosFzWorJoosFzWorJoosFzWorJoosFzWorJoosFzWorJoosFzWorJoosFzWorJo%0aosFzWorJoosFzWorJoosFzWorJoosFzWorJoosFzWorJoosFzWorJoosFzWorJoosFzWorJ%0aoosFzWorJoosFzWorJoosFzWorJoosFzWorJoosFzWorJoosFzWorJoosFzWorJoosFzWor%0aJoosFzWorJoosFzWorJoosFzWorJoosFzWorJoosFzWorJoosFzWorJoosFzWorJoosFzWo%0arJoosFzWorJoosFzWorJoosFzWorJoosFzWorJoosFzWorJoosFzWorJoosFzWorJoosFzW%0aorJoosFzWorJoosFzWorJoosFzWorJoosFzWorJoosFzWorJoosFzWorJoosFzWorJoosFz%0aWorJoosFzWorJoosFzWorJoosFzWorJoosFzWorJoosFzWorJoosFzWorJoosFzWorJoosF%0azWorJoosFzWorJoosFzWorJoosFzWorJoosFzWorJoosFzWorJoosFzWorJoosFzWorJoos%0aFzWorJoosFzWorJoosFzWorJoosFzWqKSQIOvPYVnUUWC4UUUUxBRRRQAUUUUAFFFHNAH//%0aX+6KKKKokKKKKACiiigAooooAKKKKACiiigAooooAKKKKACiiigAooooAKKKKACiiigAooo%0aoAKKKKACiiigAooooAKKKKACiiigAooooAKKKKACiiigAooooAKKKKACiiigAooooAKKKKA%0aCiiigAooooAKKKKACiiigAooooAKKKKACiiigAooooAKKKKACiiigAooooAKKKKACiiigAo%0aoooAKKKKACiiigAooooAKKKKACiiigAooooAKKKKACiiigAooooAKKKKACiiigAooooAKKK%0aKACiiigAooooAKKKKACiiigAooooAKKKKACiiigAooooAKKKKACiiigAooooAKKKKACiiig%0aAooooAKKKKACiiigAooooAKKKKACiiigAooooAKKKKACiiigAooooAKKKKACiiigAooooAK%0aKKKACiiigAooooAKKKKACiiigAooooAKKKKACiiigAooooAKKKKACiiigAooooAKKKKACii%0aigAooooAKKKKACiiigAooooAKKKKACiiigAooooAKKKKACiiigAooooAKKKKACiiigAoooo%0aAKKKKACiiigAooooAKKKKACiiigAooooAKKKKACiiigAooooAKKKKACiiigAooooAKKKKAC%0aiiigAooooAKKKKACiiigAooooAKKKKACiiigAooooAKKKKACiiigAooooAKKKKACiiigAoo%0aooAKKKKACiiigAooooAKKKKACiiigAooooAKKKKACiiigAooooAKKKKACiiigAooooAKKKK%0aACiiigAooooAKKKKACiiigD/2Q=="/>
          <p:cNvSpPr>
            <a:spLocks noChangeAspect="1" noChangeArrowheads="1"/>
          </p:cNvSpPr>
          <p:nvPr/>
        </p:nvSpPr>
        <p:spPr bwMode="auto">
          <a:xfrm>
            <a:off x="-6939953" y="1983858"/>
            <a:ext cx="83427" cy="102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6328" y="1834125"/>
            <a:ext cx="3441498" cy="4746717"/>
          </a:xfrm>
          <a:prstGeom prst="rect">
            <a:avLst/>
          </a:prstGeom>
        </p:spPr>
      </p:pic>
      <p:sp>
        <p:nvSpPr>
          <p:cNvPr id="23" name="ïS1íde"/>
          <p:cNvSpPr txBox="1"/>
          <p:nvPr/>
        </p:nvSpPr>
        <p:spPr>
          <a:xfrm>
            <a:off x="8276328" y="1355722"/>
            <a:ext cx="2689703" cy="430248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>
              <a:lnSpc>
                <a:spcPct val="160000"/>
              </a:lnSpc>
            </a:pPr>
            <a:r>
              <a:rPr lang="en-US" altLang="zh-CN" sz="1500" b="1" dirty="0"/>
              <a:t>04 </a:t>
            </a:r>
            <a:r>
              <a:rPr lang="zh-CN" altLang="en-US" sz="1500" b="1" dirty="0"/>
              <a:t>正确打卡方式（</a:t>
            </a:r>
            <a:r>
              <a:rPr lang="zh-CN" altLang="en-US" sz="2000" b="1" dirty="0"/>
              <a:t>√</a:t>
            </a:r>
            <a:r>
              <a:rPr lang="zh-CN" altLang="en-US" sz="1500" b="1" dirty="0"/>
              <a:t>）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8056611" y="1489813"/>
            <a:ext cx="26633" cy="5171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ïS1íde"/>
          <p:cNvSpPr txBox="1"/>
          <p:nvPr/>
        </p:nvSpPr>
        <p:spPr>
          <a:xfrm>
            <a:off x="5034769" y="2525436"/>
            <a:ext cx="505938" cy="37247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>
              <a:lnSpc>
                <a:spcPct val="160000"/>
              </a:lnSpc>
            </a:pPr>
            <a:r>
              <a:rPr lang="zh-CN" altLang="en-US" sz="1000" b="1" dirty="0">
                <a:solidFill>
                  <a:schemeClr val="accent2"/>
                </a:solidFill>
              </a:rPr>
              <a:t>方式一</a:t>
            </a:r>
          </a:p>
        </p:txBody>
      </p:sp>
      <p:sp>
        <p:nvSpPr>
          <p:cNvPr id="27" name="ïS1íde"/>
          <p:cNvSpPr txBox="1"/>
          <p:nvPr/>
        </p:nvSpPr>
        <p:spPr>
          <a:xfrm>
            <a:off x="7342037" y="2498621"/>
            <a:ext cx="505938" cy="37247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>
              <a:lnSpc>
                <a:spcPct val="160000"/>
              </a:lnSpc>
            </a:pPr>
            <a:r>
              <a:rPr lang="zh-CN" altLang="en-US" sz="1000" b="1" dirty="0">
                <a:solidFill>
                  <a:schemeClr val="accent2"/>
                </a:solidFill>
              </a:rPr>
              <a:t>方式二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958954"/>
            <a:ext cx="2457495" cy="129163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4EF745F-58FB-0242-9A0A-99CFA7D4A099}"/>
              </a:ext>
            </a:extLst>
          </p:cNvPr>
          <p:cNvSpPr txBox="1"/>
          <p:nvPr/>
        </p:nvSpPr>
        <p:spPr>
          <a:xfrm>
            <a:off x="7874170" y="10616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89BF5C-004D-7C43-951D-5D4CF5A5E6D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9645"/>
          <a:stretch/>
        </p:blipFill>
        <p:spPr>
          <a:xfrm>
            <a:off x="957431" y="5432328"/>
            <a:ext cx="6366052" cy="114148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7F6D9D9-7D37-FF49-B361-82CA9EBED2D3}"/>
              </a:ext>
            </a:extLst>
          </p:cNvPr>
          <p:cNvSpPr txBox="1"/>
          <p:nvPr/>
        </p:nvSpPr>
        <p:spPr>
          <a:xfrm>
            <a:off x="5134281" y="4070243"/>
            <a:ext cx="2813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</a:rPr>
              <a:t>再次提醒：</a:t>
            </a:r>
            <a:endParaRPr kumimoji="1" lang="en-US" altLang="zh-CN" sz="1600" dirty="0">
              <a:solidFill>
                <a:srgbClr val="FF0000"/>
              </a:solidFill>
            </a:endParaRPr>
          </a:p>
          <a:p>
            <a:r>
              <a:rPr kumimoji="1" lang="zh-CN" altLang="en-US" sz="1600" dirty="0">
                <a:solidFill>
                  <a:srgbClr val="FF0000"/>
                </a:solidFill>
              </a:rPr>
              <a:t>单次打卡内容不得少于</a:t>
            </a:r>
            <a:r>
              <a:rPr kumimoji="1" lang="en-US" altLang="zh-CN" sz="1600" dirty="0">
                <a:solidFill>
                  <a:srgbClr val="FF0000"/>
                </a:solidFill>
              </a:rPr>
              <a:t>300</a:t>
            </a:r>
            <a:r>
              <a:rPr kumimoji="1" lang="zh-CN" altLang="en-US" sz="1600" dirty="0">
                <a:solidFill>
                  <a:srgbClr val="FF0000"/>
                </a:solidFill>
              </a:rPr>
              <a:t>字，否则将被视为无效打卡！！</a:t>
            </a:r>
          </a:p>
        </p:txBody>
      </p:sp>
      <p:sp>
        <p:nvSpPr>
          <p:cNvPr id="16" name="乘 15">
            <a:extLst>
              <a:ext uri="{FF2B5EF4-FFF2-40B4-BE49-F238E27FC236}">
                <a16:creationId xmlns:a16="http://schemas.microsoft.com/office/drawing/2014/main" id="{2D025A2B-A23B-1C4B-87B3-FC8B9B837F94}"/>
              </a:ext>
            </a:extLst>
          </p:cNvPr>
          <p:cNvSpPr/>
          <p:nvPr/>
        </p:nvSpPr>
        <p:spPr>
          <a:xfrm>
            <a:off x="3568407" y="3841206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  <p:sp>
        <p:nvSpPr>
          <p:cNvPr id="25" name="乘 24">
            <a:extLst>
              <a:ext uri="{FF2B5EF4-FFF2-40B4-BE49-F238E27FC236}">
                <a16:creationId xmlns:a16="http://schemas.microsoft.com/office/drawing/2014/main" id="{7AB7B891-0F29-E14F-9AD2-7A3CEF23ABE8}"/>
              </a:ext>
            </a:extLst>
          </p:cNvPr>
          <p:cNvSpPr/>
          <p:nvPr/>
        </p:nvSpPr>
        <p:spPr>
          <a:xfrm>
            <a:off x="5079157" y="5582730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996B9D-3B29-4E34-8648-409D9A72DDE7}"/>
              </a:ext>
            </a:extLst>
          </p:cNvPr>
          <p:cNvSpPr txBox="1"/>
          <p:nvPr/>
        </p:nvSpPr>
        <p:spPr>
          <a:xfrm>
            <a:off x="3295695" y="831314"/>
            <a:ext cx="618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其他常见问题：</a:t>
            </a:r>
            <a:r>
              <a:rPr lang="en-US" altLang="zh-CN" dirty="0"/>
              <a:t>https://ku.baidu-int.com/d/JYzNe2yVxFOrug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4060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8077200" y="2782888"/>
            <a:ext cx="4114800" cy="657225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预祝大家顺利结业！</a:t>
            </a:r>
            <a:endParaRPr lang="zh-CN" altLang="en-US" sz="3600" b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8051800" y="3721100"/>
            <a:ext cx="4140200" cy="311150"/>
          </a:xfrm>
        </p:spPr>
        <p:txBody>
          <a:bodyPr>
            <a:normAutofit fontScale="62500" lnSpcReduction="20000"/>
          </a:bodyPr>
          <a:lstStyle/>
          <a:p>
            <a:r>
              <a:rPr lang="zh-CN" altLang="en-US" b="1" dirty="0"/>
              <a:t>码神特训营</a:t>
            </a:r>
            <a:r>
              <a:rPr lang="en-US" altLang="zh-CN" b="1" dirty="0"/>
              <a:t>-</a:t>
            </a:r>
            <a:r>
              <a:rPr lang="zh-CN" altLang="en-US" b="1" dirty="0"/>
              <a:t>进阶篇</a:t>
            </a:r>
            <a:r>
              <a:rPr lang="en-US" altLang="zh-CN" b="1" dirty="0"/>
              <a:t>  BIT&amp;CMC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8870948" y="1316210"/>
            <a:ext cx="2674274" cy="1162023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7" name="Freeform 5"/>
            <p:cNvSpPr/>
            <p:nvPr userDrawn="1"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7405499" y="2660770"/>
            <a:ext cx="411498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7405499" y="3539311"/>
            <a:ext cx="411498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975" y="6115593"/>
            <a:ext cx="2661283" cy="56774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028B922-AC75-2A4F-807E-EF6C03D0C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8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713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2fb62ccd-5e96-4476-a61a-46bbf3f1408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e294b2be-bedd-435f-8cfd-285d2911001e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11759</TotalTime>
  <Words>578</Words>
  <Application>Microsoft Office PowerPoint</Application>
  <PresentationFormat>宽屏</PresentationFormat>
  <Paragraphs>118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Impact</vt:lpstr>
      <vt:lpstr>自定义设计方案</vt:lpstr>
      <vt:lpstr>PowerPoint 演示文稿</vt:lpstr>
      <vt:lpstr>PowerPoint 演示文稿</vt:lpstr>
      <vt:lpstr>1、课程背景</vt:lpstr>
      <vt:lpstr>1、课程背景</vt:lpstr>
      <vt:lpstr>2、课程安排</vt:lpstr>
      <vt:lpstr>3、学习流程</vt:lpstr>
      <vt:lpstr>PowerPoint 演示文稿</vt:lpstr>
      <vt:lpstr>5、课程规则</vt:lpstr>
      <vt:lpstr>6、关于打卡</vt:lpstr>
      <vt:lpstr>预祝大家顺利结业！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Yu,Qiqi</cp:lastModifiedBy>
  <cp:revision>226</cp:revision>
  <cp:lastPrinted>2017-08-31T16:00:00Z</cp:lastPrinted>
  <dcterms:created xsi:type="dcterms:W3CDTF">2017-08-31T16:00:00Z</dcterms:created>
  <dcterms:modified xsi:type="dcterms:W3CDTF">2022-09-05T10:21:00Z</dcterms:modified>
  <cp:category>work report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  <property fmtid="{D5CDD505-2E9C-101B-9397-08002B2CF9AE}" pid="3" name="KSOProductBuildVer">
    <vt:lpwstr>2052-11.1.0.9584</vt:lpwstr>
  </property>
  <property fmtid="{D5CDD505-2E9C-101B-9397-08002B2CF9AE}" pid="4" name="4eed1396-652e-48af-a096-58850838b021-4">
    <vt:lpwstr>5ebd22e8de1471966d82ef782aaeaf5e</vt:lpwstr>
  </property>
  <property fmtid="{D5CDD505-2E9C-101B-9397-08002B2CF9AE}" pid="5" name="4eed1396-652e-48af-a096-58850838b021-5">
    <vt:lpwstr>babe7a85523ce1dfdf1d6362f4d64d47</vt:lpwstr>
  </property>
</Properties>
</file>